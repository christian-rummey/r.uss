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D9793-A2DD-4368-83B7-2992B2F3B1BA}" v="5" dt="2025-06-10T15:20:23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96" d="100"/>
          <a:sy n="96" d="100"/>
        </p:scale>
        <p:origin x="64" y="64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2" creationId="{F0CB0027-CAAB-A460-8537-923E442AB26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4" creationId="{83D3389A-D1B1-8045-AF5C-E936D5011CE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5" creationId="{4B129F14-29DC-E5C7-B871-EFAFD4E6F8C4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6" creationId="{2CAEB7E8-F4B2-F9B3-0EE7-B55EA21C5378}"/>
            </ac:spMkLst>
          </pc:spChg>
          <pc:spChg chg="mod">
            <ac:chgData name="Christian Rummey" userId="1616f22b-5705-4d11-a330-2855031cc605" providerId="ADAL" clId="{A14D9793-A2DD-4368-83B7-2992B2F3B1BA}" dt="2025-06-10T15:20:19.508" v="8" actId="255"/>
            <ac:spMkLst>
              <pc:docMk/>
              <pc:sldMasterMk cId="1297349460" sldId="2147483648"/>
              <pc:sldLayoutMk cId="4256017067" sldId="2147483698"/>
              <ac:spMk id="7" creationId="{9C0C1CB3-BE42-6AF9-C031-C43FC50879AF}"/>
            </ac:spMkLst>
          </pc:spChg>
          <pc:spChg chg="mod">
            <ac:chgData name="Christian Rummey" userId="1616f22b-5705-4d11-a330-2855031cc605" providerId="ADAL" clId="{A14D9793-A2DD-4368-83B7-2992B2F3B1BA}" dt="2025-06-10T15:20:23.221" v="9" actId="255"/>
            <ac:spMkLst>
              <pc:docMk/>
              <pc:sldMasterMk cId="1297349460" sldId="2147483648"/>
              <pc:sldLayoutMk cId="4256017067" sldId="2147483698"/>
              <ac:spMk id="11" creationId="{2F3A1677-D5FD-6F4F-982B-D234B3676989}"/>
            </ac:spMkLst>
          </pc:spChg>
          <pc:cxnChg chg="mod">
            <ac:chgData name="Christian Rummey" userId="1616f22b-5705-4d11-a330-2855031cc605" providerId="ADAL" clId="{A14D9793-A2DD-4368-83B7-2992B2F3B1BA}" dt="2025-06-10T15:20:09.826" v="7" actId="2711"/>
            <ac:cxnSpMkLst>
              <pc:docMk/>
              <pc:sldMasterMk cId="1297349460" sldId="2147483648"/>
              <pc:sldLayoutMk cId="4256017067" sldId="2147483698"/>
              <ac:cxnSpMk id="3" creationId="{220A93F4-9361-BE4A-BDFF-57F61D61B18D}"/>
            </ac:cxnSpMkLst>
          </pc:cxnChg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BA4FE7E3-BE8F-4020-926C-39CDD45D1D87}" dt="2025-04-22T11:05:18.004" v="6" actId="1076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  <pc:spChg chg="mod">
            <ac:chgData name="Christian Rummey" userId="1616f22b-5705-4d11-a330-2855031cc605" providerId="ADAL" clId="{BA4FE7E3-BE8F-4020-926C-39CDD45D1D87}" dt="2025-04-22T11:05:11.857" v="5" actId="1076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5F97B23C-B94D-4912-9497-32CCAC5D690D}" dt="2025-03-26T12:09:58.584" v="33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  <pc:spChg chg="mod">
            <ac:chgData name="Christian Rummey" userId="1616f22b-5705-4d11-a330-2855031cc605" providerId="ADAL" clId="{5F97B23C-B94D-4912-9497-32CCAC5D690D}" dt="2025-03-28T11:37:21.372" v="46" actId="108"/>
            <ac:spMkLst>
              <pc:docMk/>
              <pc:sldMasterMk cId="1297349460" sldId="2147483648"/>
              <pc:sldLayoutMk cId="3753787485" sldId="2147483675"/>
              <ac:spMk id="4" creationId="{00000000-0000-0000-0000-000000000000}"/>
            </ac:spMkLst>
          </pc:spChg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2" creationId="{189450AF-5B3A-1BE3-45D6-60D099856B54}"/>
            </ac:spMkLst>
          </pc:spChg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5" creationId="{F1CC33CE-F5D7-114C-2E5F-0BB1D6208940}"/>
            </ac:spMkLst>
          </pc:spChg>
          <pc:spChg chg="mod">
            <ac:chgData name="Christian Rummey" userId="1616f22b-5705-4d11-a330-2855031cc605" providerId="ADAL" clId="{5F97B23C-B94D-4912-9497-32CCAC5D690D}" dt="2025-03-28T11:37:41.348" v="49" actId="108"/>
            <ac:spMkLst>
              <pc:docMk/>
              <pc:sldMasterMk cId="1297349460" sldId="2147483648"/>
              <pc:sldLayoutMk cId="3487979977" sldId="2147483685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  <pc:spChg chg="add mod">
            <ac:chgData name="Christian Rummey" userId="1616f22b-5705-4d11-a330-2855031cc605" providerId="ADAL" clId="{5F97B23C-B94D-4912-9497-32CCAC5D690D}" dt="2025-03-28T11:37:44.999" v="50" actId="108"/>
            <ac:spMkLst>
              <pc:docMk/>
              <pc:sldMasterMk cId="1297349460" sldId="2147483648"/>
              <pc:sldLayoutMk cId="1567917209" sldId="2147483686"/>
              <ac:spMk id="9" creationId="{5CCC9ECA-AF17-77AA-3FBA-9C2ADA4E93EB}"/>
            </ac:spMkLst>
          </pc:spChg>
          <pc:spChg chg="add mod">
            <ac:chgData name="Christian Rummey" userId="1616f22b-5705-4d11-a330-2855031cc605" providerId="ADAL" clId="{5F97B23C-B94D-4912-9497-32CCAC5D690D}" dt="2025-03-26T12:08:06.003" v="20"/>
            <ac:spMkLst>
              <pc:docMk/>
              <pc:sldMasterMk cId="1297349460" sldId="2147483648"/>
              <pc:sldLayoutMk cId="1567917209" sldId="2147483686"/>
              <ac:spMk id="10" creationId="{00000000-0000-0000-0000-000000000000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2" creationId="{3C96B0EB-DC02-C3E4-27BE-B09618C53392}"/>
            </ac:spMkLst>
          </pc:spChg>
          <pc:spChg chg="mod">
            <ac:chgData name="Christian Rummey" userId="1616f22b-5705-4d11-a330-2855031cc605" providerId="ADAL" clId="{5F97B23C-B94D-4912-9497-32CCAC5D690D}" dt="2025-03-28T11:37:37.870" v="48" actId="108"/>
            <ac:spMkLst>
              <pc:docMk/>
              <pc:sldMasterMk cId="1297349460" sldId="2147483648"/>
              <pc:sldLayoutMk cId="3387880590" sldId="2147483694"/>
              <ac:spMk id="5" creationId="{F78D01E8-C1E8-530B-2B36-96123687E1F0}"/>
            </ac:spMkLst>
          </pc:spChg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6" creationId="{353035CB-67F1-9F4F-38E1-119BC05B992D}"/>
            </ac:spMkLst>
          </pc:spChg>
          <pc:spChg chg="mod">
            <ac:chgData name="Christian Rummey" userId="1616f22b-5705-4d11-a330-2855031cc605" providerId="ADAL" clId="{5F97B23C-B94D-4912-9497-32CCAC5D690D}" dt="2025-03-28T11:37:35.668" v="47" actId="108"/>
            <ac:spMkLst>
              <pc:docMk/>
              <pc:sldMasterMk cId="1297349460" sldId="2147483648"/>
              <pc:sldLayoutMk cId="3387880590" sldId="2147483694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  <pc:spChg chg="mod">
            <ac:chgData name="Christian Rummey" userId="1616f22b-5705-4d11-a330-2855031cc605" providerId="ADAL" clId="{5F97B23C-B94D-4912-9497-32CCAC5D690D}" dt="2025-03-26T12:08:53.659" v="22" actId="207"/>
            <ac:spMkLst>
              <pc:docMk/>
              <pc:sldMasterMk cId="1297349460" sldId="2147483648"/>
              <pc:sldLayoutMk cId="84449021" sldId="2147483695"/>
              <ac:spMk id="2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6T12:06:49.789" v="4" actId="404"/>
            <ac:spMkLst>
              <pc:docMk/>
              <pc:sldMasterMk cId="1297349460" sldId="2147483648"/>
              <pc:sldLayoutMk cId="84449021" sldId="2147483695"/>
              <ac:spMk id="3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8T11:37:17.355" v="45" actId="108"/>
            <ac:spMkLst>
              <pc:docMk/>
              <pc:sldMasterMk cId="1297349460" sldId="2147483648"/>
              <pc:sldLayoutMk cId="84449021" sldId="2147483695"/>
              <ac:spMk id="9" creationId="{2F8024D3-1A65-0428-57F2-93033CA6A491}"/>
            </ac:spMkLst>
          </pc:spChg>
          <pc:spChg chg="add mod">
            <ac:chgData name="Christian Rummey" userId="1616f22b-5705-4d11-a330-2855031cc605" providerId="ADAL" clId="{5F97B23C-B94D-4912-9497-32CCAC5D690D}" dt="2025-03-26T12:09:45.755" v="30"/>
            <ac:spMkLst>
              <pc:docMk/>
              <pc:sldMasterMk cId="1297349460" sldId="2147483648"/>
              <pc:sldLayoutMk cId="84449021" sldId="2147483695"/>
              <ac:spMk id="11" creationId="{FD894503-3C12-466A-60EE-312759D093FB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5F97B23C-B94D-4912-9497-32CCAC5D690D}" dt="2025-03-27T10:13:50.012" v="38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  <pc:spChg chg="add mod">
            <ac:chgData name="Christian Rummey" userId="1616f22b-5705-4d11-a330-2855031cc605" providerId="ADAL" clId="{5F97B23C-B94D-4912-9497-32CCAC5D690D}" dt="2025-03-27T10:13:59.609" v="41" actId="14100"/>
            <ac:spMkLst>
              <pc:docMk/>
              <pc:sldMasterMk cId="1297349460" sldId="2147483648"/>
              <pc:sldLayoutMk cId="775367414" sldId="2147483696"/>
              <ac:spMk id="9" creationId="{A3D7ED22-F98E-C2C8-4338-C3DCEAFE0DD6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0" creationId="{0813FBF2-EE6A-7F21-DA43-BEB4A4204A34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2" creationId="{EAF21E59-6130-9132-479A-6011AFDD62FE}"/>
            </ac:spMkLst>
          </pc:spChg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15F4C84D-1EF1-4114-9C4D-36D8254AFF84}" dt="2025-04-14T10:50:14.983" v="3" actId="14100"/>
            <ac:spMkLst>
              <pc:docMk/>
              <pc:sldMasterMk cId="1297349460" sldId="2147483648"/>
              <pc:sldLayoutMk cId="775367414" sldId="2147483696"/>
              <ac:spMk id="2" creationId="{4070C87E-DFA1-032D-5413-84B5C0EA6962}"/>
            </ac:spMkLst>
          </pc:spChg>
          <pc:spChg chg="mod">
            <ac:chgData name="Christian Rummey" userId="1616f22b-5705-4d11-a330-2855031cc605" providerId="ADAL" clId="{15F4C84D-1EF1-4114-9C4D-36D8254AFF84}" dt="2025-04-14T10:50:04.056" v="0" actId="14100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2025-08-29 10-41-01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5183188" y="142929"/>
            <a:ext cx="6770187" cy="6606360"/>
            <a:chOff x="5183188" y="142929"/>
            <a:chExt cx="6770187" cy="6606360"/>
          </a:xfrm>
        </p:grpSpPr>
        <p:sp>
          <p:nvSpPr>
            <p:cNvPr id="3" name="rc3"/>
            <p:cNvSpPr/>
            <p:nvPr/>
          </p:nvSpPr>
          <p:spPr>
            <a:xfrm>
              <a:off x="5183187" y="142929"/>
              <a:ext cx="6770187" cy="6606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5412674" y="200169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5412674" y="163593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412674" y="127016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412674" y="90440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412674" y="53863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18137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54514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90890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027267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412674" y="2184578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412674" y="1818813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412674" y="1453048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412674" y="1087284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412674" y="72151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499949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36326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372702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809079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245455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354651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722740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791028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572840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572840" y="123992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572840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635465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635465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6791028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635465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679102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6354651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6136463" y="15325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791028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91827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6463746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6572840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354651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79102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22740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5918275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6791028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6791028" y="16910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227405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79102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690012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7118310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6354651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6791028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68193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791028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690012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809181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24555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5700087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6791028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136463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590993" y="18251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572840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481898" y="21421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6572840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481898" y="1569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6791028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481898" y="21177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6791028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481898" y="20933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6027369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700921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6136463" y="18495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481898" y="18495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354651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6572840" y="155691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6572840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6572840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227405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635465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7227405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602736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635465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7227405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5918275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79102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7227405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613646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6572840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635465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572840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7227405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6136463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635465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6900122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700921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791028" y="109361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70008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602736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635465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481898" y="20811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6463746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690012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7227405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6572840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6572840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6245557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6791028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613646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635465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679102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6572840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6572840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635465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6572840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6572840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6463746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6791028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791028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6136463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679102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6681934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6791028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6791028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657284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679102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6136463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79102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79102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5481898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548189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918275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91827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613646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613646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6354651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918275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918275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6791028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6136463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679102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700921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6791028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7009216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6136463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6791028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635465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79102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679102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7118310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6791028" y="10082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722740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6791028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700921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722740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6136463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668193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679102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679102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679102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679102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679102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722740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5481898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700087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918275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918275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5918275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679102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6354651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681934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481898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70008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91827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918275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91827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722740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5700087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6354651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6354651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613646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79102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679102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79102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79102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7118310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918275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613646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613646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635465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6572840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6572840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679102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6791028" y="1057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35465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6572840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6136463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6136463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635465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6572840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6572840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635465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00921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5918275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5918275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679102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5700087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679102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6572840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5481898" y="1569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5481898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6791028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722740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679102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6136463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5918275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6463746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700087" y="20933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5918275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791028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6791028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79102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6791028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6791028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6791028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572840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6791028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6791028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679102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679102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5700087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5481898" y="1800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5918275" y="1800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5918275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5700087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5918275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918275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613646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6136463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679102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791028" y="1349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6136463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6791028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5918275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700087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679102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679102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6136463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6572840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624555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6791028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5918275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570008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635465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6354651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6354651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700921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613646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679102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679102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570008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635465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6791028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918275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613646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635465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635465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5918275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635465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6136463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6791028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6791028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6791028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5481898" y="19836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918275" y="19470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5918275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6136463" y="19470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700087" y="20080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6245557" y="19104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6791028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6791028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679102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5481898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6791028" y="102046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354651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5918275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6136463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6572840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5481898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5918275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6791028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6791028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6136463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635465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6572840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635465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613646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613646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6791028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6136463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5918275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5481898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6136463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635465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679102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5481898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591827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6136463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635465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635465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6791028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6136463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6463746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548189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635465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591827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6136463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679102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635465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6791028" y="1057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5481898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5918275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5918275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635465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6791028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679102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5481898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6791028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6572840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6791028" y="109361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722740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6245557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6136463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548189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679102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635465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6136463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918275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6791028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635465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572840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5918275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590993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918275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6354651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6572840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6463746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591827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6136463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613646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35465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6136463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624555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918275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6354651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679102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6572840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6354651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6572840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5918275" y="155691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6136463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6354651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6572840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6354651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635465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679102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6791028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70008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635465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679102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5700087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580918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91827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6572840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679102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6791028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6136463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5481898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635465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6354651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6681934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6791028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5918275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635465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481898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91827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5918275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635465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5918275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613646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635465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6572840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918275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613646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5481898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6572840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679102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6354651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6572840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6791028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5918275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5918275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591827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5918275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548189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591827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6136463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6791028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900122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6136463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6791028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635465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635465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635465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6354651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6791028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6572840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6791028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7009216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6791028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679102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6136463" y="16788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635465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6791028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6791028" y="16910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5481898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6136463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7009216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6572840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6463746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580918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6681934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591827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570008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5918275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613646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6900122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6791028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635465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6136463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679102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6136463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6900122" y="1349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6791028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6136463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6572840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6572840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591827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635465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679102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6354651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6791028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679102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6136463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6354651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6791028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6027369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6791028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6791028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6463746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635465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6791028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136463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5481898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570008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5918275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6136463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635465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5700087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5700087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5700087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5481898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635465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635465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5700087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591827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5918275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635465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6136463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5918275" y="15325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591827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591827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5700087" y="16300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6245557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6681934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6572840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5918275" y="20567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481898" y="19836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6463746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6791028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6681934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6463746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5557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6463746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35465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6572840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6027369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679102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6900122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635465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635465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6136463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668193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548189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5918275" y="19714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136463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5481898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6136463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635465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6572840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679102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6136463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613646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6791028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7009216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5918275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136463" y="16300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6791028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6572840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613646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6027369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5700087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5918275" y="17154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5700087" y="17519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6572840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5481898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5700087" y="19592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6791028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6572840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5809181" y="1642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548189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6136463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5481898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5481898" y="9229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6791028" y="1203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6136463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354651" y="18861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5809181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463746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5481898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6136463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6681934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6572840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6572840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6136463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6572840" y="1788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5481898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5481898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5481898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613646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5700087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6791028" y="10692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5481898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6027369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5481898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6136463" y="16666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5481898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559099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6027369" y="20567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6354651" y="155691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6572840" y="131307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5918275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6136463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700087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5700087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6791028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6354651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635465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6572840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6572840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7227405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5481898" y="18617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6572840" y="1569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5700087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6463746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6136463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6136463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6136463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7227405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6354651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6245557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918275" y="20324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6245557" y="16056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5918275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6572840" y="1569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6354651" y="13862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6245557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5809181" y="18251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6354651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6245557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6027369" y="15325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5700087" y="1715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6791028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6791028" y="109361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791028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5700087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5481898" y="17519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5700087" y="18617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5700087" y="21177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6136463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5700087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6791028" y="1118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6572840" y="144719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6791028" y="10814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572840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6791028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5590993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6136463" y="1495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6572840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81898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918275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5809181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6791028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6572840" y="1203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13646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5481898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6791028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6354651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6354651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6791028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136463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6681934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6791028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6572840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6791028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7227405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5481898" y="19653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791028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700087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6354651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918275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6791028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354651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6027369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6136463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613646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481898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6791028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6791028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6245557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6791028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580918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6027369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6791028" y="11058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6791028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5481898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5918275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5700087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809181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700087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5700087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6791028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5918275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6354651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6572840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5481898" y="17032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6791028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5481898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481898" y="20324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5481898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5700087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5481898" y="21177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5918275" y="20446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5700087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354651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5481898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6354651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6136463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5481898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6463746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5918275" y="17032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6354651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5918275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5918275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6572840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5481898" y="20811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5481898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791028" y="11545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5481898" y="19104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5700087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6136463" y="13740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5918275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6572840" y="11545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5481898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6136463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6572840" y="1715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5700087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5918275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5700087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6791028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6572840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6136463" y="14593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6136463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6354651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5918275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6354651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5918275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580918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5918275" y="18739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6791028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6572840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6572840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918275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6791028" y="14593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5481898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6791028" y="1495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613646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6136463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5700087" y="1812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6572840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5918275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6572840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5918275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354651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6791028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572840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6136463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6572840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6136463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6027369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6791028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613646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6572840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5918275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6572840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613646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5918275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5590993" y="16422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635465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5481898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5700087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5481898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5481898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6354651" y="17519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354651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6354651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6245557" y="20567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6791028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791028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5700087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5481898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5481898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5481898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6354651" y="19104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5809181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6027369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5700087" y="19714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6354651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6572840" y="9229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5700087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613646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6136463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613646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613646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5700087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6354651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6136463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5481898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6791028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13646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6791028" y="109361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6791028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5700087" y="16788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6136463" y="17763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5918275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6900122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5918275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5700087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5918275" y="19714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700087" y="21055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5481898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572840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6136463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6354651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5918275" y="17763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6354651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6791028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6354651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6791028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5481898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5700087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5590993" y="21543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6136463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6791028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6791028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6791028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6791028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5481898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791028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6136463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5918275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6245557" y="16666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59099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5809181" y="1812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481898" y="206899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6572840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5918275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5481898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5700087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g968"/>
            <p:cNvSpPr/>
            <p:nvPr/>
          </p:nvSpPr>
          <p:spPr>
            <a:xfrm>
              <a:off x="5499949" y="904921"/>
              <a:ext cx="1745506" cy="1048275"/>
            </a:xfrm>
            <a:custGeom>
              <a:avLst/>
              <a:pathLst>
                <a:path w="1745506" h="1048275">
                  <a:moveTo>
                    <a:pt x="0" y="914889"/>
                  </a:moveTo>
                  <a:lnTo>
                    <a:pt x="22095" y="910835"/>
                  </a:lnTo>
                  <a:lnTo>
                    <a:pt x="44190" y="906466"/>
                  </a:lnTo>
                  <a:lnTo>
                    <a:pt x="66285" y="901774"/>
                  </a:lnTo>
                  <a:lnTo>
                    <a:pt x="88380" y="896749"/>
                  </a:lnTo>
                  <a:lnTo>
                    <a:pt x="110475" y="891385"/>
                  </a:lnTo>
                  <a:lnTo>
                    <a:pt x="132570" y="885674"/>
                  </a:lnTo>
                  <a:lnTo>
                    <a:pt x="154665" y="879611"/>
                  </a:lnTo>
                  <a:lnTo>
                    <a:pt x="176760" y="873194"/>
                  </a:lnTo>
                  <a:lnTo>
                    <a:pt x="198855" y="866425"/>
                  </a:lnTo>
                  <a:lnTo>
                    <a:pt x="220950" y="859309"/>
                  </a:lnTo>
                  <a:lnTo>
                    <a:pt x="243045" y="851857"/>
                  </a:lnTo>
                  <a:lnTo>
                    <a:pt x="265140" y="844084"/>
                  </a:lnTo>
                  <a:lnTo>
                    <a:pt x="287235" y="836010"/>
                  </a:lnTo>
                  <a:lnTo>
                    <a:pt x="309330" y="827657"/>
                  </a:lnTo>
                  <a:lnTo>
                    <a:pt x="331425" y="819052"/>
                  </a:lnTo>
                  <a:lnTo>
                    <a:pt x="353520" y="810220"/>
                  </a:lnTo>
                  <a:lnTo>
                    <a:pt x="375615" y="801190"/>
                  </a:lnTo>
                  <a:lnTo>
                    <a:pt x="397710" y="791987"/>
                  </a:lnTo>
                  <a:lnTo>
                    <a:pt x="419805" y="782636"/>
                  </a:lnTo>
                  <a:lnTo>
                    <a:pt x="441900" y="773160"/>
                  </a:lnTo>
                  <a:lnTo>
                    <a:pt x="463995" y="763580"/>
                  </a:lnTo>
                  <a:lnTo>
                    <a:pt x="486090" y="753914"/>
                  </a:lnTo>
                  <a:lnTo>
                    <a:pt x="508185" y="744178"/>
                  </a:lnTo>
                  <a:lnTo>
                    <a:pt x="530280" y="734387"/>
                  </a:lnTo>
                  <a:lnTo>
                    <a:pt x="552375" y="724551"/>
                  </a:lnTo>
                  <a:lnTo>
                    <a:pt x="574470" y="714682"/>
                  </a:lnTo>
                  <a:lnTo>
                    <a:pt x="596565" y="704786"/>
                  </a:lnTo>
                  <a:lnTo>
                    <a:pt x="618660" y="694871"/>
                  </a:lnTo>
                  <a:lnTo>
                    <a:pt x="640755" y="684941"/>
                  </a:lnTo>
                  <a:lnTo>
                    <a:pt x="662850" y="675002"/>
                  </a:lnTo>
                  <a:lnTo>
                    <a:pt x="684945" y="665053"/>
                  </a:lnTo>
                  <a:lnTo>
                    <a:pt x="707040" y="655098"/>
                  </a:lnTo>
                  <a:lnTo>
                    <a:pt x="729135" y="645137"/>
                  </a:lnTo>
                  <a:lnTo>
                    <a:pt x="751230" y="635167"/>
                  </a:lnTo>
                  <a:lnTo>
                    <a:pt x="773325" y="625187"/>
                  </a:lnTo>
                  <a:lnTo>
                    <a:pt x="795420" y="615193"/>
                  </a:lnTo>
                  <a:lnTo>
                    <a:pt x="817515" y="605181"/>
                  </a:lnTo>
                  <a:lnTo>
                    <a:pt x="839610" y="595143"/>
                  </a:lnTo>
                  <a:lnTo>
                    <a:pt x="861705" y="585073"/>
                  </a:lnTo>
                  <a:lnTo>
                    <a:pt x="883800" y="574960"/>
                  </a:lnTo>
                  <a:lnTo>
                    <a:pt x="905895" y="564794"/>
                  </a:lnTo>
                  <a:lnTo>
                    <a:pt x="927990" y="554560"/>
                  </a:lnTo>
                  <a:lnTo>
                    <a:pt x="950085" y="544244"/>
                  </a:lnTo>
                  <a:lnTo>
                    <a:pt x="972180" y="533828"/>
                  </a:lnTo>
                  <a:lnTo>
                    <a:pt x="994275" y="523291"/>
                  </a:lnTo>
                  <a:lnTo>
                    <a:pt x="1016370" y="512613"/>
                  </a:lnTo>
                  <a:lnTo>
                    <a:pt x="1038465" y="501768"/>
                  </a:lnTo>
                  <a:lnTo>
                    <a:pt x="1060560" y="490732"/>
                  </a:lnTo>
                  <a:lnTo>
                    <a:pt x="1082655" y="479478"/>
                  </a:lnTo>
                  <a:lnTo>
                    <a:pt x="1104750" y="467980"/>
                  </a:lnTo>
                  <a:lnTo>
                    <a:pt x="1126845" y="456213"/>
                  </a:lnTo>
                  <a:lnTo>
                    <a:pt x="1148940" y="444154"/>
                  </a:lnTo>
                  <a:lnTo>
                    <a:pt x="1171035" y="431783"/>
                  </a:lnTo>
                  <a:lnTo>
                    <a:pt x="1193130" y="419083"/>
                  </a:lnTo>
                  <a:lnTo>
                    <a:pt x="1215225" y="406044"/>
                  </a:lnTo>
                  <a:lnTo>
                    <a:pt x="1237320" y="392658"/>
                  </a:lnTo>
                  <a:lnTo>
                    <a:pt x="1259415" y="378923"/>
                  </a:lnTo>
                  <a:lnTo>
                    <a:pt x="1281510" y="364839"/>
                  </a:lnTo>
                  <a:lnTo>
                    <a:pt x="1303605" y="350410"/>
                  </a:lnTo>
                  <a:lnTo>
                    <a:pt x="1325700" y="335641"/>
                  </a:lnTo>
                  <a:lnTo>
                    <a:pt x="1347795" y="320540"/>
                  </a:lnTo>
                  <a:lnTo>
                    <a:pt x="1369890" y="305116"/>
                  </a:lnTo>
                  <a:lnTo>
                    <a:pt x="1391985" y="289376"/>
                  </a:lnTo>
                  <a:lnTo>
                    <a:pt x="1414080" y="273330"/>
                  </a:lnTo>
                  <a:lnTo>
                    <a:pt x="1436175" y="256984"/>
                  </a:lnTo>
                  <a:lnTo>
                    <a:pt x="1458270" y="240347"/>
                  </a:lnTo>
                  <a:lnTo>
                    <a:pt x="1480366" y="223426"/>
                  </a:lnTo>
                  <a:lnTo>
                    <a:pt x="1502461" y="206226"/>
                  </a:lnTo>
                  <a:lnTo>
                    <a:pt x="1524556" y="188755"/>
                  </a:lnTo>
                  <a:lnTo>
                    <a:pt x="1546651" y="171017"/>
                  </a:lnTo>
                  <a:lnTo>
                    <a:pt x="1568746" y="153017"/>
                  </a:lnTo>
                  <a:lnTo>
                    <a:pt x="1590841" y="134759"/>
                  </a:lnTo>
                  <a:lnTo>
                    <a:pt x="1612936" y="116246"/>
                  </a:lnTo>
                  <a:lnTo>
                    <a:pt x="1635031" y="97483"/>
                  </a:lnTo>
                  <a:lnTo>
                    <a:pt x="1657126" y="78472"/>
                  </a:lnTo>
                  <a:lnTo>
                    <a:pt x="1679221" y="59216"/>
                  </a:lnTo>
                  <a:lnTo>
                    <a:pt x="1701316" y="39717"/>
                  </a:lnTo>
                  <a:lnTo>
                    <a:pt x="1723411" y="19978"/>
                  </a:lnTo>
                  <a:lnTo>
                    <a:pt x="1745506" y="0"/>
                  </a:lnTo>
                  <a:lnTo>
                    <a:pt x="1745506" y="302589"/>
                  </a:lnTo>
                  <a:lnTo>
                    <a:pt x="1723411" y="309263"/>
                  </a:lnTo>
                  <a:lnTo>
                    <a:pt x="1701316" y="316032"/>
                  </a:lnTo>
                  <a:lnTo>
                    <a:pt x="1679221" y="322897"/>
                  </a:lnTo>
                  <a:lnTo>
                    <a:pt x="1657126" y="329861"/>
                  </a:lnTo>
                  <a:lnTo>
                    <a:pt x="1635031" y="336925"/>
                  </a:lnTo>
                  <a:lnTo>
                    <a:pt x="1612936" y="344093"/>
                  </a:lnTo>
                  <a:lnTo>
                    <a:pt x="1590841" y="351367"/>
                  </a:lnTo>
                  <a:lnTo>
                    <a:pt x="1568746" y="358751"/>
                  </a:lnTo>
                  <a:lnTo>
                    <a:pt x="1546651" y="366248"/>
                  </a:lnTo>
                  <a:lnTo>
                    <a:pt x="1524556" y="373863"/>
                  </a:lnTo>
                  <a:lnTo>
                    <a:pt x="1502461" y="381600"/>
                  </a:lnTo>
                  <a:lnTo>
                    <a:pt x="1480366" y="389465"/>
                  </a:lnTo>
                  <a:lnTo>
                    <a:pt x="1458270" y="397464"/>
                  </a:lnTo>
                  <a:lnTo>
                    <a:pt x="1436175" y="405602"/>
                  </a:lnTo>
                  <a:lnTo>
                    <a:pt x="1414080" y="413887"/>
                  </a:lnTo>
                  <a:lnTo>
                    <a:pt x="1391985" y="422327"/>
                  </a:lnTo>
                  <a:lnTo>
                    <a:pt x="1369890" y="430929"/>
                  </a:lnTo>
                  <a:lnTo>
                    <a:pt x="1347795" y="439702"/>
                  </a:lnTo>
                  <a:lnTo>
                    <a:pt x="1325700" y="448655"/>
                  </a:lnTo>
                  <a:lnTo>
                    <a:pt x="1303605" y="457795"/>
                  </a:lnTo>
                  <a:lnTo>
                    <a:pt x="1281510" y="467130"/>
                  </a:lnTo>
                  <a:lnTo>
                    <a:pt x="1259415" y="476665"/>
                  </a:lnTo>
                  <a:lnTo>
                    <a:pt x="1237320" y="486405"/>
                  </a:lnTo>
                  <a:lnTo>
                    <a:pt x="1215225" y="496351"/>
                  </a:lnTo>
                  <a:lnTo>
                    <a:pt x="1193130" y="506498"/>
                  </a:lnTo>
                  <a:lnTo>
                    <a:pt x="1171035" y="516841"/>
                  </a:lnTo>
                  <a:lnTo>
                    <a:pt x="1148940" y="527367"/>
                  </a:lnTo>
                  <a:lnTo>
                    <a:pt x="1126845" y="538061"/>
                  </a:lnTo>
                  <a:lnTo>
                    <a:pt x="1104750" y="548903"/>
                  </a:lnTo>
                  <a:lnTo>
                    <a:pt x="1082655" y="559869"/>
                  </a:lnTo>
                  <a:lnTo>
                    <a:pt x="1060560" y="570935"/>
                  </a:lnTo>
                  <a:lnTo>
                    <a:pt x="1038465" y="582074"/>
                  </a:lnTo>
                  <a:lnTo>
                    <a:pt x="1016370" y="593261"/>
                  </a:lnTo>
                  <a:lnTo>
                    <a:pt x="994275" y="604469"/>
                  </a:lnTo>
                  <a:lnTo>
                    <a:pt x="972180" y="615674"/>
                  </a:lnTo>
                  <a:lnTo>
                    <a:pt x="950085" y="626856"/>
                  </a:lnTo>
                  <a:lnTo>
                    <a:pt x="927990" y="637993"/>
                  </a:lnTo>
                  <a:lnTo>
                    <a:pt x="905895" y="649068"/>
                  </a:lnTo>
                  <a:lnTo>
                    <a:pt x="883800" y="660066"/>
                  </a:lnTo>
                  <a:lnTo>
                    <a:pt x="861705" y="670973"/>
                  </a:lnTo>
                  <a:lnTo>
                    <a:pt x="839610" y="681779"/>
                  </a:lnTo>
                  <a:lnTo>
                    <a:pt x="817515" y="692472"/>
                  </a:lnTo>
                  <a:lnTo>
                    <a:pt x="795420" y="703046"/>
                  </a:lnTo>
                  <a:lnTo>
                    <a:pt x="773325" y="713495"/>
                  </a:lnTo>
                  <a:lnTo>
                    <a:pt x="751230" y="723813"/>
                  </a:lnTo>
                  <a:lnTo>
                    <a:pt x="729135" y="733996"/>
                  </a:lnTo>
                  <a:lnTo>
                    <a:pt x="707040" y="744044"/>
                  </a:lnTo>
                  <a:lnTo>
                    <a:pt x="684945" y="753953"/>
                  </a:lnTo>
                  <a:lnTo>
                    <a:pt x="662850" y="763725"/>
                  </a:lnTo>
                  <a:lnTo>
                    <a:pt x="640755" y="773361"/>
                  </a:lnTo>
                  <a:lnTo>
                    <a:pt x="618660" y="782862"/>
                  </a:lnTo>
                  <a:lnTo>
                    <a:pt x="596565" y="792234"/>
                  </a:lnTo>
                  <a:lnTo>
                    <a:pt x="574470" y="801481"/>
                  </a:lnTo>
                  <a:lnTo>
                    <a:pt x="552375" y="810609"/>
                  </a:lnTo>
                  <a:lnTo>
                    <a:pt x="530280" y="819627"/>
                  </a:lnTo>
                  <a:lnTo>
                    <a:pt x="508185" y="828544"/>
                  </a:lnTo>
                  <a:lnTo>
                    <a:pt x="486090" y="837373"/>
                  </a:lnTo>
                  <a:lnTo>
                    <a:pt x="463995" y="846128"/>
                  </a:lnTo>
                  <a:lnTo>
                    <a:pt x="441900" y="854823"/>
                  </a:lnTo>
                  <a:lnTo>
                    <a:pt x="419805" y="863478"/>
                  </a:lnTo>
                  <a:lnTo>
                    <a:pt x="397710" y="872114"/>
                  </a:lnTo>
                  <a:lnTo>
                    <a:pt x="375615" y="880753"/>
                  </a:lnTo>
                  <a:lnTo>
                    <a:pt x="353520" y="889421"/>
                  </a:lnTo>
                  <a:lnTo>
                    <a:pt x="331425" y="898143"/>
                  </a:lnTo>
                  <a:lnTo>
                    <a:pt x="309330" y="906946"/>
                  </a:lnTo>
                  <a:lnTo>
                    <a:pt x="287235" y="915858"/>
                  </a:lnTo>
                  <a:lnTo>
                    <a:pt x="265140" y="924904"/>
                  </a:lnTo>
                  <a:lnTo>
                    <a:pt x="243045" y="934107"/>
                  </a:lnTo>
                  <a:lnTo>
                    <a:pt x="220950" y="943486"/>
                  </a:lnTo>
                  <a:lnTo>
                    <a:pt x="198855" y="953057"/>
                  </a:lnTo>
                  <a:lnTo>
                    <a:pt x="176760" y="962831"/>
                  </a:lnTo>
                  <a:lnTo>
                    <a:pt x="154665" y="972812"/>
                  </a:lnTo>
                  <a:lnTo>
                    <a:pt x="132570" y="983002"/>
                  </a:lnTo>
                  <a:lnTo>
                    <a:pt x="110475" y="993400"/>
                  </a:lnTo>
                  <a:lnTo>
                    <a:pt x="88380" y="1004001"/>
                  </a:lnTo>
                  <a:lnTo>
                    <a:pt x="66285" y="1014797"/>
                  </a:lnTo>
                  <a:lnTo>
                    <a:pt x="44190" y="1025781"/>
                  </a:lnTo>
                  <a:lnTo>
                    <a:pt x="22095" y="1036943"/>
                  </a:lnTo>
                  <a:lnTo>
                    <a:pt x="0" y="1048275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5499949" y="904921"/>
              <a:ext cx="1745506" cy="914889"/>
            </a:xfrm>
            <a:custGeom>
              <a:avLst/>
              <a:pathLst>
                <a:path w="1745506" h="914889">
                  <a:moveTo>
                    <a:pt x="0" y="914889"/>
                  </a:moveTo>
                  <a:lnTo>
                    <a:pt x="22095" y="910835"/>
                  </a:lnTo>
                  <a:lnTo>
                    <a:pt x="44190" y="906466"/>
                  </a:lnTo>
                  <a:lnTo>
                    <a:pt x="66285" y="901774"/>
                  </a:lnTo>
                  <a:lnTo>
                    <a:pt x="88380" y="896749"/>
                  </a:lnTo>
                  <a:lnTo>
                    <a:pt x="110475" y="891385"/>
                  </a:lnTo>
                  <a:lnTo>
                    <a:pt x="132570" y="885674"/>
                  </a:lnTo>
                  <a:lnTo>
                    <a:pt x="154665" y="879611"/>
                  </a:lnTo>
                  <a:lnTo>
                    <a:pt x="176760" y="873194"/>
                  </a:lnTo>
                  <a:lnTo>
                    <a:pt x="198855" y="866425"/>
                  </a:lnTo>
                  <a:lnTo>
                    <a:pt x="220950" y="859309"/>
                  </a:lnTo>
                  <a:lnTo>
                    <a:pt x="243045" y="851857"/>
                  </a:lnTo>
                  <a:lnTo>
                    <a:pt x="265140" y="844084"/>
                  </a:lnTo>
                  <a:lnTo>
                    <a:pt x="287235" y="836010"/>
                  </a:lnTo>
                  <a:lnTo>
                    <a:pt x="309330" y="827657"/>
                  </a:lnTo>
                  <a:lnTo>
                    <a:pt x="331425" y="819052"/>
                  </a:lnTo>
                  <a:lnTo>
                    <a:pt x="353520" y="810220"/>
                  </a:lnTo>
                  <a:lnTo>
                    <a:pt x="375615" y="801190"/>
                  </a:lnTo>
                  <a:lnTo>
                    <a:pt x="397710" y="791987"/>
                  </a:lnTo>
                  <a:lnTo>
                    <a:pt x="419805" y="782636"/>
                  </a:lnTo>
                  <a:lnTo>
                    <a:pt x="441900" y="773160"/>
                  </a:lnTo>
                  <a:lnTo>
                    <a:pt x="463995" y="763580"/>
                  </a:lnTo>
                  <a:lnTo>
                    <a:pt x="486090" y="753914"/>
                  </a:lnTo>
                  <a:lnTo>
                    <a:pt x="508185" y="744178"/>
                  </a:lnTo>
                  <a:lnTo>
                    <a:pt x="530280" y="734387"/>
                  </a:lnTo>
                  <a:lnTo>
                    <a:pt x="552375" y="724551"/>
                  </a:lnTo>
                  <a:lnTo>
                    <a:pt x="574470" y="714682"/>
                  </a:lnTo>
                  <a:lnTo>
                    <a:pt x="596565" y="704786"/>
                  </a:lnTo>
                  <a:lnTo>
                    <a:pt x="618660" y="694871"/>
                  </a:lnTo>
                  <a:lnTo>
                    <a:pt x="640755" y="684941"/>
                  </a:lnTo>
                  <a:lnTo>
                    <a:pt x="662850" y="675002"/>
                  </a:lnTo>
                  <a:lnTo>
                    <a:pt x="684945" y="665053"/>
                  </a:lnTo>
                  <a:lnTo>
                    <a:pt x="707040" y="655098"/>
                  </a:lnTo>
                  <a:lnTo>
                    <a:pt x="729135" y="645137"/>
                  </a:lnTo>
                  <a:lnTo>
                    <a:pt x="751230" y="635167"/>
                  </a:lnTo>
                  <a:lnTo>
                    <a:pt x="773325" y="625187"/>
                  </a:lnTo>
                  <a:lnTo>
                    <a:pt x="795420" y="615193"/>
                  </a:lnTo>
                  <a:lnTo>
                    <a:pt x="817515" y="605181"/>
                  </a:lnTo>
                  <a:lnTo>
                    <a:pt x="839610" y="595143"/>
                  </a:lnTo>
                  <a:lnTo>
                    <a:pt x="861705" y="585073"/>
                  </a:lnTo>
                  <a:lnTo>
                    <a:pt x="883800" y="574960"/>
                  </a:lnTo>
                  <a:lnTo>
                    <a:pt x="905895" y="564794"/>
                  </a:lnTo>
                  <a:lnTo>
                    <a:pt x="927990" y="554560"/>
                  </a:lnTo>
                  <a:lnTo>
                    <a:pt x="950085" y="544244"/>
                  </a:lnTo>
                  <a:lnTo>
                    <a:pt x="972180" y="533828"/>
                  </a:lnTo>
                  <a:lnTo>
                    <a:pt x="994275" y="523291"/>
                  </a:lnTo>
                  <a:lnTo>
                    <a:pt x="1016370" y="512613"/>
                  </a:lnTo>
                  <a:lnTo>
                    <a:pt x="1038465" y="501768"/>
                  </a:lnTo>
                  <a:lnTo>
                    <a:pt x="1060560" y="490732"/>
                  </a:lnTo>
                  <a:lnTo>
                    <a:pt x="1082655" y="479478"/>
                  </a:lnTo>
                  <a:lnTo>
                    <a:pt x="1104750" y="467980"/>
                  </a:lnTo>
                  <a:lnTo>
                    <a:pt x="1126845" y="456213"/>
                  </a:lnTo>
                  <a:lnTo>
                    <a:pt x="1148940" y="444154"/>
                  </a:lnTo>
                  <a:lnTo>
                    <a:pt x="1171035" y="431783"/>
                  </a:lnTo>
                  <a:lnTo>
                    <a:pt x="1193130" y="419083"/>
                  </a:lnTo>
                  <a:lnTo>
                    <a:pt x="1215225" y="406044"/>
                  </a:lnTo>
                  <a:lnTo>
                    <a:pt x="1237320" y="392658"/>
                  </a:lnTo>
                  <a:lnTo>
                    <a:pt x="1259415" y="378923"/>
                  </a:lnTo>
                  <a:lnTo>
                    <a:pt x="1281510" y="364839"/>
                  </a:lnTo>
                  <a:lnTo>
                    <a:pt x="1303605" y="350410"/>
                  </a:lnTo>
                  <a:lnTo>
                    <a:pt x="1325700" y="335641"/>
                  </a:lnTo>
                  <a:lnTo>
                    <a:pt x="1347795" y="320540"/>
                  </a:lnTo>
                  <a:lnTo>
                    <a:pt x="1369890" y="305116"/>
                  </a:lnTo>
                  <a:lnTo>
                    <a:pt x="1391985" y="289376"/>
                  </a:lnTo>
                  <a:lnTo>
                    <a:pt x="1414080" y="273330"/>
                  </a:lnTo>
                  <a:lnTo>
                    <a:pt x="1436175" y="256984"/>
                  </a:lnTo>
                  <a:lnTo>
                    <a:pt x="1458270" y="240347"/>
                  </a:lnTo>
                  <a:lnTo>
                    <a:pt x="1480366" y="223426"/>
                  </a:lnTo>
                  <a:lnTo>
                    <a:pt x="1502461" y="206226"/>
                  </a:lnTo>
                  <a:lnTo>
                    <a:pt x="1524556" y="188755"/>
                  </a:lnTo>
                  <a:lnTo>
                    <a:pt x="1546651" y="171017"/>
                  </a:lnTo>
                  <a:lnTo>
                    <a:pt x="1568746" y="153017"/>
                  </a:lnTo>
                  <a:lnTo>
                    <a:pt x="1590841" y="134759"/>
                  </a:lnTo>
                  <a:lnTo>
                    <a:pt x="1612936" y="116246"/>
                  </a:lnTo>
                  <a:lnTo>
                    <a:pt x="1635031" y="97483"/>
                  </a:lnTo>
                  <a:lnTo>
                    <a:pt x="1657126" y="78472"/>
                  </a:lnTo>
                  <a:lnTo>
                    <a:pt x="1679221" y="59216"/>
                  </a:lnTo>
                  <a:lnTo>
                    <a:pt x="1701316" y="39717"/>
                  </a:lnTo>
                  <a:lnTo>
                    <a:pt x="1723411" y="19978"/>
                  </a:lnTo>
                  <a:lnTo>
                    <a:pt x="174550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5499949" y="1207510"/>
              <a:ext cx="1745506" cy="745686"/>
            </a:xfrm>
            <a:custGeom>
              <a:avLst/>
              <a:pathLst>
                <a:path w="1745506" h="745686">
                  <a:moveTo>
                    <a:pt x="1745506" y="0"/>
                  </a:moveTo>
                  <a:lnTo>
                    <a:pt x="1723411" y="6674"/>
                  </a:lnTo>
                  <a:lnTo>
                    <a:pt x="1701316" y="13443"/>
                  </a:lnTo>
                  <a:lnTo>
                    <a:pt x="1679221" y="20308"/>
                  </a:lnTo>
                  <a:lnTo>
                    <a:pt x="1657126" y="27272"/>
                  </a:lnTo>
                  <a:lnTo>
                    <a:pt x="1635031" y="34336"/>
                  </a:lnTo>
                  <a:lnTo>
                    <a:pt x="1612936" y="41504"/>
                  </a:lnTo>
                  <a:lnTo>
                    <a:pt x="1590841" y="48778"/>
                  </a:lnTo>
                  <a:lnTo>
                    <a:pt x="1568746" y="56162"/>
                  </a:lnTo>
                  <a:lnTo>
                    <a:pt x="1546651" y="63659"/>
                  </a:lnTo>
                  <a:lnTo>
                    <a:pt x="1524556" y="71274"/>
                  </a:lnTo>
                  <a:lnTo>
                    <a:pt x="1502461" y="79011"/>
                  </a:lnTo>
                  <a:lnTo>
                    <a:pt x="1480366" y="86876"/>
                  </a:lnTo>
                  <a:lnTo>
                    <a:pt x="1458270" y="94874"/>
                  </a:lnTo>
                  <a:lnTo>
                    <a:pt x="1436175" y="103013"/>
                  </a:lnTo>
                  <a:lnTo>
                    <a:pt x="1414080" y="111298"/>
                  </a:lnTo>
                  <a:lnTo>
                    <a:pt x="1391985" y="119738"/>
                  </a:lnTo>
                  <a:lnTo>
                    <a:pt x="1369890" y="128340"/>
                  </a:lnTo>
                  <a:lnTo>
                    <a:pt x="1347795" y="137113"/>
                  </a:lnTo>
                  <a:lnTo>
                    <a:pt x="1325700" y="146066"/>
                  </a:lnTo>
                  <a:lnTo>
                    <a:pt x="1303605" y="155206"/>
                  </a:lnTo>
                  <a:lnTo>
                    <a:pt x="1281510" y="164541"/>
                  </a:lnTo>
                  <a:lnTo>
                    <a:pt x="1259415" y="174076"/>
                  </a:lnTo>
                  <a:lnTo>
                    <a:pt x="1237320" y="183816"/>
                  </a:lnTo>
                  <a:lnTo>
                    <a:pt x="1215225" y="193761"/>
                  </a:lnTo>
                  <a:lnTo>
                    <a:pt x="1193130" y="203909"/>
                  </a:lnTo>
                  <a:lnTo>
                    <a:pt x="1171035" y="214252"/>
                  </a:lnTo>
                  <a:lnTo>
                    <a:pt x="1148940" y="224778"/>
                  </a:lnTo>
                  <a:lnTo>
                    <a:pt x="1126845" y="235472"/>
                  </a:lnTo>
                  <a:lnTo>
                    <a:pt x="1104750" y="246314"/>
                  </a:lnTo>
                  <a:lnTo>
                    <a:pt x="1082655" y="257280"/>
                  </a:lnTo>
                  <a:lnTo>
                    <a:pt x="1060560" y="268346"/>
                  </a:lnTo>
                  <a:lnTo>
                    <a:pt x="1038465" y="279485"/>
                  </a:lnTo>
                  <a:lnTo>
                    <a:pt x="1016370" y="290672"/>
                  </a:lnTo>
                  <a:lnTo>
                    <a:pt x="994275" y="301880"/>
                  </a:lnTo>
                  <a:lnTo>
                    <a:pt x="972180" y="313085"/>
                  </a:lnTo>
                  <a:lnTo>
                    <a:pt x="950085" y="324267"/>
                  </a:lnTo>
                  <a:lnTo>
                    <a:pt x="927990" y="335404"/>
                  </a:lnTo>
                  <a:lnTo>
                    <a:pt x="905895" y="346479"/>
                  </a:lnTo>
                  <a:lnTo>
                    <a:pt x="883800" y="357477"/>
                  </a:lnTo>
                  <a:lnTo>
                    <a:pt x="861705" y="368384"/>
                  </a:lnTo>
                  <a:lnTo>
                    <a:pt x="839610" y="379189"/>
                  </a:lnTo>
                  <a:lnTo>
                    <a:pt x="817515" y="389883"/>
                  </a:lnTo>
                  <a:lnTo>
                    <a:pt x="795420" y="400457"/>
                  </a:lnTo>
                  <a:lnTo>
                    <a:pt x="773325" y="410906"/>
                  </a:lnTo>
                  <a:lnTo>
                    <a:pt x="751230" y="421224"/>
                  </a:lnTo>
                  <a:lnTo>
                    <a:pt x="729135" y="431407"/>
                  </a:lnTo>
                  <a:lnTo>
                    <a:pt x="707040" y="441454"/>
                  </a:lnTo>
                  <a:lnTo>
                    <a:pt x="684945" y="451364"/>
                  </a:lnTo>
                  <a:lnTo>
                    <a:pt x="662850" y="461136"/>
                  </a:lnTo>
                  <a:lnTo>
                    <a:pt x="640755" y="470771"/>
                  </a:lnTo>
                  <a:lnTo>
                    <a:pt x="618660" y="480273"/>
                  </a:lnTo>
                  <a:lnTo>
                    <a:pt x="596565" y="489645"/>
                  </a:lnTo>
                  <a:lnTo>
                    <a:pt x="574470" y="498891"/>
                  </a:lnTo>
                  <a:lnTo>
                    <a:pt x="552375" y="508020"/>
                  </a:lnTo>
                  <a:lnTo>
                    <a:pt x="530280" y="517038"/>
                  </a:lnTo>
                  <a:lnTo>
                    <a:pt x="508185" y="525955"/>
                  </a:lnTo>
                  <a:lnTo>
                    <a:pt x="486090" y="534784"/>
                  </a:lnTo>
                  <a:lnTo>
                    <a:pt x="463995" y="543538"/>
                  </a:lnTo>
                  <a:lnTo>
                    <a:pt x="441900" y="552234"/>
                  </a:lnTo>
                  <a:lnTo>
                    <a:pt x="419805" y="560889"/>
                  </a:lnTo>
                  <a:lnTo>
                    <a:pt x="397710" y="569525"/>
                  </a:lnTo>
                  <a:lnTo>
                    <a:pt x="375615" y="578164"/>
                  </a:lnTo>
                  <a:lnTo>
                    <a:pt x="353520" y="586832"/>
                  </a:lnTo>
                  <a:lnTo>
                    <a:pt x="331425" y="595554"/>
                  </a:lnTo>
                  <a:lnTo>
                    <a:pt x="309330" y="604357"/>
                  </a:lnTo>
                  <a:lnTo>
                    <a:pt x="287235" y="613269"/>
                  </a:lnTo>
                  <a:lnTo>
                    <a:pt x="265140" y="622315"/>
                  </a:lnTo>
                  <a:lnTo>
                    <a:pt x="243045" y="631518"/>
                  </a:lnTo>
                  <a:lnTo>
                    <a:pt x="220950" y="640897"/>
                  </a:lnTo>
                  <a:lnTo>
                    <a:pt x="198855" y="650468"/>
                  </a:lnTo>
                  <a:lnTo>
                    <a:pt x="176760" y="660241"/>
                  </a:lnTo>
                  <a:lnTo>
                    <a:pt x="154665" y="670222"/>
                  </a:lnTo>
                  <a:lnTo>
                    <a:pt x="132570" y="680413"/>
                  </a:lnTo>
                  <a:lnTo>
                    <a:pt x="110475" y="690811"/>
                  </a:lnTo>
                  <a:lnTo>
                    <a:pt x="88380" y="701412"/>
                  </a:lnTo>
                  <a:lnTo>
                    <a:pt x="66285" y="712208"/>
                  </a:lnTo>
                  <a:lnTo>
                    <a:pt x="44190" y="723192"/>
                  </a:lnTo>
                  <a:lnTo>
                    <a:pt x="22095" y="734354"/>
                  </a:lnTo>
                  <a:lnTo>
                    <a:pt x="0" y="7456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5499949" y="1056216"/>
              <a:ext cx="1745506" cy="830288"/>
            </a:xfrm>
            <a:custGeom>
              <a:avLst/>
              <a:pathLst>
                <a:path w="1745506" h="830288">
                  <a:moveTo>
                    <a:pt x="0" y="830288"/>
                  </a:moveTo>
                  <a:lnTo>
                    <a:pt x="22095" y="822594"/>
                  </a:lnTo>
                  <a:lnTo>
                    <a:pt x="44190" y="814829"/>
                  </a:lnTo>
                  <a:lnTo>
                    <a:pt x="66285" y="806991"/>
                  </a:lnTo>
                  <a:lnTo>
                    <a:pt x="88380" y="799081"/>
                  </a:lnTo>
                  <a:lnTo>
                    <a:pt x="110475" y="791098"/>
                  </a:lnTo>
                  <a:lnTo>
                    <a:pt x="132570" y="783044"/>
                  </a:lnTo>
                  <a:lnTo>
                    <a:pt x="154665" y="774917"/>
                  </a:lnTo>
                  <a:lnTo>
                    <a:pt x="176760" y="766718"/>
                  </a:lnTo>
                  <a:lnTo>
                    <a:pt x="198855" y="758447"/>
                  </a:lnTo>
                  <a:lnTo>
                    <a:pt x="220950" y="750103"/>
                  </a:lnTo>
                  <a:lnTo>
                    <a:pt x="243045" y="741688"/>
                  </a:lnTo>
                  <a:lnTo>
                    <a:pt x="265140" y="733200"/>
                  </a:lnTo>
                  <a:lnTo>
                    <a:pt x="287235" y="724640"/>
                  </a:lnTo>
                  <a:lnTo>
                    <a:pt x="309330" y="716007"/>
                  </a:lnTo>
                  <a:lnTo>
                    <a:pt x="331425" y="707303"/>
                  </a:lnTo>
                  <a:lnTo>
                    <a:pt x="353520" y="698526"/>
                  </a:lnTo>
                  <a:lnTo>
                    <a:pt x="375615" y="689677"/>
                  </a:lnTo>
                  <a:lnTo>
                    <a:pt x="397710" y="680756"/>
                  </a:lnTo>
                  <a:lnTo>
                    <a:pt x="419805" y="671762"/>
                  </a:lnTo>
                  <a:lnTo>
                    <a:pt x="441900" y="662697"/>
                  </a:lnTo>
                  <a:lnTo>
                    <a:pt x="463995" y="653559"/>
                  </a:lnTo>
                  <a:lnTo>
                    <a:pt x="486090" y="644349"/>
                  </a:lnTo>
                  <a:lnTo>
                    <a:pt x="508185" y="635067"/>
                  </a:lnTo>
                  <a:lnTo>
                    <a:pt x="530280" y="625712"/>
                  </a:lnTo>
                  <a:lnTo>
                    <a:pt x="552375" y="616285"/>
                  </a:lnTo>
                  <a:lnTo>
                    <a:pt x="574470" y="606787"/>
                  </a:lnTo>
                  <a:lnTo>
                    <a:pt x="596565" y="597215"/>
                  </a:lnTo>
                  <a:lnTo>
                    <a:pt x="618660" y="587572"/>
                  </a:lnTo>
                  <a:lnTo>
                    <a:pt x="640755" y="577856"/>
                  </a:lnTo>
                  <a:lnTo>
                    <a:pt x="662850" y="568069"/>
                  </a:lnTo>
                  <a:lnTo>
                    <a:pt x="684945" y="558209"/>
                  </a:lnTo>
                  <a:lnTo>
                    <a:pt x="707040" y="548276"/>
                  </a:lnTo>
                  <a:lnTo>
                    <a:pt x="729135" y="538272"/>
                  </a:lnTo>
                  <a:lnTo>
                    <a:pt x="751230" y="528195"/>
                  </a:lnTo>
                  <a:lnTo>
                    <a:pt x="773325" y="518046"/>
                  </a:lnTo>
                  <a:lnTo>
                    <a:pt x="795420" y="507825"/>
                  </a:lnTo>
                  <a:lnTo>
                    <a:pt x="817515" y="497532"/>
                  </a:lnTo>
                  <a:lnTo>
                    <a:pt x="839610" y="487166"/>
                  </a:lnTo>
                  <a:lnTo>
                    <a:pt x="861705" y="476729"/>
                  </a:lnTo>
                  <a:lnTo>
                    <a:pt x="883800" y="466219"/>
                  </a:lnTo>
                  <a:lnTo>
                    <a:pt x="905895" y="455636"/>
                  </a:lnTo>
                  <a:lnTo>
                    <a:pt x="927990" y="444982"/>
                  </a:lnTo>
                  <a:lnTo>
                    <a:pt x="950085" y="434255"/>
                  </a:lnTo>
                  <a:lnTo>
                    <a:pt x="972180" y="423457"/>
                  </a:lnTo>
                  <a:lnTo>
                    <a:pt x="994275" y="412585"/>
                  </a:lnTo>
                  <a:lnTo>
                    <a:pt x="1016370" y="401642"/>
                  </a:lnTo>
                  <a:lnTo>
                    <a:pt x="1038465" y="390627"/>
                  </a:lnTo>
                  <a:lnTo>
                    <a:pt x="1060560" y="379539"/>
                  </a:lnTo>
                  <a:lnTo>
                    <a:pt x="1082655" y="368379"/>
                  </a:lnTo>
                  <a:lnTo>
                    <a:pt x="1104750" y="357147"/>
                  </a:lnTo>
                  <a:lnTo>
                    <a:pt x="1126845" y="345843"/>
                  </a:lnTo>
                  <a:lnTo>
                    <a:pt x="1148940" y="334466"/>
                  </a:lnTo>
                  <a:lnTo>
                    <a:pt x="1171035" y="323017"/>
                  </a:lnTo>
                  <a:lnTo>
                    <a:pt x="1193130" y="311496"/>
                  </a:lnTo>
                  <a:lnTo>
                    <a:pt x="1215225" y="299903"/>
                  </a:lnTo>
                  <a:lnTo>
                    <a:pt x="1237320" y="288237"/>
                  </a:lnTo>
                  <a:lnTo>
                    <a:pt x="1259415" y="276500"/>
                  </a:lnTo>
                  <a:lnTo>
                    <a:pt x="1281510" y="264690"/>
                  </a:lnTo>
                  <a:lnTo>
                    <a:pt x="1303605" y="252808"/>
                  </a:lnTo>
                  <a:lnTo>
                    <a:pt x="1325700" y="240853"/>
                  </a:lnTo>
                  <a:lnTo>
                    <a:pt x="1347795" y="228827"/>
                  </a:lnTo>
                  <a:lnTo>
                    <a:pt x="1369890" y="216728"/>
                  </a:lnTo>
                  <a:lnTo>
                    <a:pt x="1391985" y="204557"/>
                  </a:lnTo>
                  <a:lnTo>
                    <a:pt x="1414080" y="192314"/>
                  </a:lnTo>
                  <a:lnTo>
                    <a:pt x="1436175" y="179998"/>
                  </a:lnTo>
                  <a:lnTo>
                    <a:pt x="1458270" y="167611"/>
                  </a:lnTo>
                  <a:lnTo>
                    <a:pt x="1480366" y="155151"/>
                  </a:lnTo>
                  <a:lnTo>
                    <a:pt x="1502461" y="142619"/>
                  </a:lnTo>
                  <a:lnTo>
                    <a:pt x="1524556" y="130014"/>
                  </a:lnTo>
                  <a:lnTo>
                    <a:pt x="1546651" y="117338"/>
                  </a:lnTo>
                  <a:lnTo>
                    <a:pt x="1568746" y="104589"/>
                  </a:lnTo>
                  <a:lnTo>
                    <a:pt x="1590841" y="91768"/>
                  </a:lnTo>
                  <a:lnTo>
                    <a:pt x="1612936" y="78875"/>
                  </a:lnTo>
                  <a:lnTo>
                    <a:pt x="1635031" y="65910"/>
                  </a:lnTo>
                  <a:lnTo>
                    <a:pt x="1657126" y="52872"/>
                  </a:lnTo>
                  <a:lnTo>
                    <a:pt x="1679221" y="39762"/>
                  </a:lnTo>
                  <a:lnTo>
                    <a:pt x="1701316" y="26580"/>
                  </a:lnTo>
                  <a:lnTo>
                    <a:pt x="1723411" y="13326"/>
                  </a:lnTo>
                  <a:lnTo>
                    <a:pt x="1745506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g972"/>
            <p:cNvSpPr/>
            <p:nvPr/>
          </p:nvSpPr>
          <p:spPr>
            <a:xfrm>
              <a:off x="5499949" y="944455"/>
              <a:ext cx="1745506" cy="762704"/>
            </a:xfrm>
            <a:custGeom>
              <a:avLst/>
              <a:pathLst>
                <a:path w="1745506" h="762704">
                  <a:moveTo>
                    <a:pt x="0" y="664780"/>
                  </a:moveTo>
                  <a:lnTo>
                    <a:pt x="22095" y="661129"/>
                  </a:lnTo>
                  <a:lnTo>
                    <a:pt x="44190" y="657320"/>
                  </a:lnTo>
                  <a:lnTo>
                    <a:pt x="66285" y="653353"/>
                  </a:lnTo>
                  <a:lnTo>
                    <a:pt x="88380" y="649225"/>
                  </a:lnTo>
                  <a:lnTo>
                    <a:pt x="110475" y="644934"/>
                  </a:lnTo>
                  <a:lnTo>
                    <a:pt x="132570" y="640477"/>
                  </a:lnTo>
                  <a:lnTo>
                    <a:pt x="154665" y="635852"/>
                  </a:lnTo>
                  <a:lnTo>
                    <a:pt x="176760" y="631057"/>
                  </a:lnTo>
                  <a:lnTo>
                    <a:pt x="198855" y="626090"/>
                  </a:lnTo>
                  <a:lnTo>
                    <a:pt x="220950" y="620949"/>
                  </a:lnTo>
                  <a:lnTo>
                    <a:pt x="243045" y="615632"/>
                  </a:lnTo>
                  <a:lnTo>
                    <a:pt x="265140" y="610139"/>
                  </a:lnTo>
                  <a:lnTo>
                    <a:pt x="287235" y="604470"/>
                  </a:lnTo>
                  <a:lnTo>
                    <a:pt x="309330" y="598625"/>
                  </a:lnTo>
                  <a:lnTo>
                    <a:pt x="331425" y="592608"/>
                  </a:lnTo>
                  <a:lnTo>
                    <a:pt x="353520" y="586421"/>
                  </a:lnTo>
                  <a:lnTo>
                    <a:pt x="375615" y="580069"/>
                  </a:lnTo>
                  <a:lnTo>
                    <a:pt x="397710" y="573558"/>
                  </a:lnTo>
                  <a:lnTo>
                    <a:pt x="419805" y="566895"/>
                  </a:lnTo>
                  <a:lnTo>
                    <a:pt x="441900" y="560088"/>
                  </a:lnTo>
                  <a:lnTo>
                    <a:pt x="463995" y="553146"/>
                  </a:lnTo>
                  <a:lnTo>
                    <a:pt x="486090" y="546078"/>
                  </a:lnTo>
                  <a:lnTo>
                    <a:pt x="508185" y="538895"/>
                  </a:lnTo>
                  <a:lnTo>
                    <a:pt x="530280" y="531605"/>
                  </a:lnTo>
                  <a:lnTo>
                    <a:pt x="552375" y="524218"/>
                  </a:lnTo>
                  <a:lnTo>
                    <a:pt x="574470" y="516744"/>
                  </a:lnTo>
                  <a:lnTo>
                    <a:pt x="596565" y="509190"/>
                  </a:lnTo>
                  <a:lnTo>
                    <a:pt x="618660" y="501565"/>
                  </a:lnTo>
                  <a:lnTo>
                    <a:pt x="640755" y="493876"/>
                  </a:lnTo>
                  <a:lnTo>
                    <a:pt x="662850" y="486128"/>
                  </a:lnTo>
                  <a:lnTo>
                    <a:pt x="684945" y="478329"/>
                  </a:lnTo>
                  <a:lnTo>
                    <a:pt x="707040" y="470482"/>
                  </a:lnTo>
                  <a:lnTo>
                    <a:pt x="729135" y="462592"/>
                  </a:lnTo>
                  <a:lnTo>
                    <a:pt x="751230" y="454663"/>
                  </a:lnTo>
                  <a:lnTo>
                    <a:pt x="773325" y="446698"/>
                  </a:lnTo>
                  <a:lnTo>
                    <a:pt x="795420" y="438698"/>
                  </a:lnTo>
                  <a:lnTo>
                    <a:pt x="817515" y="430667"/>
                  </a:lnTo>
                  <a:lnTo>
                    <a:pt x="839610" y="422604"/>
                  </a:lnTo>
                  <a:lnTo>
                    <a:pt x="861705" y="414511"/>
                  </a:lnTo>
                  <a:lnTo>
                    <a:pt x="883800" y="406388"/>
                  </a:lnTo>
                  <a:lnTo>
                    <a:pt x="905895" y="398234"/>
                  </a:lnTo>
                  <a:lnTo>
                    <a:pt x="927990" y="390048"/>
                  </a:lnTo>
                  <a:lnTo>
                    <a:pt x="950085" y="381828"/>
                  </a:lnTo>
                  <a:lnTo>
                    <a:pt x="972180" y="373570"/>
                  </a:lnTo>
                  <a:lnTo>
                    <a:pt x="994275" y="365272"/>
                  </a:lnTo>
                  <a:lnTo>
                    <a:pt x="1016370" y="356929"/>
                  </a:lnTo>
                  <a:lnTo>
                    <a:pt x="1038465" y="348534"/>
                  </a:lnTo>
                  <a:lnTo>
                    <a:pt x="1060560" y="340080"/>
                  </a:lnTo>
                  <a:lnTo>
                    <a:pt x="1082655" y="331559"/>
                  </a:lnTo>
                  <a:lnTo>
                    <a:pt x="1104750" y="322961"/>
                  </a:lnTo>
                  <a:lnTo>
                    <a:pt x="1126845" y="314273"/>
                  </a:lnTo>
                  <a:lnTo>
                    <a:pt x="1148940" y="305481"/>
                  </a:lnTo>
                  <a:lnTo>
                    <a:pt x="1171035" y="296571"/>
                  </a:lnTo>
                  <a:lnTo>
                    <a:pt x="1193130" y="287526"/>
                  </a:lnTo>
                  <a:lnTo>
                    <a:pt x="1215225" y="278328"/>
                  </a:lnTo>
                  <a:lnTo>
                    <a:pt x="1237320" y="268961"/>
                  </a:lnTo>
                  <a:lnTo>
                    <a:pt x="1259415" y="259409"/>
                  </a:lnTo>
                  <a:lnTo>
                    <a:pt x="1281510" y="249659"/>
                  </a:lnTo>
                  <a:lnTo>
                    <a:pt x="1303605" y="239700"/>
                  </a:lnTo>
                  <a:lnTo>
                    <a:pt x="1325700" y="229526"/>
                  </a:lnTo>
                  <a:lnTo>
                    <a:pt x="1347795" y="219134"/>
                  </a:lnTo>
                  <a:lnTo>
                    <a:pt x="1369890" y="208524"/>
                  </a:lnTo>
                  <a:lnTo>
                    <a:pt x="1391985" y="197700"/>
                  </a:lnTo>
                  <a:lnTo>
                    <a:pt x="1414080" y="186667"/>
                  </a:lnTo>
                  <a:lnTo>
                    <a:pt x="1436175" y="175432"/>
                  </a:lnTo>
                  <a:lnTo>
                    <a:pt x="1458270" y="164000"/>
                  </a:lnTo>
                  <a:lnTo>
                    <a:pt x="1480366" y="152379"/>
                  </a:lnTo>
                  <a:lnTo>
                    <a:pt x="1502461" y="140576"/>
                  </a:lnTo>
                  <a:lnTo>
                    <a:pt x="1524556" y="128596"/>
                  </a:lnTo>
                  <a:lnTo>
                    <a:pt x="1546651" y="116444"/>
                  </a:lnTo>
                  <a:lnTo>
                    <a:pt x="1568746" y="104127"/>
                  </a:lnTo>
                  <a:lnTo>
                    <a:pt x="1590841" y="91646"/>
                  </a:lnTo>
                  <a:lnTo>
                    <a:pt x="1612936" y="79008"/>
                  </a:lnTo>
                  <a:lnTo>
                    <a:pt x="1635031" y="66214"/>
                  </a:lnTo>
                  <a:lnTo>
                    <a:pt x="1657126" y="53267"/>
                  </a:lnTo>
                  <a:lnTo>
                    <a:pt x="1679221" y="40171"/>
                  </a:lnTo>
                  <a:lnTo>
                    <a:pt x="1701316" y="26926"/>
                  </a:lnTo>
                  <a:lnTo>
                    <a:pt x="1723411" y="13535"/>
                  </a:lnTo>
                  <a:lnTo>
                    <a:pt x="1745506" y="0"/>
                  </a:lnTo>
                  <a:lnTo>
                    <a:pt x="1745506" y="109457"/>
                  </a:lnTo>
                  <a:lnTo>
                    <a:pt x="1723411" y="117313"/>
                  </a:lnTo>
                  <a:lnTo>
                    <a:pt x="1701316" y="125193"/>
                  </a:lnTo>
                  <a:lnTo>
                    <a:pt x="1679221" y="133099"/>
                  </a:lnTo>
                  <a:lnTo>
                    <a:pt x="1657126" y="141032"/>
                  </a:lnTo>
                  <a:lnTo>
                    <a:pt x="1635031" y="148994"/>
                  </a:lnTo>
                  <a:lnTo>
                    <a:pt x="1612936" y="156988"/>
                  </a:lnTo>
                  <a:lnTo>
                    <a:pt x="1590841" y="165017"/>
                  </a:lnTo>
                  <a:lnTo>
                    <a:pt x="1568746" y="173084"/>
                  </a:lnTo>
                  <a:lnTo>
                    <a:pt x="1546651" y="181192"/>
                  </a:lnTo>
                  <a:lnTo>
                    <a:pt x="1524556" y="189346"/>
                  </a:lnTo>
                  <a:lnTo>
                    <a:pt x="1502461" y="197550"/>
                  </a:lnTo>
                  <a:lnTo>
                    <a:pt x="1480366" y="205811"/>
                  </a:lnTo>
                  <a:lnTo>
                    <a:pt x="1458270" y="214133"/>
                  </a:lnTo>
                  <a:lnTo>
                    <a:pt x="1436175" y="222524"/>
                  </a:lnTo>
                  <a:lnTo>
                    <a:pt x="1414080" y="230990"/>
                  </a:lnTo>
                  <a:lnTo>
                    <a:pt x="1391985" y="239538"/>
                  </a:lnTo>
                  <a:lnTo>
                    <a:pt x="1369890" y="248175"/>
                  </a:lnTo>
                  <a:lnTo>
                    <a:pt x="1347795" y="256905"/>
                  </a:lnTo>
                  <a:lnTo>
                    <a:pt x="1325700" y="265731"/>
                  </a:lnTo>
                  <a:lnTo>
                    <a:pt x="1303605" y="274655"/>
                  </a:lnTo>
                  <a:lnTo>
                    <a:pt x="1281510" y="283674"/>
                  </a:lnTo>
                  <a:lnTo>
                    <a:pt x="1259415" y="292780"/>
                  </a:lnTo>
                  <a:lnTo>
                    <a:pt x="1237320" y="301964"/>
                  </a:lnTo>
                  <a:lnTo>
                    <a:pt x="1215225" y="311213"/>
                  </a:lnTo>
                  <a:lnTo>
                    <a:pt x="1193130" y="320510"/>
                  </a:lnTo>
                  <a:lnTo>
                    <a:pt x="1171035" y="329838"/>
                  </a:lnTo>
                  <a:lnTo>
                    <a:pt x="1148940" y="339181"/>
                  </a:lnTo>
                  <a:lnTo>
                    <a:pt x="1126845" y="348522"/>
                  </a:lnTo>
                  <a:lnTo>
                    <a:pt x="1104750" y="357846"/>
                  </a:lnTo>
                  <a:lnTo>
                    <a:pt x="1082655" y="367139"/>
                  </a:lnTo>
                  <a:lnTo>
                    <a:pt x="1060560" y="376388"/>
                  </a:lnTo>
                  <a:lnTo>
                    <a:pt x="1038465" y="385584"/>
                  </a:lnTo>
                  <a:lnTo>
                    <a:pt x="1016370" y="394718"/>
                  </a:lnTo>
                  <a:lnTo>
                    <a:pt x="994275" y="403783"/>
                  </a:lnTo>
                  <a:lnTo>
                    <a:pt x="972180" y="412772"/>
                  </a:lnTo>
                  <a:lnTo>
                    <a:pt x="950085" y="421682"/>
                  </a:lnTo>
                  <a:lnTo>
                    <a:pt x="927990" y="430507"/>
                  </a:lnTo>
                  <a:lnTo>
                    <a:pt x="905895" y="439246"/>
                  </a:lnTo>
                  <a:lnTo>
                    <a:pt x="883800" y="447897"/>
                  </a:lnTo>
                  <a:lnTo>
                    <a:pt x="861705" y="456458"/>
                  </a:lnTo>
                  <a:lnTo>
                    <a:pt x="839610" y="464928"/>
                  </a:lnTo>
                  <a:lnTo>
                    <a:pt x="817515" y="473308"/>
                  </a:lnTo>
                  <a:lnTo>
                    <a:pt x="795420" y="481598"/>
                  </a:lnTo>
                  <a:lnTo>
                    <a:pt x="773325" y="489800"/>
                  </a:lnTo>
                  <a:lnTo>
                    <a:pt x="751230" y="497915"/>
                  </a:lnTo>
                  <a:lnTo>
                    <a:pt x="729135" y="505945"/>
                  </a:lnTo>
                  <a:lnTo>
                    <a:pt x="707040" y="513894"/>
                  </a:lnTo>
                  <a:lnTo>
                    <a:pt x="684945" y="521766"/>
                  </a:lnTo>
                  <a:lnTo>
                    <a:pt x="662850" y="529564"/>
                  </a:lnTo>
                  <a:lnTo>
                    <a:pt x="640755" y="537293"/>
                  </a:lnTo>
                  <a:lnTo>
                    <a:pt x="618660" y="544960"/>
                  </a:lnTo>
                  <a:lnTo>
                    <a:pt x="596565" y="552570"/>
                  </a:lnTo>
                  <a:lnTo>
                    <a:pt x="574470" y="560131"/>
                  </a:lnTo>
                  <a:lnTo>
                    <a:pt x="552375" y="567651"/>
                  </a:lnTo>
                  <a:lnTo>
                    <a:pt x="530280" y="575137"/>
                  </a:lnTo>
                  <a:lnTo>
                    <a:pt x="508185" y="582600"/>
                  </a:lnTo>
                  <a:lnTo>
                    <a:pt x="486090" y="590048"/>
                  </a:lnTo>
                  <a:lnTo>
                    <a:pt x="463995" y="597491"/>
                  </a:lnTo>
                  <a:lnTo>
                    <a:pt x="441900" y="604940"/>
                  </a:lnTo>
                  <a:lnTo>
                    <a:pt x="419805" y="612402"/>
                  </a:lnTo>
                  <a:lnTo>
                    <a:pt x="397710" y="619888"/>
                  </a:lnTo>
                  <a:lnTo>
                    <a:pt x="375615" y="627405"/>
                  </a:lnTo>
                  <a:lnTo>
                    <a:pt x="353520" y="634961"/>
                  </a:lnTo>
                  <a:lnTo>
                    <a:pt x="331425" y="642560"/>
                  </a:lnTo>
                  <a:lnTo>
                    <a:pt x="309330" y="650209"/>
                  </a:lnTo>
                  <a:lnTo>
                    <a:pt x="287235" y="657910"/>
                  </a:lnTo>
                  <a:lnTo>
                    <a:pt x="265140" y="665666"/>
                  </a:lnTo>
                  <a:lnTo>
                    <a:pt x="243045" y="673477"/>
                  </a:lnTo>
                  <a:lnTo>
                    <a:pt x="220950" y="681343"/>
                  </a:lnTo>
                  <a:lnTo>
                    <a:pt x="198855" y="689264"/>
                  </a:lnTo>
                  <a:lnTo>
                    <a:pt x="176760" y="697238"/>
                  </a:lnTo>
                  <a:lnTo>
                    <a:pt x="154665" y="705264"/>
                  </a:lnTo>
                  <a:lnTo>
                    <a:pt x="132570" y="713340"/>
                  </a:lnTo>
                  <a:lnTo>
                    <a:pt x="110475" y="721463"/>
                  </a:lnTo>
                  <a:lnTo>
                    <a:pt x="88380" y="729630"/>
                  </a:lnTo>
                  <a:lnTo>
                    <a:pt x="66285" y="737841"/>
                  </a:lnTo>
                  <a:lnTo>
                    <a:pt x="44190" y="746091"/>
                  </a:lnTo>
                  <a:lnTo>
                    <a:pt x="22095" y="754379"/>
                  </a:lnTo>
                  <a:lnTo>
                    <a:pt x="0" y="76270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5499949" y="944455"/>
              <a:ext cx="1745506" cy="664780"/>
            </a:xfrm>
            <a:custGeom>
              <a:avLst/>
              <a:pathLst>
                <a:path w="1745506" h="664780">
                  <a:moveTo>
                    <a:pt x="0" y="664780"/>
                  </a:moveTo>
                  <a:lnTo>
                    <a:pt x="22095" y="661129"/>
                  </a:lnTo>
                  <a:lnTo>
                    <a:pt x="44190" y="657320"/>
                  </a:lnTo>
                  <a:lnTo>
                    <a:pt x="66285" y="653353"/>
                  </a:lnTo>
                  <a:lnTo>
                    <a:pt x="88380" y="649225"/>
                  </a:lnTo>
                  <a:lnTo>
                    <a:pt x="110475" y="644934"/>
                  </a:lnTo>
                  <a:lnTo>
                    <a:pt x="132570" y="640477"/>
                  </a:lnTo>
                  <a:lnTo>
                    <a:pt x="154665" y="635852"/>
                  </a:lnTo>
                  <a:lnTo>
                    <a:pt x="176760" y="631057"/>
                  </a:lnTo>
                  <a:lnTo>
                    <a:pt x="198855" y="626090"/>
                  </a:lnTo>
                  <a:lnTo>
                    <a:pt x="220950" y="620949"/>
                  </a:lnTo>
                  <a:lnTo>
                    <a:pt x="243045" y="615632"/>
                  </a:lnTo>
                  <a:lnTo>
                    <a:pt x="265140" y="610139"/>
                  </a:lnTo>
                  <a:lnTo>
                    <a:pt x="287235" y="604470"/>
                  </a:lnTo>
                  <a:lnTo>
                    <a:pt x="309330" y="598625"/>
                  </a:lnTo>
                  <a:lnTo>
                    <a:pt x="331425" y="592608"/>
                  </a:lnTo>
                  <a:lnTo>
                    <a:pt x="353520" y="586421"/>
                  </a:lnTo>
                  <a:lnTo>
                    <a:pt x="375615" y="580069"/>
                  </a:lnTo>
                  <a:lnTo>
                    <a:pt x="397710" y="573558"/>
                  </a:lnTo>
                  <a:lnTo>
                    <a:pt x="419805" y="566895"/>
                  </a:lnTo>
                  <a:lnTo>
                    <a:pt x="441900" y="560088"/>
                  </a:lnTo>
                  <a:lnTo>
                    <a:pt x="463995" y="553146"/>
                  </a:lnTo>
                  <a:lnTo>
                    <a:pt x="486090" y="546078"/>
                  </a:lnTo>
                  <a:lnTo>
                    <a:pt x="508185" y="538895"/>
                  </a:lnTo>
                  <a:lnTo>
                    <a:pt x="530280" y="531605"/>
                  </a:lnTo>
                  <a:lnTo>
                    <a:pt x="552375" y="524218"/>
                  </a:lnTo>
                  <a:lnTo>
                    <a:pt x="574470" y="516744"/>
                  </a:lnTo>
                  <a:lnTo>
                    <a:pt x="596565" y="509190"/>
                  </a:lnTo>
                  <a:lnTo>
                    <a:pt x="618660" y="501565"/>
                  </a:lnTo>
                  <a:lnTo>
                    <a:pt x="640755" y="493876"/>
                  </a:lnTo>
                  <a:lnTo>
                    <a:pt x="662850" y="486128"/>
                  </a:lnTo>
                  <a:lnTo>
                    <a:pt x="684945" y="478329"/>
                  </a:lnTo>
                  <a:lnTo>
                    <a:pt x="707040" y="470482"/>
                  </a:lnTo>
                  <a:lnTo>
                    <a:pt x="729135" y="462592"/>
                  </a:lnTo>
                  <a:lnTo>
                    <a:pt x="751230" y="454663"/>
                  </a:lnTo>
                  <a:lnTo>
                    <a:pt x="773325" y="446698"/>
                  </a:lnTo>
                  <a:lnTo>
                    <a:pt x="795420" y="438698"/>
                  </a:lnTo>
                  <a:lnTo>
                    <a:pt x="817515" y="430667"/>
                  </a:lnTo>
                  <a:lnTo>
                    <a:pt x="839610" y="422604"/>
                  </a:lnTo>
                  <a:lnTo>
                    <a:pt x="861705" y="414511"/>
                  </a:lnTo>
                  <a:lnTo>
                    <a:pt x="883800" y="406388"/>
                  </a:lnTo>
                  <a:lnTo>
                    <a:pt x="905895" y="398234"/>
                  </a:lnTo>
                  <a:lnTo>
                    <a:pt x="927990" y="390048"/>
                  </a:lnTo>
                  <a:lnTo>
                    <a:pt x="950085" y="381828"/>
                  </a:lnTo>
                  <a:lnTo>
                    <a:pt x="972180" y="373570"/>
                  </a:lnTo>
                  <a:lnTo>
                    <a:pt x="994275" y="365272"/>
                  </a:lnTo>
                  <a:lnTo>
                    <a:pt x="1016370" y="356929"/>
                  </a:lnTo>
                  <a:lnTo>
                    <a:pt x="1038465" y="348534"/>
                  </a:lnTo>
                  <a:lnTo>
                    <a:pt x="1060560" y="340080"/>
                  </a:lnTo>
                  <a:lnTo>
                    <a:pt x="1082655" y="331559"/>
                  </a:lnTo>
                  <a:lnTo>
                    <a:pt x="1104750" y="322961"/>
                  </a:lnTo>
                  <a:lnTo>
                    <a:pt x="1126845" y="314273"/>
                  </a:lnTo>
                  <a:lnTo>
                    <a:pt x="1148940" y="305481"/>
                  </a:lnTo>
                  <a:lnTo>
                    <a:pt x="1171035" y="296571"/>
                  </a:lnTo>
                  <a:lnTo>
                    <a:pt x="1193130" y="287526"/>
                  </a:lnTo>
                  <a:lnTo>
                    <a:pt x="1215225" y="278328"/>
                  </a:lnTo>
                  <a:lnTo>
                    <a:pt x="1237320" y="268961"/>
                  </a:lnTo>
                  <a:lnTo>
                    <a:pt x="1259415" y="259409"/>
                  </a:lnTo>
                  <a:lnTo>
                    <a:pt x="1281510" y="249659"/>
                  </a:lnTo>
                  <a:lnTo>
                    <a:pt x="1303605" y="239700"/>
                  </a:lnTo>
                  <a:lnTo>
                    <a:pt x="1325700" y="229526"/>
                  </a:lnTo>
                  <a:lnTo>
                    <a:pt x="1347795" y="219134"/>
                  </a:lnTo>
                  <a:lnTo>
                    <a:pt x="1369890" y="208524"/>
                  </a:lnTo>
                  <a:lnTo>
                    <a:pt x="1391985" y="197700"/>
                  </a:lnTo>
                  <a:lnTo>
                    <a:pt x="1414080" y="186667"/>
                  </a:lnTo>
                  <a:lnTo>
                    <a:pt x="1436175" y="175432"/>
                  </a:lnTo>
                  <a:lnTo>
                    <a:pt x="1458270" y="164000"/>
                  </a:lnTo>
                  <a:lnTo>
                    <a:pt x="1480366" y="152379"/>
                  </a:lnTo>
                  <a:lnTo>
                    <a:pt x="1502461" y="140576"/>
                  </a:lnTo>
                  <a:lnTo>
                    <a:pt x="1524556" y="128596"/>
                  </a:lnTo>
                  <a:lnTo>
                    <a:pt x="1546651" y="116444"/>
                  </a:lnTo>
                  <a:lnTo>
                    <a:pt x="1568746" y="104127"/>
                  </a:lnTo>
                  <a:lnTo>
                    <a:pt x="1590841" y="91646"/>
                  </a:lnTo>
                  <a:lnTo>
                    <a:pt x="1612936" y="79008"/>
                  </a:lnTo>
                  <a:lnTo>
                    <a:pt x="1635031" y="66214"/>
                  </a:lnTo>
                  <a:lnTo>
                    <a:pt x="1657126" y="53267"/>
                  </a:lnTo>
                  <a:lnTo>
                    <a:pt x="1679221" y="40171"/>
                  </a:lnTo>
                  <a:lnTo>
                    <a:pt x="1701316" y="26926"/>
                  </a:lnTo>
                  <a:lnTo>
                    <a:pt x="1723411" y="13535"/>
                  </a:lnTo>
                  <a:lnTo>
                    <a:pt x="174550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5499949" y="1053912"/>
              <a:ext cx="1745506" cy="653246"/>
            </a:xfrm>
            <a:custGeom>
              <a:avLst/>
              <a:pathLst>
                <a:path w="1745506" h="653246">
                  <a:moveTo>
                    <a:pt x="1745506" y="0"/>
                  </a:moveTo>
                  <a:lnTo>
                    <a:pt x="1723411" y="7856"/>
                  </a:lnTo>
                  <a:lnTo>
                    <a:pt x="1701316" y="15736"/>
                  </a:lnTo>
                  <a:lnTo>
                    <a:pt x="1679221" y="23641"/>
                  </a:lnTo>
                  <a:lnTo>
                    <a:pt x="1657126" y="31574"/>
                  </a:lnTo>
                  <a:lnTo>
                    <a:pt x="1635031" y="39537"/>
                  </a:lnTo>
                  <a:lnTo>
                    <a:pt x="1612936" y="47531"/>
                  </a:lnTo>
                  <a:lnTo>
                    <a:pt x="1590841" y="55560"/>
                  </a:lnTo>
                  <a:lnTo>
                    <a:pt x="1568746" y="63626"/>
                  </a:lnTo>
                  <a:lnTo>
                    <a:pt x="1546651" y="71734"/>
                  </a:lnTo>
                  <a:lnTo>
                    <a:pt x="1524556" y="79888"/>
                  </a:lnTo>
                  <a:lnTo>
                    <a:pt x="1502461" y="88093"/>
                  </a:lnTo>
                  <a:lnTo>
                    <a:pt x="1480366" y="96353"/>
                  </a:lnTo>
                  <a:lnTo>
                    <a:pt x="1458270" y="104676"/>
                  </a:lnTo>
                  <a:lnTo>
                    <a:pt x="1436175" y="113067"/>
                  </a:lnTo>
                  <a:lnTo>
                    <a:pt x="1414080" y="121533"/>
                  </a:lnTo>
                  <a:lnTo>
                    <a:pt x="1391985" y="130081"/>
                  </a:lnTo>
                  <a:lnTo>
                    <a:pt x="1369890" y="138717"/>
                  </a:lnTo>
                  <a:lnTo>
                    <a:pt x="1347795" y="147447"/>
                  </a:lnTo>
                  <a:lnTo>
                    <a:pt x="1325700" y="156274"/>
                  </a:lnTo>
                  <a:lnTo>
                    <a:pt x="1303605" y="165198"/>
                  </a:lnTo>
                  <a:lnTo>
                    <a:pt x="1281510" y="174216"/>
                  </a:lnTo>
                  <a:lnTo>
                    <a:pt x="1259415" y="183323"/>
                  </a:lnTo>
                  <a:lnTo>
                    <a:pt x="1237320" y="192507"/>
                  </a:lnTo>
                  <a:lnTo>
                    <a:pt x="1215225" y="201755"/>
                  </a:lnTo>
                  <a:lnTo>
                    <a:pt x="1193130" y="211052"/>
                  </a:lnTo>
                  <a:lnTo>
                    <a:pt x="1171035" y="220381"/>
                  </a:lnTo>
                  <a:lnTo>
                    <a:pt x="1148940" y="229724"/>
                  </a:lnTo>
                  <a:lnTo>
                    <a:pt x="1126845" y="239065"/>
                  </a:lnTo>
                  <a:lnTo>
                    <a:pt x="1104750" y="248389"/>
                  </a:lnTo>
                  <a:lnTo>
                    <a:pt x="1082655" y="257681"/>
                  </a:lnTo>
                  <a:lnTo>
                    <a:pt x="1060560" y="266931"/>
                  </a:lnTo>
                  <a:lnTo>
                    <a:pt x="1038465" y="276127"/>
                  </a:lnTo>
                  <a:lnTo>
                    <a:pt x="1016370" y="285261"/>
                  </a:lnTo>
                  <a:lnTo>
                    <a:pt x="994275" y="294325"/>
                  </a:lnTo>
                  <a:lnTo>
                    <a:pt x="972180" y="303315"/>
                  </a:lnTo>
                  <a:lnTo>
                    <a:pt x="950085" y="312224"/>
                  </a:lnTo>
                  <a:lnTo>
                    <a:pt x="927990" y="321050"/>
                  </a:lnTo>
                  <a:lnTo>
                    <a:pt x="905895" y="329789"/>
                  </a:lnTo>
                  <a:lnTo>
                    <a:pt x="883800" y="338439"/>
                  </a:lnTo>
                  <a:lnTo>
                    <a:pt x="861705" y="347000"/>
                  </a:lnTo>
                  <a:lnTo>
                    <a:pt x="839610" y="355471"/>
                  </a:lnTo>
                  <a:lnTo>
                    <a:pt x="817515" y="363851"/>
                  </a:lnTo>
                  <a:lnTo>
                    <a:pt x="795420" y="372141"/>
                  </a:lnTo>
                  <a:lnTo>
                    <a:pt x="773325" y="380342"/>
                  </a:lnTo>
                  <a:lnTo>
                    <a:pt x="751230" y="388457"/>
                  </a:lnTo>
                  <a:lnTo>
                    <a:pt x="729135" y="396488"/>
                  </a:lnTo>
                  <a:lnTo>
                    <a:pt x="707040" y="404437"/>
                  </a:lnTo>
                  <a:lnTo>
                    <a:pt x="684945" y="412308"/>
                  </a:lnTo>
                  <a:lnTo>
                    <a:pt x="662850" y="420106"/>
                  </a:lnTo>
                  <a:lnTo>
                    <a:pt x="640755" y="427836"/>
                  </a:lnTo>
                  <a:lnTo>
                    <a:pt x="618660" y="435502"/>
                  </a:lnTo>
                  <a:lnTo>
                    <a:pt x="596565" y="443113"/>
                  </a:lnTo>
                  <a:lnTo>
                    <a:pt x="574470" y="450674"/>
                  </a:lnTo>
                  <a:lnTo>
                    <a:pt x="552375" y="458193"/>
                  </a:lnTo>
                  <a:lnTo>
                    <a:pt x="530280" y="465680"/>
                  </a:lnTo>
                  <a:lnTo>
                    <a:pt x="508185" y="473142"/>
                  </a:lnTo>
                  <a:lnTo>
                    <a:pt x="486090" y="480591"/>
                  </a:lnTo>
                  <a:lnTo>
                    <a:pt x="463995" y="488034"/>
                  </a:lnTo>
                  <a:lnTo>
                    <a:pt x="441900" y="495482"/>
                  </a:lnTo>
                  <a:lnTo>
                    <a:pt x="419805" y="502945"/>
                  </a:lnTo>
                  <a:lnTo>
                    <a:pt x="397710" y="510431"/>
                  </a:lnTo>
                  <a:lnTo>
                    <a:pt x="375615" y="517948"/>
                  </a:lnTo>
                  <a:lnTo>
                    <a:pt x="353520" y="525503"/>
                  </a:lnTo>
                  <a:lnTo>
                    <a:pt x="331425" y="533103"/>
                  </a:lnTo>
                  <a:lnTo>
                    <a:pt x="309330" y="540752"/>
                  </a:lnTo>
                  <a:lnTo>
                    <a:pt x="287235" y="548453"/>
                  </a:lnTo>
                  <a:lnTo>
                    <a:pt x="265140" y="556208"/>
                  </a:lnTo>
                  <a:lnTo>
                    <a:pt x="243045" y="564019"/>
                  </a:lnTo>
                  <a:lnTo>
                    <a:pt x="220950" y="571885"/>
                  </a:lnTo>
                  <a:lnTo>
                    <a:pt x="198855" y="579807"/>
                  </a:lnTo>
                  <a:lnTo>
                    <a:pt x="176760" y="587781"/>
                  </a:lnTo>
                  <a:lnTo>
                    <a:pt x="154665" y="595807"/>
                  </a:lnTo>
                  <a:lnTo>
                    <a:pt x="132570" y="603883"/>
                  </a:lnTo>
                  <a:lnTo>
                    <a:pt x="110475" y="612005"/>
                  </a:lnTo>
                  <a:lnTo>
                    <a:pt x="88380" y="620173"/>
                  </a:lnTo>
                  <a:lnTo>
                    <a:pt x="66285" y="628383"/>
                  </a:lnTo>
                  <a:lnTo>
                    <a:pt x="44190" y="636633"/>
                  </a:lnTo>
                  <a:lnTo>
                    <a:pt x="22095" y="644922"/>
                  </a:lnTo>
                  <a:lnTo>
                    <a:pt x="0" y="6532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5499949" y="999184"/>
              <a:ext cx="1745506" cy="659013"/>
            </a:xfrm>
            <a:custGeom>
              <a:avLst/>
              <a:pathLst>
                <a:path w="1745506" h="659013">
                  <a:moveTo>
                    <a:pt x="0" y="659013"/>
                  </a:moveTo>
                  <a:lnTo>
                    <a:pt x="22095" y="653025"/>
                  </a:lnTo>
                  <a:lnTo>
                    <a:pt x="44190" y="646977"/>
                  </a:lnTo>
                  <a:lnTo>
                    <a:pt x="66285" y="640868"/>
                  </a:lnTo>
                  <a:lnTo>
                    <a:pt x="88380" y="634699"/>
                  </a:lnTo>
                  <a:lnTo>
                    <a:pt x="110475" y="628470"/>
                  </a:lnTo>
                  <a:lnTo>
                    <a:pt x="132570" y="622180"/>
                  </a:lnTo>
                  <a:lnTo>
                    <a:pt x="154665" y="615830"/>
                  </a:lnTo>
                  <a:lnTo>
                    <a:pt x="176760" y="609419"/>
                  </a:lnTo>
                  <a:lnTo>
                    <a:pt x="198855" y="602948"/>
                  </a:lnTo>
                  <a:lnTo>
                    <a:pt x="220950" y="596417"/>
                  </a:lnTo>
                  <a:lnTo>
                    <a:pt x="243045" y="589825"/>
                  </a:lnTo>
                  <a:lnTo>
                    <a:pt x="265140" y="583173"/>
                  </a:lnTo>
                  <a:lnTo>
                    <a:pt x="287235" y="576461"/>
                  </a:lnTo>
                  <a:lnTo>
                    <a:pt x="309330" y="569689"/>
                  </a:lnTo>
                  <a:lnTo>
                    <a:pt x="331425" y="562855"/>
                  </a:lnTo>
                  <a:lnTo>
                    <a:pt x="353520" y="555962"/>
                  </a:lnTo>
                  <a:lnTo>
                    <a:pt x="375615" y="549008"/>
                  </a:lnTo>
                  <a:lnTo>
                    <a:pt x="397710" y="541994"/>
                  </a:lnTo>
                  <a:lnTo>
                    <a:pt x="419805" y="534920"/>
                  </a:lnTo>
                  <a:lnTo>
                    <a:pt x="441900" y="527785"/>
                  </a:lnTo>
                  <a:lnTo>
                    <a:pt x="463995" y="520590"/>
                  </a:lnTo>
                  <a:lnTo>
                    <a:pt x="486090" y="513334"/>
                  </a:lnTo>
                  <a:lnTo>
                    <a:pt x="508185" y="506018"/>
                  </a:lnTo>
                  <a:lnTo>
                    <a:pt x="530280" y="498642"/>
                  </a:lnTo>
                  <a:lnTo>
                    <a:pt x="552375" y="491206"/>
                  </a:lnTo>
                  <a:lnTo>
                    <a:pt x="574470" y="483709"/>
                  </a:lnTo>
                  <a:lnTo>
                    <a:pt x="596565" y="476151"/>
                  </a:lnTo>
                  <a:lnTo>
                    <a:pt x="618660" y="468534"/>
                  </a:lnTo>
                  <a:lnTo>
                    <a:pt x="640755" y="460856"/>
                  </a:lnTo>
                  <a:lnTo>
                    <a:pt x="662850" y="453117"/>
                  </a:lnTo>
                  <a:lnTo>
                    <a:pt x="684945" y="445319"/>
                  </a:lnTo>
                  <a:lnTo>
                    <a:pt x="707040" y="437459"/>
                  </a:lnTo>
                  <a:lnTo>
                    <a:pt x="729135" y="429540"/>
                  </a:lnTo>
                  <a:lnTo>
                    <a:pt x="751230" y="421560"/>
                  </a:lnTo>
                  <a:lnTo>
                    <a:pt x="773325" y="413520"/>
                  </a:lnTo>
                  <a:lnTo>
                    <a:pt x="795420" y="405419"/>
                  </a:lnTo>
                  <a:lnTo>
                    <a:pt x="817515" y="397259"/>
                  </a:lnTo>
                  <a:lnTo>
                    <a:pt x="839610" y="389037"/>
                  </a:lnTo>
                  <a:lnTo>
                    <a:pt x="861705" y="380756"/>
                  </a:lnTo>
                  <a:lnTo>
                    <a:pt x="883800" y="372414"/>
                  </a:lnTo>
                  <a:lnTo>
                    <a:pt x="905895" y="364012"/>
                  </a:lnTo>
                  <a:lnTo>
                    <a:pt x="927990" y="355549"/>
                  </a:lnTo>
                  <a:lnTo>
                    <a:pt x="950085" y="347026"/>
                  </a:lnTo>
                  <a:lnTo>
                    <a:pt x="972180" y="338442"/>
                  </a:lnTo>
                  <a:lnTo>
                    <a:pt x="994275" y="329799"/>
                  </a:lnTo>
                  <a:lnTo>
                    <a:pt x="1016370" y="321095"/>
                  </a:lnTo>
                  <a:lnTo>
                    <a:pt x="1038465" y="312330"/>
                  </a:lnTo>
                  <a:lnTo>
                    <a:pt x="1060560" y="303505"/>
                  </a:lnTo>
                  <a:lnTo>
                    <a:pt x="1082655" y="294620"/>
                  </a:lnTo>
                  <a:lnTo>
                    <a:pt x="1104750" y="285675"/>
                  </a:lnTo>
                  <a:lnTo>
                    <a:pt x="1126845" y="276669"/>
                  </a:lnTo>
                  <a:lnTo>
                    <a:pt x="1148940" y="267603"/>
                  </a:lnTo>
                  <a:lnTo>
                    <a:pt x="1171035" y="258476"/>
                  </a:lnTo>
                  <a:lnTo>
                    <a:pt x="1193130" y="249289"/>
                  </a:lnTo>
                  <a:lnTo>
                    <a:pt x="1215225" y="240042"/>
                  </a:lnTo>
                  <a:lnTo>
                    <a:pt x="1237320" y="230734"/>
                  </a:lnTo>
                  <a:lnTo>
                    <a:pt x="1259415" y="221366"/>
                  </a:lnTo>
                  <a:lnTo>
                    <a:pt x="1281510" y="211938"/>
                  </a:lnTo>
                  <a:lnTo>
                    <a:pt x="1303605" y="202449"/>
                  </a:lnTo>
                  <a:lnTo>
                    <a:pt x="1325700" y="192900"/>
                  </a:lnTo>
                  <a:lnTo>
                    <a:pt x="1347795" y="183290"/>
                  </a:lnTo>
                  <a:lnTo>
                    <a:pt x="1369890" y="173621"/>
                  </a:lnTo>
                  <a:lnTo>
                    <a:pt x="1391985" y="163891"/>
                  </a:lnTo>
                  <a:lnTo>
                    <a:pt x="1414080" y="154100"/>
                  </a:lnTo>
                  <a:lnTo>
                    <a:pt x="1436175" y="144249"/>
                  </a:lnTo>
                  <a:lnTo>
                    <a:pt x="1458270" y="134338"/>
                  </a:lnTo>
                  <a:lnTo>
                    <a:pt x="1480366" y="124366"/>
                  </a:lnTo>
                  <a:lnTo>
                    <a:pt x="1502461" y="114334"/>
                  </a:lnTo>
                  <a:lnTo>
                    <a:pt x="1524556" y="104242"/>
                  </a:lnTo>
                  <a:lnTo>
                    <a:pt x="1546651" y="94089"/>
                  </a:lnTo>
                  <a:lnTo>
                    <a:pt x="1568746" y="83876"/>
                  </a:lnTo>
                  <a:lnTo>
                    <a:pt x="1590841" y="73603"/>
                  </a:lnTo>
                  <a:lnTo>
                    <a:pt x="1612936" y="63269"/>
                  </a:lnTo>
                  <a:lnTo>
                    <a:pt x="1635031" y="52875"/>
                  </a:lnTo>
                  <a:lnTo>
                    <a:pt x="1657126" y="42421"/>
                  </a:lnTo>
                  <a:lnTo>
                    <a:pt x="1679221" y="31906"/>
                  </a:lnTo>
                  <a:lnTo>
                    <a:pt x="1701316" y="21331"/>
                  </a:lnTo>
                  <a:lnTo>
                    <a:pt x="1723411" y="10695"/>
                  </a:lnTo>
                  <a:lnTo>
                    <a:pt x="1745506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tx976"/>
            <p:cNvSpPr/>
            <p:nvPr/>
          </p:nvSpPr>
          <p:spPr>
            <a:xfrm>
              <a:off x="5508677" y="52715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5582423" y="50227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5617032" y="59079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5641384" y="56418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5693300" y="59079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5717652" y="52581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5508677" y="620148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5582423" y="59526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5617032" y="6837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5641384" y="65717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986" name="tx986"/>
            <p:cNvSpPr/>
            <p:nvPr/>
          </p:nvSpPr>
          <p:spPr>
            <a:xfrm>
              <a:off x="5693300" y="6837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5717652" y="618803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988" name="pl988"/>
            <p:cNvSpPr/>
            <p:nvPr/>
          </p:nvSpPr>
          <p:spPr>
            <a:xfrm>
              <a:off x="5412674" y="410731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5412674" y="374155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l990"/>
            <p:cNvSpPr/>
            <p:nvPr/>
          </p:nvSpPr>
          <p:spPr>
            <a:xfrm>
              <a:off x="5412674" y="337578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5412674" y="301002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5412674" y="264425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5742380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6227243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6712106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7196969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5412674" y="4290198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5412674" y="3924433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5412674" y="355866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5412674" y="3192904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5412674" y="282713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5499949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5984812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l1004"/>
            <p:cNvSpPr/>
            <p:nvPr/>
          </p:nvSpPr>
          <p:spPr>
            <a:xfrm>
              <a:off x="6469675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l1005"/>
            <p:cNvSpPr/>
            <p:nvPr/>
          </p:nvSpPr>
          <p:spPr>
            <a:xfrm>
              <a:off x="6954538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6160706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6451624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6160706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6354651" y="33455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6936487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645162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6257679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6160706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5966761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5869789" y="3638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6451624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6160706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6257679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635465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606373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6451624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6548597" y="3796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7130432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645162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6160706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645162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625767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5966761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6548597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6548597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5578871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635465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5772816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6354651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5869789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5675844" y="3930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5966761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5481898" y="4247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6160706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5675844" y="3674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6354651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645162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5481898" y="42233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6257679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5481898" y="41989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596676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625767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5675844" y="3955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5481898" y="3955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5966761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5966761" y="36625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5772816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6160706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7227405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6742542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7033459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5772816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645162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6645569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6257679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6936487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6936487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635465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635465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6160706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6160706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6742542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683951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6742542" y="31992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5772816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606373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654859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5578871" y="4186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6257679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693648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7227405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606373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6742542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5869789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6548597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606373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606373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625767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635465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625767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625767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6257679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6160706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606373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616070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616070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683951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596676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606373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616070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654859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6839514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7033459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596676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60637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606373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596676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6354651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6451624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586978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635465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6257679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596676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60637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60637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58697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635465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6839514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693648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567584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577281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577281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5966761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5869789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596676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6160706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6063734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606373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6257679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6742542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6063734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606373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635465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616070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6160706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616070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6160706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616070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616070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625767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635465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645162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6742542" y="31138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645162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6548597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60637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664556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6645569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58697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596676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596676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635465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635465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645162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635465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645162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645162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5772816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577281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5772816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5772816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5869789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5966761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596676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5772816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577281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577281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654859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6742542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6645569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654859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6645569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654859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6742542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5966761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5869789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5869789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577281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616070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6160706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606373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635465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7227405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635465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5869789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596676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577281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596676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596676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5966761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60637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606373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645162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6645569" y="3162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586978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6257679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5869789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577281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596676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606373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596676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6257679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654859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577281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5869789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5869789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606373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6257679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625767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5772816" y="3674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577281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5966761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635465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645162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6645569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6257679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5869789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6257679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5578871" y="41989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5772816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5966761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5869789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616070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6354651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6257679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6257679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5966761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5869789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596676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6257679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6257679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5578871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5675844" y="3906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5772816" y="3906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5772816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5578871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5869789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5869789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606373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606373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596676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6257679" y="3455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5869789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6354651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606373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5869789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58697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596676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5869789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586978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6160706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6451624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5772816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586978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5869789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596676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6160706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645162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577281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58697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635465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625767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577281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5966761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5772816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577281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616070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596676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645162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606373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616070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6354651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6354651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6354651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5675844" y="4089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5675844" y="40526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5772816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4"/>
            <p:cNvSpPr/>
            <p:nvPr/>
          </p:nvSpPr>
          <p:spPr>
            <a:xfrm>
              <a:off x="5675844" y="40526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5"/>
            <p:cNvSpPr/>
            <p:nvPr/>
          </p:nvSpPr>
          <p:spPr>
            <a:xfrm>
              <a:off x="5772816" y="41136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6"/>
            <p:cNvSpPr/>
            <p:nvPr/>
          </p:nvSpPr>
          <p:spPr>
            <a:xfrm>
              <a:off x="5966761" y="4016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6160706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6160706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645162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567584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6451624" y="31260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2"/>
            <p:cNvSpPr/>
            <p:nvPr/>
          </p:nvSpPr>
          <p:spPr>
            <a:xfrm>
              <a:off x="6645569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3"/>
            <p:cNvSpPr/>
            <p:nvPr/>
          </p:nvSpPr>
          <p:spPr>
            <a:xfrm>
              <a:off x="616070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4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5"/>
            <p:cNvSpPr/>
            <p:nvPr/>
          </p:nvSpPr>
          <p:spPr>
            <a:xfrm>
              <a:off x="5869789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6"/>
            <p:cNvSpPr/>
            <p:nvPr/>
          </p:nvSpPr>
          <p:spPr>
            <a:xfrm>
              <a:off x="5869789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7"/>
            <p:cNvSpPr/>
            <p:nvPr/>
          </p:nvSpPr>
          <p:spPr>
            <a:xfrm>
              <a:off x="606373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8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9"/>
            <p:cNvSpPr/>
            <p:nvPr/>
          </p:nvSpPr>
          <p:spPr>
            <a:xfrm>
              <a:off x="5578871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80"/>
            <p:cNvSpPr/>
            <p:nvPr/>
          </p:nvSpPr>
          <p:spPr>
            <a:xfrm>
              <a:off x="5772816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625767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2"/>
            <p:cNvSpPr/>
            <p:nvPr/>
          </p:nvSpPr>
          <p:spPr>
            <a:xfrm>
              <a:off x="6160706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3"/>
            <p:cNvSpPr/>
            <p:nvPr/>
          </p:nvSpPr>
          <p:spPr>
            <a:xfrm>
              <a:off x="606373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4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5"/>
            <p:cNvSpPr/>
            <p:nvPr/>
          </p:nvSpPr>
          <p:spPr>
            <a:xfrm>
              <a:off x="5772816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6"/>
            <p:cNvSpPr/>
            <p:nvPr/>
          </p:nvSpPr>
          <p:spPr>
            <a:xfrm>
              <a:off x="606373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7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8"/>
            <p:cNvSpPr/>
            <p:nvPr/>
          </p:nvSpPr>
          <p:spPr>
            <a:xfrm>
              <a:off x="577281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9"/>
            <p:cNvSpPr/>
            <p:nvPr/>
          </p:nvSpPr>
          <p:spPr>
            <a:xfrm>
              <a:off x="58697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90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1"/>
            <p:cNvSpPr/>
            <p:nvPr/>
          </p:nvSpPr>
          <p:spPr>
            <a:xfrm>
              <a:off x="60637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2"/>
            <p:cNvSpPr/>
            <p:nvPr/>
          </p:nvSpPr>
          <p:spPr>
            <a:xfrm>
              <a:off x="6257679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3"/>
            <p:cNvSpPr/>
            <p:nvPr/>
          </p:nvSpPr>
          <p:spPr>
            <a:xfrm>
              <a:off x="5675844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4"/>
            <p:cNvSpPr/>
            <p:nvPr/>
          </p:nvSpPr>
          <p:spPr>
            <a:xfrm>
              <a:off x="5772816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5869789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5869789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596676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616070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5578871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400"/>
            <p:cNvSpPr/>
            <p:nvPr/>
          </p:nvSpPr>
          <p:spPr>
            <a:xfrm>
              <a:off x="58697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1"/>
            <p:cNvSpPr/>
            <p:nvPr/>
          </p:nvSpPr>
          <p:spPr>
            <a:xfrm>
              <a:off x="5966761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2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3"/>
            <p:cNvSpPr/>
            <p:nvPr/>
          </p:nvSpPr>
          <p:spPr>
            <a:xfrm>
              <a:off x="586978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5869789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606373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6"/>
            <p:cNvSpPr/>
            <p:nvPr/>
          </p:nvSpPr>
          <p:spPr>
            <a:xfrm>
              <a:off x="616070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7"/>
            <p:cNvSpPr/>
            <p:nvPr/>
          </p:nvSpPr>
          <p:spPr>
            <a:xfrm>
              <a:off x="645162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8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577281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616070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596676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596676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645162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645162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6548597" y="3162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5772816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606373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5966761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6160706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60637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635465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6257679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6257679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6451624" y="31992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5869789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5869789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625767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645162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58697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596676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60637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6451624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5869789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60637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5869789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5869789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606373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5966761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606373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616070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577281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6063734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616070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616070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645162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606373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5966761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635465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5966761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6645569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5772816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616070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5869789" y="36625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5869789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5966761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6160706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635465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6063734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645162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645162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567584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606373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645162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635465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567584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58697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6160706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6257679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645162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6451624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5772816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5481898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606373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6257679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6645569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6742542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6257679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616070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5578871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586978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606373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5869789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596676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58697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6257679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5869789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5966761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5869789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6257679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6063734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645162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6451624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654859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5966761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5869789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567584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577281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5966761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6548597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7033459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6160706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60637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6354651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596676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616070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616070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6451624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6936487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6257679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6548597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6936487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6451624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645162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6742542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6257679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5772816" y="3784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5675844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5966761" y="3796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6354651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6451624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6548597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6548597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6645569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645162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596676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596676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5966761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606373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586978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5869789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6839514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6742542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5966761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635465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6063734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6257679" y="3455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6548597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625767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5966761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645162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606373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606373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5966761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5966761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5869789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596676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5966761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6354651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5966761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5966761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6160706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5869789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58697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6257679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567584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5675844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596676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6160706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5869789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616070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5869789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5772816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577281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5772816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5869789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606373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6645569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5578871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577281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5966761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596676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5869789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5869789" y="3638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58697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5772816" y="3735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5966761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6257679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5675844" y="41624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5675844" y="4089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606373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6645569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6063734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5966761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5869789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654859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606373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6160706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645162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5869789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6257679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6257679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577281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5869789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577281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5869789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5578871" y="40770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6257679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6645569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5772816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5869789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606373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6645569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6645569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606373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625767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6839514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6063734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5869789" y="3735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625767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5869789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6063734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5772816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5772816" y="38210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5772816" y="3857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6839514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5869789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5675844" y="40648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6451624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6451624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5772816" y="3747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616070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6257679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6451624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6645569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7227405" y="30285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6257679" y="3308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5966761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5675844" y="39917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5869789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6354651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5869789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6160706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6354651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5772816" y="3894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5772816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606373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6645569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5675844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5869789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6451624" y="31748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5481898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5772816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5772816" y="37722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5675844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567584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5772816" y="4162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5966761" y="366254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6354651" y="34186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6160706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6742542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5966761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5675844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5966761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6160706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596676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6548597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6257679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5869789" y="39673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6160706" y="3674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6160706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6063734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6160706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6063734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5772816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6548597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5869789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606373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5578871" y="41380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5772816" y="37113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5675844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5966761" y="3674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6160706" y="34918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5675844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6354651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5869789" y="39307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6063734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6160706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5966761" y="36381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5869789" y="3821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5869789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6063734" y="31992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6354651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5869789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5578871" y="38576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5772816" y="39673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5578871" y="42233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606373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5772816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6160706" y="3223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6063734" y="35528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6451624" y="31870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6063734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6354651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5481898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5966761" y="3601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6548597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5675844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5675844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5578871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6839514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6257679" y="3308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5772816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5578871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606373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6063734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6160706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5869789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6257679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6645569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6645569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5869789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6936487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6548597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7227405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5578871" y="40709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5966761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6257679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5675844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6160706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5966761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6354651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577281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5869789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6160706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5869789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5869789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5481898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6257679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6257679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6451624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6354651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5772816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5578871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6257679" y="32114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5966761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6257679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6063734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5481898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5675844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6257679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5675844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557887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606373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5675844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5966761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6063734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5869789" y="3808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6257679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5675844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5481898" y="41380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5481898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5772816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5481898" y="42233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5578871" y="41502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5772816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6160706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5578871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6257679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577281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5578871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5869789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5772816" y="3808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5869789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5869789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6160706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6063734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5481898" y="4186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5675844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6645569" y="32601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5578871" y="4016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5966761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6257679" y="3479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577281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6451624" y="32601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5675844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5578871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6063734" y="3821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5966761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596676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5966761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6742542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6548597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5966761" y="3565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6063734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5869789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6160706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6160706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5966761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596676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5772816" y="39795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6063734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6257679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6742542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577281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6354651" y="3565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5578871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5966761" y="3601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5966761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6839514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5966761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5675844" y="3918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6257679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5869789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6063734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567584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6354651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6257679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606373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5869789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606373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5869789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6257679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596676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6257679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5966761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6257679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596676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5869789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5869789" y="37478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5869789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5966761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577281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5772816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5481898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5869789" y="38576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6645569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6063734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5481898" y="4162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606373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6257679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5772816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5578871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5675844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5578871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5675844" y="4016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5869789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5772816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5578871" y="40770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6257679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7033459" y="30285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5578871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6257679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6160706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5869789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5869789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5578871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6160706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6354651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5675844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6063734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5869789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6451624" y="31992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6257679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5966761" y="3784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6839514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5772816" y="3881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577281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5675844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5675844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5675844" y="40770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5481898" y="42111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5481898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5869789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6063734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6160706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5675844" y="3881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5966761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6063734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5675844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5869789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5772816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5869789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5481898" y="4259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6742542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6645569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6548597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6354651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6354651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5481898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6063734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5966761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5869789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5869789" y="37722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5481898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5675844" y="3918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5481898" y="4174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5966761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5966761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5578871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5772816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g1951"/>
            <p:cNvSpPr/>
            <p:nvPr/>
          </p:nvSpPr>
          <p:spPr>
            <a:xfrm>
              <a:off x="5499949" y="2911071"/>
              <a:ext cx="1745506" cy="1366184"/>
            </a:xfrm>
            <a:custGeom>
              <a:avLst/>
              <a:pathLst>
                <a:path w="1745506" h="1366184">
                  <a:moveTo>
                    <a:pt x="0" y="1286452"/>
                  </a:moveTo>
                  <a:lnTo>
                    <a:pt x="22095" y="1261433"/>
                  </a:lnTo>
                  <a:lnTo>
                    <a:pt x="44190" y="1236600"/>
                  </a:lnTo>
                  <a:lnTo>
                    <a:pt x="66285" y="1211948"/>
                  </a:lnTo>
                  <a:lnTo>
                    <a:pt x="88380" y="1187474"/>
                  </a:lnTo>
                  <a:lnTo>
                    <a:pt x="110475" y="1163171"/>
                  </a:lnTo>
                  <a:lnTo>
                    <a:pt x="132570" y="1139032"/>
                  </a:lnTo>
                  <a:lnTo>
                    <a:pt x="154665" y="1115052"/>
                  </a:lnTo>
                  <a:lnTo>
                    <a:pt x="176760" y="1091225"/>
                  </a:lnTo>
                  <a:lnTo>
                    <a:pt x="198855" y="1067544"/>
                  </a:lnTo>
                  <a:lnTo>
                    <a:pt x="220950" y="1044005"/>
                  </a:lnTo>
                  <a:lnTo>
                    <a:pt x="243045" y="1020603"/>
                  </a:lnTo>
                  <a:lnTo>
                    <a:pt x="265140" y="997340"/>
                  </a:lnTo>
                  <a:lnTo>
                    <a:pt x="287235" y="974217"/>
                  </a:lnTo>
                  <a:lnTo>
                    <a:pt x="309330" y="951240"/>
                  </a:lnTo>
                  <a:lnTo>
                    <a:pt x="331425" y="928420"/>
                  </a:lnTo>
                  <a:lnTo>
                    <a:pt x="353520" y="905770"/>
                  </a:lnTo>
                  <a:lnTo>
                    <a:pt x="375615" y="883305"/>
                  </a:lnTo>
                  <a:lnTo>
                    <a:pt x="397710" y="861045"/>
                  </a:lnTo>
                  <a:lnTo>
                    <a:pt x="419805" y="839006"/>
                  </a:lnTo>
                  <a:lnTo>
                    <a:pt x="441900" y="817207"/>
                  </a:lnTo>
                  <a:lnTo>
                    <a:pt x="463995" y="795664"/>
                  </a:lnTo>
                  <a:lnTo>
                    <a:pt x="486090" y="774392"/>
                  </a:lnTo>
                  <a:lnTo>
                    <a:pt x="508185" y="753404"/>
                  </a:lnTo>
                  <a:lnTo>
                    <a:pt x="530280" y="732712"/>
                  </a:lnTo>
                  <a:lnTo>
                    <a:pt x="552375" y="712324"/>
                  </a:lnTo>
                  <a:lnTo>
                    <a:pt x="574470" y="692247"/>
                  </a:lnTo>
                  <a:lnTo>
                    <a:pt x="596565" y="672488"/>
                  </a:lnTo>
                  <a:lnTo>
                    <a:pt x="618660" y="653051"/>
                  </a:lnTo>
                  <a:lnTo>
                    <a:pt x="640755" y="633938"/>
                  </a:lnTo>
                  <a:lnTo>
                    <a:pt x="662850" y="615150"/>
                  </a:lnTo>
                  <a:lnTo>
                    <a:pt x="684945" y="596689"/>
                  </a:lnTo>
                  <a:lnTo>
                    <a:pt x="707040" y="578553"/>
                  </a:lnTo>
                  <a:lnTo>
                    <a:pt x="729135" y="560740"/>
                  </a:lnTo>
                  <a:lnTo>
                    <a:pt x="751230" y="543248"/>
                  </a:lnTo>
                  <a:lnTo>
                    <a:pt x="773325" y="526073"/>
                  </a:lnTo>
                  <a:lnTo>
                    <a:pt x="795420" y="509210"/>
                  </a:lnTo>
                  <a:lnTo>
                    <a:pt x="817515" y="492654"/>
                  </a:lnTo>
                  <a:lnTo>
                    <a:pt x="839610" y="476397"/>
                  </a:lnTo>
                  <a:lnTo>
                    <a:pt x="861705" y="460434"/>
                  </a:lnTo>
                  <a:lnTo>
                    <a:pt x="883800" y="444756"/>
                  </a:lnTo>
                  <a:lnTo>
                    <a:pt x="905895" y="429354"/>
                  </a:lnTo>
                  <a:lnTo>
                    <a:pt x="927990" y="414220"/>
                  </a:lnTo>
                  <a:lnTo>
                    <a:pt x="950085" y="399344"/>
                  </a:lnTo>
                  <a:lnTo>
                    <a:pt x="972180" y="384717"/>
                  </a:lnTo>
                  <a:lnTo>
                    <a:pt x="994275" y="370329"/>
                  </a:lnTo>
                  <a:lnTo>
                    <a:pt x="1016370" y="356172"/>
                  </a:lnTo>
                  <a:lnTo>
                    <a:pt x="1038465" y="342237"/>
                  </a:lnTo>
                  <a:lnTo>
                    <a:pt x="1060560" y="328516"/>
                  </a:lnTo>
                  <a:lnTo>
                    <a:pt x="1082655" y="315002"/>
                  </a:lnTo>
                  <a:lnTo>
                    <a:pt x="1104750" y="301690"/>
                  </a:lnTo>
                  <a:lnTo>
                    <a:pt x="1126845" y="288574"/>
                  </a:lnTo>
                  <a:lnTo>
                    <a:pt x="1148940" y="275652"/>
                  </a:lnTo>
                  <a:lnTo>
                    <a:pt x="1171035" y="262919"/>
                  </a:lnTo>
                  <a:lnTo>
                    <a:pt x="1193130" y="250375"/>
                  </a:lnTo>
                  <a:lnTo>
                    <a:pt x="1215225" y="238018"/>
                  </a:lnTo>
                  <a:lnTo>
                    <a:pt x="1237320" y="225847"/>
                  </a:lnTo>
                  <a:lnTo>
                    <a:pt x="1259415" y="213864"/>
                  </a:lnTo>
                  <a:lnTo>
                    <a:pt x="1281510" y="202068"/>
                  </a:lnTo>
                  <a:lnTo>
                    <a:pt x="1303605" y="190461"/>
                  </a:lnTo>
                  <a:lnTo>
                    <a:pt x="1325700" y="179044"/>
                  </a:lnTo>
                  <a:lnTo>
                    <a:pt x="1347795" y="167818"/>
                  </a:lnTo>
                  <a:lnTo>
                    <a:pt x="1369890" y="156785"/>
                  </a:lnTo>
                  <a:lnTo>
                    <a:pt x="1391985" y="145946"/>
                  </a:lnTo>
                  <a:lnTo>
                    <a:pt x="1414080" y="135303"/>
                  </a:lnTo>
                  <a:lnTo>
                    <a:pt x="1436175" y="124857"/>
                  </a:lnTo>
                  <a:lnTo>
                    <a:pt x="1458270" y="114610"/>
                  </a:lnTo>
                  <a:lnTo>
                    <a:pt x="1480366" y="104562"/>
                  </a:lnTo>
                  <a:lnTo>
                    <a:pt x="1502461" y="94717"/>
                  </a:lnTo>
                  <a:lnTo>
                    <a:pt x="1524556" y="85074"/>
                  </a:lnTo>
                  <a:lnTo>
                    <a:pt x="1546651" y="75634"/>
                  </a:lnTo>
                  <a:lnTo>
                    <a:pt x="1568746" y="66400"/>
                  </a:lnTo>
                  <a:lnTo>
                    <a:pt x="1590841" y="57371"/>
                  </a:lnTo>
                  <a:lnTo>
                    <a:pt x="1612936" y="48549"/>
                  </a:lnTo>
                  <a:lnTo>
                    <a:pt x="1635031" y="39934"/>
                  </a:lnTo>
                  <a:lnTo>
                    <a:pt x="1657126" y="31528"/>
                  </a:lnTo>
                  <a:lnTo>
                    <a:pt x="1679221" y="23330"/>
                  </a:lnTo>
                  <a:lnTo>
                    <a:pt x="1701316" y="15343"/>
                  </a:lnTo>
                  <a:lnTo>
                    <a:pt x="1723411" y="7566"/>
                  </a:lnTo>
                  <a:lnTo>
                    <a:pt x="1745506" y="0"/>
                  </a:lnTo>
                  <a:lnTo>
                    <a:pt x="1745506" y="218071"/>
                  </a:lnTo>
                  <a:lnTo>
                    <a:pt x="1723411" y="217193"/>
                  </a:lnTo>
                  <a:lnTo>
                    <a:pt x="1701316" y="216722"/>
                  </a:lnTo>
                  <a:lnTo>
                    <a:pt x="1679221" y="216660"/>
                  </a:lnTo>
                  <a:lnTo>
                    <a:pt x="1657126" y="217007"/>
                  </a:lnTo>
                  <a:lnTo>
                    <a:pt x="1635031" y="217763"/>
                  </a:lnTo>
                  <a:lnTo>
                    <a:pt x="1612936" y="218930"/>
                  </a:lnTo>
                  <a:lnTo>
                    <a:pt x="1590841" y="220508"/>
                  </a:lnTo>
                  <a:lnTo>
                    <a:pt x="1568746" y="222498"/>
                  </a:lnTo>
                  <a:lnTo>
                    <a:pt x="1546651" y="224901"/>
                  </a:lnTo>
                  <a:lnTo>
                    <a:pt x="1524556" y="227717"/>
                  </a:lnTo>
                  <a:lnTo>
                    <a:pt x="1502461" y="230949"/>
                  </a:lnTo>
                  <a:lnTo>
                    <a:pt x="1480366" y="234597"/>
                  </a:lnTo>
                  <a:lnTo>
                    <a:pt x="1458270" y="238662"/>
                  </a:lnTo>
                  <a:lnTo>
                    <a:pt x="1436175" y="243146"/>
                  </a:lnTo>
                  <a:lnTo>
                    <a:pt x="1414080" y="248050"/>
                  </a:lnTo>
                  <a:lnTo>
                    <a:pt x="1391985" y="253375"/>
                  </a:lnTo>
                  <a:lnTo>
                    <a:pt x="1369890" y="259124"/>
                  </a:lnTo>
                  <a:lnTo>
                    <a:pt x="1347795" y="265296"/>
                  </a:lnTo>
                  <a:lnTo>
                    <a:pt x="1325700" y="271895"/>
                  </a:lnTo>
                  <a:lnTo>
                    <a:pt x="1303605" y="278921"/>
                  </a:lnTo>
                  <a:lnTo>
                    <a:pt x="1281510" y="286376"/>
                  </a:lnTo>
                  <a:lnTo>
                    <a:pt x="1259415" y="294261"/>
                  </a:lnTo>
                  <a:lnTo>
                    <a:pt x="1237320" y="302577"/>
                  </a:lnTo>
                  <a:lnTo>
                    <a:pt x="1215225" y="311324"/>
                  </a:lnTo>
                  <a:lnTo>
                    <a:pt x="1193130" y="320504"/>
                  </a:lnTo>
                  <a:lnTo>
                    <a:pt x="1171035" y="330115"/>
                  </a:lnTo>
                  <a:lnTo>
                    <a:pt x="1148940" y="340156"/>
                  </a:lnTo>
                  <a:lnTo>
                    <a:pt x="1126845" y="350627"/>
                  </a:lnTo>
                  <a:lnTo>
                    <a:pt x="1104750" y="361523"/>
                  </a:lnTo>
                  <a:lnTo>
                    <a:pt x="1082655" y="372841"/>
                  </a:lnTo>
                  <a:lnTo>
                    <a:pt x="1060560" y="384576"/>
                  </a:lnTo>
                  <a:lnTo>
                    <a:pt x="1038465" y="396723"/>
                  </a:lnTo>
                  <a:lnTo>
                    <a:pt x="1016370" y="409274"/>
                  </a:lnTo>
                  <a:lnTo>
                    <a:pt x="994275" y="422222"/>
                  </a:lnTo>
                  <a:lnTo>
                    <a:pt x="972180" y="435558"/>
                  </a:lnTo>
                  <a:lnTo>
                    <a:pt x="950085" y="449273"/>
                  </a:lnTo>
                  <a:lnTo>
                    <a:pt x="927990" y="463358"/>
                  </a:lnTo>
                  <a:lnTo>
                    <a:pt x="905895" y="477804"/>
                  </a:lnTo>
                  <a:lnTo>
                    <a:pt x="883800" y="492601"/>
                  </a:lnTo>
                  <a:lnTo>
                    <a:pt x="861705" y="507740"/>
                  </a:lnTo>
                  <a:lnTo>
                    <a:pt x="839610" y="523213"/>
                  </a:lnTo>
                  <a:lnTo>
                    <a:pt x="817515" y="539011"/>
                  </a:lnTo>
                  <a:lnTo>
                    <a:pt x="795420" y="555128"/>
                  </a:lnTo>
                  <a:lnTo>
                    <a:pt x="773325" y="571557"/>
                  </a:lnTo>
                  <a:lnTo>
                    <a:pt x="751230" y="588293"/>
                  </a:lnTo>
                  <a:lnTo>
                    <a:pt x="729135" y="605330"/>
                  </a:lnTo>
                  <a:lnTo>
                    <a:pt x="707040" y="622666"/>
                  </a:lnTo>
                  <a:lnTo>
                    <a:pt x="684945" y="640296"/>
                  </a:lnTo>
                  <a:lnTo>
                    <a:pt x="662850" y="658221"/>
                  </a:lnTo>
                  <a:lnTo>
                    <a:pt x="640755" y="676438"/>
                  </a:lnTo>
                  <a:lnTo>
                    <a:pt x="618660" y="694947"/>
                  </a:lnTo>
                  <a:lnTo>
                    <a:pt x="596565" y="713752"/>
                  </a:lnTo>
                  <a:lnTo>
                    <a:pt x="574470" y="732853"/>
                  </a:lnTo>
                  <a:lnTo>
                    <a:pt x="552375" y="752256"/>
                  </a:lnTo>
                  <a:lnTo>
                    <a:pt x="530280" y="771966"/>
                  </a:lnTo>
                  <a:lnTo>
                    <a:pt x="508185" y="791990"/>
                  </a:lnTo>
                  <a:lnTo>
                    <a:pt x="486090" y="812337"/>
                  </a:lnTo>
                  <a:lnTo>
                    <a:pt x="463995" y="833019"/>
                  </a:lnTo>
                  <a:lnTo>
                    <a:pt x="441900" y="854049"/>
                  </a:lnTo>
                  <a:lnTo>
                    <a:pt x="419805" y="875441"/>
                  </a:lnTo>
                  <a:lnTo>
                    <a:pt x="397710" y="897212"/>
                  </a:lnTo>
                  <a:lnTo>
                    <a:pt x="375615" y="919380"/>
                  </a:lnTo>
                  <a:lnTo>
                    <a:pt x="353520" y="941964"/>
                  </a:lnTo>
                  <a:lnTo>
                    <a:pt x="331425" y="964980"/>
                  </a:lnTo>
                  <a:lnTo>
                    <a:pt x="309330" y="988444"/>
                  </a:lnTo>
                  <a:lnTo>
                    <a:pt x="287235" y="1012371"/>
                  </a:lnTo>
                  <a:lnTo>
                    <a:pt x="265140" y="1036770"/>
                  </a:lnTo>
                  <a:lnTo>
                    <a:pt x="243045" y="1061648"/>
                  </a:lnTo>
                  <a:lnTo>
                    <a:pt x="220950" y="1087006"/>
                  </a:lnTo>
                  <a:lnTo>
                    <a:pt x="198855" y="1112845"/>
                  </a:lnTo>
                  <a:lnTo>
                    <a:pt x="176760" y="1139161"/>
                  </a:lnTo>
                  <a:lnTo>
                    <a:pt x="154665" y="1165949"/>
                  </a:lnTo>
                  <a:lnTo>
                    <a:pt x="132570" y="1193204"/>
                  </a:lnTo>
                  <a:lnTo>
                    <a:pt x="110475" y="1220919"/>
                  </a:lnTo>
                  <a:lnTo>
                    <a:pt x="88380" y="1249087"/>
                  </a:lnTo>
                  <a:lnTo>
                    <a:pt x="66285" y="1277703"/>
                  </a:lnTo>
                  <a:lnTo>
                    <a:pt x="44190" y="1306761"/>
                  </a:lnTo>
                  <a:lnTo>
                    <a:pt x="22095" y="1336256"/>
                  </a:lnTo>
                  <a:lnTo>
                    <a:pt x="0" y="136618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52" name="pl1952"/>
            <p:cNvSpPr/>
            <p:nvPr/>
          </p:nvSpPr>
          <p:spPr>
            <a:xfrm>
              <a:off x="5499949" y="2911071"/>
              <a:ext cx="1745506" cy="1286452"/>
            </a:xfrm>
            <a:custGeom>
              <a:avLst/>
              <a:pathLst>
                <a:path w="1745506" h="1286452">
                  <a:moveTo>
                    <a:pt x="0" y="1286452"/>
                  </a:moveTo>
                  <a:lnTo>
                    <a:pt x="22095" y="1261433"/>
                  </a:lnTo>
                  <a:lnTo>
                    <a:pt x="44190" y="1236600"/>
                  </a:lnTo>
                  <a:lnTo>
                    <a:pt x="66285" y="1211948"/>
                  </a:lnTo>
                  <a:lnTo>
                    <a:pt x="88380" y="1187474"/>
                  </a:lnTo>
                  <a:lnTo>
                    <a:pt x="110475" y="1163171"/>
                  </a:lnTo>
                  <a:lnTo>
                    <a:pt x="132570" y="1139032"/>
                  </a:lnTo>
                  <a:lnTo>
                    <a:pt x="154665" y="1115052"/>
                  </a:lnTo>
                  <a:lnTo>
                    <a:pt x="176760" y="1091225"/>
                  </a:lnTo>
                  <a:lnTo>
                    <a:pt x="198855" y="1067544"/>
                  </a:lnTo>
                  <a:lnTo>
                    <a:pt x="220950" y="1044005"/>
                  </a:lnTo>
                  <a:lnTo>
                    <a:pt x="243045" y="1020603"/>
                  </a:lnTo>
                  <a:lnTo>
                    <a:pt x="265140" y="997340"/>
                  </a:lnTo>
                  <a:lnTo>
                    <a:pt x="287235" y="974217"/>
                  </a:lnTo>
                  <a:lnTo>
                    <a:pt x="309330" y="951240"/>
                  </a:lnTo>
                  <a:lnTo>
                    <a:pt x="331425" y="928420"/>
                  </a:lnTo>
                  <a:lnTo>
                    <a:pt x="353520" y="905770"/>
                  </a:lnTo>
                  <a:lnTo>
                    <a:pt x="375615" y="883305"/>
                  </a:lnTo>
                  <a:lnTo>
                    <a:pt x="397710" y="861045"/>
                  </a:lnTo>
                  <a:lnTo>
                    <a:pt x="419805" y="839006"/>
                  </a:lnTo>
                  <a:lnTo>
                    <a:pt x="441900" y="817207"/>
                  </a:lnTo>
                  <a:lnTo>
                    <a:pt x="463995" y="795664"/>
                  </a:lnTo>
                  <a:lnTo>
                    <a:pt x="486090" y="774392"/>
                  </a:lnTo>
                  <a:lnTo>
                    <a:pt x="508185" y="753404"/>
                  </a:lnTo>
                  <a:lnTo>
                    <a:pt x="530280" y="732712"/>
                  </a:lnTo>
                  <a:lnTo>
                    <a:pt x="552375" y="712324"/>
                  </a:lnTo>
                  <a:lnTo>
                    <a:pt x="574470" y="692247"/>
                  </a:lnTo>
                  <a:lnTo>
                    <a:pt x="596565" y="672488"/>
                  </a:lnTo>
                  <a:lnTo>
                    <a:pt x="618660" y="653051"/>
                  </a:lnTo>
                  <a:lnTo>
                    <a:pt x="640755" y="633938"/>
                  </a:lnTo>
                  <a:lnTo>
                    <a:pt x="662850" y="615150"/>
                  </a:lnTo>
                  <a:lnTo>
                    <a:pt x="684945" y="596689"/>
                  </a:lnTo>
                  <a:lnTo>
                    <a:pt x="707040" y="578553"/>
                  </a:lnTo>
                  <a:lnTo>
                    <a:pt x="729135" y="560740"/>
                  </a:lnTo>
                  <a:lnTo>
                    <a:pt x="751230" y="543248"/>
                  </a:lnTo>
                  <a:lnTo>
                    <a:pt x="773325" y="526073"/>
                  </a:lnTo>
                  <a:lnTo>
                    <a:pt x="795420" y="509210"/>
                  </a:lnTo>
                  <a:lnTo>
                    <a:pt x="817515" y="492654"/>
                  </a:lnTo>
                  <a:lnTo>
                    <a:pt x="839610" y="476397"/>
                  </a:lnTo>
                  <a:lnTo>
                    <a:pt x="861705" y="460434"/>
                  </a:lnTo>
                  <a:lnTo>
                    <a:pt x="883800" y="444756"/>
                  </a:lnTo>
                  <a:lnTo>
                    <a:pt x="905895" y="429354"/>
                  </a:lnTo>
                  <a:lnTo>
                    <a:pt x="927990" y="414220"/>
                  </a:lnTo>
                  <a:lnTo>
                    <a:pt x="950085" y="399344"/>
                  </a:lnTo>
                  <a:lnTo>
                    <a:pt x="972180" y="384717"/>
                  </a:lnTo>
                  <a:lnTo>
                    <a:pt x="994275" y="370329"/>
                  </a:lnTo>
                  <a:lnTo>
                    <a:pt x="1016370" y="356172"/>
                  </a:lnTo>
                  <a:lnTo>
                    <a:pt x="1038465" y="342237"/>
                  </a:lnTo>
                  <a:lnTo>
                    <a:pt x="1060560" y="328516"/>
                  </a:lnTo>
                  <a:lnTo>
                    <a:pt x="1082655" y="315002"/>
                  </a:lnTo>
                  <a:lnTo>
                    <a:pt x="1104750" y="301690"/>
                  </a:lnTo>
                  <a:lnTo>
                    <a:pt x="1126845" y="288574"/>
                  </a:lnTo>
                  <a:lnTo>
                    <a:pt x="1148940" y="275652"/>
                  </a:lnTo>
                  <a:lnTo>
                    <a:pt x="1171035" y="262919"/>
                  </a:lnTo>
                  <a:lnTo>
                    <a:pt x="1193130" y="250375"/>
                  </a:lnTo>
                  <a:lnTo>
                    <a:pt x="1215225" y="238018"/>
                  </a:lnTo>
                  <a:lnTo>
                    <a:pt x="1237320" y="225847"/>
                  </a:lnTo>
                  <a:lnTo>
                    <a:pt x="1259415" y="213864"/>
                  </a:lnTo>
                  <a:lnTo>
                    <a:pt x="1281510" y="202068"/>
                  </a:lnTo>
                  <a:lnTo>
                    <a:pt x="1303605" y="190461"/>
                  </a:lnTo>
                  <a:lnTo>
                    <a:pt x="1325700" y="179044"/>
                  </a:lnTo>
                  <a:lnTo>
                    <a:pt x="1347795" y="167818"/>
                  </a:lnTo>
                  <a:lnTo>
                    <a:pt x="1369890" y="156785"/>
                  </a:lnTo>
                  <a:lnTo>
                    <a:pt x="1391985" y="145946"/>
                  </a:lnTo>
                  <a:lnTo>
                    <a:pt x="1414080" y="135303"/>
                  </a:lnTo>
                  <a:lnTo>
                    <a:pt x="1436175" y="124857"/>
                  </a:lnTo>
                  <a:lnTo>
                    <a:pt x="1458270" y="114610"/>
                  </a:lnTo>
                  <a:lnTo>
                    <a:pt x="1480366" y="104562"/>
                  </a:lnTo>
                  <a:lnTo>
                    <a:pt x="1502461" y="94717"/>
                  </a:lnTo>
                  <a:lnTo>
                    <a:pt x="1524556" y="85074"/>
                  </a:lnTo>
                  <a:lnTo>
                    <a:pt x="1546651" y="75634"/>
                  </a:lnTo>
                  <a:lnTo>
                    <a:pt x="1568746" y="66400"/>
                  </a:lnTo>
                  <a:lnTo>
                    <a:pt x="1590841" y="57371"/>
                  </a:lnTo>
                  <a:lnTo>
                    <a:pt x="1612936" y="48549"/>
                  </a:lnTo>
                  <a:lnTo>
                    <a:pt x="1635031" y="39934"/>
                  </a:lnTo>
                  <a:lnTo>
                    <a:pt x="1657126" y="31528"/>
                  </a:lnTo>
                  <a:lnTo>
                    <a:pt x="1679221" y="23330"/>
                  </a:lnTo>
                  <a:lnTo>
                    <a:pt x="1701316" y="15343"/>
                  </a:lnTo>
                  <a:lnTo>
                    <a:pt x="1723411" y="7566"/>
                  </a:lnTo>
                  <a:lnTo>
                    <a:pt x="174550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53" name="pl1953"/>
            <p:cNvSpPr/>
            <p:nvPr/>
          </p:nvSpPr>
          <p:spPr>
            <a:xfrm>
              <a:off x="5499949" y="3127731"/>
              <a:ext cx="1745506" cy="1149523"/>
            </a:xfrm>
            <a:custGeom>
              <a:avLst/>
              <a:pathLst>
                <a:path w="1745506" h="1149523">
                  <a:moveTo>
                    <a:pt x="1745506" y="1411"/>
                  </a:moveTo>
                  <a:lnTo>
                    <a:pt x="1723411" y="532"/>
                  </a:lnTo>
                  <a:lnTo>
                    <a:pt x="1701316" y="62"/>
                  </a:lnTo>
                  <a:lnTo>
                    <a:pt x="1679221" y="0"/>
                  </a:lnTo>
                  <a:lnTo>
                    <a:pt x="1657126" y="346"/>
                  </a:lnTo>
                  <a:lnTo>
                    <a:pt x="1635031" y="1103"/>
                  </a:lnTo>
                  <a:lnTo>
                    <a:pt x="1612936" y="2270"/>
                  </a:lnTo>
                  <a:lnTo>
                    <a:pt x="1590841" y="3848"/>
                  </a:lnTo>
                  <a:lnTo>
                    <a:pt x="1568746" y="5837"/>
                  </a:lnTo>
                  <a:lnTo>
                    <a:pt x="1546651" y="8240"/>
                  </a:lnTo>
                  <a:lnTo>
                    <a:pt x="1524556" y="11057"/>
                  </a:lnTo>
                  <a:lnTo>
                    <a:pt x="1502461" y="14289"/>
                  </a:lnTo>
                  <a:lnTo>
                    <a:pt x="1480366" y="17937"/>
                  </a:lnTo>
                  <a:lnTo>
                    <a:pt x="1458270" y="22002"/>
                  </a:lnTo>
                  <a:lnTo>
                    <a:pt x="1436175" y="26486"/>
                  </a:lnTo>
                  <a:lnTo>
                    <a:pt x="1414080" y="31390"/>
                  </a:lnTo>
                  <a:lnTo>
                    <a:pt x="1391985" y="36715"/>
                  </a:lnTo>
                  <a:lnTo>
                    <a:pt x="1369890" y="42463"/>
                  </a:lnTo>
                  <a:lnTo>
                    <a:pt x="1347795" y="48636"/>
                  </a:lnTo>
                  <a:lnTo>
                    <a:pt x="1325700" y="55235"/>
                  </a:lnTo>
                  <a:lnTo>
                    <a:pt x="1303605" y="62261"/>
                  </a:lnTo>
                  <a:lnTo>
                    <a:pt x="1281510" y="69715"/>
                  </a:lnTo>
                  <a:lnTo>
                    <a:pt x="1259415" y="77600"/>
                  </a:lnTo>
                  <a:lnTo>
                    <a:pt x="1237320" y="85916"/>
                  </a:lnTo>
                  <a:lnTo>
                    <a:pt x="1215225" y="94664"/>
                  </a:lnTo>
                  <a:lnTo>
                    <a:pt x="1193130" y="103844"/>
                  </a:lnTo>
                  <a:lnTo>
                    <a:pt x="1171035" y="113455"/>
                  </a:lnTo>
                  <a:lnTo>
                    <a:pt x="1148940" y="123496"/>
                  </a:lnTo>
                  <a:lnTo>
                    <a:pt x="1126845" y="133966"/>
                  </a:lnTo>
                  <a:lnTo>
                    <a:pt x="1104750" y="144862"/>
                  </a:lnTo>
                  <a:lnTo>
                    <a:pt x="1082655" y="156181"/>
                  </a:lnTo>
                  <a:lnTo>
                    <a:pt x="1060560" y="167916"/>
                  </a:lnTo>
                  <a:lnTo>
                    <a:pt x="1038465" y="180063"/>
                  </a:lnTo>
                  <a:lnTo>
                    <a:pt x="1016370" y="192614"/>
                  </a:lnTo>
                  <a:lnTo>
                    <a:pt x="994275" y="205562"/>
                  </a:lnTo>
                  <a:lnTo>
                    <a:pt x="972180" y="218898"/>
                  </a:lnTo>
                  <a:lnTo>
                    <a:pt x="950085" y="232613"/>
                  </a:lnTo>
                  <a:lnTo>
                    <a:pt x="927990" y="246698"/>
                  </a:lnTo>
                  <a:lnTo>
                    <a:pt x="905895" y="261144"/>
                  </a:lnTo>
                  <a:lnTo>
                    <a:pt x="883800" y="275941"/>
                  </a:lnTo>
                  <a:lnTo>
                    <a:pt x="861705" y="291080"/>
                  </a:lnTo>
                  <a:lnTo>
                    <a:pt x="839610" y="306552"/>
                  </a:lnTo>
                  <a:lnTo>
                    <a:pt x="817515" y="322351"/>
                  </a:lnTo>
                  <a:lnTo>
                    <a:pt x="795420" y="338468"/>
                  </a:lnTo>
                  <a:lnTo>
                    <a:pt x="773325" y="354897"/>
                  </a:lnTo>
                  <a:lnTo>
                    <a:pt x="751230" y="371632"/>
                  </a:lnTo>
                  <a:lnTo>
                    <a:pt x="729135" y="388670"/>
                  </a:lnTo>
                  <a:lnTo>
                    <a:pt x="707040" y="406005"/>
                  </a:lnTo>
                  <a:lnTo>
                    <a:pt x="684945" y="423636"/>
                  </a:lnTo>
                  <a:lnTo>
                    <a:pt x="662850" y="441560"/>
                  </a:lnTo>
                  <a:lnTo>
                    <a:pt x="640755" y="459777"/>
                  </a:lnTo>
                  <a:lnTo>
                    <a:pt x="618660" y="478287"/>
                  </a:lnTo>
                  <a:lnTo>
                    <a:pt x="596565" y="497091"/>
                  </a:lnTo>
                  <a:lnTo>
                    <a:pt x="574470" y="516193"/>
                  </a:lnTo>
                  <a:lnTo>
                    <a:pt x="552375" y="535596"/>
                  </a:lnTo>
                  <a:lnTo>
                    <a:pt x="530280" y="555305"/>
                  </a:lnTo>
                  <a:lnTo>
                    <a:pt x="508185" y="575329"/>
                  </a:lnTo>
                  <a:lnTo>
                    <a:pt x="486090" y="595677"/>
                  </a:lnTo>
                  <a:lnTo>
                    <a:pt x="463995" y="616359"/>
                  </a:lnTo>
                  <a:lnTo>
                    <a:pt x="441900" y="637388"/>
                  </a:lnTo>
                  <a:lnTo>
                    <a:pt x="419805" y="658781"/>
                  </a:lnTo>
                  <a:lnTo>
                    <a:pt x="397710" y="680552"/>
                  </a:lnTo>
                  <a:lnTo>
                    <a:pt x="375615" y="702720"/>
                  </a:lnTo>
                  <a:lnTo>
                    <a:pt x="353520" y="725303"/>
                  </a:lnTo>
                  <a:lnTo>
                    <a:pt x="331425" y="748319"/>
                  </a:lnTo>
                  <a:lnTo>
                    <a:pt x="309330" y="771784"/>
                  </a:lnTo>
                  <a:lnTo>
                    <a:pt x="287235" y="795711"/>
                  </a:lnTo>
                  <a:lnTo>
                    <a:pt x="265140" y="820110"/>
                  </a:lnTo>
                  <a:lnTo>
                    <a:pt x="243045" y="844987"/>
                  </a:lnTo>
                  <a:lnTo>
                    <a:pt x="220950" y="870346"/>
                  </a:lnTo>
                  <a:lnTo>
                    <a:pt x="198855" y="896185"/>
                  </a:lnTo>
                  <a:lnTo>
                    <a:pt x="176760" y="922501"/>
                  </a:lnTo>
                  <a:lnTo>
                    <a:pt x="154665" y="949289"/>
                  </a:lnTo>
                  <a:lnTo>
                    <a:pt x="132570" y="976544"/>
                  </a:lnTo>
                  <a:lnTo>
                    <a:pt x="110475" y="1004258"/>
                  </a:lnTo>
                  <a:lnTo>
                    <a:pt x="88380" y="1032427"/>
                  </a:lnTo>
                  <a:lnTo>
                    <a:pt x="66285" y="1061043"/>
                  </a:lnTo>
                  <a:lnTo>
                    <a:pt x="44190" y="1090101"/>
                  </a:lnTo>
                  <a:lnTo>
                    <a:pt x="22095" y="1119596"/>
                  </a:lnTo>
                  <a:lnTo>
                    <a:pt x="0" y="11495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54" name="pl1954"/>
            <p:cNvSpPr/>
            <p:nvPr/>
          </p:nvSpPr>
          <p:spPr>
            <a:xfrm>
              <a:off x="5499949" y="3020107"/>
              <a:ext cx="1745506" cy="1217282"/>
            </a:xfrm>
            <a:custGeom>
              <a:avLst/>
              <a:pathLst>
                <a:path w="1745506" h="1217282">
                  <a:moveTo>
                    <a:pt x="0" y="1217282"/>
                  </a:moveTo>
                  <a:lnTo>
                    <a:pt x="22095" y="1189809"/>
                  </a:lnTo>
                  <a:lnTo>
                    <a:pt x="44190" y="1162645"/>
                  </a:lnTo>
                  <a:lnTo>
                    <a:pt x="66285" y="1135790"/>
                  </a:lnTo>
                  <a:lnTo>
                    <a:pt x="88380" y="1109245"/>
                  </a:lnTo>
                  <a:lnTo>
                    <a:pt x="110475" y="1083009"/>
                  </a:lnTo>
                  <a:lnTo>
                    <a:pt x="132570" y="1057082"/>
                  </a:lnTo>
                  <a:lnTo>
                    <a:pt x="154665" y="1031465"/>
                  </a:lnTo>
                  <a:lnTo>
                    <a:pt x="176760" y="1006157"/>
                  </a:lnTo>
                  <a:lnTo>
                    <a:pt x="198855" y="981159"/>
                  </a:lnTo>
                  <a:lnTo>
                    <a:pt x="220950" y="956470"/>
                  </a:lnTo>
                  <a:lnTo>
                    <a:pt x="243045" y="932090"/>
                  </a:lnTo>
                  <a:lnTo>
                    <a:pt x="265140" y="908019"/>
                  </a:lnTo>
                  <a:lnTo>
                    <a:pt x="287235" y="884258"/>
                  </a:lnTo>
                  <a:lnTo>
                    <a:pt x="309330" y="860806"/>
                  </a:lnTo>
                  <a:lnTo>
                    <a:pt x="331425" y="837664"/>
                  </a:lnTo>
                  <a:lnTo>
                    <a:pt x="353520" y="814831"/>
                  </a:lnTo>
                  <a:lnTo>
                    <a:pt x="375615" y="792307"/>
                  </a:lnTo>
                  <a:lnTo>
                    <a:pt x="397710" y="770093"/>
                  </a:lnTo>
                  <a:lnTo>
                    <a:pt x="419805" y="748188"/>
                  </a:lnTo>
                  <a:lnTo>
                    <a:pt x="441900" y="726592"/>
                  </a:lnTo>
                  <a:lnTo>
                    <a:pt x="463995" y="705306"/>
                  </a:lnTo>
                  <a:lnTo>
                    <a:pt x="486090" y="684329"/>
                  </a:lnTo>
                  <a:lnTo>
                    <a:pt x="508185" y="663661"/>
                  </a:lnTo>
                  <a:lnTo>
                    <a:pt x="530280" y="643303"/>
                  </a:lnTo>
                  <a:lnTo>
                    <a:pt x="552375" y="623254"/>
                  </a:lnTo>
                  <a:lnTo>
                    <a:pt x="574470" y="603515"/>
                  </a:lnTo>
                  <a:lnTo>
                    <a:pt x="596565" y="584084"/>
                  </a:lnTo>
                  <a:lnTo>
                    <a:pt x="618660" y="564963"/>
                  </a:lnTo>
                  <a:lnTo>
                    <a:pt x="640755" y="546152"/>
                  </a:lnTo>
                  <a:lnTo>
                    <a:pt x="662850" y="527650"/>
                  </a:lnTo>
                  <a:lnTo>
                    <a:pt x="684945" y="509457"/>
                  </a:lnTo>
                  <a:lnTo>
                    <a:pt x="707040" y="491574"/>
                  </a:lnTo>
                  <a:lnTo>
                    <a:pt x="729135" y="473999"/>
                  </a:lnTo>
                  <a:lnTo>
                    <a:pt x="751230" y="456735"/>
                  </a:lnTo>
                  <a:lnTo>
                    <a:pt x="773325" y="439779"/>
                  </a:lnTo>
                  <a:lnTo>
                    <a:pt x="795420" y="423133"/>
                  </a:lnTo>
                  <a:lnTo>
                    <a:pt x="817515" y="406797"/>
                  </a:lnTo>
                  <a:lnTo>
                    <a:pt x="839610" y="390769"/>
                  </a:lnTo>
                  <a:lnTo>
                    <a:pt x="861705" y="375051"/>
                  </a:lnTo>
                  <a:lnTo>
                    <a:pt x="883800" y="359643"/>
                  </a:lnTo>
                  <a:lnTo>
                    <a:pt x="905895" y="344543"/>
                  </a:lnTo>
                  <a:lnTo>
                    <a:pt x="927990" y="329753"/>
                  </a:lnTo>
                  <a:lnTo>
                    <a:pt x="950085" y="315273"/>
                  </a:lnTo>
                  <a:lnTo>
                    <a:pt x="972180" y="301102"/>
                  </a:lnTo>
                  <a:lnTo>
                    <a:pt x="994275" y="287240"/>
                  </a:lnTo>
                  <a:lnTo>
                    <a:pt x="1016370" y="273687"/>
                  </a:lnTo>
                  <a:lnTo>
                    <a:pt x="1038465" y="260444"/>
                  </a:lnTo>
                  <a:lnTo>
                    <a:pt x="1060560" y="247510"/>
                  </a:lnTo>
                  <a:lnTo>
                    <a:pt x="1082655" y="234886"/>
                  </a:lnTo>
                  <a:lnTo>
                    <a:pt x="1104750" y="222571"/>
                  </a:lnTo>
                  <a:lnTo>
                    <a:pt x="1126845" y="210565"/>
                  </a:lnTo>
                  <a:lnTo>
                    <a:pt x="1148940" y="198868"/>
                  </a:lnTo>
                  <a:lnTo>
                    <a:pt x="1171035" y="187481"/>
                  </a:lnTo>
                  <a:lnTo>
                    <a:pt x="1193130" y="176404"/>
                  </a:lnTo>
                  <a:lnTo>
                    <a:pt x="1215225" y="165635"/>
                  </a:lnTo>
                  <a:lnTo>
                    <a:pt x="1237320" y="155176"/>
                  </a:lnTo>
                  <a:lnTo>
                    <a:pt x="1259415" y="145026"/>
                  </a:lnTo>
                  <a:lnTo>
                    <a:pt x="1281510" y="135186"/>
                  </a:lnTo>
                  <a:lnTo>
                    <a:pt x="1303605" y="125655"/>
                  </a:lnTo>
                  <a:lnTo>
                    <a:pt x="1325700" y="116434"/>
                  </a:lnTo>
                  <a:lnTo>
                    <a:pt x="1347795" y="107521"/>
                  </a:lnTo>
                  <a:lnTo>
                    <a:pt x="1369890" y="98918"/>
                  </a:lnTo>
                  <a:lnTo>
                    <a:pt x="1391985" y="90625"/>
                  </a:lnTo>
                  <a:lnTo>
                    <a:pt x="1414080" y="82641"/>
                  </a:lnTo>
                  <a:lnTo>
                    <a:pt x="1436175" y="74966"/>
                  </a:lnTo>
                  <a:lnTo>
                    <a:pt x="1458270" y="67600"/>
                  </a:lnTo>
                  <a:lnTo>
                    <a:pt x="1480366" y="60544"/>
                  </a:lnTo>
                  <a:lnTo>
                    <a:pt x="1502461" y="53797"/>
                  </a:lnTo>
                  <a:lnTo>
                    <a:pt x="1524556" y="47360"/>
                  </a:lnTo>
                  <a:lnTo>
                    <a:pt x="1546651" y="41232"/>
                  </a:lnTo>
                  <a:lnTo>
                    <a:pt x="1568746" y="35413"/>
                  </a:lnTo>
                  <a:lnTo>
                    <a:pt x="1590841" y="29904"/>
                  </a:lnTo>
                  <a:lnTo>
                    <a:pt x="1612936" y="24703"/>
                  </a:lnTo>
                  <a:lnTo>
                    <a:pt x="1635031" y="19813"/>
                  </a:lnTo>
                  <a:lnTo>
                    <a:pt x="1657126" y="15231"/>
                  </a:lnTo>
                  <a:lnTo>
                    <a:pt x="1679221" y="10959"/>
                  </a:lnTo>
                  <a:lnTo>
                    <a:pt x="1701316" y="6997"/>
                  </a:lnTo>
                  <a:lnTo>
                    <a:pt x="1723411" y="3343"/>
                  </a:lnTo>
                  <a:lnTo>
                    <a:pt x="1745506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g1955"/>
            <p:cNvSpPr/>
            <p:nvPr/>
          </p:nvSpPr>
          <p:spPr>
            <a:xfrm>
              <a:off x="5499949" y="3027156"/>
              <a:ext cx="1745506" cy="1038154"/>
            </a:xfrm>
            <a:custGeom>
              <a:avLst/>
              <a:pathLst>
                <a:path w="1745506" h="1038154">
                  <a:moveTo>
                    <a:pt x="0" y="964208"/>
                  </a:moveTo>
                  <a:lnTo>
                    <a:pt x="22095" y="941788"/>
                  </a:lnTo>
                  <a:lnTo>
                    <a:pt x="44190" y="919618"/>
                  </a:lnTo>
                  <a:lnTo>
                    <a:pt x="66285" y="897698"/>
                  </a:lnTo>
                  <a:lnTo>
                    <a:pt x="88380" y="876026"/>
                  </a:lnTo>
                  <a:lnTo>
                    <a:pt x="110475" y="854601"/>
                  </a:lnTo>
                  <a:lnTo>
                    <a:pt x="132570" y="833421"/>
                  </a:lnTo>
                  <a:lnTo>
                    <a:pt x="154665" y="812484"/>
                  </a:lnTo>
                  <a:lnTo>
                    <a:pt x="176760" y="791788"/>
                  </a:lnTo>
                  <a:lnTo>
                    <a:pt x="198855" y="771329"/>
                  </a:lnTo>
                  <a:lnTo>
                    <a:pt x="220950" y="751105"/>
                  </a:lnTo>
                  <a:lnTo>
                    <a:pt x="243045" y="731113"/>
                  </a:lnTo>
                  <a:lnTo>
                    <a:pt x="265140" y="711348"/>
                  </a:lnTo>
                  <a:lnTo>
                    <a:pt x="287235" y="691808"/>
                  </a:lnTo>
                  <a:lnTo>
                    <a:pt x="309330" y="672487"/>
                  </a:lnTo>
                  <a:lnTo>
                    <a:pt x="331425" y="653383"/>
                  </a:lnTo>
                  <a:lnTo>
                    <a:pt x="353520" y="634493"/>
                  </a:lnTo>
                  <a:lnTo>
                    <a:pt x="375615" y="615814"/>
                  </a:lnTo>
                  <a:lnTo>
                    <a:pt x="397710" y="597347"/>
                  </a:lnTo>
                  <a:lnTo>
                    <a:pt x="419805" y="579092"/>
                  </a:lnTo>
                  <a:lnTo>
                    <a:pt x="441900" y="561055"/>
                  </a:lnTo>
                  <a:lnTo>
                    <a:pt x="463995" y="543242"/>
                  </a:lnTo>
                  <a:lnTo>
                    <a:pt x="486090" y="525662"/>
                  </a:lnTo>
                  <a:lnTo>
                    <a:pt x="508185" y="508326"/>
                  </a:lnTo>
                  <a:lnTo>
                    <a:pt x="530280" y="491247"/>
                  </a:lnTo>
                  <a:lnTo>
                    <a:pt x="552375" y="474436"/>
                  </a:lnTo>
                  <a:lnTo>
                    <a:pt x="574470" y="457907"/>
                  </a:lnTo>
                  <a:lnTo>
                    <a:pt x="596565" y="441670"/>
                  </a:lnTo>
                  <a:lnTo>
                    <a:pt x="618660" y="425736"/>
                  </a:lnTo>
                  <a:lnTo>
                    <a:pt x="640755" y="410114"/>
                  </a:lnTo>
                  <a:lnTo>
                    <a:pt x="662850" y="394811"/>
                  </a:lnTo>
                  <a:lnTo>
                    <a:pt x="684945" y="379833"/>
                  </a:lnTo>
                  <a:lnTo>
                    <a:pt x="707040" y="365185"/>
                  </a:lnTo>
                  <a:lnTo>
                    <a:pt x="729135" y="350871"/>
                  </a:lnTo>
                  <a:lnTo>
                    <a:pt x="751230" y="336893"/>
                  </a:lnTo>
                  <a:lnTo>
                    <a:pt x="773325" y="323253"/>
                  </a:lnTo>
                  <a:lnTo>
                    <a:pt x="795420" y="309952"/>
                  </a:lnTo>
                  <a:lnTo>
                    <a:pt x="817515" y="296990"/>
                  </a:lnTo>
                  <a:lnTo>
                    <a:pt x="839610" y="284364"/>
                  </a:lnTo>
                  <a:lnTo>
                    <a:pt x="861705" y="272074"/>
                  </a:lnTo>
                  <a:lnTo>
                    <a:pt x="883800" y="260116"/>
                  </a:lnTo>
                  <a:lnTo>
                    <a:pt x="905895" y="248487"/>
                  </a:lnTo>
                  <a:lnTo>
                    <a:pt x="927990" y="237181"/>
                  </a:lnTo>
                  <a:lnTo>
                    <a:pt x="950085" y="226193"/>
                  </a:lnTo>
                  <a:lnTo>
                    <a:pt x="972180" y="215516"/>
                  </a:lnTo>
                  <a:lnTo>
                    <a:pt x="994275" y="205143"/>
                  </a:lnTo>
                  <a:lnTo>
                    <a:pt x="1016370" y="195065"/>
                  </a:lnTo>
                  <a:lnTo>
                    <a:pt x="1038465" y="185273"/>
                  </a:lnTo>
                  <a:lnTo>
                    <a:pt x="1060560" y="175759"/>
                  </a:lnTo>
                  <a:lnTo>
                    <a:pt x="1082655" y="166511"/>
                  </a:lnTo>
                  <a:lnTo>
                    <a:pt x="1104750" y="157522"/>
                  </a:lnTo>
                  <a:lnTo>
                    <a:pt x="1126845" y="148783"/>
                  </a:lnTo>
                  <a:lnTo>
                    <a:pt x="1148940" y="140285"/>
                  </a:lnTo>
                  <a:lnTo>
                    <a:pt x="1171035" y="132024"/>
                  </a:lnTo>
                  <a:lnTo>
                    <a:pt x="1193130" y="123995"/>
                  </a:lnTo>
                  <a:lnTo>
                    <a:pt x="1215225" y="116194"/>
                  </a:lnTo>
                  <a:lnTo>
                    <a:pt x="1237320" y="108619"/>
                  </a:lnTo>
                  <a:lnTo>
                    <a:pt x="1259415" y="101271"/>
                  </a:lnTo>
                  <a:lnTo>
                    <a:pt x="1281510" y="94149"/>
                  </a:lnTo>
                  <a:lnTo>
                    <a:pt x="1303605" y="87255"/>
                  </a:lnTo>
                  <a:lnTo>
                    <a:pt x="1325700" y="80591"/>
                  </a:lnTo>
                  <a:lnTo>
                    <a:pt x="1347795" y="74158"/>
                  </a:lnTo>
                  <a:lnTo>
                    <a:pt x="1369890" y="67959"/>
                  </a:lnTo>
                  <a:lnTo>
                    <a:pt x="1391985" y="61995"/>
                  </a:lnTo>
                  <a:lnTo>
                    <a:pt x="1414080" y="56270"/>
                  </a:lnTo>
                  <a:lnTo>
                    <a:pt x="1436175" y="50785"/>
                  </a:lnTo>
                  <a:lnTo>
                    <a:pt x="1458270" y="45542"/>
                  </a:lnTo>
                  <a:lnTo>
                    <a:pt x="1480366" y="40542"/>
                  </a:lnTo>
                  <a:lnTo>
                    <a:pt x="1502461" y="35788"/>
                  </a:lnTo>
                  <a:lnTo>
                    <a:pt x="1524556" y="31280"/>
                  </a:lnTo>
                  <a:lnTo>
                    <a:pt x="1546651" y="27021"/>
                  </a:lnTo>
                  <a:lnTo>
                    <a:pt x="1568746" y="23010"/>
                  </a:lnTo>
                  <a:lnTo>
                    <a:pt x="1590841" y="19250"/>
                  </a:lnTo>
                  <a:lnTo>
                    <a:pt x="1612936" y="15741"/>
                  </a:lnTo>
                  <a:lnTo>
                    <a:pt x="1635031" y="12483"/>
                  </a:lnTo>
                  <a:lnTo>
                    <a:pt x="1657126" y="9479"/>
                  </a:lnTo>
                  <a:lnTo>
                    <a:pt x="1679221" y="6728"/>
                  </a:lnTo>
                  <a:lnTo>
                    <a:pt x="1701316" y="4230"/>
                  </a:lnTo>
                  <a:lnTo>
                    <a:pt x="1723411" y="1987"/>
                  </a:lnTo>
                  <a:lnTo>
                    <a:pt x="1745506" y="0"/>
                  </a:lnTo>
                  <a:lnTo>
                    <a:pt x="1745506" y="114458"/>
                  </a:lnTo>
                  <a:lnTo>
                    <a:pt x="1723411" y="111260"/>
                  </a:lnTo>
                  <a:lnTo>
                    <a:pt x="1701316" y="108450"/>
                  </a:lnTo>
                  <a:lnTo>
                    <a:pt x="1679221" y="106030"/>
                  </a:lnTo>
                  <a:lnTo>
                    <a:pt x="1657126" y="103999"/>
                  </a:lnTo>
                  <a:lnTo>
                    <a:pt x="1635031" y="102359"/>
                  </a:lnTo>
                  <a:lnTo>
                    <a:pt x="1612936" y="101111"/>
                  </a:lnTo>
                  <a:lnTo>
                    <a:pt x="1590841" y="100254"/>
                  </a:lnTo>
                  <a:lnTo>
                    <a:pt x="1568746" y="99789"/>
                  </a:lnTo>
                  <a:lnTo>
                    <a:pt x="1546651" y="99719"/>
                  </a:lnTo>
                  <a:lnTo>
                    <a:pt x="1524556" y="100043"/>
                  </a:lnTo>
                  <a:lnTo>
                    <a:pt x="1502461" y="100762"/>
                  </a:lnTo>
                  <a:lnTo>
                    <a:pt x="1480366" y="101879"/>
                  </a:lnTo>
                  <a:lnTo>
                    <a:pt x="1458270" y="103395"/>
                  </a:lnTo>
                  <a:lnTo>
                    <a:pt x="1436175" y="105310"/>
                  </a:lnTo>
                  <a:lnTo>
                    <a:pt x="1414080" y="107628"/>
                  </a:lnTo>
                  <a:lnTo>
                    <a:pt x="1391985" y="110349"/>
                  </a:lnTo>
                  <a:lnTo>
                    <a:pt x="1369890" y="113476"/>
                  </a:lnTo>
                  <a:lnTo>
                    <a:pt x="1347795" y="117010"/>
                  </a:lnTo>
                  <a:lnTo>
                    <a:pt x="1325700" y="120955"/>
                  </a:lnTo>
                  <a:lnTo>
                    <a:pt x="1303605" y="125313"/>
                  </a:lnTo>
                  <a:lnTo>
                    <a:pt x="1281510" y="130084"/>
                  </a:lnTo>
                  <a:lnTo>
                    <a:pt x="1259415" y="135271"/>
                  </a:lnTo>
                  <a:lnTo>
                    <a:pt x="1237320" y="140876"/>
                  </a:lnTo>
                  <a:lnTo>
                    <a:pt x="1215225" y="146898"/>
                  </a:lnTo>
                  <a:lnTo>
                    <a:pt x="1193130" y="153338"/>
                  </a:lnTo>
                  <a:lnTo>
                    <a:pt x="1171035" y="160193"/>
                  </a:lnTo>
                  <a:lnTo>
                    <a:pt x="1148940" y="167460"/>
                  </a:lnTo>
                  <a:lnTo>
                    <a:pt x="1126845" y="175134"/>
                  </a:lnTo>
                  <a:lnTo>
                    <a:pt x="1104750" y="183211"/>
                  </a:lnTo>
                  <a:lnTo>
                    <a:pt x="1082655" y="191681"/>
                  </a:lnTo>
                  <a:lnTo>
                    <a:pt x="1060560" y="200537"/>
                  </a:lnTo>
                  <a:lnTo>
                    <a:pt x="1038465" y="209769"/>
                  </a:lnTo>
                  <a:lnTo>
                    <a:pt x="1016370" y="219369"/>
                  </a:lnTo>
                  <a:lnTo>
                    <a:pt x="994275" y="229326"/>
                  </a:lnTo>
                  <a:lnTo>
                    <a:pt x="972180" y="239631"/>
                  </a:lnTo>
                  <a:lnTo>
                    <a:pt x="950085" y="250277"/>
                  </a:lnTo>
                  <a:lnTo>
                    <a:pt x="927990" y="261255"/>
                  </a:lnTo>
                  <a:lnTo>
                    <a:pt x="905895" y="272559"/>
                  </a:lnTo>
                  <a:lnTo>
                    <a:pt x="883800" y="284183"/>
                  </a:lnTo>
                  <a:lnTo>
                    <a:pt x="861705" y="296123"/>
                  </a:lnTo>
                  <a:lnTo>
                    <a:pt x="839610" y="308374"/>
                  </a:lnTo>
                  <a:lnTo>
                    <a:pt x="817515" y="320934"/>
                  </a:lnTo>
                  <a:lnTo>
                    <a:pt x="795420" y="333800"/>
                  </a:lnTo>
                  <a:lnTo>
                    <a:pt x="773325" y="346972"/>
                  </a:lnTo>
                  <a:lnTo>
                    <a:pt x="751230" y="360449"/>
                  </a:lnTo>
                  <a:lnTo>
                    <a:pt x="729135" y="374231"/>
                  </a:lnTo>
                  <a:lnTo>
                    <a:pt x="707040" y="388321"/>
                  </a:lnTo>
                  <a:lnTo>
                    <a:pt x="684945" y="402721"/>
                  </a:lnTo>
                  <a:lnTo>
                    <a:pt x="662850" y="417435"/>
                  </a:lnTo>
                  <a:lnTo>
                    <a:pt x="640755" y="432467"/>
                  </a:lnTo>
                  <a:lnTo>
                    <a:pt x="618660" y="447824"/>
                  </a:lnTo>
                  <a:lnTo>
                    <a:pt x="596565" y="463513"/>
                  </a:lnTo>
                  <a:lnTo>
                    <a:pt x="574470" y="479543"/>
                  </a:lnTo>
                  <a:lnTo>
                    <a:pt x="552375" y="495925"/>
                  </a:lnTo>
                  <a:lnTo>
                    <a:pt x="530280" y="512669"/>
                  </a:lnTo>
                  <a:lnTo>
                    <a:pt x="508185" y="529788"/>
                  </a:lnTo>
                  <a:lnTo>
                    <a:pt x="486090" y="547294"/>
                  </a:lnTo>
                  <a:lnTo>
                    <a:pt x="463995" y="565200"/>
                  </a:lnTo>
                  <a:lnTo>
                    <a:pt x="441900" y="583517"/>
                  </a:lnTo>
                  <a:lnTo>
                    <a:pt x="419805" y="602253"/>
                  </a:lnTo>
                  <a:lnTo>
                    <a:pt x="397710" y="621416"/>
                  </a:lnTo>
                  <a:lnTo>
                    <a:pt x="375615" y="641009"/>
                  </a:lnTo>
                  <a:lnTo>
                    <a:pt x="353520" y="661035"/>
                  </a:lnTo>
                  <a:lnTo>
                    <a:pt x="331425" y="681493"/>
                  </a:lnTo>
                  <a:lnTo>
                    <a:pt x="309330" y="702382"/>
                  </a:lnTo>
                  <a:lnTo>
                    <a:pt x="287235" y="723698"/>
                  </a:lnTo>
                  <a:lnTo>
                    <a:pt x="265140" y="745437"/>
                  </a:lnTo>
                  <a:lnTo>
                    <a:pt x="243045" y="767597"/>
                  </a:lnTo>
                  <a:lnTo>
                    <a:pt x="220950" y="790172"/>
                  </a:lnTo>
                  <a:lnTo>
                    <a:pt x="198855" y="813160"/>
                  </a:lnTo>
                  <a:lnTo>
                    <a:pt x="176760" y="836556"/>
                  </a:lnTo>
                  <a:lnTo>
                    <a:pt x="154665" y="860359"/>
                  </a:lnTo>
                  <a:lnTo>
                    <a:pt x="132570" y="884564"/>
                  </a:lnTo>
                  <a:lnTo>
                    <a:pt x="110475" y="909171"/>
                  </a:lnTo>
                  <a:lnTo>
                    <a:pt x="88380" y="934177"/>
                  </a:lnTo>
                  <a:lnTo>
                    <a:pt x="66285" y="959579"/>
                  </a:lnTo>
                  <a:lnTo>
                    <a:pt x="44190" y="985377"/>
                  </a:lnTo>
                  <a:lnTo>
                    <a:pt x="22095" y="1011569"/>
                  </a:lnTo>
                  <a:lnTo>
                    <a:pt x="0" y="103815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956" name="pl1956"/>
            <p:cNvSpPr/>
            <p:nvPr/>
          </p:nvSpPr>
          <p:spPr>
            <a:xfrm>
              <a:off x="5499949" y="3027156"/>
              <a:ext cx="1745506" cy="964208"/>
            </a:xfrm>
            <a:custGeom>
              <a:avLst/>
              <a:pathLst>
                <a:path w="1745506" h="964208">
                  <a:moveTo>
                    <a:pt x="0" y="964208"/>
                  </a:moveTo>
                  <a:lnTo>
                    <a:pt x="22095" y="941788"/>
                  </a:lnTo>
                  <a:lnTo>
                    <a:pt x="44190" y="919618"/>
                  </a:lnTo>
                  <a:lnTo>
                    <a:pt x="66285" y="897698"/>
                  </a:lnTo>
                  <a:lnTo>
                    <a:pt x="88380" y="876026"/>
                  </a:lnTo>
                  <a:lnTo>
                    <a:pt x="110475" y="854601"/>
                  </a:lnTo>
                  <a:lnTo>
                    <a:pt x="132570" y="833421"/>
                  </a:lnTo>
                  <a:lnTo>
                    <a:pt x="154665" y="812484"/>
                  </a:lnTo>
                  <a:lnTo>
                    <a:pt x="176760" y="791788"/>
                  </a:lnTo>
                  <a:lnTo>
                    <a:pt x="198855" y="771329"/>
                  </a:lnTo>
                  <a:lnTo>
                    <a:pt x="220950" y="751105"/>
                  </a:lnTo>
                  <a:lnTo>
                    <a:pt x="243045" y="731113"/>
                  </a:lnTo>
                  <a:lnTo>
                    <a:pt x="265140" y="711348"/>
                  </a:lnTo>
                  <a:lnTo>
                    <a:pt x="287235" y="691808"/>
                  </a:lnTo>
                  <a:lnTo>
                    <a:pt x="309330" y="672487"/>
                  </a:lnTo>
                  <a:lnTo>
                    <a:pt x="331425" y="653383"/>
                  </a:lnTo>
                  <a:lnTo>
                    <a:pt x="353520" y="634493"/>
                  </a:lnTo>
                  <a:lnTo>
                    <a:pt x="375615" y="615814"/>
                  </a:lnTo>
                  <a:lnTo>
                    <a:pt x="397710" y="597347"/>
                  </a:lnTo>
                  <a:lnTo>
                    <a:pt x="419805" y="579092"/>
                  </a:lnTo>
                  <a:lnTo>
                    <a:pt x="441900" y="561055"/>
                  </a:lnTo>
                  <a:lnTo>
                    <a:pt x="463995" y="543242"/>
                  </a:lnTo>
                  <a:lnTo>
                    <a:pt x="486090" y="525662"/>
                  </a:lnTo>
                  <a:lnTo>
                    <a:pt x="508185" y="508326"/>
                  </a:lnTo>
                  <a:lnTo>
                    <a:pt x="530280" y="491247"/>
                  </a:lnTo>
                  <a:lnTo>
                    <a:pt x="552375" y="474436"/>
                  </a:lnTo>
                  <a:lnTo>
                    <a:pt x="574470" y="457907"/>
                  </a:lnTo>
                  <a:lnTo>
                    <a:pt x="596565" y="441670"/>
                  </a:lnTo>
                  <a:lnTo>
                    <a:pt x="618660" y="425736"/>
                  </a:lnTo>
                  <a:lnTo>
                    <a:pt x="640755" y="410114"/>
                  </a:lnTo>
                  <a:lnTo>
                    <a:pt x="662850" y="394811"/>
                  </a:lnTo>
                  <a:lnTo>
                    <a:pt x="684945" y="379833"/>
                  </a:lnTo>
                  <a:lnTo>
                    <a:pt x="707040" y="365185"/>
                  </a:lnTo>
                  <a:lnTo>
                    <a:pt x="729135" y="350871"/>
                  </a:lnTo>
                  <a:lnTo>
                    <a:pt x="751230" y="336893"/>
                  </a:lnTo>
                  <a:lnTo>
                    <a:pt x="773325" y="323253"/>
                  </a:lnTo>
                  <a:lnTo>
                    <a:pt x="795420" y="309952"/>
                  </a:lnTo>
                  <a:lnTo>
                    <a:pt x="817515" y="296990"/>
                  </a:lnTo>
                  <a:lnTo>
                    <a:pt x="839610" y="284364"/>
                  </a:lnTo>
                  <a:lnTo>
                    <a:pt x="861705" y="272074"/>
                  </a:lnTo>
                  <a:lnTo>
                    <a:pt x="883800" y="260116"/>
                  </a:lnTo>
                  <a:lnTo>
                    <a:pt x="905895" y="248487"/>
                  </a:lnTo>
                  <a:lnTo>
                    <a:pt x="927990" y="237181"/>
                  </a:lnTo>
                  <a:lnTo>
                    <a:pt x="950085" y="226193"/>
                  </a:lnTo>
                  <a:lnTo>
                    <a:pt x="972180" y="215516"/>
                  </a:lnTo>
                  <a:lnTo>
                    <a:pt x="994275" y="205143"/>
                  </a:lnTo>
                  <a:lnTo>
                    <a:pt x="1016370" y="195065"/>
                  </a:lnTo>
                  <a:lnTo>
                    <a:pt x="1038465" y="185273"/>
                  </a:lnTo>
                  <a:lnTo>
                    <a:pt x="1060560" y="175759"/>
                  </a:lnTo>
                  <a:lnTo>
                    <a:pt x="1082655" y="166511"/>
                  </a:lnTo>
                  <a:lnTo>
                    <a:pt x="1104750" y="157522"/>
                  </a:lnTo>
                  <a:lnTo>
                    <a:pt x="1126845" y="148783"/>
                  </a:lnTo>
                  <a:lnTo>
                    <a:pt x="1148940" y="140285"/>
                  </a:lnTo>
                  <a:lnTo>
                    <a:pt x="1171035" y="132024"/>
                  </a:lnTo>
                  <a:lnTo>
                    <a:pt x="1193130" y="123995"/>
                  </a:lnTo>
                  <a:lnTo>
                    <a:pt x="1215225" y="116194"/>
                  </a:lnTo>
                  <a:lnTo>
                    <a:pt x="1237320" y="108619"/>
                  </a:lnTo>
                  <a:lnTo>
                    <a:pt x="1259415" y="101271"/>
                  </a:lnTo>
                  <a:lnTo>
                    <a:pt x="1281510" y="94149"/>
                  </a:lnTo>
                  <a:lnTo>
                    <a:pt x="1303605" y="87255"/>
                  </a:lnTo>
                  <a:lnTo>
                    <a:pt x="1325700" y="80591"/>
                  </a:lnTo>
                  <a:lnTo>
                    <a:pt x="1347795" y="74158"/>
                  </a:lnTo>
                  <a:lnTo>
                    <a:pt x="1369890" y="67959"/>
                  </a:lnTo>
                  <a:lnTo>
                    <a:pt x="1391985" y="61995"/>
                  </a:lnTo>
                  <a:lnTo>
                    <a:pt x="1414080" y="56270"/>
                  </a:lnTo>
                  <a:lnTo>
                    <a:pt x="1436175" y="50785"/>
                  </a:lnTo>
                  <a:lnTo>
                    <a:pt x="1458270" y="45542"/>
                  </a:lnTo>
                  <a:lnTo>
                    <a:pt x="1480366" y="40542"/>
                  </a:lnTo>
                  <a:lnTo>
                    <a:pt x="1502461" y="35788"/>
                  </a:lnTo>
                  <a:lnTo>
                    <a:pt x="1524556" y="31280"/>
                  </a:lnTo>
                  <a:lnTo>
                    <a:pt x="1546651" y="27021"/>
                  </a:lnTo>
                  <a:lnTo>
                    <a:pt x="1568746" y="23010"/>
                  </a:lnTo>
                  <a:lnTo>
                    <a:pt x="1590841" y="19250"/>
                  </a:lnTo>
                  <a:lnTo>
                    <a:pt x="1612936" y="15741"/>
                  </a:lnTo>
                  <a:lnTo>
                    <a:pt x="1635031" y="12483"/>
                  </a:lnTo>
                  <a:lnTo>
                    <a:pt x="1657126" y="9479"/>
                  </a:lnTo>
                  <a:lnTo>
                    <a:pt x="1679221" y="6728"/>
                  </a:lnTo>
                  <a:lnTo>
                    <a:pt x="1701316" y="4230"/>
                  </a:lnTo>
                  <a:lnTo>
                    <a:pt x="1723411" y="1987"/>
                  </a:lnTo>
                  <a:lnTo>
                    <a:pt x="174550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57" name="pl1957"/>
            <p:cNvSpPr/>
            <p:nvPr/>
          </p:nvSpPr>
          <p:spPr>
            <a:xfrm>
              <a:off x="5499949" y="3126875"/>
              <a:ext cx="1745506" cy="938435"/>
            </a:xfrm>
            <a:custGeom>
              <a:avLst/>
              <a:pathLst>
                <a:path w="1745506" h="938435">
                  <a:moveTo>
                    <a:pt x="1745506" y="14739"/>
                  </a:moveTo>
                  <a:lnTo>
                    <a:pt x="1723411" y="11540"/>
                  </a:lnTo>
                  <a:lnTo>
                    <a:pt x="1701316" y="8731"/>
                  </a:lnTo>
                  <a:lnTo>
                    <a:pt x="1679221" y="6311"/>
                  </a:lnTo>
                  <a:lnTo>
                    <a:pt x="1657126" y="4280"/>
                  </a:lnTo>
                  <a:lnTo>
                    <a:pt x="1635031" y="2640"/>
                  </a:lnTo>
                  <a:lnTo>
                    <a:pt x="1612936" y="1391"/>
                  </a:lnTo>
                  <a:lnTo>
                    <a:pt x="1590841" y="534"/>
                  </a:lnTo>
                  <a:lnTo>
                    <a:pt x="1568746" y="70"/>
                  </a:lnTo>
                  <a:lnTo>
                    <a:pt x="1546651" y="0"/>
                  </a:lnTo>
                  <a:lnTo>
                    <a:pt x="1524556" y="323"/>
                  </a:lnTo>
                  <a:lnTo>
                    <a:pt x="1502461" y="1043"/>
                  </a:lnTo>
                  <a:lnTo>
                    <a:pt x="1480366" y="2160"/>
                  </a:lnTo>
                  <a:lnTo>
                    <a:pt x="1458270" y="3676"/>
                  </a:lnTo>
                  <a:lnTo>
                    <a:pt x="1436175" y="5591"/>
                  </a:lnTo>
                  <a:lnTo>
                    <a:pt x="1414080" y="7908"/>
                  </a:lnTo>
                  <a:lnTo>
                    <a:pt x="1391985" y="10630"/>
                  </a:lnTo>
                  <a:lnTo>
                    <a:pt x="1369890" y="13757"/>
                  </a:lnTo>
                  <a:lnTo>
                    <a:pt x="1347795" y="17291"/>
                  </a:lnTo>
                  <a:lnTo>
                    <a:pt x="1325700" y="21236"/>
                  </a:lnTo>
                  <a:lnTo>
                    <a:pt x="1303605" y="25593"/>
                  </a:lnTo>
                  <a:lnTo>
                    <a:pt x="1281510" y="30365"/>
                  </a:lnTo>
                  <a:lnTo>
                    <a:pt x="1259415" y="35552"/>
                  </a:lnTo>
                  <a:lnTo>
                    <a:pt x="1237320" y="41157"/>
                  </a:lnTo>
                  <a:lnTo>
                    <a:pt x="1215225" y="47179"/>
                  </a:lnTo>
                  <a:lnTo>
                    <a:pt x="1193130" y="53619"/>
                  </a:lnTo>
                  <a:lnTo>
                    <a:pt x="1171035" y="60474"/>
                  </a:lnTo>
                  <a:lnTo>
                    <a:pt x="1148940" y="67741"/>
                  </a:lnTo>
                  <a:lnTo>
                    <a:pt x="1126845" y="75415"/>
                  </a:lnTo>
                  <a:lnTo>
                    <a:pt x="1104750" y="83492"/>
                  </a:lnTo>
                  <a:lnTo>
                    <a:pt x="1082655" y="91962"/>
                  </a:lnTo>
                  <a:lnTo>
                    <a:pt x="1060560" y="100818"/>
                  </a:lnTo>
                  <a:lnTo>
                    <a:pt x="1038465" y="110050"/>
                  </a:lnTo>
                  <a:lnTo>
                    <a:pt x="1016370" y="119650"/>
                  </a:lnTo>
                  <a:lnTo>
                    <a:pt x="994275" y="129607"/>
                  </a:lnTo>
                  <a:lnTo>
                    <a:pt x="972180" y="139912"/>
                  </a:lnTo>
                  <a:lnTo>
                    <a:pt x="950085" y="150558"/>
                  </a:lnTo>
                  <a:lnTo>
                    <a:pt x="927990" y="161536"/>
                  </a:lnTo>
                  <a:lnTo>
                    <a:pt x="905895" y="172840"/>
                  </a:lnTo>
                  <a:lnTo>
                    <a:pt x="883800" y="184464"/>
                  </a:lnTo>
                  <a:lnTo>
                    <a:pt x="861705" y="196404"/>
                  </a:lnTo>
                  <a:lnTo>
                    <a:pt x="839610" y="208655"/>
                  </a:lnTo>
                  <a:lnTo>
                    <a:pt x="817515" y="221215"/>
                  </a:lnTo>
                  <a:lnTo>
                    <a:pt x="795420" y="234081"/>
                  </a:lnTo>
                  <a:lnTo>
                    <a:pt x="773325" y="247253"/>
                  </a:lnTo>
                  <a:lnTo>
                    <a:pt x="751230" y="260729"/>
                  </a:lnTo>
                  <a:lnTo>
                    <a:pt x="729135" y="274512"/>
                  </a:lnTo>
                  <a:lnTo>
                    <a:pt x="707040" y="288602"/>
                  </a:lnTo>
                  <a:lnTo>
                    <a:pt x="684945" y="303002"/>
                  </a:lnTo>
                  <a:lnTo>
                    <a:pt x="662850" y="317716"/>
                  </a:lnTo>
                  <a:lnTo>
                    <a:pt x="640755" y="332748"/>
                  </a:lnTo>
                  <a:lnTo>
                    <a:pt x="618660" y="348105"/>
                  </a:lnTo>
                  <a:lnTo>
                    <a:pt x="596565" y="363794"/>
                  </a:lnTo>
                  <a:lnTo>
                    <a:pt x="574470" y="379824"/>
                  </a:lnTo>
                  <a:lnTo>
                    <a:pt x="552375" y="396205"/>
                  </a:lnTo>
                  <a:lnTo>
                    <a:pt x="530280" y="412950"/>
                  </a:lnTo>
                  <a:lnTo>
                    <a:pt x="508185" y="430069"/>
                  </a:lnTo>
                  <a:lnTo>
                    <a:pt x="486090" y="447575"/>
                  </a:lnTo>
                  <a:lnTo>
                    <a:pt x="463995" y="465481"/>
                  </a:lnTo>
                  <a:lnTo>
                    <a:pt x="441900" y="483798"/>
                  </a:lnTo>
                  <a:lnTo>
                    <a:pt x="419805" y="502534"/>
                  </a:lnTo>
                  <a:lnTo>
                    <a:pt x="397710" y="521696"/>
                  </a:lnTo>
                  <a:lnTo>
                    <a:pt x="375615" y="541290"/>
                  </a:lnTo>
                  <a:lnTo>
                    <a:pt x="353520" y="561316"/>
                  </a:lnTo>
                  <a:lnTo>
                    <a:pt x="331425" y="581774"/>
                  </a:lnTo>
                  <a:lnTo>
                    <a:pt x="309330" y="602663"/>
                  </a:lnTo>
                  <a:lnTo>
                    <a:pt x="287235" y="623979"/>
                  </a:lnTo>
                  <a:lnTo>
                    <a:pt x="265140" y="645718"/>
                  </a:lnTo>
                  <a:lnTo>
                    <a:pt x="243045" y="667878"/>
                  </a:lnTo>
                  <a:lnTo>
                    <a:pt x="220950" y="690453"/>
                  </a:lnTo>
                  <a:lnTo>
                    <a:pt x="198855" y="713440"/>
                  </a:lnTo>
                  <a:lnTo>
                    <a:pt x="176760" y="736837"/>
                  </a:lnTo>
                  <a:lnTo>
                    <a:pt x="154665" y="760640"/>
                  </a:lnTo>
                  <a:lnTo>
                    <a:pt x="132570" y="784845"/>
                  </a:lnTo>
                  <a:lnTo>
                    <a:pt x="110475" y="809452"/>
                  </a:lnTo>
                  <a:lnTo>
                    <a:pt x="88380" y="834458"/>
                  </a:lnTo>
                  <a:lnTo>
                    <a:pt x="66285" y="859860"/>
                  </a:lnTo>
                  <a:lnTo>
                    <a:pt x="44190" y="885658"/>
                  </a:lnTo>
                  <a:lnTo>
                    <a:pt x="22095" y="911850"/>
                  </a:lnTo>
                  <a:lnTo>
                    <a:pt x="0" y="9384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58" name="pl1958"/>
            <p:cNvSpPr/>
            <p:nvPr/>
          </p:nvSpPr>
          <p:spPr>
            <a:xfrm>
              <a:off x="5499949" y="3083497"/>
              <a:ext cx="1745506" cy="944841"/>
            </a:xfrm>
            <a:custGeom>
              <a:avLst/>
              <a:pathLst>
                <a:path w="1745506" h="944841">
                  <a:moveTo>
                    <a:pt x="0" y="944841"/>
                  </a:moveTo>
                  <a:lnTo>
                    <a:pt x="22095" y="920338"/>
                  </a:lnTo>
                  <a:lnTo>
                    <a:pt x="44190" y="896157"/>
                  </a:lnTo>
                  <a:lnTo>
                    <a:pt x="66285" y="872298"/>
                  </a:lnTo>
                  <a:lnTo>
                    <a:pt x="88380" y="848761"/>
                  </a:lnTo>
                  <a:lnTo>
                    <a:pt x="110475" y="825546"/>
                  </a:lnTo>
                  <a:lnTo>
                    <a:pt x="132570" y="802652"/>
                  </a:lnTo>
                  <a:lnTo>
                    <a:pt x="154665" y="780081"/>
                  </a:lnTo>
                  <a:lnTo>
                    <a:pt x="176760" y="757831"/>
                  </a:lnTo>
                  <a:lnTo>
                    <a:pt x="198855" y="735904"/>
                  </a:lnTo>
                  <a:lnTo>
                    <a:pt x="220950" y="714298"/>
                  </a:lnTo>
                  <a:lnTo>
                    <a:pt x="243045" y="693014"/>
                  </a:lnTo>
                  <a:lnTo>
                    <a:pt x="265140" y="672052"/>
                  </a:lnTo>
                  <a:lnTo>
                    <a:pt x="287235" y="651412"/>
                  </a:lnTo>
                  <a:lnTo>
                    <a:pt x="309330" y="631094"/>
                  </a:lnTo>
                  <a:lnTo>
                    <a:pt x="331425" y="611098"/>
                  </a:lnTo>
                  <a:lnTo>
                    <a:pt x="353520" y="591423"/>
                  </a:lnTo>
                  <a:lnTo>
                    <a:pt x="375615" y="572071"/>
                  </a:lnTo>
                  <a:lnTo>
                    <a:pt x="397710" y="553040"/>
                  </a:lnTo>
                  <a:lnTo>
                    <a:pt x="419805" y="534332"/>
                  </a:lnTo>
                  <a:lnTo>
                    <a:pt x="441900" y="515945"/>
                  </a:lnTo>
                  <a:lnTo>
                    <a:pt x="463995" y="497880"/>
                  </a:lnTo>
                  <a:lnTo>
                    <a:pt x="486090" y="480137"/>
                  </a:lnTo>
                  <a:lnTo>
                    <a:pt x="508185" y="462716"/>
                  </a:lnTo>
                  <a:lnTo>
                    <a:pt x="530280" y="445617"/>
                  </a:lnTo>
                  <a:lnTo>
                    <a:pt x="552375" y="428840"/>
                  </a:lnTo>
                  <a:lnTo>
                    <a:pt x="574470" y="412385"/>
                  </a:lnTo>
                  <a:lnTo>
                    <a:pt x="596565" y="396251"/>
                  </a:lnTo>
                  <a:lnTo>
                    <a:pt x="618660" y="380440"/>
                  </a:lnTo>
                  <a:lnTo>
                    <a:pt x="640755" y="364950"/>
                  </a:lnTo>
                  <a:lnTo>
                    <a:pt x="662850" y="349782"/>
                  </a:lnTo>
                  <a:lnTo>
                    <a:pt x="684945" y="334936"/>
                  </a:lnTo>
                  <a:lnTo>
                    <a:pt x="707040" y="320412"/>
                  </a:lnTo>
                  <a:lnTo>
                    <a:pt x="729135" y="306210"/>
                  </a:lnTo>
                  <a:lnTo>
                    <a:pt x="751230" y="292330"/>
                  </a:lnTo>
                  <a:lnTo>
                    <a:pt x="773325" y="278772"/>
                  </a:lnTo>
                  <a:lnTo>
                    <a:pt x="795420" y="265535"/>
                  </a:lnTo>
                  <a:lnTo>
                    <a:pt x="817515" y="252621"/>
                  </a:lnTo>
                  <a:lnTo>
                    <a:pt x="839610" y="240028"/>
                  </a:lnTo>
                  <a:lnTo>
                    <a:pt x="861705" y="227758"/>
                  </a:lnTo>
                  <a:lnTo>
                    <a:pt x="883800" y="215809"/>
                  </a:lnTo>
                  <a:lnTo>
                    <a:pt x="905895" y="204182"/>
                  </a:lnTo>
                  <a:lnTo>
                    <a:pt x="927990" y="192877"/>
                  </a:lnTo>
                  <a:lnTo>
                    <a:pt x="950085" y="181894"/>
                  </a:lnTo>
                  <a:lnTo>
                    <a:pt x="972180" y="171233"/>
                  </a:lnTo>
                  <a:lnTo>
                    <a:pt x="994275" y="160894"/>
                  </a:lnTo>
                  <a:lnTo>
                    <a:pt x="1016370" y="150876"/>
                  </a:lnTo>
                  <a:lnTo>
                    <a:pt x="1038465" y="141181"/>
                  </a:lnTo>
                  <a:lnTo>
                    <a:pt x="1060560" y="131807"/>
                  </a:lnTo>
                  <a:lnTo>
                    <a:pt x="1082655" y="122756"/>
                  </a:lnTo>
                  <a:lnTo>
                    <a:pt x="1104750" y="114026"/>
                  </a:lnTo>
                  <a:lnTo>
                    <a:pt x="1126845" y="105618"/>
                  </a:lnTo>
                  <a:lnTo>
                    <a:pt x="1148940" y="97532"/>
                  </a:lnTo>
                  <a:lnTo>
                    <a:pt x="1171035" y="89768"/>
                  </a:lnTo>
                  <a:lnTo>
                    <a:pt x="1193130" y="82326"/>
                  </a:lnTo>
                  <a:lnTo>
                    <a:pt x="1215225" y="75205"/>
                  </a:lnTo>
                  <a:lnTo>
                    <a:pt x="1237320" y="68407"/>
                  </a:lnTo>
                  <a:lnTo>
                    <a:pt x="1259415" y="61931"/>
                  </a:lnTo>
                  <a:lnTo>
                    <a:pt x="1281510" y="55776"/>
                  </a:lnTo>
                  <a:lnTo>
                    <a:pt x="1303605" y="49943"/>
                  </a:lnTo>
                  <a:lnTo>
                    <a:pt x="1325700" y="44432"/>
                  </a:lnTo>
                  <a:lnTo>
                    <a:pt x="1347795" y="39244"/>
                  </a:lnTo>
                  <a:lnTo>
                    <a:pt x="1369890" y="34377"/>
                  </a:lnTo>
                  <a:lnTo>
                    <a:pt x="1391985" y="29831"/>
                  </a:lnTo>
                  <a:lnTo>
                    <a:pt x="1414080" y="25608"/>
                  </a:lnTo>
                  <a:lnTo>
                    <a:pt x="1436175" y="21707"/>
                  </a:lnTo>
                  <a:lnTo>
                    <a:pt x="1458270" y="18128"/>
                  </a:lnTo>
                  <a:lnTo>
                    <a:pt x="1480366" y="14870"/>
                  </a:lnTo>
                  <a:lnTo>
                    <a:pt x="1502461" y="11934"/>
                  </a:lnTo>
                  <a:lnTo>
                    <a:pt x="1524556" y="9321"/>
                  </a:lnTo>
                  <a:lnTo>
                    <a:pt x="1546651" y="7029"/>
                  </a:lnTo>
                  <a:lnTo>
                    <a:pt x="1568746" y="5059"/>
                  </a:lnTo>
                  <a:lnTo>
                    <a:pt x="1590841" y="3411"/>
                  </a:lnTo>
                  <a:lnTo>
                    <a:pt x="1612936" y="2085"/>
                  </a:lnTo>
                  <a:lnTo>
                    <a:pt x="1635031" y="1081"/>
                  </a:lnTo>
                  <a:lnTo>
                    <a:pt x="1657126" y="398"/>
                  </a:lnTo>
                  <a:lnTo>
                    <a:pt x="1679221" y="38"/>
                  </a:lnTo>
                  <a:lnTo>
                    <a:pt x="1701316" y="0"/>
                  </a:lnTo>
                  <a:lnTo>
                    <a:pt x="1723411" y="283"/>
                  </a:lnTo>
                  <a:lnTo>
                    <a:pt x="1745506" y="888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tx1959"/>
            <p:cNvSpPr/>
            <p:nvPr/>
          </p:nvSpPr>
          <p:spPr>
            <a:xfrm>
              <a:off x="5508677" y="263277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960" name="tx1960"/>
            <p:cNvSpPr/>
            <p:nvPr/>
          </p:nvSpPr>
          <p:spPr>
            <a:xfrm>
              <a:off x="5582423" y="260789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961" name="tx1961"/>
            <p:cNvSpPr/>
            <p:nvPr/>
          </p:nvSpPr>
          <p:spPr>
            <a:xfrm>
              <a:off x="5617032" y="269641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962" name="tx1962"/>
            <p:cNvSpPr/>
            <p:nvPr/>
          </p:nvSpPr>
          <p:spPr>
            <a:xfrm>
              <a:off x="5641384" y="266980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963" name="tx1963"/>
            <p:cNvSpPr/>
            <p:nvPr/>
          </p:nvSpPr>
          <p:spPr>
            <a:xfrm>
              <a:off x="5693300" y="269641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964" name="tx1964"/>
            <p:cNvSpPr/>
            <p:nvPr/>
          </p:nvSpPr>
          <p:spPr>
            <a:xfrm>
              <a:off x="5717652" y="263143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0.81</a:t>
              </a:r>
            </a:p>
          </p:txBody>
        </p:sp>
        <p:sp>
          <p:nvSpPr>
            <p:cNvPr id="1965" name="tx1965"/>
            <p:cNvSpPr/>
            <p:nvPr/>
          </p:nvSpPr>
          <p:spPr>
            <a:xfrm>
              <a:off x="5508677" y="2725769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966" name="tx1966"/>
            <p:cNvSpPr/>
            <p:nvPr/>
          </p:nvSpPr>
          <p:spPr>
            <a:xfrm>
              <a:off x="5582423" y="270088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967" name="tx1967"/>
            <p:cNvSpPr/>
            <p:nvPr/>
          </p:nvSpPr>
          <p:spPr>
            <a:xfrm>
              <a:off x="5617032" y="278940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968" name="tx1968"/>
            <p:cNvSpPr/>
            <p:nvPr/>
          </p:nvSpPr>
          <p:spPr>
            <a:xfrm>
              <a:off x="5641384" y="276279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969" name="tx1969"/>
            <p:cNvSpPr/>
            <p:nvPr/>
          </p:nvSpPr>
          <p:spPr>
            <a:xfrm>
              <a:off x="5693300" y="278940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970" name="tx1970"/>
            <p:cNvSpPr/>
            <p:nvPr/>
          </p:nvSpPr>
          <p:spPr>
            <a:xfrm>
              <a:off x="5717652" y="2724423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971" name="pl1971"/>
            <p:cNvSpPr/>
            <p:nvPr/>
          </p:nvSpPr>
          <p:spPr>
            <a:xfrm>
              <a:off x="5412674" y="621293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l1972"/>
            <p:cNvSpPr/>
            <p:nvPr/>
          </p:nvSpPr>
          <p:spPr>
            <a:xfrm>
              <a:off x="5412674" y="584717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l1973"/>
            <p:cNvSpPr/>
            <p:nvPr/>
          </p:nvSpPr>
          <p:spPr>
            <a:xfrm>
              <a:off x="5412674" y="548140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l1974"/>
            <p:cNvSpPr/>
            <p:nvPr/>
          </p:nvSpPr>
          <p:spPr>
            <a:xfrm>
              <a:off x="5412674" y="511564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l1975"/>
            <p:cNvSpPr/>
            <p:nvPr/>
          </p:nvSpPr>
          <p:spPr>
            <a:xfrm>
              <a:off x="5412674" y="474987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l1976"/>
            <p:cNvSpPr/>
            <p:nvPr/>
          </p:nvSpPr>
          <p:spPr>
            <a:xfrm>
              <a:off x="5681773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l1977"/>
            <p:cNvSpPr/>
            <p:nvPr/>
          </p:nvSpPr>
          <p:spPr>
            <a:xfrm>
              <a:off x="6045420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l1978"/>
            <p:cNvSpPr/>
            <p:nvPr/>
          </p:nvSpPr>
          <p:spPr>
            <a:xfrm>
              <a:off x="6409067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l1979"/>
            <p:cNvSpPr/>
            <p:nvPr/>
          </p:nvSpPr>
          <p:spPr>
            <a:xfrm>
              <a:off x="6772714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l1980"/>
            <p:cNvSpPr/>
            <p:nvPr/>
          </p:nvSpPr>
          <p:spPr>
            <a:xfrm>
              <a:off x="7136361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l1981"/>
            <p:cNvSpPr/>
            <p:nvPr/>
          </p:nvSpPr>
          <p:spPr>
            <a:xfrm>
              <a:off x="5412674" y="6395818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l1982"/>
            <p:cNvSpPr/>
            <p:nvPr/>
          </p:nvSpPr>
          <p:spPr>
            <a:xfrm>
              <a:off x="5412674" y="6030053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l1983"/>
            <p:cNvSpPr/>
            <p:nvPr/>
          </p:nvSpPr>
          <p:spPr>
            <a:xfrm>
              <a:off x="5412674" y="566428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l1984"/>
            <p:cNvSpPr/>
            <p:nvPr/>
          </p:nvSpPr>
          <p:spPr>
            <a:xfrm>
              <a:off x="5412674" y="5298524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l1985"/>
            <p:cNvSpPr/>
            <p:nvPr/>
          </p:nvSpPr>
          <p:spPr>
            <a:xfrm>
              <a:off x="5412674" y="493275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l1986"/>
            <p:cNvSpPr/>
            <p:nvPr/>
          </p:nvSpPr>
          <p:spPr>
            <a:xfrm>
              <a:off x="5499949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l1987"/>
            <p:cNvSpPr/>
            <p:nvPr/>
          </p:nvSpPr>
          <p:spPr>
            <a:xfrm>
              <a:off x="5863596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l1988"/>
            <p:cNvSpPr/>
            <p:nvPr/>
          </p:nvSpPr>
          <p:spPr>
            <a:xfrm>
              <a:off x="6227243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l1989"/>
            <p:cNvSpPr/>
            <p:nvPr/>
          </p:nvSpPr>
          <p:spPr>
            <a:xfrm>
              <a:off x="6590890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l1990"/>
            <p:cNvSpPr/>
            <p:nvPr/>
          </p:nvSpPr>
          <p:spPr>
            <a:xfrm>
              <a:off x="6954538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l1991"/>
            <p:cNvSpPr/>
            <p:nvPr/>
          </p:nvSpPr>
          <p:spPr>
            <a:xfrm>
              <a:off x="7318185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6063734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6354651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6063734" y="55243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6209193" y="54511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7081946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6354651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6063734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6063734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5772816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5627357" y="5743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6354651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5918275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6063734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6209193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5918275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6354651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6500110" y="5902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7227405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6354651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606373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635465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5772816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6500110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6500110" y="53414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5481898" y="5975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6209193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5772816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6354651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5772816" y="59510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5627357" y="6036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5918275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5481898" y="6353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6063734" y="54023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5481898" y="578035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6209193" y="55243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635465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5481898" y="63289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6209193" y="5512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5481898" y="63046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5918275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6209193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5481898" y="6060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5481898" y="6060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5918275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5918275" y="576816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5627357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7227405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7081946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5772816" y="608515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6354651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6645569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6936487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693648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6209193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6209193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606373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6791028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693648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6791028" y="53048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562735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5918275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6500110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5481898" y="629242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7227405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5918275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6791028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577281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6500110" y="54145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5918275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5918275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606373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6209193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606373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606373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6209193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606373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5918275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606373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5918275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693648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5918275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6500110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6936487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7081946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5918275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5772816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6209193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6354651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577281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6209193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606373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577281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6209193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6791028" y="53414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5481898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562735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562735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5918275" y="5597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5772816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5918275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6063734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5918275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5918275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6791028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5918275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5918275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6209193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606373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6063734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6063734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5918275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5918275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606373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6209193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6354651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6791028" y="52195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6354651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6500110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6645569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6645569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562735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6209193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6209193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6354651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6209193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6354651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6354651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5627357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562735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562735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562735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562735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5772816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5772816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562735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562735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562735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6500110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6500110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6500110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5918275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5772816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5772816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562735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606373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606373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5918275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6209193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7227405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635465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577281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5918275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562735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5918275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577281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577281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5918275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635465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6645569" y="52682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577281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6063734" y="53780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5772816" y="59510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562735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5918275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577281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6500110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562735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5772816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562735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5918275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6063734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606373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5627357" y="578035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562735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5772816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6209193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6354651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606373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5772816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6209193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5481898" y="63046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562735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5772816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5627357" y="57071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5918275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6209193" y="54023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6063734" y="55243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6063734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577281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562735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577281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606373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606373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5481898" y="5975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5627357" y="60120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5627357" y="60120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5627357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5481898" y="608515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5772816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5772816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5918275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5918275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5772816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6063734" y="556089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577281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6209193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5918275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577281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5772816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5772816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577281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606373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6354651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562735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577281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5918275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6063734" y="54145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635465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562735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562735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6209193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606373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562735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577281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562735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562735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606373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6354651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5918275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6209193" y="53780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6209193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6209193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5627357" y="6194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5627357" y="61583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5627357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5627357" y="61583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5627357" y="62192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5772816" y="6121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5918275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5918275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6354651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562735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6354651" y="52317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577281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577281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5918275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5481898" y="608515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5627357" y="59510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6063734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5918275" y="5585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5918275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562735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5918275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562735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562735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6063734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5481898" y="5975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562735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577281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577281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577281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606373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5481898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577281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577281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577281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5918275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606373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6354651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562735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606373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5772816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635465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635465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6500110" y="52682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5627357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5918275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5772816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6063734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6209193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6063734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6063734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6354651" y="53048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5772816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577281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606373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635465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6354651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577281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5772816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5772816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5918275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5772816" y="5597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5918275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606373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562735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5918275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635465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5918275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5772816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6209193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5918275" y="58778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6645569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5627357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606373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5772816" y="576816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5772816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5772816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606373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6209193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5918275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6354651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6354651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5481898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606373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635465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6209193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5481898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606373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606373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635465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6354651" y="53780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5627357" y="57071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5481898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5918275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6209193" y="53414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6791028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6209193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606373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5481898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577281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5918275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562735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562735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577281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577281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5627357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6063734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5918275" y="5597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635465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6354651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6500110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5772816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562735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562735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562735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5772816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6500110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7227405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6063734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6209193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5918275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606373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6500110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7081946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6209193" y="54023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6500110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7081946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6354651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635465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606373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5627357" y="5890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5627357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5772816" y="5902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6209193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6354651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6500110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6500110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635465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5772816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5772816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5918275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5772816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5772816" y="57071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6936487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6791028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5772816" y="5585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6209193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5918275" y="54145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6209193" y="556089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6500110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577281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6354651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5918275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577281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577281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562735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5918275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5772816" y="5585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6209193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5772816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5772816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5918275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5772816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562735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6209193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5627357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5627357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6063734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5627357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5772816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562735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562735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5627357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5918275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6645569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5481898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562735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5772816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5772816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5627357" y="5743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5627357" y="584131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5918275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6209193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5627357" y="62680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5627357" y="6194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5918275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6645569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5918275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5772816" y="5512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5772816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6500110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5918275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6063734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6354651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5627357" y="58778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606373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6063734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562735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5772816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562735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5481898" y="618269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6209193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5772816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5772816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5918275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6645569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6645569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5918275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6063734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6791028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5918275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5772816" y="584131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6063734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562735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5918275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5627357" y="58778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5627357" y="592665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5627357" y="5963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6936487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5772816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5627357" y="61705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6354651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6354651" y="5512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5627357" y="585350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6063734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6354651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6645569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7227405" y="51341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6063734" y="54145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5918275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5627357" y="60973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5772816" y="57315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6354651" y="54633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5772816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606373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5918275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6209193" y="54999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5627357" y="599981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5772816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5918275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6500110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5481898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5772816" y="584131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6354651" y="52804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5481898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5627357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5627357" y="58778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5481898" y="6341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5481898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5627357" y="6268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5772816" y="576816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6354651" y="55243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606373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6791028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5772816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5627357" y="60120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5772816" y="57315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6063734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577281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6500110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6209193" y="584131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5772816" y="607296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6063734" y="578035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6063734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5918275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606373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5918275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5627357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6500110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562735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5918275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5481898" y="624365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5627357" y="58169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t2712"/>
            <p:cNvSpPr/>
            <p:nvPr/>
          </p:nvSpPr>
          <p:spPr>
            <a:xfrm>
              <a:off x="5481898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t2713"/>
            <p:cNvSpPr/>
            <p:nvPr/>
          </p:nvSpPr>
          <p:spPr>
            <a:xfrm>
              <a:off x="5772816" y="578035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t2714"/>
            <p:cNvSpPr/>
            <p:nvPr/>
          </p:nvSpPr>
          <p:spPr>
            <a:xfrm>
              <a:off x="6063734" y="55974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t2715"/>
            <p:cNvSpPr/>
            <p:nvPr/>
          </p:nvSpPr>
          <p:spPr>
            <a:xfrm>
              <a:off x="5627357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t2716"/>
            <p:cNvSpPr/>
            <p:nvPr/>
          </p:nvSpPr>
          <p:spPr>
            <a:xfrm>
              <a:off x="6354651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t2717"/>
            <p:cNvSpPr/>
            <p:nvPr/>
          </p:nvSpPr>
          <p:spPr>
            <a:xfrm>
              <a:off x="5772816" y="60363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t2718"/>
            <p:cNvSpPr/>
            <p:nvPr/>
          </p:nvSpPr>
          <p:spPr>
            <a:xfrm>
              <a:off x="5918275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t2719"/>
            <p:cNvSpPr/>
            <p:nvPr/>
          </p:nvSpPr>
          <p:spPr>
            <a:xfrm>
              <a:off x="6063734" y="54633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t2720"/>
            <p:cNvSpPr/>
            <p:nvPr/>
          </p:nvSpPr>
          <p:spPr>
            <a:xfrm>
              <a:off x="5918275" y="57437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t2721"/>
            <p:cNvSpPr/>
            <p:nvPr/>
          </p:nvSpPr>
          <p:spPr>
            <a:xfrm>
              <a:off x="5772816" y="592665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t2722"/>
            <p:cNvSpPr/>
            <p:nvPr/>
          </p:nvSpPr>
          <p:spPr>
            <a:xfrm>
              <a:off x="5772816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t2723"/>
            <p:cNvSpPr/>
            <p:nvPr/>
          </p:nvSpPr>
          <p:spPr>
            <a:xfrm>
              <a:off x="5918275" y="53048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t2724"/>
            <p:cNvSpPr/>
            <p:nvPr/>
          </p:nvSpPr>
          <p:spPr>
            <a:xfrm>
              <a:off x="6209193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t2725"/>
            <p:cNvSpPr/>
            <p:nvPr/>
          </p:nvSpPr>
          <p:spPr>
            <a:xfrm>
              <a:off x="5772816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t2726"/>
            <p:cNvSpPr/>
            <p:nvPr/>
          </p:nvSpPr>
          <p:spPr>
            <a:xfrm>
              <a:off x="5481898" y="59632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t2727"/>
            <p:cNvSpPr/>
            <p:nvPr/>
          </p:nvSpPr>
          <p:spPr>
            <a:xfrm>
              <a:off x="5772816" y="607296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t2728"/>
            <p:cNvSpPr/>
            <p:nvPr/>
          </p:nvSpPr>
          <p:spPr>
            <a:xfrm>
              <a:off x="5481898" y="63289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t2729"/>
            <p:cNvSpPr/>
            <p:nvPr/>
          </p:nvSpPr>
          <p:spPr>
            <a:xfrm>
              <a:off x="6063734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t2730"/>
            <p:cNvSpPr/>
            <p:nvPr/>
          </p:nvSpPr>
          <p:spPr>
            <a:xfrm>
              <a:off x="5772816" y="6133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6063734" y="53292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5918275" y="56584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6354651" y="52926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5918275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6209193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5481898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5772816" y="57071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6500110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5627357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5481898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5481898" y="6207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6936487" y="51707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6209193" y="54145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562735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5627357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5918275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5918275" y="6207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6063734" y="584131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5772816" y="59510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6209193" y="54389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5772816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7081946" y="51707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6500110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7227405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5481898" y="61765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5772816" y="54999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6063734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5481898" y="61583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6209193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562735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5772816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6063734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5772816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577281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5481898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6063734" y="54633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6063734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6354651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6209193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562735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5481898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6063734" y="53170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5772816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6063734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5918275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5481898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5481898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5481898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5481898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5918275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5481898" y="60120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5772816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5918275" y="56340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5772816" y="5914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6063734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5481898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5481898" y="624365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5481898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5627357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5481898" y="63289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5481898" y="62558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5627357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6063734" y="60120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5481898" y="62314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6063734" y="5512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562735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5481898" y="62314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5627357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5627357" y="5914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5772816" y="58047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577281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6063734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5918275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5481898" y="629242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5627357" y="62314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6645569" y="53658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5481898" y="6121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5772816" y="59510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6209193" y="5585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562735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6354651" y="53658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5627357" y="621927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5481898" y="61583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5918275" y="592665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5772816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577281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5772816" y="58047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6791028" y="51707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6500110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5772816" y="5670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5918275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5772816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6063734" y="54389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5772816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5918275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5772816" y="608515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5918275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6209193" y="5512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562735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6209193" y="5670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5481898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5772816" y="57071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577281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6936487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5772816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5627357" y="60241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6209193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577281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5918275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5481898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6209193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6063734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5918275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5772816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5918275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577281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6209193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577281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6209193" y="54389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t2859"/>
            <p:cNvSpPr/>
            <p:nvPr/>
          </p:nvSpPr>
          <p:spPr>
            <a:xfrm>
              <a:off x="5918275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t2860"/>
            <p:cNvSpPr/>
            <p:nvPr/>
          </p:nvSpPr>
          <p:spPr>
            <a:xfrm>
              <a:off x="6063734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t2861"/>
            <p:cNvSpPr/>
            <p:nvPr/>
          </p:nvSpPr>
          <p:spPr>
            <a:xfrm>
              <a:off x="5918275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t2862"/>
            <p:cNvSpPr/>
            <p:nvPr/>
          </p:nvSpPr>
          <p:spPr>
            <a:xfrm>
              <a:off x="577281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t2863"/>
            <p:cNvSpPr/>
            <p:nvPr/>
          </p:nvSpPr>
          <p:spPr>
            <a:xfrm>
              <a:off x="5772816" y="585350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t2864"/>
            <p:cNvSpPr/>
            <p:nvPr/>
          </p:nvSpPr>
          <p:spPr>
            <a:xfrm>
              <a:off x="577281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t2865"/>
            <p:cNvSpPr/>
            <p:nvPr/>
          </p:nvSpPr>
          <p:spPr>
            <a:xfrm>
              <a:off x="5772816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t2866"/>
            <p:cNvSpPr/>
            <p:nvPr/>
          </p:nvSpPr>
          <p:spPr>
            <a:xfrm>
              <a:off x="562735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t2867"/>
            <p:cNvSpPr/>
            <p:nvPr/>
          </p:nvSpPr>
          <p:spPr>
            <a:xfrm>
              <a:off x="5627357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t2868"/>
            <p:cNvSpPr/>
            <p:nvPr/>
          </p:nvSpPr>
          <p:spPr>
            <a:xfrm>
              <a:off x="5481898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t2869"/>
            <p:cNvSpPr/>
            <p:nvPr/>
          </p:nvSpPr>
          <p:spPr>
            <a:xfrm>
              <a:off x="5772816" y="59632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t2870"/>
            <p:cNvSpPr/>
            <p:nvPr/>
          </p:nvSpPr>
          <p:spPr>
            <a:xfrm>
              <a:off x="6645569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t2871"/>
            <p:cNvSpPr/>
            <p:nvPr/>
          </p:nvSpPr>
          <p:spPr>
            <a:xfrm>
              <a:off x="5918275" y="56340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t2872"/>
            <p:cNvSpPr/>
            <p:nvPr/>
          </p:nvSpPr>
          <p:spPr>
            <a:xfrm>
              <a:off x="5481898" y="6268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t2873"/>
            <p:cNvSpPr/>
            <p:nvPr/>
          </p:nvSpPr>
          <p:spPr>
            <a:xfrm>
              <a:off x="5918275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t2874"/>
            <p:cNvSpPr/>
            <p:nvPr/>
          </p:nvSpPr>
          <p:spPr>
            <a:xfrm>
              <a:off x="6063734" y="554870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t2875"/>
            <p:cNvSpPr/>
            <p:nvPr/>
          </p:nvSpPr>
          <p:spPr>
            <a:xfrm>
              <a:off x="5627357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t2876"/>
            <p:cNvSpPr/>
            <p:nvPr/>
          </p:nvSpPr>
          <p:spPr>
            <a:xfrm>
              <a:off x="5481898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t2877"/>
            <p:cNvSpPr/>
            <p:nvPr/>
          </p:nvSpPr>
          <p:spPr>
            <a:xfrm>
              <a:off x="5627357" y="621927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t2878"/>
            <p:cNvSpPr/>
            <p:nvPr/>
          </p:nvSpPr>
          <p:spPr>
            <a:xfrm>
              <a:off x="5481898" y="6341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t2879"/>
            <p:cNvSpPr/>
            <p:nvPr/>
          </p:nvSpPr>
          <p:spPr>
            <a:xfrm>
              <a:off x="5627357" y="6121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t2880"/>
            <p:cNvSpPr/>
            <p:nvPr/>
          </p:nvSpPr>
          <p:spPr>
            <a:xfrm>
              <a:off x="5772816" y="58047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t2881"/>
            <p:cNvSpPr/>
            <p:nvPr/>
          </p:nvSpPr>
          <p:spPr>
            <a:xfrm>
              <a:off x="5627357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t2882"/>
            <p:cNvSpPr/>
            <p:nvPr/>
          </p:nvSpPr>
          <p:spPr>
            <a:xfrm>
              <a:off x="5481898" y="618269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t2883"/>
            <p:cNvSpPr/>
            <p:nvPr/>
          </p:nvSpPr>
          <p:spPr>
            <a:xfrm>
              <a:off x="6063734" y="554870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t2884"/>
            <p:cNvSpPr/>
            <p:nvPr/>
          </p:nvSpPr>
          <p:spPr>
            <a:xfrm>
              <a:off x="7081946" y="51341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t2885"/>
            <p:cNvSpPr/>
            <p:nvPr/>
          </p:nvSpPr>
          <p:spPr>
            <a:xfrm>
              <a:off x="5481898" y="6207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t2886"/>
            <p:cNvSpPr/>
            <p:nvPr/>
          </p:nvSpPr>
          <p:spPr>
            <a:xfrm>
              <a:off x="6063734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t2887"/>
            <p:cNvSpPr/>
            <p:nvPr/>
          </p:nvSpPr>
          <p:spPr>
            <a:xfrm>
              <a:off x="6063734" y="56340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t2888"/>
            <p:cNvSpPr/>
            <p:nvPr/>
          </p:nvSpPr>
          <p:spPr>
            <a:xfrm>
              <a:off x="577281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t2889"/>
            <p:cNvSpPr/>
            <p:nvPr/>
          </p:nvSpPr>
          <p:spPr>
            <a:xfrm>
              <a:off x="5772816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t2890"/>
            <p:cNvSpPr/>
            <p:nvPr/>
          </p:nvSpPr>
          <p:spPr>
            <a:xfrm>
              <a:off x="5481898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t2891"/>
            <p:cNvSpPr/>
            <p:nvPr/>
          </p:nvSpPr>
          <p:spPr>
            <a:xfrm>
              <a:off x="6063734" y="554870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t2892"/>
            <p:cNvSpPr/>
            <p:nvPr/>
          </p:nvSpPr>
          <p:spPr>
            <a:xfrm>
              <a:off x="6209193" y="54999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t2893"/>
            <p:cNvSpPr/>
            <p:nvPr/>
          </p:nvSpPr>
          <p:spPr>
            <a:xfrm>
              <a:off x="5481898" y="6133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t2894"/>
            <p:cNvSpPr/>
            <p:nvPr/>
          </p:nvSpPr>
          <p:spPr>
            <a:xfrm>
              <a:off x="5918275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t2895"/>
            <p:cNvSpPr/>
            <p:nvPr/>
          </p:nvSpPr>
          <p:spPr>
            <a:xfrm>
              <a:off x="5772816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t2896"/>
            <p:cNvSpPr/>
            <p:nvPr/>
          </p:nvSpPr>
          <p:spPr>
            <a:xfrm>
              <a:off x="6354651" y="53048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t2897"/>
            <p:cNvSpPr/>
            <p:nvPr/>
          </p:nvSpPr>
          <p:spPr>
            <a:xfrm>
              <a:off x="606373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t2898"/>
            <p:cNvSpPr/>
            <p:nvPr/>
          </p:nvSpPr>
          <p:spPr>
            <a:xfrm>
              <a:off x="5918275" y="5890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t2899"/>
            <p:cNvSpPr/>
            <p:nvPr/>
          </p:nvSpPr>
          <p:spPr>
            <a:xfrm>
              <a:off x="6936487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t2900"/>
            <p:cNvSpPr/>
            <p:nvPr/>
          </p:nvSpPr>
          <p:spPr>
            <a:xfrm>
              <a:off x="5627357" y="5987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t2901"/>
            <p:cNvSpPr/>
            <p:nvPr/>
          </p:nvSpPr>
          <p:spPr>
            <a:xfrm>
              <a:off x="562735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t2902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562735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t2904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5481898" y="6133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t2906"/>
            <p:cNvSpPr/>
            <p:nvPr/>
          </p:nvSpPr>
          <p:spPr>
            <a:xfrm>
              <a:off x="5481898" y="618269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5481898" y="631680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t2908"/>
            <p:cNvSpPr/>
            <p:nvPr/>
          </p:nvSpPr>
          <p:spPr>
            <a:xfrm>
              <a:off x="5481898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t2909"/>
            <p:cNvSpPr/>
            <p:nvPr/>
          </p:nvSpPr>
          <p:spPr>
            <a:xfrm>
              <a:off x="5627357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t2910"/>
            <p:cNvSpPr/>
            <p:nvPr/>
          </p:nvSpPr>
          <p:spPr>
            <a:xfrm>
              <a:off x="5918275" y="57315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t2911"/>
            <p:cNvSpPr/>
            <p:nvPr/>
          </p:nvSpPr>
          <p:spPr>
            <a:xfrm>
              <a:off x="6063734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t2912"/>
            <p:cNvSpPr/>
            <p:nvPr/>
          </p:nvSpPr>
          <p:spPr>
            <a:xfrm>
              <a:off x="5481898" y="5987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t2913"/>
            <p:cNvSpPr/>
            <p:nvPr/>
          </p:nvSpPr>
          <p:spPr>
            <a:xfrm>
              <a:off x="5772816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t2914"/>
            <p:cNvSpPr/>
            <p:nvPr/>
          </p:nvSpPr>
          <p:spPr>
            <a:xfrm>
              <a:off x="5918275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t2915"/>
            <p:cNvSpPr/>
            <p:nvPr/>
          </p:nvSpPr>
          <p:spPr>
            <a:xfrm>
              <a:off x="5627357" y="61583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t2916"/>
            <p:cNvSpPr/>
            <p:nvPr/>
          </p:nvSpPr>
          <p:spPr>
            <a:xfrm>
              <a:off x="562735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562735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5627357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5481898" y="6365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6791028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6645569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6500110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6209193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6209193" y="5512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5481898" y="6341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5918275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5918275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5627357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5772816" y="58778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5481898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5627357" y="60241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5481898" y="6280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5918275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5918275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5481898" y="621927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5627357" y="59510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g2937"/>
            <p:cNvSpPr/>
            <p:nvPr/>
          </p:nvSpPr>
          <p:spPr>
            <a:xfrm>
              <a:off x="5499949" y="5082691"/>
              <a:ext cx="1745506" cy="1155149"/>
            </a:xfrm>
            <a:custGeom>
              <a:avLst/>
              <a:pathLst>
                <a:path w="1745506" h="1155149">
                  <a:moveTo>
                    <a:pt x="0" y="1085832"/>
                  </a:moveTo>
                  <a:lnTo>
                    <a:pt x="22095" y="1061759"/>
                  </a:lnTo>
                  <a:lnTo>
                    <a:pt x="44190" y="1037877"/>
                  </a:lnTo>
                  <a:lnTo>
                    <a:pt x="66285" y="1014177"/>
                  </a:lnTo>
                  <a:lnTo>
                    <a:pt x="88380" y="990648"/>
                  </a:lnTo>
                  <a:lnTo>
                    <a:pt x="110475" y="967281"/>
                  </a:lnTo>
                  <a:lnTo>
                    <a:pt x="132570" y="944068"/>
                  </a:lnTo>
                  <a:lnTo>
                    <a:pt x="154665" y="921001"/>
                  </a:lnTo>
                  <a:lnTo>
                    <a:pt x="176760" y="898074"/>
                  </a:lnTo>
                  <a:lnTo>
                    <a:pt x="198855" y="875287"/>
                  </a:lnTo>
                  <a:lnTo>
                    <a:pt x="220950" y="852644"/>
                  </a:lnTo>
                  <a:lnTo>
                    <a:pt x="243045" y="830154"/>
                  </a:lnTo>
                  <a:lnTo>
                    <a:pt x="265140" y="807833"/>
                  </a:lnTo>
                  <a:lnTo>
                    <a:pt x="287235" y="785697"/>
                  </a:lnTo>
                  <a:lnTo>
                    <a:pt x="309330" y="763769"/>
                  </a:lnTo>
                  <a:lnTo>
                    <a:pt x="331425" y="742072"/>
                  </a:lnTo>
                  <a:lnTo>
                    <a:pt x="353520" y="720627"/>
                  </a:lnTo>
                  <a:lnTo>
                    <a:pt x="375615" y="699456"/>
                  </a:lnTo>
                  <a:lnTo>
                    <a:pt x="397710" y="678579"/>
                  </a:lnTo>
                  <a:lnTo>
                    <a:pt x="419805" y="658012"/>
                  </a:lnTo>
                  <a:lnTo>
                    <a:pt x="441900" y="637770"/>
                  </a:lnTo>
                  <a:lnTo>
                    <a:pt x="463995" y="617865"/>
                  </a:lnTo>
                  <a:lnTo>
                    <a:pt x="486090" y="598306"/>
                  </a:lnTo>
                  <a:lnTo>
                    <a:pt x="508185" y="579103"/>
                  </a:lnTo>
                  <a:lnTo>
                    <a:pt x="530280" y="560261"/>
                  </a:lnTo>
                  <a:lnTo>
                    <a:pt x="552375" y="541786"/>
                  </a:lnTo>
                  <a:lnTo>
                    <a:pt x="574470" y="523681"/>
                  </a:lnTo>
                  <a:lnTo>
                    <a:pt x="596565" y="505948"/>
                  </a:lnTo>
                  <a:lnTo>
                    <a:pt x="618660" y="488589"/>
                  </a:lnTo>
                  <a:lnTo>
                    <a:pt x="640755" y="471605"/>
                  </a:lnTo>
                  <a:lnTo>
                    <a:pt x="662850" y="454995"/>
                  </a:lnTo>
                  <a:lnTo>
                    <a:pt x="684945" y="438758"/>
                  </a:lnTo>
                  <a:lnTo>
                    <a:pt x="707040" y="422893"/>
                  </a:lnTo>
                  <a:lnTo>
                    <a:pt x="729135" y="407395"/>
                  </a:lnTo>
                  <a:lnTo>
                    <a:pt x="751230" y="392264"/>
                  </a:lnTo>
                  <a:lnTo>
                    <a:pt x="773325" y="377494"/>
                  </a:lnTo>
                  <a:lnTo>
                    <a:pt x="795420" y="363081"/>
                  </a:lnTo>
                  <a:lnTo>
                    <a:pt x="817515" y="349019"/>
                  </a:lnTo>
                  <a:lnTo>
                    <a:pt x="839610" y="335304"/>
                  </a:lnTo>
                  <a:lnTo>
                    <a:pt x="861705" y="321928"/>
                  </a:lnTo>
                  <a:lnTo>
                    <a:pt x="883800" y="308884"/>
                  </a:lnTo>
                  <a:lnTo>
                    <a:pt x="905895" y="296165"/>
                  </a:lnTo>
                  <a:lnTo>
                    <a:pt x="927990" y="283764"/>
                  </a:lnTo>
                  <a:lnTo>
                    <a:pt x="950085" y="271671"/>
                  </a:lnTo>
                  <a:lnTo>
                    <a:pt x="972180" y="259878"/>
                  </a:lnTo>
                  <a:lnTo>
                    <a:pt x="994275" y="248376"/>
                  </a:lnTo>
                  <a:lnTo>
                    <a:pt x="1016370" y="237157"/>
                  </a:lnTo>
                  <a:lnTo>
                    <a:pt x="1038465" y="226213"/>
                  </a:lnTo>
                  <a:lnTo>
                    <a:pt x="1060560" y="215534"/>
                  </a:lnTo>
                  <a:lnTo>
                    <a:pt x="1082655" y="205114"/>
                  </a:lnTo>
                  <a:lnTo>
                    <a:pt x="1104750" y="194944"/>
                  </a:lnTo>
                  <a:lnTo>
                    <a:pt x="1126845" y="185019"/>
                  </a:lnTo>
                  <a:lnTo>
                    <a:pt x="1148940" y="175334"/>
                  </a:lnTo>
                  <a:lnTo>
                    <a:pt x="1171035" y="165882"/>
                  </a:lnTo>
                  <a:lnTo>
                    <a:pt x="1193130" y="156661"/>
                  </a:lnTo>
                  <a:lnTo>
                    <a:pt x="1215225" y="147667"/>
                  </a:lnTo>
                  <a:lnTo>
                    <a:pt x="1237320" y="138898"/>
                  </a:lnTo>
                  <a:lnTo>
                    <a:pt x="1259415" y="130352"/>
                  </a:lnTo>
                  <a:lnTo>
                    <a:pt x="1281510" y="122029"/>
                  </a:lnTo>
                  <a:lnTo>
                    <a:pt x="1303605" y="113928"/>
                  </a:lnTo>
                  <a:lnTo>
                    <a:pt x="1325700" y="106049"/>
                  </a:lnTo>
                  <a:lnTo>
                    <a:pt x="1347795" y="98392"/>
                  </a:lnTo>
                  <a:lnTo>
                    <a:pt x="1369890" y="90959"/>
                  </a:lnTo>
                  <a:lnTo>
                    <a:pt x="1391985" y="83750"/>
                  </a:lnTo>
                  <a:lnTo>
                    <a:pt x="1414080" y="76767"/>
                  </a:lnTo>
                  <a:lnTo>
                    <a:pt x="1436175" y="70011"/>
                  </a:lnTo>
                  <a:lnTo>
                    <a:pt x="1458270" y="63483"/>
                  </a:lnTo>
                  <a:lnTo>
                    <a:pt x="1480366" y="57186"/>
                  </a:lnTo>
                  <a:lnTo>
                    <a:pt x="1502461" y="51119"/>
                  </a:lnTo>
                  <a:lnTo>
                    <a:pt x="1524556" y="45284"/>
                  </a:lnTo>
                  <a:lnTo>
                    <a:pt x="1546651" y="39684"/>
                  </a:lnTo>
                  <a:lnTo>
                    <a:pt x="1568746" y="34319"/>
                  </a:lnTo>
                  <a:lnTo>
                    <a:pt x="1590841" y="29190"/>
                  </a:lnTo>
                  <a:lnTo>
                    <a:pt x="1612936" y="24299"/>
                  </a:lnTo>
                  <a:lnTo>
                    <a:pt x="1635031" y="19646"/>
                  </a:lnTo>
                  <a:lnTo>
                    <a:pt x="1657126" y="15233"/>
                  </a:lnTo>
                  <a:lnTo>
                    <a:pt x="1679221" y="11062"/>
                  </a:lnTo>
                  <a:lnTo>
                    <a:pt x="1701316" y="7131"/>
                  </a:lnTo>
                  <a:lnTo>
                    <a:pt x="1723411" y="3444"/>
                  </a:lnTo>
                  <a:lnTo>
                    <a:pt x="1745506" y="0"/>
                  </a:lnTo>
                  <a:lnTo>
                    <a:pt x="1745506" y="227381"/>
                  </a:lnTo>
                  <a:lnTo>
                    <a:pt x="1723411" y="222357"/>
                  </a:lnTo>
                  <a:lnTo>
                    <a:pt x="1701316" y="217785"/>
                  </a:lnTo>
                  <a:lnTo>
                    <a:pt x="1679221" y="213664"/>
                  </a:lnTo>
                  <a:lnTo>
                    <a:pt x="1657126" y="209995"/>
                  </a:lnTo>
                  <a:lnTo>
                    <a:pt x="1635031" y="206780"/>
                  </a:lnTo>
                  <a:lnTo>
                    <a:pt x="1612936" y="204019"/>
                  </a:lnTo>
                  <a:lnTo>
                    <a:pt x="1590841" y="201713"/>
                  </a:lnTo>
                  <a:lnTo>
                    <a:pt x="1568746" y="199863"/>
                  </a:lnTo>
                  <a:lnTo>
                    <a:pt x="1546651" y="198471"/>
                  </a:lnTo>
                  <a:lnTo>
                    <a:pt x="1524556" y="197539"/>
                  </a:lnTo>
                  <a:lnTo>
                    <a:pt x="1502461" y="197066"/>
                  </a:lnTo>
                  <a:lnTo>
                    <a:pt x="1480366" y="197054"/>
                  </a:lnTo>
                  <a:lnTo>
                    <a:pt x="1458270" y="197506"/>
                  </a:lnTo>
                  <a:lnTo>
                    <a:pt x="1436175" y="198422"/>
                  </a:lnTo>
                  <a:lnTo>
                    <a:pt x="1414080" y="199804"/>
                  </a:lnTo>
                  <a:lnTo>
                    <a:pt x="1391985" y="201652"/>
                  </a:lnTo>
                  <a:lnTo>
                    <a:pt x="1369890" y="203969"/>
                  </a:lnTo>
                  <a:lnTo>
                    <a:pt x="1347795" y="206756"/>
                  </a:lnTo>
                  <a:lnTo>
                    <a:pt x="1325700" y="210013"/>
                  </a:lnTo>
                  <a:lnTo>
                    <a:pt x="1303605" y="213742"/>
                  </a:lnTo>
                  <a:lnTo>
                    <a:pt x="1281510" y="217943"/>
                  </a:lnTo>
                  <a:lnTo>
                    <a:pt x="1259415" y="222615"/>
                  </a:lnTo>
                  <a:lnTo>
                    <a:pt x="1237320" y="227759"/>
                  </a:lnTo>
                  <a:lnTo>
                    <a:pt x="1215225" y="233374"/>
                  </a:lnTo>
                  <a:lnTo>
                    <a:pt x="1193130" y="239458"/>
                  </a:lnTo>
                  <a:lnTo>
                    <a:pt x="1171035" y="246009"/>
                  </a:lnTo>
                  <a:lnTo>
                    <a:pt x="1148940" y="253024"/>
                  </a:lnTo>
                  <a:lnTo>
                    <a:pt x="1126845" y="260498"/>
                  </a:lnTo>
                  <a:lnTo>
                    <a:pt x="1104750" y="268428"/>
                  </a:lnTo>
                  <a:lnTo>
                    <a:pt x="1082655" y="276807"/>
                  </a:lnTo>
                  <a:lnTo>
                    <a:pt x="1060560" y="285629"/>
                  </a:lnTo>
                  <a:lnTo>
                    <a:pt x="1038465" y="294886"/>
                  </a:lnTo>
                  <a:lnTo>
                    <a:pt x="1016370" y="304572"/>
                  </a:lnTo>
                  <a:lnTo>
                    <a:pt x="994275" y="314677"/>
                  </a:lnTo>
                  <a:lnTo>
                    <a:pt x="972180" y="325194"/>
                  </a:lnTo>
                  <a:lnTo>
                    <a:pt x="950085" y="336114"/>
                  </a:lnTo>
                  <a:lnTo>
                    <a:pt x="927990" y="347427"/>
                  </a:lnTo>
                  <a:lnTo>
                    <a:pt x="905895" y="359126"/>
                  </a:lnTo>
                  <a:lnTo>
                    <a:pt x="883800" y="371202"/>
                  </a:lnTo>
                  <a:lnTo>
                    <a:pt x="861705" y="383647"/>
                  </a:lnTo>
                  <a:lnTo>
                    <a:pt x="839610" y="396454"/>
                  </a:lnTo>
                  <a:lnTo>
                    <a:pt x="817515" y="409615"/>
                  </a:lnTo>
                  <a:lnTo>
                    <a:pt x="795420" y="423124"/>
                  </a:lnTo>
                  <a:lnTo>
                    <a:pt x="773325" y="436976"/>
                  </a:lnTo>
                  <a:lnTo>
                    <a:pt x="751230" y="451165"/>
                  </a:lnTo>
                  <a:lnTo>
                    <a:pt x="729135" y="465686"/>
                  </a:lnTo>
                  <a:lnTo>
                    <a:pt x="707040" y="480536"/>
                  </a:lnTo>
                  <a:lnTo>
                    <a:pt x="684945" y="495711"/>
                  </a:lnTo>
                  <a:lnTo>
                    <a:pt x="662850" y="511209"/>
                  </a:lnTo>
                  <a:lnTo>
                    <a:pt x="640755" y="527028"/>
                  </a:lnTo>
                  <a:lnTo>
                    <a:pt x="618660" y="543167"/>
                  </a:lnTo>
                  <a:lnTo>
                    <a:pt x="596565" y="559625"/>
                  </a:lnTo>
                  <a:lnTo>
                    <a:pt x="574470" y="576403"/>
                  </a:lnTo>
                  <a:lnTo>
                    <a:pt x="552375" y="593503"/>
                  </a:lnTo>
                  <a:lnTo>
                    <a:pt x="530280" y="610927"/>
                  </a:lnTo>
                  <a:lnTo>
                    <a:pt x="508185" y="628679"/>
                  </a:lnTo>
                  <a:lnTo>
                    <a:pt x="486090" y="646763"/>
                  </a:lnTo>
                  <a:lnTo>
                    <a:pt x="463995" y="665186"/>
                  </a:lnTo>
                  <a:lnTo>
                    <a:pt x="441900" y="683956"/>
                  </a:lnTo>
                  <a:lnTo>
                    <a:pt x="419805" y="703083"/>
                  </a:lnTo>
                  <a:lnTo>
                    <a:pt x="397710" y="722579"/>
                  </a:lnTo>
                  <a:lnTo>
                    <a:pt x="375615" y="742460"/>
                  </a:lnTo>
                  <a:lnTo>
                    <a:pt x="353520" y="762741"/>
                  </a:lnTo>
                  <a:lnTo>
                    <a:pt x="331425" y="783441"/>
                  </a:lnTo>
                  <a:lnTo>
                    <a:pt x="309330" y="804584"/>
                  </a:lnTo>
                  <a:lnTo>
                    <a:pt x="287235" y="826189"/>
                  </a:lnTo>
                  <a:lnTo>
                    <a:pt x="265140" y="848281"/>
                  </a:lnTo>
                  <a:lnTo>
                    <a:pt x="243045" y="870881"/>
                  </a:lnTo>
                  <a:lnTo>
                    <a:pt x="220950" y="894007"/>
                  </a:lnTo>
                  <a:lnTo>
                    <a:pt x="198855" y="917674"/>
                  </a:lnTo>
                  <a:lnTo>
                    <a:pt x="176760" y="941891"/>
                  </a:lnTo>
                  <a:lnTo>
                    <a:pt x="154665" y="966662"/>
                  </a:lnTo>
                  <a:lnTo>
                    <a:pt x="132570" y="991987"/>
                  </a:lnTo>
                  <a:lnTo>
                    <a:pt x="110475" y="1017859"/>
                  </a:lnTo>
                  <a:lnTo>
                    <a:pt x="88380" y="1044273"/>
                  </a:lnTo>
                  <a:lnTo>
                    <a:pt x="66285" y="1071218"/>
                  </a:lnTo>
                  <a:lnTo>
                    <a:pt x="44190" y="1098686"/>
                  </a:lnTo>
                  <a:lnTo>
                    <a:pt x="22095" y="1126666"/>
                  </a:lnTo>
                  <a:lnTo>
                    <a:pt x="0" y="1155149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38" name="pl2938"/>
            <p:cNvSpPr/>
            <p:nvPr/>
          </p:nvSpPr>
          <p:spPr>
            <a:xfrm>
              <a:off x="5499949" y="5082691"/>
              <a:ext cx="1745506" cy="1085832"/>
            </a:xfrm>
            <a:custGeom>
              <a:avLst/>
              <a:pathLst>
                <a:path w="1745506" h="1085832">
                  <a:moveTo>
                    <a:pt x="0" y="1085832"/>
                  </a:moveTo>
                  <a:lnTo>
                    <a:pt x="22095" y="1061759"/>
                  </a:lnTo>
                  <a:lnTo>
                    <a:pt x="44190" y="1037877"/>
                  </a:lnTo>
                  <a:lnTo>
                    <a:pt x="66285" y="1014177"/>
                  </a:lnTo>
                  <a:lnTo>
                    <a:pt x="88380" y="990648"/>
                  </a:lnTo>
                  <a:lnTo>
                    <a:pt x="110475" y="967281"/>
                  </a:lnTo>
                  <a:lnTo>
                    <a:pt x="132570" y="944068"/>
                  </a:lnTo>
                  <a:lnTo>
                    <a:pt x="154665" y="921001"/>
                  </a:lnTo>
                  <a:lnTo>
                    <a:pt x="176760" y="898074"/>
                  </a:lnTo>
                  <a:lnTo>
                    <a:pt x="198855" y="875287"/>
                  </a:lnTo>
                  <a:lnTo>
                    <a:pt x="220950" y="852644"/>
                  </a:lnTo>
                  <a:lnTo>
                    <a:pt x="243045" y="830154"/>
                  </a:lnTo>
                  <a:lnTo>
                    <a:pt x="265140" y="807833"/>
                  </a:lnTo>
                  <a:lnTo>
                    <a:pt x="287235" y="785697"/>
                  </a:lnTo>
                  <a:lnTo>
                    <a:pt x="309330" y="763769"/>
                  </a:lnTo>
                  <a:lnTo>
                    <a:pt x="331425" y="742072"/>
                  </a:lnTo>
                  <a:lnTo>
                    <a:pt x="353520" y="720627"/>
                  </a:lnTo>
                  <a:lnTo>
                    <a:pt x="375615" y="699456"/>
                  </a:lnTo>
                  <a:lnTo>
                    <a:pt x="397710" y="678579"/>
                  </a:lnTo>
                  <a:lnTo>
                    <a:pt x="419805" y="658012"/>
                  </a:lnTo>
                  <a:lnTo>
                    <a:pt x="441900" y="637770"/>
                  </a:lnTo>
                  <a:lnTo>
                    <a:pt x="463995" y="617865"/>
                  </a:lnTo>
                  <a:lnTo>
                    <a:pt x="486090" y="598306"/>
                  </a:lnTo>
                  <a:lnTo>
                    <a:pt x="508185" y="579103"/>
                  </a:lnTo>
                  <a:lnTo>
                    <a:pt x="530280" y="560261"/>
                  </a:lnTo>
                  <a:lnTo>
                    <a:pt x="552375" y="541786"/>
                  </a:lnTo>
                  <a:lnTo>
                    <a:pt x="574470" y="523681"/>
                  </a:lnTo>
                  <a:lnTo>
                    <a:pt x="596565" y="505948"/>
                  </a:lnTo>
                  <a:lnTo>
                    <a:pt x="618660" y="488589"/>
                  </a:lnTo>
                  <a:lnTo>
                    <a:pt x="640755" y="471605"/>
                  </a:lnTo>
                  <a:lnTo>
                    <a:pt x="662850" y="454995"/>
                  </a:lnTo>
                  <a:lnTo>
                    <a:pt x="684945" y="438758"/>
                  </a:lnTo>
                  <a:lnTo>
                    <a:pt x="707040" y="422893"/>
                  </a:lnTo>
                  <a:lnTo>
                    <a:pt x="729135" y="407395"/>
                  </a:lnTo>
                  <a:lnTo>
                    <a:pt x="751230" y="392264"/>
                  </a:lnTo>
                  <a:lnTo>
                    <a:pt x="773325" y="377494"/>
                  </a:lnTo>
                  <a:lnTo>
                    <a:pt x="795420" y="363081"/>
                  </a:lnTo>
                  <a:lnTo>
                    <a:pt x="817515" y="349019"/>
                  </a:lnTo>
                  <a:lnTo>
                    <a:pt x="839610" y="335304"/>
                  </a:lnTo>
                  <a:lnTo>
                    <a:pt x="861705" y="321928"/>
                  </a:lnTo>
                  <a:lnTo>
                    <a:pt x="883800" y="308884"/>
                  </a:lnTo>
                  <a:lnTo>
                    <a:pt x="905895" y="296165"/>
                  </a:lnTo>
                  <a:lnTo>
                    <a:pt x="927990" y="283764"/>
                  </a:lnTo>
                  <a:lnTo>
                    <a:pt x="950085" y="271671"/>
                  </a:lnTo>
                  <a:lnTo>
                    <a:pt x="972180" y="259878"/>
                  </a:lnTo>
                  <a:lnTo>
                    <a:pt x="994275" y="248376"/>
                  </a:lnTo>
                  <a:lnTo>
                    <a:pt x="1016370" y="237157"/>
                  </a:lnTo>
                  <a:lnTo>
                    <a:pt x="1038465" y="226213"/>
                  </a:lnTo>
                  <a:lnTo>
                    <a:pt x="1060560" y="215534"/>
                  </a:lnTo>
                  <a:lnTo>
                    <a:pt x="1082655" y="205114"/>
                  </a:lnTo>
                  <a:lnTo>
                    <a:pt x="1104750" y="194944"/>
                  </a:lnTo>
                  <a:lnTo>
                    <a:pt x="1126845" y="185019"/>
                  </a:lnTo>
                  <a:lnTo>
                    <a:pt x="1148940" y="175334"/>
                  </a:lnTo>
                  <a:lnTo>
                    <a:pt x="1171035" y="165882"/>
                  </a:lnTo>
                  <a:lnTo>
                    <a:pt x="1193130" y="156661"/>
                  </a:lnTo>
                  <a:lnTo>
                    <a:pt x="1215225" y="147667"/>
                  </a:lnTo>
                  <a:lnTo>
                    <a:pt x="1237320" y="138898"/>
                  </a:lnTo>
                  <a:lnTo>
                    <a:pt x="1259415" y="130352"/>
                  </a:lnTo>
                  <a:lnTo>
                    <a:pt x="1281510" y="122029"/>
                  </a:lnTo>
                  <a:lnTo>
                    <a:pt x="1303605" y="113928"/>
                  </a:lnTo>
                  <a:lnTo>
                    <a:pt x="1325700" y="106049"/>
                  </a:lnTo>
                  <a:lnTo>
                    <a:pt x="1347795" y="98392"/>
                  </a:lnTo>
                  <a:lnTo>
                    <a:pt x="1369890" y="90959"/>
                  </a:lnTo>
                  <a:lnTo>
                    <a:pt x="1391985" y="83750"/>
                  </a:lnTo>
                  <a:lnTo>
                    <a:pt x="1414080" y="76767"/>
                  </a:lnTo>
                  <a:lnTo>
                    <a:pt x="1436175" y="70011"/>
                  </a:lnTo>
                  <a:lnTo>
                    <a:pt x="1458270" y="63483"/>
                  </a:lnTo>
                  <a:lnTo>
                    <a:pt x="1480366" y="57186"/>
                  </a:lnTo>
                  <a:lnTo>
                    <a:pt x="1502461" y="51119"/>
                  </a:lnTo>
                  <a:lnTo>
                    <a:pt x="1524556" y="45284"/>
                  </a:lnTo>
                  <a:lnTo>
                    <a:pt x="1546651" y="39684"/>
                  </a:lnTo>
                  <a:lnTo>
                    <a:pt x="1568746" y="34319"/>
                  </a:lnTo>
                  <a:lnTo>
                    <a:pt x="1590841" y="29190"/>
                  </a:lnTo>
                  <a:lnTo>
                    <a:pt x="1612936" y="24299"/>
                  </a:lnTo>
                  <a:lnTo>
                    <a:pt x="1635031" y="19646"/>
                  </a:lnTo>
                  <a:lnTo>
                    <a:pt x="1657126" y="15233"/>
                  </a:lnTo>
                  <a:lnTo>
                    <a:pt x="1679221" y="11062"/>
                  </a:lnTo>
                  <a:lnTo>
                    <a:pt x="1701316" y="7131"/>
                  </a:lnTo>
                  <a:lnTo>
                    <a:pt x="1723411" y="3444"/>
                  </a:lnTo>
                  <a:lnTo>
                    <a:pt x="174550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39" name="pl2939"/>
            <p:cNvSpPr/>
            <p:nvPr/>
          </p:nvSpPr>
          <p:spPr>
            <a:xfrm>
              <a:off x="5499949" y="5279746"/>
              <a:ext cx="1745506" cy="958094"/>
            </a:xfrm>
            <a:custGeom>
              <a:avLst/>
              <a:pathLst>
                <a:path w="1745506" h="958094">
                  <a:moveTo>
                    <a:pt x="1745506" y="30326"/>
                  </a:moveTo>
                  <a:lnTo>
                    <a:pt x="1723411" y="25302"/>
                  </a:lnTo>
                  <a:lnTo>
                    <a:pt x="1701316" y="20730"/>
                  </a:lnTo>
                  <a:lnTo>
                    <a:pt x="1679221" y="16609"/>
                  </a:lnTo>
                  <a:lnTo>
                    <a:pt x="1657126" y="12940"/>
                  </a:lnTo>
                  <a:lnTo>
                    <a:pt x="1635031" y="9725"/>
                  </a:lnTo>
                  <a:lnTo>
                    <a:pt x="1612936" y="6964"/>
                  </a:lnTo>
                  <a:lnTo>
                    <a:pt x="1590841" y="4658"/>
                  </a:lnTo>
                  <a:lnTo>
                    <a:pt x="1568746" y="2808"/>
                  </a:lnTo>
                  <a:lnTo>
                    <a:pt x="1546651" y="1417"/>
                  </a:lnTo>
                  <a:lnTo>
                    <a:pt x="1524556" y="484"/>
                  </a:lnTo>
                  <a:lnTo>
                    <a:pt x="1502461" y="11"/>
                  </a:lnTo>
                  <a:lnTo>
                    <a:pt x="1480366" y="0"/>
                  </a:lnTo>
                  <a:lnTo>
                    <a:pt x="1458270" y="451"/>
                  </a:lnTo>
                  <a:lnTo>
                    <a:pt x="1436175" y="1367"/>
                  </a:lnTo>
                  <a:lnTo>
                    <a:pt x="1414080" y="2749"/>
                  </a:lnTo>
                  <a:lnTo>
                    <a:pt x="1391985" y="4597"/>
                  </a:lnTo>
                  <a:lnTo>
                    <a:pt x="1369890" y="6914"/>
                  </a:lnTo>
                  <a:lnTo>
                    <a:pt x="1347795" y="9701"/>
                  </a:lnTo>
                  <a:lnTo>
                    <a:pt x="1325700" y="12958"/>
                  </a:lnTo>
                  <a:lnTo>
                    <a:pt x="1303605" y="16687"/>
                  </a:lnTo>
                  <a:lnTo>
                    <a:pt x="1281510" y="20888"/>
                  </a:lnTo>
                  <a:lnTo>
                    <a:pt x="1259415" y="25560"/>
                  </a:lnTo>
                  <a:lnTo>
                    <a:pt x="1237320" y="30704"/>
                  </a:lnTo>
                  <a:lnTo>
                    <a:pt x="1215225" y="36319"/>
                  </a:lnTo>
                  <a:lnTo>
                    <a:pt x="1193130" y="42403"/>
                  </a:lnTo>
                  <a:lnTo>
                    <a:pt x="1171035" y="48954"/>
                  </a:lnTo>
                  <a:lnTo>
                    <a:pt x="1148940" y="55969"/>
                  </a:lnTo>
                  <a:lnTo>
                    <a:pt x="1126845" y="63443"/>
                  </a:lnTo>
                  <a:lnTo>
                    <a:pt x="1104750" y="71373"/>
                  </a:lnTo>
                  <a:lnTo>
                    <a:pt x="1082655" y="79752"/>
                  </a:lnTo>
                  <a:lnTo>
                    <a:pt x="1060560" y="88574"/>
                  </a:lnTo>
                  <a:lnTo>
                    <a:pt x="1038465" y="97831"/>
                  </a:lnTo>
                  <a:lnTo>
                    <a:pt x="1016370" y="107517"/>
                  </a:lnTo>
                  <a:lnTo>
                    <a:pt x="994275" y="117622"/>
                  </a:lnTo>
                  <a:lnTo>
                    <a:pt x="972180" y="128139"/>
                  </a:lnTo>
                  <a:lnTo>
                    <a:pt x="950085" y="139059"/>
                  </a:lnTo>
                  <a:lnTo>
                    <a:pt x="927990" y="150372"/>
                  </a:lnTo>
                  <a:lnTo>
                    <a:pt x="905895" y="162071"/>
                  </a:lnTo>
                  <a:lnTo>
                    <a:pt x="883800" y="174147"/>
                  </a:lnTo>
                  <a:lnTo>
                    <a:pt x="861705" y="186592"/>
                  </a:lnTo>
                  <a:lnTo>
                    <a:pt x="839610" y="199399"/>
                  </a:lnTo>
                  <a:lnTo>
                    <a:pt x="817515" y="212560"/>
                  </a:lnTo>
                  <a:lnTo>
                    <a:pt x="795420" y="226069"/>
                  </a:lnTo>
                  <a:lnTo>
                    <a:pt x="773325" y="239921"/>
                  </a:lnTo>
                  <a:lnTo>
                    <a:pt x="751230" y="254110"/>
                  </a:lnTo>
                  <a:lnTo>
                    <a:pt x="729135" y="268631"/>
                  </a:lnTo>
                  <a:lnTo>
                    <a:pt x="707040" y="283481"/>
                  </a:lnTo>
                  <a:lnTo>
                    <a:pt x="684945" y="298656"/>
                  </a:lnTo>
                  <a:lnTo>
                    <a:pt x="662850" y="314154"/>
                  </a:lnTo>
                  <a:lnTo>
                    <a:pt x="640755" y="329973"/>
                  </a:lnTo>
                  <a:lnTo>
                    <a:pt x="618660" y="346112"/>
                  </a:lnTo>
                  <a:lnTo>
                    <a:pt x="596565" y="362570"/>
                  </a:lnTo>
                  <a:lnTo>
                    <a:pt x="574470" y="379348"/>
                  </a:lnTo>
                  <a:lnTo>
                    <a:pt x="552375" y="396448"/>
                  </a:lnTo>
                  <a:lnTo>
                    <a:pt x="530280" y="413872"/>
                  </a:lnTo>
                  <a:lnTo>
                    <a:pt x="508185" y="431624"/>
                  </a:lnTo>
                  <a:lnTo>
                    <a:pt x="486090" y="449708"/>
                  </a:lnTo>
                  <a:lnTo>
                    <a:pt x="463995" y="468131"/>
                  </a:lnTo>
                  <a:lnTo>
                    <a:pt x="441900" y="486901"/>
                  </a:lnTo>
                  <a:lnTo>
                    <a:pt x="419805" y="506028"/>
                  </a:lnTo>
                  <a:lnTo>
                    <a:pt x="397710" y="525525"/>
                  </a:lnTo>
                  <a:lnTo>
                    <a:pt x="375615" y="545405"/>
                  </a:lnTo>
                  <a:lnTo>
                    <a:pt x="353520" y="565686"/>
                  </a:lnTo>
                  <a:lnTo>
                    <a:pt x="331425" y="586387"/>
                  </a:lnTo>
                  <a:lnTo>
                    <a:pt x="309330" y="607529"/>
                  </a:lnTo>
                  <a:lnTo>
                    <a:pt x="287235" y="629134"/>
                  </a:lnTo>
                  <a:lnTo>
                    <a:pt x="265140" y="651226"/>
                  </a:lnTo>
                  <a:lnTo>
                    <a:pt x="243045" y="673826"/>
                  </a:lnTo>
                  <a:lnTo>
                    <a:pt x="220950" y="696952"/>
                  </a:lnTo>
                  <a:lnTo>
                    <a:pt x="198855" y="720619"/>
                  </a:lnTo>
                  <a:lnTo>
                    <a:pt x="176760" y="744836"/>
                  </a:lnTo>
                  <a:lnTo>
                    <a:pt x="154665" y="769607"/>
                  </a:lnTo>
                  <a:lnTo>
                    <a:pt x="132570" y="794932"/>
                  </a:lnTo>
                  <a:lnTo>
                    <a:pt x="110475" y="820804"/>
                  </a:lnTo>
                  <a:lnTo>
                    <a:pt x="88380" y="847218"/>
                  </a:lnTo>
                  <a:lnTo>
                    <a:pt x="66285" y="874163"/>
                  </a:lnTo>
                  <a:lnTo>
                    <a:pt x="44190" y="901631"/>
                  </a:lnTo>
                  <a:lnTo>
                    <a:pt x="22095" y="929611"/>
                  </a:lnTo>
                  <a:lnTo>
                    <a:pt x="0" y="9580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40" name="pl2940"/>
            <p:cNvSpPr/>
            <p:nvPr/>
          </p:nvSpPr>
          <p:spPr>
            <a:xfrm>
              <a:off x="5499949" y="5195054"/>
              <a:ext cx="1745506" cy="1008127"/>
            </a:xfrm>
            <a:custGeom>
              <a:avLst/>
              <a:pathLst>
                <a:path w="1745506" h="1008127">
                  <a:moveTo>
                    <a:pt x="0" y="1008127"/>
                  </a:moveTo>
                  <a:lnTo>
                    <a:pt x="22095" y="981849"/>
                  </a:lnTo>
                  <a:lnTo>
                    <a:pt x="44190" y="955918"/>
                  </a:lnTo>
                  <a:lnTo>
                    <a:pt x="66285" y="930334"/>
                  </a:lnTo>
                  <a:lnTo>
                    <a:pt x="88380" y="905097"/>
                  </a:lnTo>
                  <a:lnTo>
                    <a:pt x="110475" y="880207"/>
                  </a:lnTo>
                  <a:lnTo>
                    <a:pt x="132570" y="855664"/>
                  </a:lnTo>
                  <a:lnTo>
                    <a:pt x="154665" y="831468"/>
                  </a:lnTo>
                  <a:lnTo>
                    <a:pt x="176760" y="807619"/>
                  </a:lnTo>
                  <a:lnTo>
                    <a:pt x="198855" y="784117"/>
                  </a:lnTo>
                  <a:lnTo>
                    <a:pt x="220950" y="760962"/>
                  </a:lnTo>
                  <a:lnTo>
                    <a:pt x="243045" y="738155"/>
                  </a:lnTo>
                  <a:lnTo>
                    <a:pt x="265140" y="715694"/>
                  </a:lnTo>
                  <a:lnTo>
                    <a:pt x="287235" y="693580"/>
                  </a:lnTo>
                  <a:lnTo>
                    <a:pt x="309330" y="671813"/>
                  </a:lnTo>
                  <a:lnTo>
                    <a:pt x="331425" y="650393"/>
                  </a:lnTo>
                  <a:lnTo>
                    <a:pt x="353520" y="629321"/>
                  </a:lnTo>
                  <a:lnTo>
                    <a:pt x="375615" y="608595"/>
                  </a:lnTo>
                  <a:lnTo>
                    <a:pt x="397710" y="588216"/>
                  </a:lnTo>
                  <a:lnTo>
                    <a:pt x="419805" y="568184"/>
                  </a:lnTo>
                  <a:lnTo>
                    <a:pt x="441900" y="548500"/>
                  </a:lnTo>
                  <a:lnTo>
                    <a:pt x="463995" y="529162"/>
                  </a:lnTo>
                  <a:lnTo>
                    <a:pt x="486090" y="510171"/>
                  </a:lnTo>
                  <a:lnTo>
                    <a:pt x="508185" y="491528"/>
                  </a:lnTo>
                  <a:lnTo>
                    <a:pt x="530280" y="473231"/>
                  </a:lnTo>
                  <a:lnTo>
                    <a:pt x="552375" y="455281"/>
                  </a:lnTo>
                  <a:lnTo>
                    <a:pt x="574470" y="437679"/>
                  </a:lnTo>
                  <a:lnTo>
                    <a:pt x="596565" y="420423"/>
                  </a:lnTo>
                  <a:lnTo>
                    <a:pt x="618660" y="403515"/>
                  </a:lnTo>
                  <a:lnTo>
                    <a:pt x="640755" y="386953"/>
                  </a:lnTo>
                  <a:lnTo>
                    <a:pt x="662850" y="370739"/>
                  </a:lnTo>
                  <a:lnTo>
                    <a:pt x="684945" y="354871"/>
                  </a:lnTo>
                  <a:lnTo>
                    <a:pt x="707040" y="339351"/>
                  </a:lnTo>
                  <a:lnTo>
                    <a:pt x="729135" y="324177"/>
                  </a:lnTo>
                  <a:lnTo>
                    <a:pt x="751230" y="309351"/>
                  </a:lnTo>
                  <a:lnTo>
                    <a:pt x="773325" y="294872"/>
                  </a:lnTo>
                  <a:lnTo>
                    <a:pt x="795420" y="280739"/>
                  </a:lnTo>
                  <a:lnTo>
                    <a:pt x="817515" y="266954"/>
                  </a:lnTo>
                  <a:lnTo>
                    <a:pt x="839610" y="253515"/>
                  </a:lnTo>
                  <a:lnTo>
                    <a:pt x="861705" y="240424"/>
                  </a:lnTo>
                  <a:lnTo>
                    <a:pt x="883800" y="227680"/>
                  </a:lnTo>
                  <a:lnTo>
                    <a:pt x="905895" y="215283"/>
                  </a:lnTo>
                  <a:lnTo>
                    <a:pt x="927990" y="203232"/>
                  </a:lnTo>
                  <a:lnTo>
                    <a:pt x="950085" y="191529"/>
                  </a:lnTo>
                  <a:lnTo>
                    <a:pt x="972180" y="180173"/>
                  </a:lnTo>
                  <a:lnTo>
                    <a:pt x="994275" y="169164"/>
                  </a:lnTo>
                  <a:lnTo>
                    <a:pt x="1016370" y="158501"/>
                  </a:lnTo>
                  <a:lnTo>
                    <a:pt x="1038465" y="148186"/>
                  </a:lnTo>
                  <a:lnTo>
                    <a:pt x="1060560" y="138218"/>
                  </a:lnTo>
                  <a:lnTo>
                    <a:pt x="1082655" y="128597"/>
                  </a:lnTo>
                  <a:lnTo>
                    <a:pt x="1104750" y="119323"/>
                  </a:lnTo>
                  <a:lnTo>
                    <a:pt x="1126845" y="110396"/>
                  </a:lnTo>
                  <a:lnTo>
                    <a:pt x="1148940" y="101816"/>
                  </a:lnTo>
                  <a:lnTo>
                    <a:pt x="1171035" y="93583"/>
                  </a:lnTo>
                  <a:lnTo>
                    <a:pt x="1193130" y="85696"/>
                  </a:lnTo>
                  <a:lnTo>
                    <a:pt x="1215225" y="78157"/>
                  </a:lnTo>
                  <a:lnTo>
                    <a:pt x="1237320" y="70965"/>
                  </a:lnTo>
                  <a:lnTo>
                    <a:pt x="1259415" y="64120"/>
                  </a:lnTo>
                  <a:lnTo>
                    <a:pt x="1281510" y="57623"/>
                  </a:lnTo>
                  <a:lnTo>
                    <a:pt x="1303605" y="51472"/>
                  </a:lnTo>
                  <a:lnTo>
                    <a:pt x="1325700" y="45668"/>
                  </a:lnTo>
                  <a:lnTo>
                    <a:pt x="1347795" y="40211"/>
                  </a:lnTo>
                  <a:lnTo>
                    <a:pt x="1369890" y="35101"/>
                  </a:lnTo>
                  <a:lnTo>
                    <a:pt x="1391985" y="30338"/>
                  </a:lnTo>
                  <a:lnTo>
                    <a:pt x="1414080" y="25922"/>
                  </a:lnTo>
                  <a:lnTo>
                    <a:pt x="1436175" y="21853"/>
                  </a:lnTo>
                  <a:lnTo>
                    <a:pt x="1458270" y="18132"/>
                  </a:lnTo>
                  <a:lnTo>
                    <a:pt x="1480366" y="14757"/>
                  </a:lnTo>
                  <a:lnTo>
                    <a:pt x="1502461" y="11729"/>
                  </a:lnTo>
                  <a:lnTo>
                    <a:pt x="1524556" y="9048"/>
                  </a:lnTo>
                  <a:lnTo>
                    <a:pt x="1546651" y="6714"/>
                  </a:lnTo>
                  <a:lnTo>
                    <a:pt x="1568746" y="4728"/>
                  </a:lnTo>
                  <a:lnTo>
                    <a:pt x="1590841" y="3088"/>
                  </a:lnTo>
                  <a:lnTo>
                    <a:pt x="1612936" y="1795"/>
                  </a:lnTo>
                  <a:lnTo>
                    <a:pt x="1635031" y="850"/>
                  </a:lnTo>
                  <a:lnTo>
                    <a:pt x="1657126" y="251"/>
                  </a:lnTo>
                  <a:lnTo>
                    <a:pt x="1679221" y="0"/>
                  </a:lnTo>
                  <a:lnTo>
                    <a:pt x="1701316" y="95"/>
                  </a:lnTo>
                  <a:lnTo>
                    <a:pt x="1723411" y="537"/>
                  </a:lnTo>
                  <a:lnTo>
                    <a:pt x="1745506" y="1327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g2941"/>
            <p:cNvSpPr/>
            <p:nvPr/>
          </p:nvSpPr>
          <p:spPr>
            <a:xfrm>
              <a:off x="5499949" y="5173639"/>
              <a:ext cx="1745506" cy="821265"/>
            </a:xfrm>
            <a:custGeom>
              <a:avLst/>
              <a:pathLst>
                <a:path w="1745506" h="821265">
                  <a:moveTo>
                    <a:pt x="0" y="768558"/>
                  </a:moveTo>
                  <a:lnTo>
                    <a:pt x="22095" y="748969"/>
                  </a:lnTo>
                  <a:lnTo>
                    <a:pt x="44190" y="729612"/>
                  </a:lnTo>
                  <a:lnTo>
                    <a:pt x="66285" y="710484"/>
                  </a:lnTo>
                  <a:lnTo>
                    <a:pt x="88380" y="691583"/>
                  </a:lnTo>
                  <a:lnTo>
                    <a:pt x="110475" y="672905"/>
                  </a:lnTo>
                  <a:lnTo>
                    <a:pt x="132570" y="654447"/>
                  </a:lnTo>
                  <a:lnTo>
                    <a:pt x="154665" y="636205"/>
                  </a:lnTo>
                  <a:lnTo>
                    <a:pt x="176760" y="618175"/>
                  </a:lnTo>
                  <a:lnTo>
                    <a:pt x="198855" y="600353"/>
                  </a:lnTo>
                  <a:lnTo>
                    <a:pt x="220950" y="582734"/>
                  </a:lnTo>
                  <a:lnTo>
                    <a:pt x="243045" y="565315"/>
                  </a:lnTo>
                  <a:lnTo>
                    <a:pt x="265140" y="548093"/>
                  </a:lnTo>
                  <a:lnTo>
                    <a:pt x="287235" y="531067"/>
                  </a:lnTo>
                  <a:lnTo>
                    <a:pt x="309330" y="514238"/>
                  </a:lnTo>
                  <a:lnTo>
                    <a:pt x="331425" y="497609"/>
                  </a:lnTo>
                  <a:lnTo>
                    <a:pt x="353520" y="481184"/>
                  </a:lnTo>
                  <a:lnTo>
                    <a:pt x="375615" y="464971"/>
                  </a:lnTo>
                  <a:lnTo>
                    <a:pt x="397710" y="448981"/>
                  </a:lnTo>
                  <a:lnTo>
                    <a:pt x="419805" y="433223"/>
                  </a:lnTo>
                  <a:lnTo>
                    <a:pt x="441900" y="417710"/>
                  </a:lnTo>
                  <a:lnTo>
                    <a:pt x="463995" y="402453"/>
                  </a:lnTo>
                  <a:lnTo>
                    <a:pt x="486090" y="387463"/>
                  </a:lnTo>
                  <a:lnTo>
                    <a:pt x="508185" y="372749"/>
                  </a:lnTo>
                  <a:lnTo>
                    <a:pt x="530280" y="358321"/>
                  </a:lnTo>
                  <a:lnTo>
                    <a:pt x="552375" y="344186"/>
                  </a:lnTo>
                  <a:lnTo>
                    <a:pt x="574470" y="330351"/>
                  </a:lnTo>
                  <a:lnTo>
                    <a:pt x="596565" y="316821"/>
                  </a:lnTo>
                  <a:lnTo>
                    <a:pt x="618660" y="303601"/>
                  </a:lnTo>
                  <a:lnTo>
                    <a:pt x="640755" y="290694"/>
                  </a:lnTo>
                  <a:lnTo>
                    <a:pt x="662850" y="278103"/>
                  </a:lnTo>
                  <a:lnTo>
                    <a:pt x="684945" y="265830"/>
                  </a:lnTo>
                  <a:lnTo>
                    <a:pt x="707040" y="253876"/>
                  </a:lnTo>
                  <a:lnTo>
                    <a:pt x="729135" y="242243"/>
                  </a:lnTo>
                  <a:lnTo>
                    <a:pt x="751230" y="230929"/>
                  </a:lnTo>
                  <a:lnTo>
                    <a:pt x="773325" y="219936"/>
                  </a:lnTo>
                  <a:lnTo>
                    <a:pt x="795420" y="209261"/>
                  </a:lnTo>
                  <a:lnTo>
                    <a:pt x="817515" y="198904"/>
                  </a:lnTo>
                  <a:lnTo>
                    <a:pt x="839610" y="188862"/>
                  </a:lnTo>
                  <a:lnTo>
                    <a:pt x="861705" y="179134"/>
                  </a:lnTo>
                  <a:lnTo>
                    <a:pt x="883800" y="169716"/>
                  </a:lnTo>
                  <a:lnTo>
                    <a:pt x="905895" y="160605"/>
                  </a:lnTo>
                  <a:lnTo>
                    <a:pt x="927990" y="151796"/>
                  </a:lnTo>
                  <a:lnTo>
                    <a:pt x="950085" y="143285"/>
                  </a:lnTo>
                  <a:lnTo>
                    <a:pt x="972180" y="135066"/>
                  </a:lnTo>
                  <a:lnTo>
                    <a:pt x="994275" y="127135"/>
                  </a:lnTo>
                  <a:lnTo>
                    <a:pt x="1016370" y="119484"/>
                  </a:lnTo>
                  <a:lnTo>
                    <a:pt x="1038465" y="112106"/>
                  </a:lnTo>
                  <a:lnTo>
                    <a:pt x="1060560" y="104996"/>
                  </a:lnTo>
                  <a:lnTo>
                    <a:pt x="1082655" y="98145"/>
                  </a:lnTo>
                  <a:lnTo>
                    <a:pt x="1104750" y="91548"/>
                  </a:lnTo>
                  <a:lnTo>
                    <a:pt x="1126845" y="85197"/>
                  </a:lnTo>
                  <a:lnTo>
                    <a:pt x="1148940" y="79086"/>
                  </a:lnTo>
                  <a:lnTo>
                    <a:pt x="1171035" y="73209"/>
                  </a:lnTo>
                  <a:lnTo>
                    <a:pt x="1193130" y="67563"/>
                  </a:lnTo>
                  <a:lnTo>
                    <a:pt x="1215225" y="62142"/>
                  </a:lnTo>
                  <a:lnTo>
                    <a:pt x="1237320" y="56946"/>
                  </a:lnTo>
                  <a:lnTo>
                    <a:pt x="1259415" y="51971"/>
                  </a:lnTo>
                  <a:lnTo>
                    <a:pt x="1281510" y="47216"/>
                  </a:lnTo>
                  <a:lnTo>
                    <a:pt x="1303605" y="42683"/>
                  </a:lnTo>
                  <a:lnTo>
                    <a:pt x="1325700" y="38370"/>
                  </a:lnTo>
                  <a:lnTo>
                    <a:pt x="1347795" y="34278"/>
                  </a:lnTo>
                  <a:lnTo>
                    <a:pt x="1369890" y="30410"/>
                  </a:lnTo>
                  <a:lnTo>
                    <a:pt x="1391985" y="26766"/>
                  </a:lnTo>
                  <a:lnTo>
                    <a:pt x="1414080" y="23348"/>
                  </a:lnTo>
                  <a:lnTo>
                    <a:pt x="1436175" y="20157"/>
                  </a:lnTo>
                  <a:lnTo>
                    <a:pt x="1458270" y="17195"/>
                  </a:lnTo>
                  <a:lnTo>
                    <a:pt x="1480366" y="14463"/>
                  </a:lnTo>
                  <a:lnTo>
                    <a:pt x="1502461" y="11964"/>
                  </a:lnTo>
                  <a:lnTo>
                    <a:pt x="1524556" y="9698"/>
                  </a:lnTo>
                  <a:lnTo>
                    <a:pt x="1546651" y="7667"/>
                  </a:lnTo>
                  <a:lnTo>
                    <a:pt x="1568746" y="5872"/>
                  </a:lnTo>
                  <a:lnTo>
                    <a:pt x="1590841" y="4314"/>
                  </a:lnTo>
                  <a:lnTo>
                    <a:pt x="1612936" y="2995"/>
                  </a:lnTo>
                  <a:lnTo>
                    <a:pt x="1635031" y="1914"/>
                  </a:lnTo>
                  <a:lnTo>
                    <a:pt x="1657126" y="1074"/>
                  </a:lnTo>
                  <a:lnTo>
                    <a:pt x="1679221" y="474"/>
                  </a:lnTo>
                  <a:lnTo>
                    <a:pt x="1701316" y="116"/>
                  </a:lnTo>
                  <a:lnTo>
                    <a:pt x="1723411" y="0"/>
                  </a:lnTo>
                  <a:lnTo>
                    <a:pt x="1745506" y="126"/>
                  </a:lnTo>
                  <a:lnTo>
                    <a:pt x="1745506" y="104601"/>
                  </a:lnTo>
                  <a:lnTo>
                    <a:pt x="1723411" y="99985"/>
                  </a:lnTo>
                  <a:lnTo>
                    <a:pt x="1701316" y="95730"/>
                  </a:lnTo>
                  <a:lnTo>
                    <a:pt x="1679221" y="91836"/>
                  </a:lnTo>
                  <a:lnTo>
                    <a:pt x="1657126" y="88304"/>
                  </a:lnTo>
                  <a:lnTo>
                    <a:pt x="1635031" y="85136"/>
                  </a:lnTo>
                  <a:lnTo>
                    <a:pt x="1612936" y="82331"/>
                  </a:lnTo>
                  <a:lnTo>
                    <a:pt x="1590841" y="79890"/>
                  </a:lnTo>
                  <a:lnTo>
                    <a:pt x="1568746" y="77815"/>
                  </a:lnTo>
                  <a:lnTo>
                    <a:pt x="1546651" y="76106"/>
                  </a:lnTo>
                  <a:lnTo>
                    <a:pt x="1524556" y="74765"/>
                  </a:lnTo>
                  <a:lnTo>
                    <a:pt x="1502461" y="73793"/>
                  </a:lnTo>
                  <a:lnTo>
                    <a:pt x="1480366" y="73191"/>
                  </a:lnTo>
                  <a:lnTo>
                    <a:pt x="1458270" y="72960"/>
                  </a:lnTo>
                  <a:lnTo>
                    <a:pt x="1436175" y="73102"/>
                  </a:lnTo>
                  <a:lnTo>
                    <a:pt x="1414080" y="73620"/>
                  </a:lnTo>
                  <a:lnTo>
                    <a:pt x="1391985" y="74513"/>
                  </a:lnTo>
                  <a:lnTo>
                    <a:pt x="1369890" y="75784"/>
                  </a:lnTo>
                  <a:lnTo>
                    <a:pt x="1347795" y="77435"/>
                  </a:lnTo>
                  <a:lnTo>
                    <a:pt x="1325700" y="79466"/>
                  </a:lnTo>
                  <a:lnTo>
                    <a:pt x="1303605" y="81879"/>
                  </a:lnTo>
                  <a:lnTo>
                    <a:pt x="1281510" y="84675"/>
                  </a:lnTo>
                  <a:lnTo>
                    <a:pt x="1259415" y="87854"/>
                  </a:lnTo>
                  <a:lnTo>
                    <a:pt x="1237320" y="91416"/>
                  </a:lnTo>
                  <a:lnTo>
                    <a:pt x="1215225" y="95360"/>
                  </a:lnTo>
                  <a:lnTo>
                    <a:pt x="1193130" y="99684"/>
                  </a:lnTo>
                  <a:lnTo>
                    <a:pt x="1171035" y="104386"/>
                  </a:lnTo>
                  <a:lnTo>
                    <a:pt x="1148940" y="109461"/>
                  </a:lnTo>
                  <a:lnTo>
                    <a:pt x="1126845" y="114905"/>
                  </a:lnTo>
                  <a:lnTo>
                    <a:pt x="1104750" y="120712"/>
                  </a:lnTo>
                  <a:lnTo>
                    <a:pt x="1082655" y="126877"/>
                  </a:lnTo>
                  <a:lnTo>
                    <a:pt x="1060560" y="133393"/>
                  </a:lnTo>
                  <a:lnTo>
                    <a:pt x="1038465" y="140252"/>
                  </a:lnTo>
                  <a:lnTo>
                    <a:pt x="1016370" y="147448"/>
                  </a:lnTo>
                  <a:lnTo>
                    <a:pt x="994275" y="154974"/>
                  </a:lnTo>
                  <a:lnTo>
                    <a:pt x="972180" y="162823"/>
                  </a:lnTo>
                  <a:lnTo>
                    <a:pt x="950085" y="170989"/>
                  </a:lnTo>
                  <a:lnTo>
                    <a:pt x="927990" y="179466"/>
                  </a:lnTo>
                  <a:lnTo>
                    <a:pt x="905895" y="188248"/>
                  </a:lnTo>
                  <a:lnTo>
                    <a:pt x="883800" y="197332"/>
                  </a:lnTo>
                  <a:lnTo>
                    <a:pt x="861705" y="206712"/>
                  </a:lnTo>
                  <a:lnTo>
                    <a:pt x="839610" y="216386"/>
                  </a:lnTo>
                  <a:lnTo>
                    <a:pt x="817515" y="226351"/>
                  </a:lnTo>
                  <a:lnTo>
                    <a:pt x="795420" y="236603"/>
                  </a:lnTo>
                  <a:lnTo>
                    <a:pt x="773325" y="247142"/>
                  </a:lnTo>
                  <a:lnTo>
                    <a:pt x="751230" y="257965"/>
                  </a:lnTo>
                  <a:lnTo>
                    <a:pt x="729135" y="269072"/>
                  </a:lnTo>
                  <a:lnTo>
                    <a:pt x="707040" y="280462"/>
                  </a:lnTo>
                  <a:lnTo>
                    <a:pt x="684945" y="292136"/>
                  </a:lnTo>
                  <a:lnTo>
                    <a:pt x="662850" y="304095"/>
                  </a:lnTo>
                  <a:lnTo>
                    <a:pt x="640755" y="316339"/>
                  </a:lnTo>
                  <a:lnTo>
                    <a:pt x="618660" y="328871"/>
                  </a:lnTo>
                  <a:lnTo>
                    <a:pt x="596565" y="341693"/>
                  </a:lnTo>
                  <a:lnTo>
                    <a:pt x="574470" y="354809"/>
                  </a:lnTo>
                  <a:lnTo>
                    <a:pt x="552375" y="368223"/>
                  </a:lnTo>
                  <a:lnTo>
                    <a:pt x="530280" y="381941"/>
                  </a:lnTo>
                  <a:lnTo>
                    <a:pt x="508185" y="395970"/>
                  </a:lnTo>
                  <a:lnTo>
                    <a:pt x="486090" y="410316"/>
                  </a:lnTo>
                  <a:lnTo>
                    <a:pt x="463995" y="424990"/>
                  </a:lnTo>
                  <a:lnTo>
                    <a:pt x="441900" y="440000"/>
                  </a:lnTo>
                  <a:lnTo>
                    <a:pt x="419805" y="455358"/>
                  </a:lnTo>
                  <a:lnTo>
                    <a:pt x="397710" y="471075"/>
                  </a:lnTo>
                  <a:lnTo>
                    <a:pt x="375615" y="487163"/>
                  </a:lnTo>
                  <a:lnTo>
                    <a:pt x="353520" y="503633"/>
                  </a:lnTo>
                  <a:lnTo>
                    <a:pt x="331425" y="520494"/>
                  </a:lnTo>
                  <a:lnTo>
                    <a:pt x="309330" y="537753"/>
                  </a:lnTo>
                  <a:lnTo>
                    <a:pt x="287235" y="555417"/>
                  </a:lnTo>
                  <a:lnTo>
                    <a:pt x="265140" y="573488"/>
                  </a:lnTo>
                  <a:lnTo>
                    <a:pt x="243045" y="591967"/>
                  </a:lnTo>
                  <a:lnTo>
                    <a:pt x="220950" y="610852"/>
                  </a:lnTo>
                  <a:lnTo>
                    <a:pt x="198855" y="630140"/>
                  </a:lnTo>
                  <a:lnTo>
                    <a:pt x="176760" y="649829"/>
                  </a:lnTo>
                  <a:lnTo>
                    <a:pt x="154665" y="669913"/>
                  </a:lnTo>
                  <a:lnTo>
                    <a:pt x="132570" y="690390"/>
                  </a:lnTo>
                  <a:lnTo>
                    <a:pt x="110475" y="711254"/>
                  </a:lnTo>
                  <a:lnTo>
                    <a:pt x="88380" y="732501"/>
                  </a:lnTo>
                  <a:lnTo>
                    <a:pt x="66285" y="754129"/>
                  </a:lnTo>
                  <a:lnTo>
                    <a:pt x="44190" y="776134"/>
                  </a:lnTo>
                  <a:lnTo>
                    <a:pt x="22095" y="798514"/>
                  </a:lnTo>
                  <a:lnTo>
                    <a:pt x="0" y="821265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942" name="pl2942"/>
            <p:cNvSpPr/>
            <p:nvPr/>
          </p:nvSpPr>
          <p:spPr>
            <a:xfrm>
              <a:off x="5499949" y="5173639"/>
              <a:ext cx="1745506" cy="768558"/>
            </a:xfrm>
            <a:custGeom>
              <a:avLst/>
              <a:pathLst>
                <a:path w="1745506" h="768558">
                  <a:moveTo>
                    <a:pt x="0" y="768558"/>
                  </a:moveTo>
                  <a:lnTo>
                    <a:pt x="22095" y="748969"/>
                  </a:lnTo>
                  <a:lnTo>
                    <a:pt x="44190" y="729612"/>
                  </a:lnTo>
                  <a:lnTo>
                    <a:pt x="66285" y="710484"/>
                  </a:lnTo>
                  <a:lnTo>
                    <a:pt x="88380" y="691583"/>
                  </a:lnTo>
                  <a:lnTo>
                    <a:pt x="110475" y="672905"/>
                  </a:lnTo>
                  <a:lnTo>
                    <a:pt x="132570" y="654447"/>
                  </a:lnTo>
                  <a:lnTo>
                    <a:pt x="154665" y="636205"/>
                  </a:lnTo>
                  <a:lnTo>
                    <a:pt x="176760" y="618175"/>
                  </a:lnTo>
                  <a:lnTo>
                    <a:pt x="198855" y="600353"/>
                  </a:lnTo>
                  <a:lnTo>
                    <a:pt x="220950" y="582734"/>
                  </a:lnTo>
                  <a:lnTo>
                    <a:pt x="243045" y="565315"/>
                  </a:lnTo>
                  <a:lnTo>
                    <a:pt x="265140" y="548093"/>
                  </a:lnTo>
                  <a:lnTo>
                    <a:pt x="287235" y="531067"/>
                  </a:lnTo>
                  <a:lnTo>
                    <a:pt x="309330" y="514238"/>
                  </a:lnTo>
                  <a:lnTo>
                    <a:pt x="331425" y="497609"/>
                  </a:lnTo>
                  <a:lnTo>
                    <a:pt x="353520" y="481184"/>
                  </a:lnTo>
                  <a:lnTo>
                    <a:pt x="375615" y="464971"/>
                  </a:lnTo>
                  <a:lnTo>
                    <a:pt x="397710" y="448981"/>
                  </a:lnTo>
                  <a:lnTo>
                    <a:pt x="419805" y="433223"/>
                  </a:lnTo>
                  <a:lnTo>
                    <a:pt x="441900" y="417710"/>
                  </a:lnTo>
                  <a:lnTo>
                    <a:pt x="463995" y="402453"/>
                  </a:lnTo>
                  <a:lnTo>
                    <a:pt x="486090" y="387463"/>
                  </a:lnTo>
                  <a:lnTo>
                    <a:pt x="508185" y="372749"/>
                  </a:lnTo>
                  <a:lnTo>
                    <a:pt x="530280" y="358321"/>
                  </a:lnTo>
                  <a:lnTo>
                    <a:pt x="552375" y="344186"/>
                  </a:lnTo>
                  <a:lnTo>
                    <a:pt x="574470" y="330351"/>
                  </a:lnTo>
                  <a:lnTo>
                    <a:pt x="596565" y="316821"/>
                  </a:lnTo>
                  <a:lnTo>
                    <a:pt x="618660" y="303601"/>
                  </a:lnTo>
                  <a:lnTo>
                    <a:pt x="640755" y="290694"/>
                  </a:lnTo>
                  <a:lnTo>
                    <a:pt x="662850" y="278103"/>
                  </a:lnTo>
                  <a:lnTo>
                    <a:pt x="684945" y="265830"/>
                  </a:lnTo>
                  <a:lnTo>
                    <a:pt x="707040" y="253876"/>
                  </a:lnTo>
                  <a:lnTo>
                    <a:pt x="729135" y="242243"/>
                  </a:lnTo>
                  <a:lnTo>
                    <a:pt x="751230" y="230929"/>
                  </a:lnTo>
                  <a:lnTo>
                    <a:pt x="773325" y="219936"/>
                  </a:lnTo>
                  <a:lnTo>
                    <a:pt x="795420" y="209261"/>
                  </a:lnTo>
                  <a:lnTo>
                    <a:pt x="817515" y="198904"/>
                  </a:lnTo>
                  <a:lnTo>
                    <a:pt x="839610" y="188862"/>
                  </a:lnTo>
                  <a:lnTo>
                    <a:pt x="861705" y="179134"/>
                  </a:lnTo>
                  <a:lnTo>
                    <a:pt x="883800" y="169716"/>
                  </a:lnTo>
                  <a:lnTo>
                    <a:pt x="905895" y="160605"/>
                  </a:lnTo>
                  <a:lnTo>
                    <a:pt x="927990" y="151796"/>
                  </a:lnTo>
                  <a:lnTo>
                    <a:pt x="950085" y="143285"/>
                  </a:lnTo>
                  <a:lnTo>
                    <a:pt x="972180" y="135066"/>
                  </a:lnTo>
                  <a:lnTo>
                    <a:pt x="994275" y="127135"/>
                  </a:lnTo>
                  <a:lnTo>
                    <a:pt x="1016370" y="119484"/>
                  </a:lnTo>
                  <a:lnTo>
                    <a:pt x="1038465" y="112106"/>
                  </a:lnTo>
                  <a:lnTo>
                    <a:pt x="1060560" y="104996"/>
                  </a:lnTo>
                  <a:lnTo>
                    <a:pt x="1082655" y="98145"/>
                  </a:lnTo>
                  <a:lnTo>
                    <a:pt x="1104750" y="91548"/>
                  </a:lnTo>
                  <a:lnTo>
                    <a:pt x="1126845" y="85197"/>
                  </a:lnTo>
                  <a:lnTo>
                    <a:pt x="1148940" y="79086"/>
                  </a:lnTo>
                  <a:lnTo>
                    <a:pt x="1171035" y="73209"/>
                  </a:lnTo>
                  <a:lnTo>
                    <a:pt x="1193130" y="67563"/>
                  </a:lnTo>
                  <a:lnTo>
                    <a:pt x="1215225" y="62142"/>
                  </a:lnTo>
                  <a:lnTo>
                    <a:pt x="1237320" y="56946"/>
                  </a:lnTo>
                  <a:lnTo>
                    <a:pt x="1259415" y="51971"/>
                  </a:lnTo>
                  <a:lnTo>
                    <a:pt x="1281510" y="47216"/>
                  </a:lnTo>
                  <a:lnTo>
                    <a:pt x="1303605" y="42683"/>
                  </a:lnTo>
                  <a:lnTo>
                    <a:pt x="1325700" y="38370"/>
                  </a:lnTo>
                  <a:lnTo>
                    <a:pt x="1347795" y="34278"/>
                  </a:lnTo>
                  <a:lnTo>
                    <a:pt x="1369890" y="30410"/>
                  </a:lnTo>
                  <a:lnTo>
                    <a:pt x="1391985" y="26766"/>
                  </a:lnTo>
                  <a:lnTo>
                    <a:pt x="1414080" y="23348"/>
                  </a:lnTo>
                  <a:lnTo>
                    <a:pt x="1436175" y="20157"/>
                  </a:lnTo>
                  <a:lnTo>
                    <a:pt x="1458270" y="17195"/>
                  </a:lnTo>
                  <a:lnTo>
                    <a:pt x="1480366" y="14463"/>
                  </a:lnTo>
                  <a:lnTo>
                    <a:pt x="1502461" y="11964"/>
                  </a:lnTo>
                  <a:lnTo>
                    <a:pt x="1524556" y="9698"/>
                  </a:lnTo>
                  <a:lnTo>
                    <a:pt x="1546651" y="7667"/>
                  </a:lnTo>
                  <a:lnTo>
                    <a:pt x="1568746" y="5872"/>
                  </a:lnTo>
                  <a:lnTo>
                    <a:pt x="1590841" y="4314"/>
                  </a:lnTo>
                  <a:lnTo>
                    <a:pt x="1612936" y="2995"/>
                  </a:lnTo>
                  <a:lnTo>
                    <a:pt x="1635031" y="1914"/>
                  </a:lnTo>
                  <a:lnTo>
                    <a:pt x="1657126" y="1074"/>
                  </a:lnTo>
                  <a:lnTo>
                    <a:pt x="1679221" y="474"/>
                  </a:lnTo>
                  <a:lnTo>
                    <a:pt x="1701316" y="116"/>
                  </a:lnTo>
                  <a:lnTo>
                    <a:pt x="1723411" y="0"/>
                  </a:lnTo>
                  <a:lnTo>
                    <a:pt x="1745506" y="1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43" name="pl2943"/>
            <p:cNvSpPr/>
            <p:nvPr/>
          </p:nvSpPr>
          <p:spPr>
            <a:xfrm>
              <a:off x="5499949" y="5246599"/>
              <a:ext cx="1745506" cy="748304"/>
            </a:xfrm>
            <a:custGeom>
              <a:avLst/>
              <a:pathLst>
                <a:path w="1745506" h="748304">
                  <a:moveTo>
                    <a:pt x="1745506" y="31641"/>
                  </a:moveTo>
                  <a:lnTo>
                    <a:pt x="1723411" y="27024"/>
                  </a:lnTo>
                  <a:lnTo>
                    <a:pt x="1701316" y="22769"/>
                  </a:lnTo>
                  <a:lnTo>
                    <a:pt x="1679221" y="18876"/>
                  </a:lnTo>
                  <a:lnTo>
                    <a:pt x="1657126" y="15344"/>
                  </a:lnTo>
                  <a:lnTo>
                    <a:pt x="1635031" y="12175"/>
                  </a:lnTo>
                  <a:lnTo>
                    <a:pt x="1612936" y="9370"/>
                  </a:lnTo>
                  <a:lnTo>
                    <a:pt x="1590841" y="6930"/>
                  </a:lnTo>
                  <a:lnTo>
                    <a:pt x="1568746" y="4854"/>
                  </a:lnTo>
                  <a:lnTo>
                    <a:pt x="1546651" y="3146"/>
                  </a:lnTo>
                  <a:lnTo>
                    <a:pt x="1524556" y="1805"/>
                  </a:lnTo>
                  <a:lnTo>
                    <a:pt x="1502461" y="832"/>
                  </a:lnTo>
                  <a:lnTo>
                    <a:pt x="1480366" y="230"/>
                  </a:lnTo>
                  <a:lnTo>
                    <a:pt x="1458270" y="0"/>
                  </a:lnTo>
                  <a:lnTo>
                    <a:pt x="1436175" y="142"/>
                  </a:lnTo>
                  <a:lnTo>
                    <a:pt x="1414080" y="659"/>
                  </a:lnTo>
                  <a:lnTo>
                    <a:pt x="1391985" y="1552"/>
                  </a:lnTo>
                  <a:lnTo>
                    <a:pt x="1369890" y="2824"/>
                  </a:lnTo>
                  <a:lnTo>
                    <a:pt x="1347795" y="4474"/>
                  </a:lnTo>
                  <a:lnTo>
                    <a:pt x="1325700" y="6505"/>
                  </a:lnTo>
                  <a:lnTo>
                    <a:pt x="1303605" y="8919"/>
                  </a:lnTo>
                  <a:lnTo>
                    <a:pt x="1281510" y="11715"/>
                  </a:lnTo>
                  <a:lnTo>
                    <a:pt x="1259415" y="14894"/>
                  </a:lnTo>
                  <a:lnTo>
                    <a:pt x="1237320" y="18456"/>
                  </a:lnTo>
                  <a:lnTo>
                    <a:pt x="1215225" y="22400"/>
                  </a:lnTo>
                  <a:lnTo>
                    <a:pt x="1193130" y="26724"/>
                  </a:lnTo>
                  <a:lnTo>
                    <a:pt x="1171035" y="31425"/>
                  </a:lnTo>
                  <a:lnTo>
                    <a:pt x="1148940" y="36500"/>
                  </a:lnTo>
                  <a:lnTo>
                    <a:pt x="1126845" y="41945"/>
                  </a:lnTo>
                  <a:lnTo>
                    <a:pt x="1104750" y="47752"/>
                  </a:lnTo>
                  <a:lnTo>
                    <a:pt x="1082655" y="53917"/>
                  </a:lnTo>
                  <a:lnTo>
                    <a:pt x="1060560" y="60433"/>
                  </a:lnTo>
                  <a:lnTo>
                    <a:pt x="1038465" y="67292"/>
                  </a:lnTo>
                  <a:lnTo>
                    <a:pt x="1016370" y="74488"/>
                  </a:lnTo>
                  <a:lnTo>
                    <a:pt x="994275" y="82014"/>
                  </a:lnTo>
                  <a:lnTo>
                    <a:pt x="972180" y="89863"/>
                  </a:lnTo>
                  <a:lnTo>
                    <a:pt x="950085" y="98028"/>
                  </a:lnTo>
                  <a:lnTo>
                    <a:pt x="927990" y="106505"/>
                  </a:lnTo>
                  <a:lnTo>
                    <a:pt x="905895" y="115288"/>
                  </a:lnTo>
                  <a:lnTo>
                    <a:pt x="883800" y="124371"/>
                  </a:lnTo>
                  <a:lnTo>
                    <a:pt x="861705" y="133752"/>
                  </a:lnTo>
                  <a:lnTo>
                    <a:pt x="839610" y="143426"/>
                  </a:lnTo>
                  <a:lnTo>
                    <a:pt x="817515" y="153390"/>
                  </a:lnTo>
                  <a:lnTo>
                    <a:pt x="795420" y="163643"/>
                  </a:lnTo>
                  <a:lnTo>
                    <a:pt x="773325" y="174181"/>
                  </a:lnTo>
                  <a:lnTo>
                    <a:pt x="751230" y="185005"/>
                  </a:lnTo>
                  <a:lnTo>
                    <a:pt x="729135" y="196112"/>
                  </a:lnTo>
                  <a:lnTo>
                    <a:pt x="707040" y="207502"/>
                  </a:lnTo>
                  <a:lnTo>
                    <a:pt x="684945" y="219176"/>
                  </a:lnTo>
                  <a:lnTo>
                    <a:pt x="662850" y="231134"/>
                  </a:lnTo>
                  <a:lnTo>
                    <a:pt x="640755" y="243378"/>
                  </a:lnTo>
                  <a:lnTo>
                    <a:pt x="618660" y="255910"/>
                  </a:lnTo>
                  <a:lnTo>
                    <a:pt x="596565" y="268732"/>
                  </a:lnTo>
                  <a:lnTo>
                    <a:pt x="574470" y="281848"/>
                  </a:lnTo>
                  <a:lnTo>
                    <a:pt x="552375" y="295263"/>
                  </a:lnTo>
                  <a:lnTo>
                    <a:pt x="530280" y="308981"/>
                  </a:lnTo>
                  <a:lnTo>
                    <a:pt x="508185" y="323009"/>
                  </a:lnTo>
                  <a:lnTo>
                    <a:pt x="486090" y="337356"/>
                  </a:lnTo>
                  <a:lnTo>
                    <a:pt x="463995" y="352029"/>
                  </a:lnTo>
                  <a:lnTo>
                    <a:pt x="441900" y="367040"/>
                  </a:lnTo>
                  <a:lnTo>
                    <a:pt x="419805" y="382398"/>
                  </a:lnTo>
                  <a:lnTo>
                    <a:pt x="397710" y="398115"/>
                  </a:lnTo>
                  <a:lnTo>
                    <a:pt x="375615" y="414203"/>
                  </a:lnTo>
                  <a:lnTo>
                    <a:pt x="353520" y="430673"/>
                  </a:lnTo>
                  <a:lnTo>
                    <a:pt x="331425" y="447533"/>
                  </a:lnTo>
                  <a:lnTo>
                    <a:pt x="309330" y="464793"/>
                  </a:lnTo>
                  <a:lnTo>
                    <a:pt x="287235" y="482457"/>
                  </a:lnTo>
                  <a:lnTo>
                    <a:pt x="265140" y="500528"/>
                  </a:lnTo>
                  <a:lnTo>
                    <a:pt x="243045" y="519006"/>
                  </a:lnTo>
                  <a:lnTo>
                    <a:pt x="220950" y="537891"/>
                  </a:lnTo>
                  <a:lnTo>
                    <a:pt x="198855" y="557180"/>
                  </a:lnTo>
                  <a:lnTo>
                    <a:pt x="176760" y="576868"/>
                  </a:lnTo>
                  <a:lnTo>
                    <a:pt x="154665" y="596953"/>
                  </a:lnTo>
                  <a:lnTo>
                    <a:pt x="132570" y="617429"/>
                  </a:lnTo>
                  <a:lnTo>
                    <a:pt x="110475" y="638293"/>
                  </a:lnTo>
                  <a:lnTo>
                    <a:pt x="88380" y="659541"/>
                  </a:lnTo>
                  <a:lnTo>
                    <a:pt x="66285" y="681169"/>
                  </a:lnTo>
                  <a:lnTo>
                    <a:pt x="44190" y="703174"/>
                  </a:lnTo>
                  <a:lnTo>
                    <a:pt x="22095" y="725553"/>
                  </a:lnTo>
                  <a:lnTo>
                    <a:pt x="0" y="7483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44" name="pl2944"/>
            <p:cNvSpPr/>
            <p:nvPr/>
          </p:nvSpPr>
          <p:spPr>
            <a:xfrm>
              <a:off x="5499949" y="5215483"/>
              <a:ext cx="1745506" cy="753067"/>
            </a:xfrm>
            <a:custGeom>
              <a:avLst/>
              <a:pathLst>
                <a:path w="1745506" h="753067">
                  <a:moveTo>
                    <a:pt x="0" y="753067"/>
                  </a:moveTo>
                  <a:lnTo>
                    <a:pt x="22095" y="731897"/>
                  </a:lnTo>
                  <a:lnTo>
                    <a:pt x="44190" y="711029"/>
                  </a:lnTo>
                  <a:lnTo>
                    <a:pt x="66285" y="690463"/>
                  </a:lnTo>
                  <a:lnTo>
                    <a:pt x="88380" y="670198"/>
                  </a:lnTo>
                  <a:lnTo>
                    <a:pt x="110475" y="650235"/>
                  </a:lnTo>
                  <a:lnTo>
                    <a:pt x="132570" y="630574"/>
                  </a:lnTo>
                  <a:lnTo>
                    <a:pt x="154665" y="611215"/>
                  </a:lnTo>
                  <a:lnTo>
                    <a:pt x="176760" y="592158"/>
                  </a:lnTo>
                  <a:lnTo>
                    <a:pt x="198855" y="573402"/>
                  </a:lnTo>
                  <a:lnTo>
                    <a:pt x="220950" y="554949"/>
                  </a:lnTo>
                  <a:lnTo>
                    <a:pt x="243045" y="536797"/>
                  </a:lnTo>
                  <a:lnTo>
                    <a:pt x="265140" y="518947"/>
                  </a:lnTo>
                  <a:lnTo>
                    <a:pt x="287235" y="501398"/>
                  </a:lnTo>
                  <a:lnTo>
                    <a:pt x="309330" y="484152"/>
                  </a:lnTo>
                  <a:lnTo>
                    <a:pt x="331425" y="467207"/>
                  </a:lnTo>
                  <a:lnTo>
                    <a:pt x="353520" y="450564"/>
                  </a:lnTo>
                  <a:lnTo>
                    <a:pt x="375615" y="434223"/>
                  </a:lnTo>
                  <a:lnTo>
                    <a:pt x="397710" y="418184"/>
                  </a:lnTo>
                  <a:lnTo>
                    <a:pt x="419805" y="402447"/>
                  </a:lnTo>
                  <a:lnTo>
                    <a:pt x="441900" y="387011"/>
                  </a:lnTo>
                  <a:lnTo>
                    <a:pt x="463995" y="371877"/>
                  </a:lnTo>
                  <a:lnTo>
                    <a:pt x="486090" y="357045"/>
                  </a:lnTo>
                  <a:lnTo>
                    <a:pt x="508185" y="342515"/>
                  </a:lnTo>
                  <a:lnTo>
                    <a:pt x="530280" y="328287"/>
                  </a:lnTo>
                  <a:lnTo>
                    <a:pt x="552375" y="314360"/>
                  </a:lnTo>
                  <a:lnTo>
                    <a:pt x="574470" y="300736"/>
                  </a:lnTo>
                  <a:lnTo>
                    <a:pt x="596565" y="287413"/>
                  </a:lnTo>
                  <a:lnTo>
                    <a:pt x="618660" y="274392"/>
                  </a:lnTo>
                  <a:lnTo>
                    <a:pt x="640755" y="261672"/>
                  </a:lnTo>
                  <a:lnTo>
                    <a:pt x="662850" y="249255"/>
                  </a:lnTo>
                  <a:lnTo>
                    <a:pt x="684945" y="237139"/>
                  </a:lnTo>
                  <a:lnTo>
                    <a:pt x="707040" y="225325"/>
                  </a:lnTo>
                  <a:lnTo>
                    <a:pt x="729135" y="213813"/>
                  </a:lnTo>
                  <a:lnTo>
                    <a:pt x="751230" y="202603"/>
                  </a:lnTo>
                  <a:lnTo>
                    <a:pt x="773325" y="191695"/>
                  </a:lnTo>
                  <a:lnTo>
                    <a:pt x="795420" y="181088"/>
                  </a:lnTo>
                  <a:lnTo>
                    <a:pt x="817515" y="170783"/>
                  </a:lnTo>
                  <a:lnTo>
                    <a:pt x="839610" y="160780"/>
                  </a:lnTo>
                  <a:lnTo>
                    <a:pt x="861705" y="151079"/>
                  </a:lnTo>
                  <a:lnTo>
                    <a:pt x="883800" y="141680"/>
                  </a:lnTo>
                  <a:lnTo>
                    <a:pt x="905895" y="132582"/>
                  </a:lnTo>
                  <a:lnTo>
                    <a:pt x="927990" y="123787"/>
                  </a:lnTo>
                  <a:lnTo>
                    <a:pt x="950085" y="115293"/>
                  </a:lnTo>
                  <a:lnTo>
                    <a:pt x="972180" y="107101"/>
                  </a:lnTo>
                  <a:lnTo>
                    <a:pt x="994275" y="99210"/>
                  </a:lnTo>
                  <a:lnTo>
                    <a:pt x="1016370" y="91622"/>
                  </a:lnTo>
                  <a:lnTo>
                    <a:pt x="1038465" y="84335"/>
                  </a:lnTo>
                  <a:lnTo>
                    <a:pt x="1060560" y="77350"/>
                  </a:lnTo>
                  <a:lnTo>
                    <a:pt x="1082655" y="70667"/>
                  </a:lnTo>
                  <a:lnTo>
                    <a:pt x="1104750" y="64286"/>
                  </a:lnTo>
                  <a:lnTo>
                    <a:pt x="1126845" y="58207"/>
                  </a:lnTo>
                  <a:lnTo>
                    <a:pt x="1148940" y="52429"/>
                  </a:lnTo>
                  <a:lnTo>
                    <a:pt x="1171035" y="46953"/>
                  </a:lnTo>
                  <a:lnTo>
                    <a:pt x="1193130" y="41780"/>
                  </a:lnTo>
                  <a:lnTo>
                    <a:pt x="1215225" y="36907"/>
                  </a:lnTo>
                  <a:lnTo>
                    <a:pt x="1237320" y="32337"/>
                  </a:lnTo>
                  <a:lnTo>
                    <a:pt x="1259415" y="28069"/>
                  </a:lnTo>
                  <a:lnTo>
                    <a:pt x="1281510" y="24102"/>
                  </a:lnTo>
                  <a:lnTo>
                    <a:pt x="1303605" y="20437"/>
                  </a:lnTo>
                  <a:lnTo>
                    <a:pt x="1325700" y="17074"/>
                  </a:lnTo>
                  <a:lnTo>
                    <a:pt x="1347795" y="14013"/>
                  </a:lnTo>
                  <a:lnTo>
                    <a:pt x="1369890" y="11253"/>
                  </a:lnTo>
                  <a:lnTo>
                    <a:pt x="1391985" y="8795"/>
                  </a:lnTo>
                  <a:lnTo>
                    <a:pt x="1414080" y="6640"/>
                  </a:lnTo>
                  <a:lnTo>
                    <a:pt x="1436175" y="4786"/>
                  </a:lnTo>
                  <a:lnTo>
                    <a:pt x="1458270" y="3233"/>
                  </a:lnTo>
                  <a:lnTo>
                    <a:pt x="1480366" y="1983"/>
                  </a:lnTo>
                  <a:lnTo>
                    <a:pt x="1502461" y="1034"/>
                  </a:lnTo>
                  <a:lnTo>
                    <a:pt x="1524556" y="388"/>
                  </a:lnTo>
                  <a:lnTo>
                    <a:pt x="1546651" y="43"/>
                  </a:lnTo>
                  <a:lnTo>
                    <a:pt x="1568746" y="0"/>
                  </a:lnTo>
                  <a:lnTo>
                    <a:pt x="1590841" y="258"/>
                  </a:lnTo>
                  <a:lnTo>
                    <a:pt x="1612936" y="819"/>
                  </a:lnTo>
                  <a:lnTo>
                    <a:pt x="1635031" y="1681"/>
                  </a:lnTo>
                  <a:lnTo>
                    <a:pt x="1657126" y="2845"/>
                  </a:lnTo>
                  <a:lnTo>
                    <a:pt x="1679221" y="4311"/>
                  </a:lnTo>
                  <a:lnTo>
                    <a:pt x="1701316" y="6079"/>
                  </a:lnTo>
                  <a:lnTo>
                    <a:pt x="1723411" y="8148"/>
                  </a:lnTo>
                  <a:lnTo>
                    <a:pt x="1745506" y="1052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tx2945"/>
            <p:cNvSpPr/>
            <p:nvPr/>
          </p:nvSpPr>
          <p:spPr>
            <a:xfrm>
              <a:off x="5508677" y="473839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946" name="tx2946"/>
            <p:cNvSpPr/>
            <p:nvPr/>
          </p:nvSpPr>
          <p:spPr>
            <a:xfrm>
              <a:off x="5582423" y="471351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947" name="tx2947"/>
            <p:cNvSpPr/>
            <p:nvPr/>
          </p:nvSpPr>
          <p:spPr>
            <a:xfrm>
              <a:off x="5617032" y="480203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48" name="tx2948"/>
            <p:cNvSpPr/>
            <p:nvPr/>
          </p:nvSpPr>
          <p:spPr>
            <a:xfrm>
              <a:off x="5641384" y="477542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949" name="tx2949"/>
            <p:cNvSpPr/>
            <p:nvPr/>
          </p:nvSpPr>
          <p:spPr>
            <a:xfrm>
              <a:off x="5693300" y="480203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50" name="tx2950"/>
            <p:cNvSpPr/>
            <p:nvPr/>
          </p:nvSpPr>
          <p:spPr>
            <a:xfrm>
              <a:off x="5717652" y="473705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2951" name="tx2951"/>
            <p:cNvSpPr/>
            <p:nvPr/>
          </p:nvSpPr>
          <p:spPr>
            <a:xfrm>
              <a:off x="5508677" y="4831389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952" name="tx2952"/>
            <p:cNvSpPr/>
            <p:nvPr/>
          </p:nvSpPr>
          <p:spPr>
            <a:xfrm>
              <a:off x="5582423" y="480650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953" name="tx2953"/>
            <p:cNvSpPr/>
            <p:nvPr/>
          </p:nvSpPr>
          <p:spPr>
            <a:xfrm>
              <a:off x="5617032" y="489502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54" name="tx2954"/>
            <p:cNvSpPr/>
            <p:nvPr/>
          </p:nvSpPr>
          <p:spPr>
            <a:xfrm>
              <a:off x="5641384" y="486841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955" name="tx2955"/>
            <p:cNvSpPr/>
            <p:nvPr/>
          </p:nvSpPr>
          <p:spPr>
            <a:xfrm>
              <a:off x="5693300" y="489502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56" name="tx2956"/>
            <p:cNvSpPr/>
            <p:nvPr/>
          </p:nvSpPr>
          <p:spPr>
            <a:xfrm>
              <a:off x="5717652" y="4830043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0.70</a:t>
              </a:r>
            </a:p>
          </p:txBody>
        </p:sp>
        <p:sp>
          <p:nvSpPr>
            <p:cNvPr id="2957" name="pl2957"/>
            <p:cNvSpPr/>
            <p:nvPr/>
          </p:nvSpPr>
          <p:spPr>
            <a:xfrm>
              <a:off x="7370688" y="200169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l2958"/>
            <p:cNvSpPr/>
            <p:nvPr/>
          </p:nvSpPr>
          <p:spPr>
            <a:xfrm>
              <a:off x="7370688" y="163593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l2959"/>
            <p:cNvSpPr/>
            <p:nvPr/>
          </p:nvSpPr>
          <p:spPr>
            <a:xfrm>
              <a:off x="7370688" y="127016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l2960"/>
            <p:cNvSpPr/>
            <p:nvPr/>
          </p:nvSpPr>
          <p:spPr>
            <a:xfrm>
              <a:off x="7370688" y="90440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l2961"/>
            <p:cNvSpPr/>
            <p:nvPr/>
          </p:nvSpPr>
          <p:spPr>
            <a:xfrm>
              <a:off x="7370688" y="53863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l2962"/>
            <p:cNvSpPr/>
            <p:nvPr/>
          </p:nvSpPr>
          <p:spPr>
            <a:xfrm>
              <a:off x="7639787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l2963"/>
            <p:cNvSpPr/>
            <p:nvPr/>
          </p:nvSpPr>
          <p:spPr>
            <a:xfrm>
              <a:off x="8003434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l2964"/>
            <p:cNvSpPr/>
            <p:nvPr/>
          </p:nvSpPr>
          <p:spPr>
            <a:xfrm>
              <a:off x="8367081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l2965"/>
            <p:cNvSpPr/>
            <p:nvPr/>
          </p:nvSpPr>
          <p:spPr>
            <a:xfrm>
              <a:off x="8730728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l2966"/>
            <p:cNvSpPr/>
            <p:nvPr/>
          </p:nvSpPr>
          <p:spPr>
            <a:xfrm>
              <a:off x="9094376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l2967"/>
            <p:cNvSpPr/>
            <p:nvPr/>
          </p:nvSpPr>
          <p:spPr>
            <a:xfrm>
              <a:off x="7370688" y="2184578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l2968"/>
            <p:cNvSpPr/>
            <p:nvPr/>
          </p:nvSpPr>
          <p:spPr>
            <a:xfrm>
              <a:off x="7370688" y="1818813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l2969"/>
            <p:cNvSpPr/>
            <p:nvPr/>
          </p:nvSpPr>
          <p:spPr>
            <a:xfrm>
              <a:off x="7370688" y="1453048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l2970"/>
            <p:cNvSpPr/>
            <p:nvPr/>
          </p:nvSpPr>
          <p:spPr>
            <a:xfrm>
              <a:off x="7370688" y="1087284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l2971"/>
            <p:cNvSpPr/>
            <p:nvPr/>
          </p:nvSpPr>
          <p:spPr>
            <a:xfrm>
              <a:off x="7370688" y="72151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l2972"/>
            <p:cNvSpPr/>
            <p:nvPr/>
          </p:nvSpPr>
          <p:spPr>
            <a:xfrm>
              <a:off x="7457963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l2973"/>
            <p:cNvSpPr/>
            <p:nvPr/>
          </p:nvSpPr>
          <p:spPr>
            <a:xfrm>
              <a:off x="7821611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l2974"/>
            <p:cNvSpPr/>
            <p:nvPr/>
          </p:nvSpPr>
          <p:spPr>
            <a:xfrm>
              <a:off x="8185258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l2975"/>
            <p:cNvSpPr/>
            <p:nvPr/>
          </p:nvSpPr>
          <p:spPr>
            <a:xfrm>
              <a:off x="8548905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l2976"/>
            <p:cNvSpPr/>
            <p:nvPr/>
          </p:nvSpPr>
          <p:spPr>
            <a:xfrm>
              <a:off x="8912552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l2977"/>
            <p:cNvSpPr/>
            <p:nvPr/>
          </p:nvSpPr>
          <p:spPr>
            <a:xfrm>
              <a:off x="9276199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8167207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7876289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8167207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8167207" y="123992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8530854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7949019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773083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8167207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t2988"/>
            <p:cNvSpPr/>
            <p:nvPr/>
          </p:nvSpPr>
          <p:spPr>
            <a:xfrm>
              <a:off x="81672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t2989"/>
            <p:cNvSpPr/>
            <p:nvPr/>
          </p:nvSpPr>
          <p:spPr>
            <a:xfrm>
              <a:off x="7439913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t2990"/>
            <p:cNvSpPr/>
            <p:nvPr/>
          </p:nvSpPr>
          <p:spPr>
            <a:xfrm>
              <a:off x="758537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t2991"/>
            <p:cNvSpPr/>
            <p:nvPr/>
          </p:nvSpPr>
          <p:spPr>
            <a:xfrm>
              <a:off x="7730831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t2992"/>
            <p:cNvSpPr/>
            <p:nvPr/>
          </p:nvSpPr>
          <p:spPr>
            <a:xfrm>
              <a:off x="7585372" y="15325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t2993"/>
            <p:cNvSpPr/>
            <p:nvPr/>
          </p:nvSpPr>
          <p:spPr>
            <a:xfrm>
              <a:off x="8312666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t2994"/>
            <p:cNvSpPr/>
            <p:nvPr/>
          </p:nvSpPr>
          <p:spPr>
            <a:xfrm>
              <a:off x="758537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t2995"/>
            <p:cNvSpPr/>
            <p:nvPr/>
          </p:nvSpPr>
          <p:spPr>
            <a:xfrm>
              <a:off x="758537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t2996"/>
            <p:cNvSpPr/>
            <p:nvPr/>
          </p:nvSpPr>
          <p:spPr>
            <a:xfrm>
              <a:off x="7876289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t2997"/>
            <p:cNvSpPr/>
            <p:nvPr/>
          </p:nvSpPr>
          <p:spPr>
            <a:xfrm>
              <a:off x="82399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t2998"/>
            <p:cNvSpPr/>
            <p:nvPr/>
          </p:nvSpPr>
          <p:spPr>
            <a:xfrm>
              <a:off x="7585372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t2999"/>
            <p:cNvSpPr/>
            <p:nvPr/>
          </p:nvSpPr>
          <p:spPr>
            <a:xfrm>
              <a:off x="816720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t3000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t3001"/>
            <p:cNvSpPr/>
            <p:nvPr/>
          </p:nvSpPr>
          <p:spPr>
            <a:xfrm>
              <a:off x="743991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t3002"/>
            <p:cNvSpPr/>
            <p:nvPr/>
          </p:nvSpPr>
          <p:spPr>
            <a:xfrm>
              <a:off x="8021748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t3003"/>
            <p:cNvSpPr/>
            <p:nvPr/>
          </p:nvSpPr>
          <p:spPr>
            <a:xfrm>
              <a:off x="8385395" y="16910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t3004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t3005"/>
            <p:cNvSpPr/>
            <p:nvPr/>
          </p:nvSpPr>
          <p:spPr>
            <a:xfrm>
              <a:off x="8312666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t3006"/>
            <p:cNvSpPr/>
            <p:nvPr/>
          </p:nvSpPr>
          <p:spPr>
            <a:xfrm>
              <a:off x="81672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t3007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t3008"/>
            <p:cNvSpPr/>
            <p:nvPr/>
          </p:nvSpPr>
          <p:spPr>
            <a:xfrm>
              <a:off x="802174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t3009"/>
            <p:cNvSpPr/>
            <p:nvPr/>
          </p:nvSpPr>
          <p:spPr>
            <a:xfrm>
              <a:off x="8312666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t3010"/>
            <p:cNvSpPr/>
            <p:nvPr/>
          </p:nvSpPr>
          <p:spPr>
            <a:xfrm>
              <a:off x="794901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t3011"/>
            <p:cNvSpPr/>
            <p:nvPr/>
          </p:nvSpPr>
          <p:spPr>
            <a:xfrm>
              <a:off x="87490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t3012"/>
            <p:cNvSpPr/>
            <p:nvPr/>
          </p:nvSpPr>
          <p:spPr>
            <a:xfrm>
              <a:off x="8312666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t3013"/>
            <p:cNvSpPr/>
            <p:nvPr/>
          </p:nvSpPr>
          <p:spPr>
            <a:xfrm>
              <a:off x="8167207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t3014"/>
            <p:cNvSpPr/>
            <p:nvPr/>
          </p:nvSpPr>
          <p:spPr>
            <a:xfrm>
              <a:off x="8385395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t3015"/>
            <p:cNvSpPr/>
            <p:nvPr/>
          </p:nvSpPr>
          <p:spPr>
            <a:xfrm>
              <a:off x="787628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t3016"/>
            <p:cNvSpPr/>
            <p:nvPr/>
          </p:nvSpPr>
          <p:spPr>
            <a:xfrm>
              <a:off x="8239937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t3017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t3018"/>
            <p:cNvSpPr/>
            <p:nvPr/>
          </p:nvSpPr>
          <p:spPr>
            <a:xfrm>
              <a:off x="8021748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t3019"/>
            <p:cNvSpPr/>
            <p:nvPr/>
          </p:nvSpPr>
          <p:spPr>
            <a:xfrm>
              <a:off x="823993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t3020"/>
            <p:cNvSpPr/>
            <p:nvPr/>
          </p:nvSpPr>
          <p:spPr>
            <a:xfrm>
              <a:off x="7876289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t3021"/>
            <p:cNvSpPr/>
            <p:nvPr/>
          </p:nvSpPr>
          <p:spPr>
            <a:xfrm>
              <a:off x="8312666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t3022"/>
            <p:cNvSpPr/>
            <p:nvPr/>
          </p:nvSpPr>
          <p:spPr>
            <a:xfrm>
              <a:off x="8021748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t3023"/>
            <p:cNvSpPr/>
            <p:nvPr/>
          </p:nvSpPr>
          <p:spPr>
            <a:xfrm>
              <a:off x="7439913" y="18251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t3024"/>
            <p:cNvSpPr/>
            <p:nvPr/>
          </p:nvSpPr>
          <p:spPr>
            <a:xfrm>
              <a:off x="7876289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t3025"/>
            <p:cNvSpPr/>
            <p:nvPr/>
          </p:nvSpPr>
          <p:spPr>
            <a:xfrm>
              <a:off x="7439913" y="21421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t3026"/>
            <p:cNvSpPr/>
            <p:nvPr/>
          </p:nvSpPr>
          <p:spPr>
            <a:xfrm>
              <a:off x="8312666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t3027"/>
            <p:cNvSpPr/>
            <p:nvPr/>
          </p:nvSpPr>
          <p:spPr>
            <a:xfrm>
              <a:off x="7439913" y="1569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t3028"/>
            <p:cNvSpPr/>
            <p:nvPr/>
          </p:nvSpPr>
          <p:spPr>
            <a:xfrm>
              <a:off x="8167207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t3029"/>
            <p:cNvSpPr/>
            <p:nvPr/>
          </p:nvSpPr>
          <p:spPr>
            <a:xfrm>
              <a:off x="845812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t3030"/>
            <p:cNvSpPr/>
            <p:nvPr/>
          </p:nvSpPr>
          <p:spPr>
            <a:xfrm>
              <a:off x="7439913" y="21177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t3031"/>
            <p:cNvSpPr/>
            <p:nvPr/>
          </p:nvSpPr>
          <p:spPr>
            <a:xfrm>
              <a:off x="8312666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t3032"/>
            <p:cNvSpPr/>
            <p:nvPr/>
          </p:nvSpPr>
          <p:spPr>
            <a:xfrm>
              <a:off x="7439913" y="20933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t3033"/>
            <p:cNvSpPr/>
            <p:nvPr/>
          </p:nvSpPr>
          <p:spPr>
            <a:xfrm>
              <a:off x="7585372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t3034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t3035"/>
            <p:cNvSpPr/>
            <p:nvPr/>
          </p:nvSpPr>
          <p:spPr>
            <a:xfrm>
              <a:off x="845812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t3036"/>
            <p:cNvSpPr/>
            <p:nvPr/>
          </p:nvSpPr>
          <p:spPr>
            <a:xfrm>
              <a:off x="7876289" y="18495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t3037"/>
            <p:cNvSpPr/>
            <p:nvPr/>
          </p:nvSpPr>
          <p:spPr>
            <a:xfrm>
              <a:off x="7439913" y="18495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t3038"/>
            <p:cNvSpPr/>
            <p:nvPr/>
          </p:nvSpPr>
          <p:spPr>
            <a:xfrm>
              <a:off x="7876289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t3039"/>
            <p:cNvSpPr/>
            <p:nvPr/>
          </p:nvSpPr>
          <p:spPr>
            <a:xfrm>
              <a:off x="8385395" y="155691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t3040"/>
            <p:cNvSpPr/>
            <p:nvPr/>
          </p:nvSpPr>
          <p:spPr>
            <a:xfrm>
              <a:off x="8167207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t3041"/>
            <p:cNvSpPr/>
            <p:nvPr/>
          </p:nvSpPr>
          <p:spPr>
            <a:xfrm>
              <a:off x="853085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t3042"/>
            <p:cNvSpPr/>
            <p:nvPr/>
          </p:nvSpPr>
          <p:spPr>
            <a:xfrm>
              <a:off x="8676313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t3043"/>
            <p:cNvSpPr/>
            <p:nvPr/>
          </p:nvSpPr>
          <p:spPr>
            <a:xfrm>
              <a:off x="8312666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t3044"/>
            <p:cNvSpPr/>
            <p:nvPr/>
          </p:nvSpPr>
          <p:spPr>
            <a:xfrm>
              <a:off x="8312666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t3045"/>
            <p:cNvSpPr/>
            <p:nvPr/>
          </p:nvSpPr>
          <p:spPr>
            <a:xfrm>
              <a:off x="8603584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t3046"/>
            <p:cNvSpPr/>
            <p:nvPr/>
          </p:nvSpPr>
          <p:spPr>
            <a:xfrm>
              <a:off x="7730831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t3047"/>
            <p:cNvSpPr/>
            <p:nvPr/>
          </p:nvSpPr>
          <p:spPr>
            <a:xfrm>
              <a:off x="860358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t3048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t3049"/>
            <p:cNvSpPr/>
            <p:nvPr/>
          </p:nvSpPr>
          <p:spPr>
            <a:xfrm>
              <a:off x="8312666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t3050"/>
            <p:cNvSpPr/>
            <p:nvPr/>
          </p:nvSpPr>
          <p:spPr>
            <a:xfrm>
              <a:off x="8603584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t3051"/>
            <p:cNvSpPr/>
            <p:nvPr/>
          </p:nvSpPr>
          <p:spPr>
            <a:xfrm>
              <a:off x="7876289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t3052"/>
            <p:cNvSpPr/>
            <p:nvPr/>
          </p:nvSpPr>
          <p:spPr>
            <a:xfrm>
              <a:off x="816720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t3053"/>
            <p:cNvSpPr/>
            <p:nvPr/>
          </p:nvSpPr>
          <p:spPr>
            <a:xfrm>
              <a:off x="8458125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t3054"/>
            <p:cNvSpPr/>
            <p:nvPr/>
          </p:nvSpPr>
          <p:spPr>
            <a:xfrm>
              <a:off x="773083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t3055"/>
            <p:cNvSpPr/>
            <p:nvPr/>
          </p:nvSpPr>
          <p:spPr>
            <a:xfrm>
              <a:off x="787628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t3056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t3057"/>
            <p:cNvSpPr/>
            <p:nvPr/>
          </p:nvSpPr>
          <p:spPr>
            <a:xfrm>
              <a:off x="845812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t3058"/>
            <p:cNvSpPr/>
            <p:nvPr/>
          </p:nvSpPr>
          <p:spPr>
            <a:xfrm>
              <a:off x="802174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t3059"/>
            <p:cNvSpPr/>
            <p:nvPr/>
          </p:nvSpPr>
          <p:spPr>
            <a:xfrm>
              <a:off x="8167207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t3060"/>
            <p:cNvSpPr/>
            <p:nvPr/>
          </p:nvSpPr>
          <p:spPr>
            <a:xfrm>
              <a:off x="8603584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t3061"/>
            <p:cNvSpPr/>
            <p:nvPr/>
          </p:nvSpPr>
          <p:spPr>
            <a:xfrm>
              <a:off x="794901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t3062"/>
            <p:cNvSpPr/>
            <p:nvPr/>
          </p:nvSpPr>
          <p:spPr>
            <a:xfrm>
              <a:off x="7803560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t3063"/>
            <p:cNvSpPr/>
            <p:nvPr/>
          </p:nvSpPr>
          <p:spPr>
            <a:xfrm>
              <a:off x="7876289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t3064"/>
            <p:cNvSpPr/>
            <p:nvPr/>
          </p:nvSpPr>
          <p:spPr>
            <a:xfrm>
              <a:off x="7876289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816720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t3066"/>
            <p:cNvSpPr/>
            <p:nvPr/>
          </p:nvSpPr>
          <p:spPr>
            <a:xfrm>
              <a:off x="8603584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8312666" y="109361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t3068"/>
            <p:cNvSpPr/>
            <p:nvPr/>
          </p:nvSpPr>
          <p:spPr>
            <a:xfrm>
              <a:off x="7876289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787628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t3070"/>
            <p:cNvSpPr/>
            <p:nvPr/>
          </p:nvSpPr>
          <p:spPr>
            <a:xfrm>
              <a:off x="787628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7439913" y="20811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t3072"/>
            <p:cNvSpPr/>
            <p:nvPr/>
          </p:nvSpPr>
          <p:spPr>
            <a:xfrm>
              <a:off x="787628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82399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t3074"/>
            <p:cNvSpPr/>
            <p:nvPr/>
          </p:nvSpPr>
          <p:spPr>
            <a:xfrm>
              <a:off x="8749042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t3075"/>
            <p:cNvSpPr/>
            <p:nvPr/>
          </p:nvSpPr>
          <p:spPr>
            <a:xfrm>
              <a:off x="7658101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t3076"/>
            <p:cNvSpPr/>
            <p:nvPr/>
          </p:nvSpPr>
          <p:spPr>
            <a:xfrm>
              <a:off x="802174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t3077"/>
            <p:cNvSpPr/>
            <p:nvPr/>
          </p:nvSpPr>
          <p:spPr>
            <a:xfrm>
              <a:off x="773083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t3078"/>
            <p:cNvSpPr/>
            <p:nvPr/>
          </p:nvSpPr>
          <p:spPr>
            <a:xfrm>
              <a:off x="8021748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t3079"/>
            <p:cNvSpPr/>
            <p:nvPr/>
          </p:nvSpPr>
          <p:spPr>
            <a:xfrm>
              <a:off x="76581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t3080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t3081"/>
            <p:cNvSpPr/>
            <p:nvPr/>
          </p:nvSpPr>
          <p:spPr>
            <a:xfrm>
              <a:off x="816720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t3082"/>
            <p:cNvSpPr/>
            <p:nvPr/>
          </p:nvSpPr>
          <p:spPr>
            <a:xfrm>
              <a:off x="787628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t3083"/>
            <p:cNvSpPr/>
            <p:nvPr/>
          </p:nvSpPr>
          <p:spPr>
            <a:xfrm>
              <a:off x="80217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t3084"/>
            <p:cNvSpPr/>
            <p:nvPr/>
          </p:nvSpPr>
          <p:spPr>
            <a:xfrm>
              <a:off x="80217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t3085"/>
            <p:cNvSpPr/>
            <p:nvPr/>
          </p:nvSpPr>
          <p:spPr>
            <a:xfrm>
              <a:off x="802174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t3086"/>
            <p:cNvSpPr/>
            <p:nvPr/>
          </p:nvSpPr>
          <p:spPr>
            <a:xfrm>
              <a:off x="809447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t3087"/>
            <p:cNvSpPr/>
            <p:nvPr/>
          </p:nvSpPr>
          <p:spPr>
            <a:xfrm>
              <a:off x="802174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t3088"/>
            <p:cNvSpPr/>
            <p:nvPr/>
          </p:nvSpPr>
          <p:spPr>
            <a:xfrm>
              <a:off x="787628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t3089"/>
            <p:cNvSpPr/>
            <p:nvPr/>
          </p:nvSpPr>
          <p:spPr>
            <a:xfrm>
              <a:off x="802174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t3090"/>
            <p:cNvSpPr/>
            <p:nvPr/>
          </p:nvSpPr>
          <p:spPr>
            <a:xfrm>
              <a:off x="81672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t3091"/>
            <p:cNvSpPr/>
            <p:nvPr/>
          </p:nvSpPr>
          <p:spPr>
            <a:xfrm>
              <a:off x="81672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t3092"/>
            <p:cNvSpPr/>
            <p:nvPr/>
          </p:nvSpPr>
          <p:spPr>
            <a:xfrm>
              <a:off x="81672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t3093"/>
            <p:cNvSpPr/>
            <p:nvPr/>
          </p:nvSpPr>
          <p:spPr>
            <a:xfrm>
              <a:off x="7876289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t3094"/>
            <p:cNvSpPr/>
            <p:nvPr/>
          </p:nvSpPr>
          <p:spPr>
            <a:xfrm>
              <a:off x="773083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t3095"/>
            <p:cNvSpPr/>
            <p:nvPr/>
          </p:nvSpPr>
          <p:spPr>
            <a:xfrm>
              <a:off x="773083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t3096"/>
            <p:cNvSpPr/>
            <p:nvPr/>
          </p:nvSpPr>
          <p:spPr>
            <a:xfrm>
              <a:off x="787628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t3097"/>
            <p:cNvSpPr/>
            <p:nvPr/>
          </p:nvSpPr>
          <p:spPr>
            <a:xfrm>
              <a:off x="787628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t3098"/>
            <p:cNvSpPr/>
            <p:nvPr/>
          </p:nvSpPr>
          <p:spPr>
            <a:xfrm>
              <a:off x="787628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t3099"/>
            <p:cNvSpPr/>
            <p:nvPr/>
          </p:nvSpPr>
          <p:spPr>
            <a:xfrm>
              <a:off x="773083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t3100"/>
            <p:cNvSpPr/>
            <p:nvPr/>
          </p:nvSpPr>
          <p:spPr>
            <a:xfrm>
              <a:off x="773083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t3101"/>
            <p:cNvSpPr/>
            <p:nvPr/>
          </p:nvSpPr>
          <p:spPr>
            <a:xfrm>
              <a:off x="787628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t3102"/>
            <p:cNvSpPr/>
            <p:nvPr/>
          </p:nvSpPr>
          <p:spPr>
            <a:xfrm>
              <a:off x="802174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t3103"/>
            <p:cNvSpPr/>
            <p:nvPr/>
          </p:nvSpPr>
          <p:spPr>
            <a:xfrm>
              <a:off x="787628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t3104"/>
            <p:cNvSpPr/>
            <p:nvPr/>
          </p:nvSpPr>
          <p:spPr>
            <a:xfrm>
              <a:off x="802174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t3105"/>
            <p:cNvSpPr/>
            <p:nvPr/>
          </p:nvSpPr>
          <p:spPr>
            <a:xfrm>
              <a:off x="787628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t3106"/>
            <p:cNvSpPr/>
            <p:nvPr/>
          </p:nvSpPr>
          <p:spPr>
            <a:xfrm>
              <a:off x="773083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t3107"/>
            <p:cNvSpPr/>
            <p:nvPr/>
          </p:nvSpPr>
          <p:spPr>
            <a:xfrm>
              <a:off x="802174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t3108"/>
            <p:cNvSpPr/>
            <p:nvPr/>
          </p:nvSpPr>
          <p:spPr>
            <a:xfrm>
              <a:off x="8021748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t3109"/>
            <p:cNvSpPr/>
            <p:nvPr/>
          </p:nvSpPr>
          <p:spPr>
            <a:xfrm>
              <a:off x="8021748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t3110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t3111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t3112"/>
            <p:cNvSpPr/>
            <p:nvPr/>
          </p:nvSpPr>
          <p:spPr>
            <a:xfrm>
              <a:off x="802174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t3113"/>
            <p:cNvSpPr/>
            <p:nvPr/>
          </p:nvSpPr>
          <p:spPr>
            <a:xfrm>
              <a:off x="802174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t3114"/>
            <p:cNvSpPr/>
            <p:nvPr/>
          </p:nvSpPr>
          <p:spPr>
            <a:xfrm>
              <a:off x="8021748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t3115"/>
            <p:cNvSpPr/>
            <p:nvPr/>
          </p:nvSpPr>
          <p:spPr>
            <a:xfrm>
              <a:off x="773083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t3116"/>
            <p:cNvSpPr/>
            <p:nvPr/>
          </p:nvSpPr>
          <p:spPr>
            <a:xfrm>
              <a:off x="8021748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t3117"/>
            <p:cNvSpPr/>
            <p:nvPr/>
          </p:nvSpPr>
          <p:spPr>
            <a:xfrm>
              <a:off x="80217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t3118"/>
            <p:cNvSpPr/>
            <p:nvPr/>
          </p:nvSpPr>
          <p:spPr>
            <a:xfrm>
              <a:off x="794901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t3119"/>
            <p:cNvSpPr/>
            <p:nvPr/>
          </p:nvSpPr>
          <p:spPr>
            <a:xfrm>
              <a:off x="802174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t3120"/>
            <p:cNvSpPr/>
            <p:nvPr/>
          </p:nvSpPr>
          <p:spPr>
            <a:xfrm>
              <a:off x="816720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t3121"/>
            <p:cNvSpPr/>
            <p:nvPr/>
          </p:nvSpPr>
          <p:spPr>
            <a:xfrm>
              <a:off x="80217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t3122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t3123"/>
            <p:cNvSpPr/>
            <p:nvPr/>
          </p:nvSpPr>
          <p:spPr>
            <a:xfrm>
              <a:off x="823993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t3124"/>
            <p:cNvSpPr/>
            <p:nvPr/>
          </p:nvSpPr>
          <p:spPr>
            <a:xfrm>
              <a:off x="787628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t3125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t3126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t3127"/>
            <p:cNvSpPr/>
            <p:nvPr/>
          </p:nvSpPr>
          <p:spPr>
            <a:xfrm>
              <a:off x="81672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t3128"/>
            <p:cNvSpPr/>
            <p:nvPr/>
          </p:nvSpPr>
          <p:spPr>
            <a:xfrm>
              <a:off x="802174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t3129"/>
            <p:cNvSpPr/>
            <p:nvPr/>
          </p:nvSpPr>
          <p:spPr>
            <a:xfrm>
              <a:off x="802174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t3130"/>
            <p:cNvSpPr/>
            <p:nvPr/>
          </p:nvSpPr>
          <p:spPr>
            <a:xfrm>
              <a:off x="80217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t3131"/>
            <p:cNvSpPr/>
            <p:nvPr/>
          </p:nvSpPr>
          <p:spPr>
            <a:xfrm>
              <a:off x="7439913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t3132"/>
            <p:cNvSpPr/>
            <p:nvPr/>
          </p:nvSpPr>
          <p:spPr>
            <a:xfrm>
              <a:off x="743991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t3133"/>
            <p:cNvSpPr/>
            <p:nvPr/>
          </p:nvSpPr>
          <p:spPr>
            <a:xfrm>
              <a:off x="7585372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t3134"/>
            <p:cNvSpPr/>
            <p:nvPr/>
          </p:nvSpPr>
          <p:spPr>
            <a:xfrm>
              <a:off x="7585372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t3135"/>
            <p:cNvSpPr/>
            <p:nvPr/>
          </p:nvSpPr>
          <p:spPr>
            <a:xfrm>
              <a:off x="758537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t3136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t3137"/>
            <p:cNvSpPr/>
            <p:nvPr/>
          </p:nvSpPr>
          <p:spPr>
            <a:xfrm>
              <a:off x="8094478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t3138"/>
            <p:cNvSpPr/>
            <p:nvPr/>
          </p:nvSpPr>
          <p:spPr>
            <a:xfrm>
              <a:off x="8094478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t3139"/>
            <p:cNvSpPr/>
            <p:nvPr/>
          </p:nvSpPr>
          <p:spPr>
            <a:xfrm>
              <a:off x="8312666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t3140"/>
            <p:cNvSpPr/>
            <p:nvPr/>
          </p:nvSpPr>
          <p:spPr>
            <a:xfrm>
              <a:off x="8167207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t3141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t3142"/>
            <p:cNvSpPr/>
            <p:nvPr/>
          </p:nvSpPr>
          <p:spPr>
            <a:xfrm>
              <a:off x="7876289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t3143"/>
            <p:cNvSpPr/>
            <p:nvPr/>
          </p:nvSpPr>
          <p:spPr>
            <a:xfrm>
              <a:off x="787628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t3144"/>
            <p:cNvSpPr/>
            <p:nvPr/>
          </p:nvSpPr>
          <p:spPr>
            <a:xfrm>
              <a:off x="787628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t3145"/>
            <p:cNvSpPr/>
            <p:nvPr/>
          </p:nvSpPr>
          <p:spPr>
            <a:xfrm>
              <a:off x="80217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t3146"/>
            <p:cNvSpPr/>
            <p:nvPr/>
          </p:nvSpPr>
          <p:spPr>
            <a:xfrm>
              <a:off x="823993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t3147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t3148"/>
            <p:cNvSpPr/>
            <p:nvPr/>
          </p:nvSpPr>
          <p:spPr>
            <a:xfrm>
              <a:off x="7876289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t3149"/>
            <p:cNvSpPr/>
            <p:nvPr/>
          </p:nvSpPr>
          <p:spPr>
            <a:xfrm>
              <a:off x="802174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t3150"/>
            <p:cNvSpPr/>
            <p:nvPr/>
          </p:nvSpPr>
          <p:spPr>
            <a:xfrm>
              <a:off x="802174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t3151"/>
            <p:cNvSpPr/>
            <p:nvPr/>
          </p:nvSpPr>
          <p:spPr>
            <a:xfrm>
              <a:off x="7803560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t3152"/>
            <p:cNvSpPr/>
            <p:nvPr/>
          </p:nvSpPr>
          <p:spPr>
            <a:xfrm>
              <a:off x="7876289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t3153"/>
            <p:cNvSpPr/>
            <p:nvPr/>
          </p:nvSpPr>
          <p:spPr>
            <a:xfrm>
              <a:off x="787628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t3154"/>
            <p:cNvSpPr/>
            <p:nvPr/>
          </p:nvSpPr>
          <p:spPr>
            <a:xfrm>
              <a:off x="7876289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t3155"/>
            <p:cNvSpPr/>
            <p:nvPr/>
          </p:nvSpPr>
          <p:spPr>
            <a:xfrm>
              <a:off x="7585372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t3156"/>
            <p:cNvSpPr/>
            <p:nvPr/>
          </p:nvSpPr>
          <p:spPr>
            <a:xfrm>
              <a:off x="773083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t3157"/>
            <p:cNvSpPr/>
            <p:nvPr/>
          </p:nvSpPr>
          <p:spPr>
            <a:xfrm>
              <a:off x="773083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t3158"/>
            <p:cNvSpPr/>
            <p:nvPr/>
          </p:nvSpPr>
          <p:spPr>
            <a:xfrm>
              <a:off x="773083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t3159"/>
            <p:cNvSpPr/>
            <p:nvPr/>
          </p:nvSpPr>
          <p:spPr>
            <a:xfrm>
              <a:off x="802174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t3160"/>
            <p:cNvSpPr/>
            <p:nvPr/>
          </p:nvSpPr>
          <p:spPr>
            <a:xfrm>
              <a:off x="8021748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t3161"/>
            <p:cNvSpPr/>
            <p:nvPr/>
          </p:nvSpPr>
          <p:spPr>
            <a:xfrm>
              <a:off x="787628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t3162"/>
            <p:cNvSpPr/>
            <p:nvPr/>
          </p:nvSpPr>
          <p:spPr>
            <a:xfrm>
              <a:off x="787628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t3163"/>
            <p:cNvSpPr/>
            <p:nvPr/>
          </p:nvSpPr>
          <p:spPr>
            <a:xfrm>
              <a:off x="8167207" y="10082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t3164"/>
            <p:cNvSpPr/>
            <p:nvPr/>
          </p:nvSpPr>
          <p:spPr>
            <a:xfrm>
              <a:off x="823993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t3165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t3166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t3167"/>
            <p:cNvSpPr/>
            <p:nvPr/>
          </p:nvSpPr>
          <p:spPr>
            <a:xfrm>
              <a:off x="845812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t3168"/>
            <p:cNvSpPr/>
            <p:nvPr/>
          </p:nvSpPr>
          <p:spPr>
            <a:xfrm>
              <a:off x="845812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t3169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t3170"/>
            <p:cNvSpPr/>
            <p:nvPr/>
          </p:nvSpPr>
          <p:spPr>
            <a:xfrm>
              <a:off x="8167207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t3171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t3172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t3173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t3174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t3175"/>
            <p:cNvSpPr/>
            <p:nvPr/>
          </p:nvSpPr>
          <p:spPr>
            <a:xfrm>
              <a:off x="787628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t3176"/>
            <p:cNvSpPr/>
            <p:nvPr/>
          </p:nvSpPr>
          <p:spPr>
            <a:xfrm>
              <a:off x="802174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t3177"/>
            <p:cNvSpPr/>
            <p:nvPr/>
          </p:nvSpPr>
          <p:spPr>
            <a:xfrm>
              <a:off x="773083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t3178"/>
            <p:cNvSpPr/>
            <p:nvPr/>
          </p:nvSpPr>
          <p:spPr>
            <a:xfrm>
              <a:off x="816720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t3179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t3180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t3181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t3182"/>
            <p:cNvSpPr/>
            <p:nvPr/>
          </p:nvSpPr>
          <p:spPr>
            <a:xfrm>
              <a:off x="802174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t3183"/>
            <p:cNvSpPr/>
            <p:nvPr/>
          </p:nvSpPr>
          <p:spPr>
            <a:xfrm>
              <a:off x="802174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t3184"/>
            <p:cNvSpPr/>
            <p:nvPr/>
          </p:nvSpPr>
          <p:spPr>
            <a:xfrm>
              <a:off x="802174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t3185"/>
            <p:cNvSpPr/>
            <p:nvPr/>
          </p:nvSpPr>
          <p:spPr>
            <a:xfrm>
              <a:off x="802174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t3186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t3187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t3188"/>
            <p:cNvSpPr/>
            <p:nvPr/>
          </p:nvSpPr>
          <p:spPr>
            <a:xfrm>
              <a:off x="7439913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t3189"/>
            <p:cNvSpPr/>
            <p:nvPr/>
          </p:nvSpPr>
          <p:spPr>
            <a:xfrm>
              <a:off x="7585372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t3190"/>
            <p:cNvSpPr/>
            <p:nvPr/>
          </p:nvSpPr>
          <p:spPr>
            <a:xfrm>
              <a:off x="7439913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t3191"/>
            <p:cNvSpPr/>
            <p:nvPr/>
          </p:nvSpPr>
          <p:spPr>
            <a:xfrm>
              <a:off x="7876289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t3192"/>
            <p:cNvSpPr/>
            <p:nvPr/>
          </p:nvSpPr>
          <p:spPr>
            <a:xfrm>
              <a:off x="8021748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t3193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t3194"/>
            <p:cNvSpPr/>
            <p:nvPr/>
          </p:nvSpPr>
          <p:spPr>
            <a:xfrm>
              <a:off x="8021748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t3195"/>
            <p:cNvSpPr/>
            <p:nvPr/>
          </p:nvSpPr>
          <p:spPr>
            <a:xfrm>
              <a:off x="802174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t3196"/>
            <p:cNvSpPr/>
            <p:nvPr/>
          </p:nvSpPr>
          <p:spPr>
            <a:xfrm>
              <a:off x="7439913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t3197"/>
            <p:cNvSpPr/>
            <p:nvPr/>
          </p:nvSpPr>
          <p:spPr>
            <a:xfrm>
              <a:off x="7439913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t3198"/>
            <p:cNvSpPr/>
            <p:nvPr/>
          </p:nvSpPr>
          <p:spPr>
            <a:xfrm>
              <a:off x="7585372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t3199"/>
            <p:cNvSpPr/>
            <p:nvPr/>
          </p:nvSpPr>
          <p:spPr>
            <a:xfrm>
              <a:off x="773083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t3200"/>
            <p:cNvSpPr/>
            <p:nvPr/>
          </p:nvSpPr>
          <p:spPr>
            <a:xfrm>
              <a:off x="794901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t3201"/>
            <p:cNvSpPr/>
            <p:nvPr/>
          </p:nvSpPr>
          <p:spPr>
            <a:xfrm>
              <a:off x="802174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t3202"/>
            <p:cNvSpPr/>
            <p:nvPr/>
          </p:nvSpPr>
          <p:spPr>
            <a:xfrm>
              <a:off x="787628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t3203"/>
            <p:cNvSpPr/>
            <p:nvPr/>
          </p:nvSpPr>
          <p:spPr>
            <a:xfrm>
              <a:off x="787628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t3204"/>
            <p:cNvSpPr/>
            <p:nvPr/>
          </p:nvSpPr>
          <p:spPr>
            <a:xfrm>
              <a:off x="787628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t3205"/>
            <p:cNvSpPr/>
            <p:nvPr/>
          </p:nvSpPr>
          <p:spPr>
            <a:xfrm>
              <a:off x="802174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t3206"/>
            <p:cNvSpPr/>
            <p:nvPr/>
          </p:nvSpPr>
          <p:spPr>
            <a:xfrm>
              <a:off x="802174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t3207"/>
            <p:cNvSpPr/>
            <p:nvPr/>
          </p:nvSpPr>
          <p:spPr>
            <a:xfrm>
              <a:off x="7876289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t3208"/>
            <p:cNvSpPr/>
            <p:nvPr/>
          </p:nvSpPr>
          <p:spPr>
            <a:xfrm>
              <a:off x="7876289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t3209"/>
            <p:cNvSpPr/>
            <p:nvPr/>
          </p:nvSpPr>
          <p:spPr>
            <a:xfrm>
              <a:off x="8021748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t3210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t3211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t3212"/>
            <p:cNvSpPr/>
            <p:nvPr/>
          </p:nvSpPr>
          <p:spPr>
            <a:xfrm>
              <a:off x="816720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t3213"/>
            <p:cNvSpPr/>
            <p:nvPr/>
          </p:nvSpPr>
          <p:spPr>
            <a:xfrm>
              <a:off x="802174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t3214"/>
            <p:cNvSpPr/>
            <p:nvPr/>
          </p:nvSpPr>
          <p:spPr>
            <a:xfrm>
              <a:off x="816720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t3215"/>
            <p:cNvSpPr/>
            <p:nvPr/>
          </p:nvSpPr>
          <p:spPr>
            <a:xfrm>
              <a:off x="8749042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t3216"/>
            <p:cNvSpPr/>
            <p:nvPr/>
          </p:nvSpPr>
          <p:spPr>
            <a:xfrm>
              <a:off x="838539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t3217"/>
            <p:cNvSpPr/>
            <p:nvPr/>
          </p:nvSpPr>
          <p:spPr>
            <a:xfrm>
              <a:off x="83853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t3218"/>
            <p:cNvSpPr/>
            <p:nvPr/>
          </p:nvSpPr>
          <p:spPr>
            <a:xfrm>
              <a:off x="7585372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t3219"/>
            <p:cNvSpPr/>
            <p:nvPr/>
          </p:nvSpPr>
          <p:spPr>
            <a:xfrm>
              <a:off x="7876289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t3220"/>
            <p:cNvSpPr/>
            <p:nvPr/>
          </p:nvSpPr>
          <p:spPr>
            <a:xfrm>
              <a:off x="7876289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t3221"/>
            <p:cNvSpPr/>
            <p:nvPr/>
          </p:nvSpPr>
          <p:spPr>
            <a:xfrm>
              <a:off x="7876289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t3222"/>
            <p:cNvSpPr/>
            <p:nvPr/>
          </p:nvSpPr>
          <p:spPr>
            <a:xfrm>
              <a:off x="7876289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t3223"/>
            <p:cNvSpPr/>
            <p:nvPr/>
          </p:nvSpPr>
          <p:spPr>
            <a:xfrm>
              <a:off x="7876289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t3224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t3225"/>
            <p:cNvSpPr/>
            <p:nvPr/>
          </p:nvSpPr>
          <p:spPr>
            <a:xfrm>
              <a:off x="787628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t3226"/>
            <p:cNvSpPr/>
            <p:nvPr/>
          </p:nvSpPr>
          <p:spPr>
            <a:xfrm>
              <a:off x="802174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t3227"/>
            <p:cNvSpPr/>
            <p:nvPr/>
          </p:nvSpPr>
          <p:spPr>
            <a:xfrm>
              <a:off x="802174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t3228"/>
            <p:cNvSpPr/>
            <p:nvPr/>
          </p:nvSpPr>
          <p:spPr>
            <a:xfrm>
              <a:off x="816720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t3229"/>
            <p:cNvSpPr/>
            <p:nvPr/>
          </p:nvSpPr>
          <p:spPr>
            <a:xfrm>
              <a:off x="8021748" y="1057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t3230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t3231"/>
            <p:cNvSpPr/>
            <p:nvPr/>
          </p:nvSpPr>
          <p:spPr>
            <a:xfrm>
              <a:off x="809447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t3232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t3233"/>
            <p:cNvSpPr/>
            <p:nvPr/>
          </p:nvSpPr>
          <p:spPr>
            <a:xfrm>
              <a:off x="773083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t3234"/>
            <p:cNvSpPr/>
            <p:nvPr/>
          </p:nvSpPr>
          <p:spPr>
            <a:xfrm>
              <a:off x="8021748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t3235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t3236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t3237"/>
            <p:cNvSpPr/>
            <p:nvPr/>
          </p:nvSpPr>
          <p:spPr>
            <a:xfrm>
              <a:off x="7439913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t3238"/>
            <p:cNvSpPr/>
            <p:nvPr/>
          </p:nvSpPr>
          <p:spPr>
            <a:xfrm>
              <a:off x="7439913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t3239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t3240"/>
            <p:cNvSpPr/>
            <p:nvPr/>
          </p:nvSpPr>
          <p:spPr>
            <a:xfrm>
              <a:off x="8312666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t3241"/>
            <p:cNvSpPr/>
            <p:nvPr/>
          </p:nvSpPr>
          <p:spPr>
            <a:xfrm>
              <a:off x="8458125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t3242"/>
            <p:cNvSpPr/>
            <p:nvPr/>
          </p:nvSpPr>
          <p:spPr>
            <a:xfrm>
              <a:off x="773083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t3243"/>
            <p:cNvSpPr/>
            <p:nvPr/>
          </p:nvSpPr>
          <p:spPr>
            <a:xfrm>
              <a:off x="787628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t3244"/>
            <p:cNvSpPr/>
            <p:nvPr/>
          </p:nvSpPr>
          <p:spPr>
            <a:xfrm>
              <a:off x="802174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t3245"/>
            <p:cNvSpPr/>
            <p:nvPr/>
          </p:nvSpPr>
          <p:spPr>
            <a:xfrm>
              <a:off x="743991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t3246"/>
            <p:cNvSpPr/>
            <p:nvPr/>
          </p:nvSpPr>
          <p:spPr>
            <a:xfrm>
              <a:off x="7439913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t3247"/>
            <p:cNvSpPr/>
            <p:nvPr/>
          </p:nvSpPr>
          <p:spPr>
            <a:xfrm>
              <a:off x="802174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t3248"/>
            <p:cNvSpPr/>
            <p:nvPr/>
          </p:nvSpPr>
          <p:spPr>
            <a:xfrm>
              <a:off x="8021748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t3249"/>
            <p:cNvSpPr/>
            <p:nvPr/>
          </p:nvSpPr>
          <p:spPr>
            <a:xfrm>
              <a:off x="802174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t3250"/>
            <p:cNvSpPr/>
            <p:nvPr/>
          </p:nvSpPr>
          <p:spPr>
            <a:xfrm>
              <a:off x="8021748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t3251"/>
            <p:cNvSpPr/>
            <p:nvPr/>
          </p:nvSpPr>
          <p:spPr>
            <a:xfrm>
              <a:off x="787628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t3252"/>
            <p:cNvSpPr/>
            <p:nvPr/>
          </p:nvSpPr>
          <p:spPr>
            <a:xfrm>
              <a:off x="7730831" y="1569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t3253"/>
            <p:cNvSpPr/>
            <p:nvPr/>
          </p:nvSpPr>
          <p:spPr>
            <a:xfrm>
              <a:off x="743991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t3254"/>
            <p:cNvSpPr/>
            <p:nvPr/>
          </p:nvSpPr>
          <p:spPr>
            <a:xfrm>
              <a:off x="7876289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t3255"/>
            <p:cNvSpPr/>
            <p:nvPr/>
          </p:nvSpPr>
          <p:spPr>
            <a:xfrm>
              <a:off x="802174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t3256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t3257"/>
            <p:cNvSpPr/>
            <p:nvPr/>
          </p:nvSpPr>
          <p:spPr>
            <a:xfrm>
              <a:off x="8021748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t3258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t3259"/>
            <p:cNvSpPr/>
            <p:nvPr/>
          </p:nvSpPr>
          <p:spPr>
            <a:xfrm>
              <a:off x="809447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t3260"/>
            <p:cNvSpPr/>
            <p:nvPr/>
          </p:nvSpPr>
          <p:spPr>
            <a:xfrm>
              <a:off x="773083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t3261"/>
            <p:cNvSpPr/>
            <p:nvPr/>
          </p:nvSpPr>
          <p:spPr>
            <a:xfrm>
              <a:off x="7658101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t3262"/>
            <p:cNvSpPr/>
            <p:nvPr/>
          </p:nvSpPr>
          <p:spPr>
            <a:xfrm>
              <a:off x="802174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t3263"/>
            <p:cNvSpPr/>
            <p:nvPr/>
          </p:nvSpPr>
          <p:spPr>
            <a:xfrm>
              <a:off x="816720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t3264"/>
            <p:cNvSpPr/>
            <p:nvPr/>
          </p:nvSpPr>
          <p:spPr>
            <a:xfrm>
              <a:off x="7439913" y="20933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t3265"/>
            <p:cNvSpPr/>
            <p:nvPr/>
          </p:nvSpPr>
          <p:spPr>
            <a:xfrm>
              <a:off x="7439913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t3266"/>
            <p:cNvSpPr/>
            <p:nvPr/>
          </p:nvSpPr>
          <p:spPr>
            <a:xfrm>
              <a:off x="7876289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t3267"/>
            <p:cNvSpPr/>
            <p:nvPr/>
          </p:nvSpPr>
          <p:spPr>
            <a:xfrm>
              <a:off x="7730831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t3268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t3269"/>
            <p:cNvSpPr/>
            <p:nvPr/>
          </p:nvSpPr>
          <p:spPr>
            <a:xfrm>
              <a:off x="8021748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t3270"/>
            <p:cNvSpPr/>
            <p:nvPr/>
          </p:nvSpPr>
          <p:spPr>
            <a:xfrm>
              <a:off x="7876289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t3271"/>
            <p:cNvSpPr/>
            <p:nvPr/>
          </p:nvSpPr>
          <p:spPr>
            <a:xfrm>
              <a:off x="8021748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t3272"/>
            <p:cNvSpPr/>
            <p:nvPr/>
          </p:nvSpPr>
          <p:spPr>
            <a:xfrm>
              <a:off x="7730831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t3273"/>
            <p:cNvSpPr/>
            <p:nvPr/>
          </p:nvSpPr>
          <p:spPr>
            <a:xfrm>
              <a:off x="7876289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t3274"/>
            <p:cNvSpPr/>
            <p:nvPr/>
          </p:nvSpPr>
          <p:spPr>
            <a:xfrm>
              <a:off x="787628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t3275"/>
            <p:cNvSpPr/>
            <p:nvPr/>
          </p:nvSpPr>
          <p:spPr>
            <a:xfrm>
              <a:off x="802174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t3276"/>
            <p:cNvSpPr/>
            <p:nvPr/>
          </p:nvSpPr>
          <p:spPr>
            <a:xfrm>
              <a:off x="802174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t3277"/>
            <p:cNvSpPr/>
            <p:nvPr/>
          </p:nvSpPr>
          <p:spPr>
            <a:xfrm>
              <a:off x="7585372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t3278"/>
            <p:cNvSpPr/>
            <p:nvPr/>
          </p:nvSpPr>
          <p:spPr>
            <a:xfrm>
              <a:off x="7585372" y="1800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t3279"/>
            <p:cNvSpPr/>
            <p:nvPr/>
          </p:nvSpPr>
          <p:spPr>
            <a:xfrm>
              <a:off x="7585372" y="1800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t3280"/>
            <p:cNvSpPr/>
            <p:nvPr/>
          </p:nvSpPr>
          <p:spPr>
            <a:xfrm>
              <a:off x="7585372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t3281"/>
            <p:cNvSpPr/>
            <p:nvPr/>
          </p:nvSpPr>
          <p:spPr>
            <a:xfrm>
              <a:off x="7730831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t3282"/>
            <p:cNvSpPr/>
            <p:nvPr/>
          </p:nvSpPr>
          <p:spPr>
            <a:xfrm>
              <a:off x="7730831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t3283"/>
            <p:cNvSpPr/>
            <p:nvPr/>
          </p:nvSpPr>
          <p:spPr>
            <a:xfrm>
              <a:off x="7585372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t3284"/>
            <p:cNvSpPr/>
            <p:nvPr/>
          </p:nvSpPr>
          <p:spPr>
            <a:xfrm>
              <a:off x="7730831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t3285"/>
            <p:cNvSpPr/>
            <p:nvPr/>
          </p:nvSpPr>
          <p:spPr>
            <a:xfrm>
              <a:off x="8021748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t3286"/>
            <p:cNvSpPr/>
            <p:nvPr/>
          </p:nvSpPr>
          <p:spPr>
            <a:xfrm>
              <a:off x="802174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t3287"/>
            <p:cNvSpPr/>
            <p:nvPr/>
          </p:nvSpPr>
          <p:spPr>
            <a:xfrm>
              <a:off x="7585372" y="1349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t3288"/>
            <p:cNvSpPr/>
            <p:nvPr/>
          </p:nvSpPr>
          <p:spPr>
            <a:xfrm>
              <a:off x="7585372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t3289"/>
            <p:cNvSpPr/>
            <p:nvPr/>
          </p:nvSpPr>
          <p:spPr>
            <a:xfrm>
              <a:off x="7876289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t3290"/>
            <p:cNvSpPr/>
            <p:nvPr/>
          </p:nvSpPr>
          <p:spPr>
            <a:xfrm>
              <a:off x="7439913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t3291"/>
            <p:cNvSpPr/>
            <p:nvPr/>
          </p:nvSpPr>
          <p:spPr>
            <a:xfrm>
              <a:off x="743991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t3292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t3293"/>
            <p:cNvSpPr/>
            <p:nvPr/>
          </p:nvSpPr>
          <p:spPr>
            <a:xfrm>
              <a:off x="7876289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t3294"/>
            <p:cNvSpPr/>
            <p:nvPr/>
          </p:nvSpPr>
          <p:spPr>
            <a:xfrm>
              <a:off x="8094478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t3295"/>
            <p:cNvSpPr/>
            <p:nvPr/>
          </p:nvSpPr>
          <p:spPr>
            <a:xfrm>
              <a:off x="8312666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t3296"/>
            <p:cNvSpPr/>
            <p:nvPr/>
          </p:nvSpPr>
          <p:spPr>
            <a:xfrm>
              <a:off x="8312666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t3297"/>
            <p:cNvSpPr/>
            <p:nvPr/>
          </p:nvSpPr>
          <p:spPr>
            <a:xfrm>
              <a:off x="802174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t3298"/>
            <p:cNvSpPr/>
            <p:nvPr/>
          </p:nvSpPr>
          <p:spPr>
            <a:xfrm>
              <a:off x="8312666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t3299"/>
            <p:cNvSpPr/>
            <p:nvPr/>
          </p:nvSpPr>
          <p:spPr>
            <a:xfrm>
              <a:off x="7439913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t3300"/>
            <p:cNvSpPr/>
            <p:nvPr/>
          </p:nvSpPr>
          <p:spPr>
            <a:xfrm>
              <a:off x="816720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t3301"/>
            <p:cNvSpPr/>
            <p:nvPr/>
          </p:nvSpPr>
          <p:spPr>
            <a:xfrm>
              <a:off x="81672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t3302"/>
            <p:cNvSpPr/>
            <p:nvPr/>
          </p:nvSpPr>
          <p:spPr>
            <a:xfrm>
              <a:off x="8021748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t3303"/>
            <p:cNvSpPr/>
            <p:nvPr/>
          </p:nvSpPr>
          <p:spPr>
            <a:xfrm>
              <a:off x="8021748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t3304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t3305"/>
            <p:cNvSpPr/>
            <p:nvPr/>
          </p:nvSpPr>
          <p:spPr>
            <a:xfrm>
              <a:off x="831266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t3306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t3307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t3308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t3309"/>
            <p:cNvSpPr/>
            <p:nvPr/>
          </p:nvSpPr>
          <p:spPr>
            <a:xfrm>
              <a:off x="787628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t3310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t3311"/>
            <p:cNvSpPr/>
            <p:nvPr/>
          </p:nvSpPr>
          <p:spPr>
            <a:xfrm>
              <a:off x="802174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t3312"/>
            <p:cNvSpPr/>
            <p:nvPr/>
          </p:nvSpPr>
          <p:spPr>
            <a:xfrm>
              <a:off x="802174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t3313"/>
            <p:cNvSpPr/>
            <p:nvPr/>
          </p:nvSpPr>
          <p:spPr>
            <a:xfrm>
              <a:off x="81672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t3314"/>
            <p:cNvSpPr/>
            <p:nvPr/>
          </p:nvSpPr>
          <p:spPr>
            <a:xfrm>
              <a:off x="7439913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t3315"/>
            <p:cNvSpPr/>
            <p:nvPr/>
          </p:nvSpPr>
          <p:spPr>
            <a:xfrm>
              <a:off x="773083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t3316"/>
            <p:cNvSpPr/>
            <p:nvPr/>
          </p:nvSpPr>
          <p:spPr>
            <a:xfrm>
              <a:off x="7876289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t3317"/>
            <p:cNvSpPr/>
            <p:nvPr/>
          </p:nvSpPr>
          <p:spPr>
            <a:xfrm>
              <a:off x="758537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t3318"/>
            <p:cNvSpPr/>
            <p:nvPr/>
          </p:nvSpPr>
          <p:spPr>
            <a:xfrm>
              <a:off x="773083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t3319"/>
            <p:cNvSpPr/>
            <p:nvPr/>
          </p:nvSpPr>
          <p:spPr>
            <a:xfrm>
              <a:off x="773083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t3320"/>
            <p:cNvSpPr/>
            <p:nvPr/>
          </p:nvSpPr>
          <p:spPr>
            <a:xfrm>
              <a:off x="802174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t3321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t3322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t3323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t3324"/>
            <p:cNvSpPr/>
            <p:nvPr/>
          </p:nvSpPr>
          <p:spPr>
            <a:xfrm>
              <a:off x="802174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t3325"/>
            <p:cNvSpPr/>
            <p:nvPr/>
          </p:nvSpPr>
          <p:spPr>
            <a:xfrm>
              <a:off x="787628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t3326"/>
            <p:cNvSpPr/>
            <p:nvPr/>
          </p:nvSpPr>
          <p:spPr>
            <a:xfrm>
              <a:off x="802174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t3327"/>
            <p:cNvSpPr/>
            <p:nvPr/>
          </p:nvSpPr>
          <p:spPr>
            <a:xfrm>
              <a:off x="80217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t3328"/>
            <p:cNvSpPr/>
            <p:nvPr/>
          </p:nvSpPr>
          <p:spPr>
            <a:xfrm>
              <a:off x="8021748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t3329"/>
            <p:cNvSpPr/>
            <p:nvPr/>
          </p:nvSpPr>
          <p:spPr>
            <a:xfrm>
              <a:off x="81672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t3330"/>
            <p:cNvSpPr/>
            <p:nvPr/>
          </p:nvSpPr>
          <p:spPr>
            <a:xfrm>
              <a:off x="81672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t3331"/>
            <p:cNvSpPr/>
            <p:nvPr/>
          </p:nvSpPr>
          <p:spPr>
            <a:xfrm>
              <a:off x="8167207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t3332"/>
            <p:cNvSpPr/>
            <p:nvPr/>
          </p:nvSpPr>
          <p:spPr>
            <a:xfrm>
              <a:off x="8239937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t3333"/>
            <p:cNvSpPr/>
            <p:nvPr/>
          </p:nvSpPr>
          <p:spPr>
            <a:xfrm>
              <a:off x="7439913" y="19836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t3334"/>
            <p:cNvSpPr/>
            <p:nvPr/>
          </p:nvSpPr>
          <p:spPr>
            <a:xfrm>
              <a:off x="7439913" y="19470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t3335"/>
            <p:cNvSpPr/>
            <p:nvPr/>
          </p:nvSpPr>
          <p:spPr>
            <a:xfrm>
              <a:off x="7730831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t3336"/>
            <p:cNvSpPr/>
            <p:nvPr/>
          </p:nvSpPr>
          <p:spPr>
            <a:xfrm>
              <a:off x="7730831" y="19470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t3337"/>
            <p:cNvSpPr/>
            <p:nvPr/>
          </p:nvSpPr>
          <p:spPr>
            <a:xfrm>
              <a:off x="7585372" y="20080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t3338"/>
            <p:cNvSpPr/>
            <p:nvPr/>
          </p:nvSpPr>
          <p:spPr>
            <a:xfrm>
              <a:off x="7585372" y="19104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t3339"/>
            <p:cNvSpPr/>
            <p:nvPr/>
          </p:nvSpPr>
          <p:spPr>
            <a:xfrm>
              <a:off x="8021748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t3340"/>
            <p:cNvSpPr/>
            <p:nvPr/>
          </p:nvSpPr>
          <p:spPr>
            <a:xfrm>
              <a:off x="8021748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t3341"/>
            <p:cNvSpPr/>
            <p:nvPr/>
          </p:nvSpPr>
          <p:spPr>
            <a:xfrm>
              <a:off x="802174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t3342"/>
            <p:cNvSpPr/>
            <p:nvPr/>
          </p:nvSpPr>
          <p:spPr>
            <a:xfrm>
              <a:off x="7439913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t3343"/>
            <p:cNvSpPr/>
            <p:nvPr/>
          </p:nvSpPr>
          <p:spPr>
            <a:xfrm>
              <a:off x="8167207" y="102046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t3344"/>
            <p:cNvSpPr/>
            <p:nvPr/>
          </p:nvSpPr>
          <p:spPr>
            <a:xfrm>
              <a:off x="831266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t3345"/>
            <p:cNvSpPr/>
            <p:nvPr/>
          </p:nvSpPr>
          <p:spPr>
            <a:xfrm>
              <a:off x="787628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t3346"/>
            <p:cNvSpPr/>
            <p:nvPr/>
          </p:nvSpPr>
          <p:spPr>
            <a:xfrm>
              <a:off x="773083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t3347"/>
            <p:cNvSpPr/>
            <p:nvPr/>
          </p:nvSpPr>
          <p:spPr>
            <a:xfrm>
              <a:off x="758537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t3348"/>
            <p:cNvSpPr/>
            <p:nvPr/>
          </p:nvSpPr>
          <p:spPr>
            <a:xfrm>
              <a:off x="7585372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t3349"/>
            <p:cNvSpPr/>
            <p:nvPr/>
          </p:nvSpPr>
          <p:spPr>
            <a:xfrm>
              <a:off x="787628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t3350"/>
            <p:cNvSpPr/>
            <p:nvPr/>
          </p:nvSpPr>
          <p:spPr>
            <a:xfrm>
              <a:off x="80217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t3351"/>
            <p:cNvSpPr/>
            <p:nvPr/>
          </p:nvSpPr>
          <p:spPr>
            <a:xfrm>
              <a:off x="7439913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t3352"/>
            <p:cNvSpPr/>
            <p:nvPr/>
          </p:nvSpPr>
          <p:spPr>
            <a:xfrm>
              <a:off x="7439913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t3353"/>
            <p:cNvSpPr/>
            <p:nvPr/>
          </p:nvSpPr>
          <p:spPr>
            <a:xfrm>
              <a:off x="773083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t3354"/>
            <p:cNvSpPr/>
            <p:nvPr/>
          </p:nvSpPr>
          <p:spPr>
            <a:xfrm>
              <a:off x="7730831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t3355"/>
            <p:cNvSpPr/>
            <p:nvPr/>
          </p:nvSpPr>
          <p:spPr>
            <a:xfrm>
              <a:off x="773083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t3356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t3357"/>
            <p:cNvSpPr/>
            <p:nvPr/>
          </p:nvSpPr>
          <p:spPr>
            <a:xfrm>
              <a:off x="7876289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t3358"/>
            <p:cNvSpPr/>
            <p:nvPr/>
          </p:nvSpPr>
          <p:spPr>
            <a:xfrm>
              <a:off x="787628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t3359"/>
            <p:cNvSpPr/>
            <p:nvPr/>
          </p:nvSpPr>
          <p:spPr>
            <a:xfrm>
              <a:off x="802174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t3360"/>
            <p:cNvSpPr/>
            <p:nvPr/>
          </p:nvSpPr>
          <p:spPr>
            <a:xfrm>
              <a:off x="8021748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t3361"/>
            <p:cNvSpPr/>
            <p:nvPr/>
          </p:nvSpPr>
          <p:spPr>
            <a:xfrm>
              <a:off x="787628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t3362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t3363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t3364"/>
            <p:cNvSpPr/>
            <p:nvPr/>
          </p:nvSpPr>
          <p:spPr>
            <a:xfrm>
              <a:off x="8167207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t3365"/>
            <p:cNvSpPr/>
            <p:nvPr/>
          </p:nvSpPr>
          <p:spPr>
            <a:xfrm>
              <a:off x="7876289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t3366"/>
            <p:cNvSpPr/>
            <p:nvPr/>
          </p:nvSpPr>
          <p:spPr>
            <a:xfrm>
              <a:off x="7876289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t3367"/>
            <p:cNvSpPr/>
            <p:nvPr/>
          </p:nvSpPr>
          <p:spPr>
            <a:xfrm>
              <a:off x="743991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t3368"/>
            <p:cNvSpPr/>
            <p:nvPr/>
          </p:nvSpPr>
          <p:spPr>
            <a:xfrm>
              <a:off x="773083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t3369"/>
            <p:cNvSpPr/>
            <p:nvPr/>
          </p:nvSpPr>
          <p:spPr>
            <a:xfrm>
              <a:off x="7585372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t3370"/>
            <p:cNvSpPr/>
            <p:nvPr/>
          </p:nvSpPr>
          <p:spPr>
            <a:xfrm>
              <a:off x="787628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t3371"/>
            <p:cNvSpPr/>
            <p:nvPr/>
          </p:nvSpPr>
          <p:spPr>
            <a:xfrm>
              <a:off x="7439913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t3372"/>
            <p:cNvSpPr/>
            <p:nvPr/>
          </p:nvSpPr>
          <p:spPr>
            <a:xfrm>
              <a:off x="758537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t3373"/>
            <p:cNvSpPr/>
            <p:nvPr/>
          </p:nvSpPr>
          <p:spPr>
            <a:xfrm>
              <a:off x="7585372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t3374"/>
            <p:cNvSpPr/>
            <p:nvPr/>
          </p:nvSpPr>
          <p:spPr>
            <a:xfrm>
              <a:off x="8312666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t3375"/>
            <p:cNvSpPr/>
            <p:nvPr/>
          </p:nvSpPr>
          <p:spPr>
            <a:xfrm>
              <a:off x="8312666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t3376"/>
            <p:cNvSpPr/>
            <p:nvPr/>
          </p:nvSpPr>
          <p:spPr>
            <a:xfrm>
              <a:off x="802174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t3377"/>
            <p:cNvSpPr/>
            <p:nvPr/>
          </p:nvSpPr>
          <p:spPr>
            <a:xfrm>
              <a:off x="8167207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t3378"/>
            <p:cNvSpPr/>
            <p:nvPr/>
          </p:nvSpPr>
          <p:spPr>
            <a:xfrm>
              <a:off x="816720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t3379"/>
            <p:cNvSpPr/>
            <p:nvPr/>
          </p:nvSpPr>
          <p:spPr>
            <a:xfrm>
              <a:off x="8312666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t3380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t3381"/>
            <p:cNvSpPr/>
            <p:nvPr/>
          </p:nvSpPr>
          <p:spPr>
            <a:xfrm>
              <a:off x="743991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t3382"/>
            <p:cNvSpPr/>
            <p:nvPr/>
          </p:nvSpPr>
          <p:spPr>
            <a:xfrm>
              <a:off x="787628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t3383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t3384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t3385"/>
            <p:cNvSpPr/>
            <p:nvPr/>
          </p:nvSpPr>
          <p:spPr>
            <a:xfrm>
              <a:off x="802174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t3386"/>
            <p:cNvSpPr/>
            <p:nvPr/>
          </p:nvSpPr>
          <p:spPr>
            <a:xfrm>
              <a:off x="8312666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t3387"/>
            <p:cNvSpPr/>
            <p:nvPr/>
          </p:nvSpPr>
          <p:spPr>
            <a:xfrm>
              <a:off x="802174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t3388"/>
            <p:cNvSpPr/>
            <p:nvPr/>
          </p:nvSpPr>
          <p:spPr>
            <a:xfrm>
              <a:off x="8312666" y="1057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t3389"/>
            <p:cNvSpPr/>
            <p:nvPr/>
          </p:nvSpPr>
          <p:spPr>
            <a:xfrm>
              <a:off x="7439913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t3390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t3391"/>
            <p:cNvSpPr/>
            <p:nvPr/>
          </p:nvSpPr>
          <p:spPr>
            <a:xfrm>
              <a:off x="7876289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t3392"/>
            <p:cNvSpPr/>
            <p:nvPr/>
          </p:nvSpPr>
          <p:spPr>
            <a:xfrm>
              <a:off x="7876289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t3393"/>
            <p:cNvSpPr/>
            <p:nvPr/>
          </p:nvSpPr>
          <p:spPr>
            <a:xfrm>
              <a:off x="787628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t3394"/>
            <p:cNvSpPr/>
            <p:nvPr/>
          </p:nvSpPr>
          <p:spPr>
            <a:xfrm>
              <a:off x="7876289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t3395"/>
            <p:cNvSpPr/>
            <p:nvPr/>
          </p:nvSpPr>
          <p:spPr>
            <a:xfrm>
              <a:off x="81672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t3396"/>
            <p:cNvSpPr/>
            <p:nvPr/>
          </p:nvSpPr>
          <p:spPr>
            <a:xfrm>
              <a:off x="816720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t3397"/>
            <p:cNvSpPr/>
            <p:nvPr/>
          </p:nvSpPr>
          <p:spPr>
            <a:xfrm>
              <a:off x="7439913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t3398"/>
            <p:cNvSpPr/>
            <p:nvPr/>
          </p:nvSpPr>
          <p:spPr>
            <a:xfrm>
              <a:off x="8021748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t3399"/>
            <p:cNvSpPr/>
            <p:nvPr/>
          </p:nvSpPr>
          <p:spPr>
            <a:xfrm>
              <a:off x="7876289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t3400"/>
            <p:cNvSpPr/>
            <p:nvPr/>
          </p:nvSpPr>
          <p:spPr>
            <a:xfrm>
              <a:off x="8167207" y="109361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t3401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t3402"/>
            <p:cNvSpPr/>
            <p:nvPr/>
          </p:nvSpPr>
          <p:spPr>
            <a:xfrm>
              <a:off x="8167207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t3403"/>
            <p:cNvSpPr/>
            <p:nvPr/>
          </p:nvSpPr>
          <p:spPr>
            <a:xfrm>
              <a:off x="7585372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t3404"/>
            <p:cNvSpPr/>
            <p:nvPr/>
          </p:nvSpPr>
          <p:spPr>
            <a:xfrm>
              <a:off x="7439913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t3405"/>
            <p:cNvSpPr/>
            <p:nvPr/>
          </p:nvSpPr>
          <p:spPr>
            <a:xfrm>
              <a:off x="802174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t3406"/>
            <p:cNvSpPr/>
            <p:nvPr/>
          </p:nvSpPr>
          <p:spPr>
            <a:xfrm>
              <a:off x="787628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t3407"/>
            <p:cNvSpPr/>
            <p:nvPr/>
          </p:nvSpPr>
          <p:spPr>
            <a:xfrm>
              <a:off x="81672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t3408"/>
            <p:cNvSpPr/>
            <p:nvPr/>
          </p:nvSpPr>
          <p:spPr>
            <a:xfrm>
              <a:off x="81672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t3409"/>
            <p:cNvSpPr/>
            <p:nvPr/>
          </p:nvSpPr>
          <p:spPr>
            <a:xfrm>
              <a:off x="816720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t3410"/>
            <p:cNvSpPr/>
            <p:nvPr/>
          </p:nvSpPr>
          <p:spPr>
            <a:xfrm>
              <a:off x="8312666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t3411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t3412"/>
            <p:cNvSpPr/>
            <p:nvPr/>
          </p:nvSpPr>
          <p:spPr>
            <a:xfrm>
              <a:off x="874904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t3413"/>
            <p:cNvSpPr/>
            <p:nvPr/>
          </p:nvSpPr>
          <p:spPr>
            <a:xfrm>
              <a:off x="81672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t3414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t3415"/>
            <p:cNvSpPr/>
            <p:nvPr/>
          </p:nvSpPr>
          <p:spPr>
            <a:xfrm>
              <a:off x="8239937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t3416"/>
            <p:cNvSpPr/>
            <p:nvPr/>
          </p:nvSpPr>
          <p:spPr>
            <a:xfrm>
              <a:off x="8167207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t3417"/>
            <p:cNvSpPr/>
            <p:nvPr/>
          </p:nvSpPr>
          <p:spPr>
            <a:xfrm>
              <a:off x="838539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t3418"/>
            <p:cNvSpPr/>
            <p:nvPr/>
          </p:nvSpPr>
          <p:spPr>
            <a:xfrm>
              <a:off x="7439913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t3419"/>
            <p:cNvSpPr/>
            <p:nvPr/>
          </p:nvSpPr>
          <p:spPr>
            <a:xfrm>
              <a:off x="743991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t3420"/>
            <p:cNvSpPr/>
            <p:nvPr/>
          </p:nvSpPr>
          <p:spPr>
            <a:xfrm>
              <a:off x="7512642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t3421"/>
            <p:cNvSpPr/>
            <p:nvPr/>
          </p:nvSpPr>
          <p:spPr>
            <a:xfrm>
              <a:off x="743991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t3422"/>
            <p:cNvSpPr/>
            <p:nvPr/>
          </p:nvSpPr>
          <p:spPr>
            <a:xfrm>
              <a:off x="8021748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t3423"/>
            <p:cNvSpPr/>
            <p:nvPr/>
          </p:nvSpPr>
          <p:spPr>
            <a:xfrm>
              <a:off x="816720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t3424"/>
            <p:cNvSpPr/>
            <p:nvPr/>
          </p:nvSpPr>
          <p:spPr>
            <a:xfrm>
              <a:off x="8385395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t3425"/>
            <p:cNvSpPr/>
            <p:nvPr/>
          </p:nvSpPr>
          <p:spPr>
            <a:xfrm>
              <a:off x="8312666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t3426"/>
            <p:cNvSpPr/>
            <p:nvPr/>
          </p:nvSpPr>
          <p:spPr>
            <a:xfrm>
              <a:off x="8312666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t3427"/>
            <p:cNvSpPr/>
            <p:nvPr/>
          </p:nvSpPr>
          <p:spPr>
            <a:xfrm>
              <a:off x="81672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t3428"/>
            <p:cNvSpPr/>
            <p:nvPr/>
          </p:nvSpPr>
          <p:spPr>
            <a:xfrm>
              <a:off x="823993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t3429"/>
            <p:cNvSpPr/>
            <p:nvPr/>
          </p:nvSpPr>
          <p:spPr>
            <a:xfrm>
              <a:off x="8312666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t3430"/>
            <p:cNvSpPr/>
            <p:nvPr/>
          </p:nvSpPr>
          <p:spPr>
            <a:xfrm>
              <a:off x="8312666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t3431"/>
            <p:cNvSpPr/>
            <p:nvPr/>
          </p:nvSpPr>
          <p:spPr>
            <a:xfrm>
              <a:off x="7730831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t3432"/>
            <p:cNvSpPr/>
            <p:nvPr/>
          </p:nvSpPr>
          <p:spPr>
            <a:xfrm>
              <a:off x="8021748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t3433"/>
            <p:cNvSpPr/>
            <p:nvPr/>
          </p:nvSpPr>
          <p:spPr>
            <a:xfrm>
              <a:off x="7876289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t3434"/>
            <p:cNvSpPr/>
            <p:nvPr/>
          </p:nvSpPr>
          <p:spPr>
            <a:xfrm>
              <a:off x="758537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t3435"/>
            <p:cNvSpPr/>
            <p:nvPr/>
          </p:nvSpPr>
          <p:spPr>
            <a:xfrm>
              <a:off x="8021748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t3436"/>
            <p:cNvSpPr/>
            <p:nvPr/>
          </p:nvSpPr>
          <p:spPr>
            <a:xfrm>
              <a:off x="8312666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t3437"/>
            <p:cNvSpPr/>
            <p:nvPr/>
          </p:nvSpPr>
          <p:spPr>
            <a:xfrm>
              <a:off x="8312666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t3438"/>
            <p:cNvSpPr/>
            <p:nvPr/>
          </p:nvSpPr>
          <p:spPr>
            <a:xfrm>
              <a:off x="787628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t3439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t3440"/>
            <p:cNvSpPr/>
            <p:nvPr/>
          </p:nvSpPr>
          <p:spPr>
            <a:xfrm>
              <a:off x="8021748" y="155691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t3441"/>
            <p:cNvSpPr/>
            <p:nvPr/>
          </p:nvSpPr>
          <p:spPr>
            <a:xfrm>
              <a:off x="8167207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t3442"/>
            <p:cNvSpPr/>
            <p:nvPr/>
          </p:nvSpPr>
          <p:spPr>
            <a:xfrm>
              <a:off x="8167207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t3443"/>
            <p:cNvSpPr/>
            <p:nvPr/>
          </p:nvSpPr>
          <p:spPr>
            <a:xfrm>
              <a:off x="823993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t3444"/>
            <p:cNvSpPr/>
            <p:nvPr/>
          </p:nvSpPr>
          <p:spPr>
            <a:xfrm>
              <a:off x="823993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t3445"/>
            <p:cNvSpPr/>
            <p:nvPr/>
          </p:nvSpPr>
          <p:spPr>
            <a:xfrm>
              <a:off x="8312666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t3446"/>
            <p:cNvSpPr/>
            <p:nvPr/>
          </p:nvSpPr>
          <p:spPr>
            <a:xfrm>
              <a:off x="8021748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t3447"/>
            <p:cNvSpPr/>
            <p:nvPr/>
          </p:nvSpPr>
          <p:spPr>
            <a:xfrm>
              <a:off x="816720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t3448"/>
            <p:cNvSpPr/>
            <p:nvPr/>
          </p:nvSpPr>
          <p:spPr>
            <a:xfrm>
              <a:off x="7876289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t3449"/>
            <p:cNvSpPr/>
            <p:nvPr/>
          </p:nvSpPr>
          <p:spPr>
            <a:xfrm>
              <a:off x="8312666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t3450"/>
            <p:cNvSpPr/>
            <p:nvPr/>
          </p:nvSpPr>
          <p:spPr>
            <a:xfrm>
              <a:off x="8312666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t3451"/>
            <p:cNvSpPr/>
            <p:nvPr/>
          </p:nvSpPr>
          <p:spPr>
            <a:xfrm>
              <a:off x="816720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t3452"/>
            <p:cNvSpPr/>
            <p:nvPr/>
          </p:nvSpPr>
          <p:spPr>
            <a:xfrm>
              <a:off x="816720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t3453"/>
            <p:cNvSpPr/>
            <p:nvPr/>
          </p:nvSpPr>
          <p:spPr>
            <a:xfrm>
              <a:off x="8603584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t3454"/>
            <p:cNvSpPr/>
            <p:nvPr/>
          </p:nvSpPr>
          <p:spPr>
            <a:xfrm>
              <a:off x="8021748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t3455"/>
            <p:cNvSpPr/>
            <p:nvPr/>
          </p:nvSpPr>
          <p:spPr>
            <a:xfrm>
              <a:off x="80217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t3456"/>
            <p:cNvSpPr/>
            <p:nvPr/>
          </p:nvSpPr>
          <p:spPr>
            <a:xfrm>
              <a:off x="743991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t3457"/>
            <p:cNvSpPr/>
            <p:nvPr/>
          </p:nvSpPr>
          <p:spPr>
            <a:xfrm>
              <a:off x="743991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t3458"/>
            <p:cNvSpPr/>
            <p:nvPr/>
          </p:nvSpPr>
          <p:spPr>
            <a:xfrm>
              <a:off x="758537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t3459"/>
            <p:cNvSpPr/>
            <p:nvPr/>
          </p:nvSpPr>
          <p:spPr>
            <a:xfrm>
              <a:off x="7876289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t3460"/>
            <p:cNvSpPr/>
            <p:nvPr/>
          </p:nvSpPr>
          <p:spPr>
            <a:xfrm>
              <a:off x="816720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t3461"/>
            <p:cNvSpPr/>
            <p:nvPr/>
          </p:nvSpPr>
          <p:spPr>
            <a:xfrm>
              <a:off x="802174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t3462"/>
            <p:cNvSpPr/>
            <p:nvPr/>
          </p:nvSpPr>
          <p:spPr>
            <a:xfrm>
              <a:off x="8167207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t3463"/>
            <p:cNvSpPr/>
            <p:nvPr/>
          </p:nvSpPr>
          <p:spPr>
            <a:xfrm>
              <a:off x="7439913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t3464"/>
            <p:cNvSpPr/>
            <p:nvPr/>
          </p:nvSpPr>
          <p:spPr>
            <a:xfrm>
              <a:off x="7439913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t3465"/>
            <p:cNvSpPr/>
            <p:nvPr/>
          </p:nvSpPr>
          <p:spPr>
            <a:xfrm>
              <a:off x="81672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t3466"/>
            <p:cNvSpPr/>
            <p:nvPr/>
          </p:nvSpPr>
          <p:spPr>
            <a:xfrm>
              <a:off x="8021748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t3467"/>
            <p:cNvSpPr/>
            <p:nvPr/>
          </p:nvSpPr>
          <p:spPr>
            <a:xfrm>
              <a:off x="831266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t3468"/>
            <p:cNvSpPr/>
            <p:nvPr/>
          </p:nvSpPr>
          <p:spPr>
            <a:xfrm>
              <a:off x="8312666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t3469"/>
            <p:cNvSpPr/>
            <p:nvPr/>
          </p:nvSpPr>
          <p:spPr>
            <a:xfrm>
              <a:off x="8167207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t3470"/>
            <p:cNvSpPr/>
            <p:nvPr/>
          </p:nvSpPr>
          <p:spPr>
            <a:xfrm>
              <a:off x="823993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t3471"/>
            <p:cNvSpPr/>
            <p:nvPr/>
          </p:nvSpPr>
          <p:spPr>
            <a:xfrm>
              <a:off x="853085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t3472"/>
            <p:cNvSpPr/>
            <p:nvPr/>
          </p:nvSpPr>
          <p:spPr>
            <a:xfrm>
              <a:off x="853085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t3473"/>
            <p:cNvSpPr/>
            <p:nvPr/>
          </p:nvSpPr>
          <p:spPr>
            <a:xfrm>
              <a:off x="7439913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t3474"/>
            <p:cNvSpPr/>
            <p:nvPr/>
          </p:nvSpPr>
          <p:spPr>
            <a:xfrm>
              <a:off x="787628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t3475"/>
            <p:cNvSpPr/>
            <p:nvPr/>
          </p:nvSpPr>
          <p:spPr>
            <a:xfrm>
              <a:off x="773083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t3476"/>
            <p:cNvSpPr/>
            <p:nvPr/>
          </p:nvSpPr>
          <p:spPr>
            <a:xfrm>
              <a:off x="8021748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t3477"/>
            <p:cNvSpPr/>
            <p:nvPr/>
          </p:nvSpPr>
          <p:spPr>
            <a:xfrm>
              <a:off x="802174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t3478"/>
            <p:cNvSpPr/>
            <p:nvPr/>
          </p:nvSpPr>
          <p:spPr>
            <a:xfrm>
              <a:off x="787628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t3479"/>
            <p:cNvSpPr/>
            <p:nvPr/>
          </p:nvSpPr>
          <p:spPr>
            <a:xfrm>
              <a:off x="81672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t3480"/>
            <p:cNvSpPr/>
            <p:nvPr/>
          </p:nvSpPr>
          <p:spPr>
            <a:xfrm>
              <a:off x="7803560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t3481"/>
            <p:cNvSpPr/>
            <p:nvPr/>
          </p:nvSpPr>
          <p:spPr>
            <a:xfrm>
              <a:off x="743991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t3482"/>
            <p:cNvSpPr/>
            <p:nvPr/>
          </p:nvSpPr>
          <p:spPr>
            <a:xfrm>
              <a:off x="7876289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t3483"/>
            <p:cNvSpPr/>
            <p:nvPr/>
          </p:nvSpPr>
          <p:spPr>
            <a:xfrm>
              <a:off x="7439913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t3484"/>
            <p:cNvSpPr/>
            <p:nvPr/>
          </p:nvSpPr>
          <p:spPr>
            <a:xfrm>
              <a:off x="8021748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t3485"/>
            <p:cNvSpPr/>
            <p:nvPr/>
          </p:nvSpPr>
          <p:spPr>
            <a:xfrm>
              <a:off x="76581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t3486"/>
            <p:cNvSpPr/>
            <p:nvPr/>
          </p:nvSpPr>
          <p:spPr>
            <a:xfrm>
              <a:off x="8167207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t3487"/>
            <p:cNvSpPr/>
            <p:nvPr/>
          </p:nvSpPr>
          <p:spPr>
            <a:xfrm>
              <a:off x="816720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t3488"/>
            <p:cNvSpPr/>
            <p:nvPr/>
          </p:nvSpPr>
          <p:spPr>
            <a:xfrm>
              <a:off x="8167207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t3489"/>
            <p:cNvSpPr/>
            <p:nvPr/>
          </p:nvSpPr>
          <p:spPr>
            <a:xfrm>
              <a:off x="874904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t3490"/>
            <p:cNvSpPr/>
            <p:nvPr/>
          </p:nvSpPr>
          <p:spPr>
            <a:xfrm>
              <a:off x="7876289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t3491"/>
            <p:cNvSpPr/>
            <p:nvPr/>
          </p:nvSpPr>
          <p:spPr>
            <a:xfrm>
              <a:off x="8312666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t3492"/>
            <p:cNvSpPr/>
            <p:nvPr/>
          </p:nvSpPr>
          <p:spPr>
            <a:xfrm>
              <a:off x="81672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t3493"/>
            <p:cNvSpPr/>
            <p:nvPr/>
          </p:nvSpPr>
          <p:spPr>
            <a:xfrm>
              <a:off x="8530854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t3494"/>
            <p:cNvSpPr/>
            <p:nvPr/>
          </p:nvSpPr>
          <p:spPr>
            <a:xfrm>
              <a:off x="7439913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t3495"/>
            <p:cNvSpPr/>
            <p:nvPr/>
          </p:nvSpPr>
          <p:spPr>
            <a:xfrm>
              <a:off x="743991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t3496"/>
            <p:cNvSpPr/>
            <p:nvPr/>
          </p:nvSpPr>
          <p:spPr>
            <a:xfrm>
              <a:off x="787628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t3497"/>
            <p:cNvSpPr/>
            <p:nvPr/>
          </p:nvSpPr>
          <p:spPr>
            <a:xfrm>
              <a:off x="7439913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t3498"/>
            <p:cNvSpPr/>
            <p:nvPr/>
          </p:nvSpPr>
          <p:spPr>
            <a:xfrm>
              <a:off x="7949019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t3499"/>
            <p:cNvSpPr/>
            <p:nvPr/>
          </p:nvSpPr>
          <p:spPr>
            <a:xfrm>
              <a:off x="8749042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t3500"/>
            <p:cNvSpPr/>
            <p:nvPr/>
          </p:nvSpPr>
          <p:spPr>
            <a:xfrm>
              <a:off x="7439913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t3501"/>
            <p:cNvSpPr/>
            <p:nvPr/>
          </p:nvSpPr>
          <p:spPr>
            <a:xfrm>
              <a:off x="787628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t3502"/>
            <p:cNvSpPr/>
            <p:nvPr/>
          </p:nvSpPr>
          <p:spPr>
            <a:xfrm>
              <a:off x="7949019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t3503"/>
            <p:cNvSpPr/>
            <p:nvPr/>
          </p:nvSpPr>
          <p:spPr>
            <a:xfrm>
              <a:off x="8312666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t3504"/>
            <p:cNvSpPr/>
            <p:nvPr/>
          </p:nvSpPr>
          <p:spPr>
            <a:xfrm>
              <a:off x="8458125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t3505"/>
            <p:cNvSpPr/>
            <p:nvPr/>
          </p:nvSpPr>
          <p:spPr>
            <a:xfrm>
              <a:off x="816720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t3506"/>
            <p:cNvSpPr/>
            <p:nvPr/>
          </p:nvSpPr>
          <p:spPr>
            <a:xfrm>
              <a:off x="8312666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t3507"/>
            <p:cNvSpPr/>
            <p:nvPr/>
          </p:nvSpPr>
          <p:spPr>
            <a:xfrm>
              <a:off x="8603584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t3508"/>
            <p:cNvSpPr/>
            <p:nvPr/>
          </p:nvSpPr>
          <p:spPr>
            <a:xfrm>
              <a:off x="809447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t3509"/>
            <p:cNvSpPr/>
            <p:nvPr/>
          </p:nvSpPr>
          <p:spPr>
            <a:xfrm>
              <a:off x="7585372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t3510"/>
            <p:cNvSpPr/>
            <p:nvPr/>
          </p:nvSpPr>
          <p:spPr>
            <a:xfrm>
              <a:off x="8312666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t3511"/>
            <p:cNvSpPr/>
            <p:nvPr/>
          </p:nvSpPr>
          <p:spPr>
            <a:xfrm>
              <a:off x="874904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t3512"/>
            <p:cNvSpPr/>
            <p:nvPr/>
          </p:nvSpPr>
          <p:spPr>
            <a:xfrm>
              <a:off x="8021748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t3513"/>
            <p:cNvSpPr/>
            <p:nvPr/>
          </p:nvSpPr>
          <p:spPr>
            <a:xfrm>
              <a:off x="8312666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t3514"/>
            <p:cNvSpPr/>
            <p:nvPr/>
          </p:nvSpPr>
          <p:spPr>
            <a:xfrm>
              <a:off x="8312666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t3515"/>
            <p:cNvSpPr/>
            <p:nvPr/>
          </p:nvSpPr>
          <p:spPr>
            <a:xfrm>
              <a:off x="80217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t3516"/>
            <p:cNvSpPr/>
            <p:nvPr/>
          </p:nvSpPr>
          <p:spPr>
            <a:xfrm>
              <a:off x="794901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t3517"/>
            <p:cNvSpPr/>
            <p:nvPr/>
          </p:nvSpPr>
          <p:spPr>
            <a:xfrm>
              <a:off x="8021748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t3518"/>
            <p:cNvSpPr/>
            <p:nvPr/>
          </p:nvSpPr>
          <p:spPr>
            <a:xfrm>
              <a:off x="831266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t3519"/>
            <p:cNvSpPr/>
            <p:nvPr/>
          </p:nvSpPr>
          <p:spPr>
            <a:xfrm>
              <a:off x="816720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t3520"/>
            <p:cNvSpPr/>
            <p:nvPr/>
          </p:nvSpPr>
          <p:spPr>
            <a:xfrm>
              <a:off x="816720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t3521"/>
            <p:cNvSpPr/>
            <p:nvPr/>
          </p:nvSpPr>
          <p:spPr>
            <a:xfrm>
              <a:off x="8167207" y="16788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t3522"/>
            <p:cNvSpPr/>
            <p:nvPr/>
          </p:nvSpPr>
          <p:spPr>
            <a:xfrm>
              <a:off x="787628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t3523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t3524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t3525"/>
            <p:cNvSpPr/>
            <p:nvPr/>
          </p:nvSpPr>
          <p:spPr>
            <a:xfrm>
              <a:off x="8021748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t3526"/>
            <p:cNvSpPr/>
            <p:nvPr/>
          </p:nvSpPr>
          <p:spPr>
            <a:xfrm>
              <a:off x="8167207" y="16910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t3527"/>
            <p:cNvSpPr/>
            <p:nvPr/>
          </p:nvSpPr>
          <p:spPr>
            <a:xfrm>
              <a:off x="7439913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t3528"/>
            <p:cNvSpPr/>
            <p:nvPr/>
          </p:nvSpPr>
          <p:spPr>
            <a:xfrm>
              <a:off x="8312666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t3529"/>
            <p:cNvSpPr/>
            <p:nvPr/>
          </p:nvSpPr>
          <p:spPr>
            <a:xfrm>
              <a:off x="8385395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t3530"/>
            <p:cNvSpPr/>
            <p:nvPr/>
          </p:nvSpPr>
          <p:spPr>
            <a:xfrm>
              <a:off x="8239937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t3531"/>
            <p:cNvSpPr/>
            <p:nvPr/>
          </p:nvSpPr>
          <p:spPr>
            <a:xfrm>
              <a:off x="838539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t3532"/>
            <p:cNvSpPr/>
            <p:nvPr/>
          </p:nvSpPr>
          <p:spPr>
            <a:xfrm>
              <a:off x="8312666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t3533"/>
            <p:cNvSpPr/>
            <p:nvPr/>
          </p:nvSpPr>
          <p:spPr>
            <a:xfrm>
              <a:off x="7949019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t3534"/>
            <p:cNvSpPr/>
            <p:nvPr/>
          </p:nvSpPr>
          <p:spPr>
            <a:xfrm>
              <a:off x="7439913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t3535"/>
            <p:cNvSpPr/>
            <p:nvPr/>
          </p:nvSpPr>
          <p:spPr>
            <a:xfrm>
              <a:off x="8094478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t3536"/>
            <p:cNvSpPr/>
            <p:nvPr/>
          </p:nvSpPr>
          <p:spPr>
            <a:xfrm>
              <a:off x="7585372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t3537"/>
            <p:cNvSpPr/>
            <p:nvPr/>
          </p:nvSpPr>
          <p:spPr>
            <a:xfrm>
              <a:off x="787628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t3538"/>
            <p:cNvSpPr/>
            <p:nvPr/>
          </p:nvSpPr>
          <p:spPr>
            <a:xfrm>
              <a:off x="8312666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t3539"/>
            <p:cNvSpPr/>
            <p:nvPr/>
          </p:nvSpPr>
          <p:spPr>
            <a:xfrm>
              <a:off x="81672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t3540"/>
            <p:cNvSpPr/>
            <p:nvPr/>
          </p:nvSpPr>
          <p:spPr>
            <a:xfrm>
              <a:off x="8167207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t3541"/>
            <p:cNvSpPr/>
            <p:nvPr/>
          </p:nvSpPr>
          <p:spPr>
            <a:xfrm>
              <a:off x="8167207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t3542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t3543"/>
            <p:cNvSpPr/>
            <p:nvPr/>
          </p:nvSpPr>
          <p:spPr>
            <a:xfrm>
              <a:off x="8021748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t3544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t3545"/>
            <p:cNvSpPr/>
            <p:nvPr/>
          </p:nvSpPr>
          <p:spPr>
            <a:xfrm>
              <a:off x="7803560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t3546"/>
            <p:cNvSpPr/>
            <p:nvPr/>
          </p:nvSpPr>
          <p:spPr>
            <a:xfrm>
              <a:off x="8167207" y="1349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t3547"/>
            <p:cNvSpPr/>
            <p:nvPr/>
          </p:nvSpPr>
          <p:spPr>
            <a:xfrm>
              <a:off x="8239937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t3548"/>
            <p:cNvSpPr/>
            <p:nvPr/>
          </p:nvSpPr>
          <p:spPr>
            <a:xfrm>
              <a:off x="7439913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t3549"/>
            <p:cNvSpPr/>
            <p:nvPr/>
          </p:nvSpPr>
          <p:spPr>
            <a:xfrm>
              <a:off x="7876289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t3550"/>
            <p:cNvSpPr/>
            <p:nvPr/>
          </p:nvSpPr>
          <p:spPr>
            <a:xfrm>
              <a:off x="787628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t3551"/>
            <p:cNvSpPr/>
            <p:nvPr/>
          </p:nvSpPr>
          <p:spPr>
            <a:xfrm>
              <a:off x="802174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t3552"/>
            <p:cNvSpPr/>
            <p:nvPr/>
          </p:nvSpPr>
          <p:spPr>
            <a:xfrm>
              <a:off x="8312666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t3553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t3554"/>
            <p:cNvSpPr/>
            <p:nvPr/>
          </p:nvSpPr>
          <p:spPr>
            <a:xfrm>
              <a:off x="816720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t3555"/>
            <p:cNvSpPr/>
            <p:nvPr/>
          </p:nvSpPr>
          <p:spPr>
            <a:xfrm>
              <a:off x="7585372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t3556"/>
            <p:cNvSpPr/>
            <p:nvPr/>
          </p:nvSpPr>
          <p:spPr>
            <a:xfrm>
              <a:off x="8021748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t3557"/>
            <p:cNvSpPr/>
            <p:nvPr/>
          </p:nvSpPr>
          <p:spPr>
            <a:xfrm>
              <a:off x="773083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t3558"/>
            <p:cNvSpPr/>
            <p:nvPr/>
          </p:nvSpPr>
          <p:spPr>
            <a:xfrm>
              <a:off x="787628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t3559"/>
            <p:cNvSpPr/>
            <p:nvPr/>
          </p:nvSpPr>
          <p:spPr>
            <a:xfrm>
              <a:off x="7876289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t3560"/>
            <p:cNvSpPr/>
            <p:nvPr/>
          </p:nvSpPr>
          <p:spPr>
            <a:xfrm>
              <a:off x="8021748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t3561"/>
            <p:cNvSpPr/>
            <p:nvPr/>
          </p:nvSpPr>
          <p:spPr>
            <a:xfrm>
              <a:off x="7876289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t3562"/>
            <p:cNvSpPr/>
            <p:nvPr/>
          </p:nvSpPr>
          <p:spPr>
            <a:xfrm>
              <a:off x="8021748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t3563"/>
            <p:cNvSpPr/>
            <p:nvPr/>
          </p:nvSpPr>
          <p:spPr>
            <a:xfrm>
              <a:off x="8021748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t3564"/>
            <p:cNvSpPr/>
            <p:nvPr/>
          </p:nvSpPr>
          <p:spPr>
            <a:xfrm>
              <a:off x="8458125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t3565"/>
            <p:cNvSpPr/>
            <p:nvPr/>
          </p:nvSpPr>
          <p:spPr>
            <a:xfrm>
              <a:off x="838539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t3566"/>
            <p:cNvSpPr/>
            <p:nvPr/>
          </p:nvSpPr>
          <p:spPr>
            <a:xfrm>
              <a:off x="8167207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t3567"/>
            <p:cNvSpPr/>
            <p:nvPr/>
          </p:nvSpPr>
          <p:spPr>
            <a:xfrm>
              <a:off x="8021748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t3568"/>
            <p:cNvSpPr/>
            <p:nvPr/>
          </p:nvSpPr>
          <p:spPr>
            <a:xfrm>
              <a:off x="7439913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t3569"/>
            <p:cNvSpPr/>
            <p:nvPr/>
          </p:nvSpPr>
          <p:spPr>
            <a:xfrm>
              <a:off x="816720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t3570"/>
            <p:cNvSpPr/>
            <p:nvPr/>
          </p:nvSpPr>
          <p:spPr>
            <a:xfrm>
              <a:off x="8167207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t3571"/>
            <p:cNvSpPr/>
            <p:nvPr/>
          </p:nvSpPr>
          <p:spPr>
            <a:xfrm>
              <a:off x="8094478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t3572"/>
            <p:cNvSpPr/>
            <p:nvPr/>
          </p:nvSpPr>
          <p:spPr>
            <a:xfrm>
              <a:off x="816720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t3573"/>
            <p:cNvSpPr/>
            <p:nvPr/>
          </p:nvSpPr>
          <p:spPr>
            <a:xfrm>
              <a:off x="7730831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t3574"/>
            <p:cNvSpPr/>
            <p:nvPr/>
          </p:nvSpPr>
          <p:spPr>
            <a:xfrm>
              <a:off x="7585372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t3575"/>
            <p:cNvSpPr/>
            <p:nvPr/>
          </p:nvSpPr>
          <p:spPr>
            <a:xfrm>
              <a:off x="743991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t3576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t3577"/>
            <p:cNvSpPr/>
            <p:nvPr/>
          </p:nvSpPr>
          <p:spPr>
            <a:xfrm>
              <a:off x="7439913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t3578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t3579"/>
            <p:cNvSpPr/>
            <p:nvPr/>
          </p:nvSpPr>
          <p:spPr>
            <a:xfrm>
              <a:off x="787628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t3580"/>
            <p:cNvSpPr/>
            <p:nvPr/>
          </p:nvSpPr>
          <p:spPr>
            <a:xfrm>
              <a:off x="823993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t3581"/>
            <p:cNvSpPr/>
            <p:nvPr/>
          </p:nvSpPr>
          <p:spPr>
            <a:xfrm>
              <a:off x="7439913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t3582"/>
            <p:cNvSpPr/>
            <p:nvPr/>
          </p:nvSpPr>
          <p:spPr>
            <a:xfrm>
              <a:off x="787628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t3583"/>
            <p:cNvSpPr/>
            <p:nvPr/>
          </p:nvSpPr>
          <p:spPr>
            <a:xfrm>
              <a:off x="7876289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t3584"/>
            <p:cNvSpPr/>
            <p:nvPr/>
          </p:nvSpPr>
          <p:spPr>
            <a:xfrm>
              <a:off x="787628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t3585"/>
            <p:cNvSpPr/>
            <p:nvPr/>
          </p:nvSpPr>
          <p:spPr>
            <a:xfrm>
              <a:off x="773083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t3586"/>
            <p:cNvSpPr/>
            <p:nvPr/>
          </p:nvSpPr>
          <p:spPr>
            <a:xfrm>
              <a:off x="7876289" y="15325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t3587"/>
            <p:cNvSpPr/>
            <p:nvPr/>
          </p:nvSpPr>
          <p:spPr>
            <a:xfrm>
              <a:off x="7585372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t3588"/>
            <p:cNvSpPr/>
            <p:nvPr/>
          </p:nvSpPr>
          <p:spPr>
            <a:xfrm>
              <a:off x="743991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t3589"/>
            <p:cNvSpPr/>
            <p:nvPr/>
          </p:nvSpPr>
          <p:spPr>
            <a:xfrm>
              <a:off x="7439913" y="16300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t3590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t3591"/>
            <p:cNvSpPr/>
            <p:nvPr/>
          </p:nvSpPr>
          <p:spPr>
            <a:xfrm>
              <a:off x="7730831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t3592"/>
            <p:cNvSpPr/>
            <p:nvPr/>
          </p:nvSpPr>
          <p:spPr>
            <a:xfrm>
              <a:off x="823993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t3593"/>
            <p:cNvSpPr/>
            <p:nvPr/>
          </p:nvSpPr>
          <p:spPr>
            <a:xfrm>
              <a:off x="8312666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t3594"/>
            <p:cNvSpPr/>
            <p:nvPr/>
          </p:nvSpPr>
          <p:spPr>
            <a:xfrm>
              <a:off x="7585372" y="20567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t3595"/>
            <p:cNvSpPr/>
            <p:nvPr/>
          </p:nvSpPr>
          <p:spPr>
            <a:xfrm>
              <a:off x="7439913" y="19836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t3596"/>
            <p:cNvSpPr/>
            <p:nvPr/>
          </p:nvSpPr>
          <p:spPr>
            <a:xfrm>
              <a:off x="7876289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t3597"/>
            <p:cNvSpPr/>
            <p:nvPr/>
          </p:nvSpPr>
          <p:spPr>
            <a:xfrm>
              <a:off x="7585372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t3598"/>
            <p:cNvSpPr/>
            <p:nvPr/>
          </p:nvSpPr>
          <p:spPr>
            <a:xfrm>
              <a:off x="7439913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t3599"/>
            <p:cNvSpPr/>
            <p:nvPr/>
          </p:nvSpPr>
          <p:spPr>
            <a:xfrm>
              <a:off x="7730831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t3600"/>
            <p:cNvSpPr/>
            <p:nvPr/>
          </p:nvSpPr>
          <p:spPr>
            <a:xfrm>
              <a:off x="8021748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t3601"/>
            <p:cNvSpPr/>
            <p:nvPr/>
          </p:nvSpPr>
          <p:spPr>
            <a:xfrm>
              <a:off x="773083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t3602"/>
            <p:cNvSpPr/>
            <p:nvPr/>
          </p:nvSpPr>
          <p:spPr>
            <a:xfrm>
              <a:off x="794901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t3603"/>
            <p:cNvSpPr/>
            <p:nvPr/>
          </p:nvSpPr>
          <p:spPr>
            <a:xfrm>
              <a:off x="7585372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t3604"/>
            <p:cNvSpPr/>
            <p:nvPr/>
          </p:nvSpPr>
          <p:spPr>
            <a:xfrm>
              <a:off x="8021748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t3605"/>
            <p:cNvSpPr/>
            <p:nvPr/>
          </p:nvSpPr>
          <p:spPr>
            <a:xfrm>
              <a:off x="7585372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t3606"/>
            <p:cNvSpPr/>
            <p:nvPr/>
          </p:nvSpPr>
          <p:spPr>
            <a:xfrm>
              <a:off x="8312666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t3607"/>
            <p:cNvSpPr/>
            <p:nvPr/>
          </p:nvSpPr>
          <p:spPr>
            <a:xfrm>
              <a:off x="7439913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t3608"/>
            <p:cNvSpPr/>
            <p:nvPr/>
          </p:nvSpPr>
          <p:spPr>
            <a:xfrm>
              <a:off x="794901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t3609"/>
            <p:cNvSpPr/>
            <p:nvPr/>
          </p:nvSpPr>
          <p:spPr>
            <a:xfrm>
              <a:off x="787628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t3610"/>
            <p:cNvSpPr/>
            <p:nvPr/>
          </p:nvSpPr>
          <p:spPr>
            <a:xfrm>
              <a:off x="773083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t3611"/>
            <p:cNvSpPr/>
            <p:nvPr/>
          </p:nvSpPr>
          <p:spPr>
            <a:xfrm>
              <a:off x="853085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t3612"/>
            <p:cNvSpPr/>
            <p:nvPr/>
          </p:nvSpPr>
          <p:spPr>
            <a:xfrm>
              <a:off x="787628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t3613"/>
            <p:cNvSpPr/>
            <p:nvPr/>
          </p:nvSpPr>
          <p:spPr>
            <a:xfrm>
              <a:off x="7439913" y="19714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t3614"/>
            <p:cNvSpPr/>
            <p:nvPr/>
          </p:nvSpPr>
          <p:spPr>
            <a:xfrm>
              <a:off x="7876289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t3615"/>
            <p:cNvSpPr/>
            <p:nvPr/>
          </p:nvSpPr>
          <p:spPr>
            <a:xfrm>
              <a:off x="8530854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t3616"/>
            <p:cNvSpPr/>
            <p:nvPr/>
          </p:nvSpPr>
          <p:spPr>
            <a:xfrm>
              <a:off x="7439913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t3617"/>
            <p:cNvSpPr/>
            <p:nvPr/>
          </p:nvSpPr>
          <p:spPr>
            <a:xfrm>
              <a:off x="7730831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t3618"/>
            <p:cNvSpPr/>
            <p:nvPr/>
          </p:nvSpPr>
          <p:spPr>
            <a:xfrm>
              <a:off x="7803560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t3619"/>
            <p:cNvSpPr/>
            <p:nvPr/>
          </p:nvSpPr>
          <p:spPr>
            <a:xfrm>
              <a:off x="758537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t3620"/>
            <p:cNvSpPr/>
            <p:nvPr/>
          </p:nvSpPr>
          <p:spPr>
            <a:xfrm>
              <a:off x="7876289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t3621"/>
            <p:cNvSpPr/>
            <p:nvPr/>
          </p:nvSpPr>
          <p:spPr>
            <a:xfrm>
              <a:off x="7876289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t3622"/>
            <p:cNvSpPr/>
            <p:nvPr/>
          </p:nvSpPr>
          <p:spPr>
            <a:xfrm>
              <a:off x="8094478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t3623"/>
            <p:cNvSpPr/>
            <p:nvPr/>
          </p:nvSpPr>
          <p:spPr>
            <a:xfrm>
              <a:off x="823993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t3624"/>
            <p:cNvSpPr/>
            <p:nvPr/>
          </p:nvSpPr>
          <p:spPr>
            <a:xfrm>
              <a:off x="8530854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t3625"/>
            <p:cNvSpPr/>
            <p:nvPr/>
          </p:nvSpPr>
          <p:spPr>
            <a:xfrm>
              <a:off x="7730831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t3626"/>
            <p:cNvSpPr/>
            <p:nvPr/>
          </p:nvSpPr>
          <p:spPr>
            <a:xfrm>
              <a:off x="7876289" y="16300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t3627"/>
            <p:cNvSpPr/>
            <p:nvPr/>
          </p:nvSpPr>
          <p:spPr>
            <a:xfrm>
              <a:off x="816720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t3628"/>
            <p:cNvSpPr/>
            <p:nvPr/>
          </p:nvSpPr>
          <p:spPr>
            <a:xfrm>
              <a:off x="8312666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t3629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t3630"/>
            <p:cNvSpPr/>
            <p:nvPr/>
          </p:nvSpPr>
          <p:spPr>
            <a:xfrm>
              <a:off x="7876289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t3631"/>
            <p:cNvSpPr/>
            <p:nvPr/>
          </p:nvSpPr>
          <p:spPr>
            <a:xfrm>
              <a:off x="7730831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t3632"/>
            <p:cNvSpPr/>
            <p:nvPr/>
          </p:nvSpPr>
          <p:spPr>
            <a:xfrm>
              <a:off x="7512642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t3633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t3634"/>
            <p:cNvSpPr/>
            <p:nvPr/>
          </p:nvSpPr>
          <p:spPr>
            <a:xfrm>
              <a:off x="7439913" y="17154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t3635"/>
            <p:cNvSpPr/>
            <p:nvPr/>
          </p:nvSpPr>
          <p:spPr>
            <a:xfrm>
              <a:off x="7439913" y="17519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t3636"/>
            <p:cNvSpPr/>
            <p:nvPr/>
          </p:nvSpPr>
          <p:spPr>
            <a:xfrm>
              <a:off x="8167207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t3637"/>
            <p:cNvSpPr/>
            <p:nvPr/>
          </p:nvSpPr>
          <p:spPr>
            <a:xfrm>
              <a:off x="7439913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t3638"/>
            <p:cNvSpPr/>
            <p:nvPr/>
          </p:nvSpPr>
          <p:spPr>
            <a:xfrm>
              <a:off x="7439913" y="19592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t3639"/>
            <p:cNvSpPr/>
            <p:nvPr/>
          </p:nvSpPr>
          <p:spPr>
            <a:xfrm>
              <a:off x="8094478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t3640"/>
            <p:cNvSpPr/>
            <p:nvPr/>
          </p:nvSpPr>
          <p:spPr>
            <a:xfrm>
              <a:off x="8312666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t3641"/>
            <p:cNvSpPr/>
            <p:nvPr/>
          </p:nvSpPr>
          <p:spPr>
            <a:xfrm>
              <a:off x="7876289" y="1642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t3642"/>
            <p:cNvSpPr/>
            <p:nvPr/>
          </p:nvSpPr>
          <p:spPr>
            <a:xfrm>
              <a:off x="7439913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t3643"/>
            <p:cNvSpPr/>
            <p:nvPr/>
          </p:nvSpPr>
          <p:spPr>
            <a:xfrm>
              <a:off x="7439913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t3644"/>
            <p:cNvSpPr/>
            <p:nvPr/>
          </p:nvSpPr>
          <p:spPr>
            <a:xfrm>
              <a:off x="8167207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t3645"/>
            <p:cNvSpPr/>
            <p:nvPr/>
          </p:nvSpPr>
          <p:spPr>
            <a:xfrm>
              <a:off x="7439913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t3646"/>
            <p:cNvSpPr/>
            <p:nvPr/>
          </p:nvSpPr>
          <p:spPr>
            <a:xfrm>
              <a:off x="7439913" y="9229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t3647"/>
            <p:cNvSpPr/>
            <p:nvPr/>
          </p:nvSpPr>
          <p:spPr>
            <a:xfrm>
              <a:off x="8312666" y="1203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t3648"/>
            <p:cNvSpPr/>
            <p:nvPr/>
          </p:nvSpPr>
          <p:spPr>
            <a:xfrm>
              <a:off x="7439913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t3649"/>
            <p:cNvSpPr/>
            <p:nvPr/>
          </p:nvSpPr>
          <p:spPr>
            <a:xfrm>
              <a:off x="7876289" y="18861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t3650"/>
            <p:cNvSpPr/>
            <p:nvPr/>
          </p:nvSpPr>
          <p:spPr>
            <a:xfrm>
              <a:off x="7730831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t3651"/>
            <p:cNvSpPr/>
            <p:nvPr/>
          </p:nvSpPr>
          <p:spPr>
            <a:xfrm>
              <a:off x="8021748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t3652"/>
            <p:cNvSpPr/>
            <p:nvPr/>
          </p:nvSpPr>
          <p:spPr>
            <a:xfrm>
              <a:off x="7439913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t3653"/>
            <p:cNvSpPr/>
            <p:nvPr/>
          </p:nvSpPr>
          <p:spPr>
            <a:xfrm>
              <a:off x="7876289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t3654"/>
            <p:cNvSpPr/>
            <p:nvPr/>
          </p:nvSpPr>
          <p:spPr>
            <a:xfrm>
              <a:off x="8094478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t3655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t3656"/>
            <p:cNvSpPr/>
            <p:nvPr/>
          </p:nvSpPr>
          <p:spPr>
            <a:xfrm>
              <a:off x="8458125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t3657"/>
            <p:cNvSpPr/>
            <p:nvPr/>
          </p:nvSpPr>
          <p:spPr>
            <a:xfrm>
              <a:off x="7876289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t3658"/>
            <p:cNvSpPr/>
            <p:nvPr/>
          </p:nvSpPr>
          <p:spPr>
            <a:xfrm>
              <a:off x="7658101" y="1788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t3659"/>
            <p:cNvSpPr/>
            <p:nvPr/>
          </p:nvSpPr>
          <p:spPr>
            <a:xfrm>
              <a:off x="7439913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t3660"/>
            <p:cNvSpPr/>
            <p:nvPr/>
          </p:nvSpPr>
          <p:spPr>
            <a:xfrm>
              <a:off x="7439913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t3661"/>
            <p:cNvSpPr/>
            <p:nvPr/>
          </p:nvSpPr>
          <p:spPr>
            <a:xfrm>
              <a:off x="7439913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t3662"/>
            <p:cNvSpPr/>
            <p:nvPr/>
          </p:nvSpPr>
          <p:spPr>
            <a:xfrm>
              <a:off x="7876289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t3663"/>
            <p:cNvSpPr/>
            <p:nvPr/>
          </p:nvSpPr>
          <p:spPr>
            <a:xfrm>
              <a:off x="8458125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t3664"/>
            <p:cNvSpPr/>
            <p:nvPr/>
          </p:nvSpPr>
          <p:spPr>
            <a:xfrm>
              <a:off x="7439913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t3665"/>
            <p:cNvSpPr/>
            <p:nvPr/>
          </p:nvSpPr>
          <p:spPr>
            <a:xfrm>
              <a:off x="7730831" y="10692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t3666"/>
            <p:cNvSpPr/>
            <p:nvPr/>
          </p:nvSpPr>
          <p:spPr>
            <a:xfrm>
              <a:off x="743991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t3667"/>
            <p:cNvSpPr/>
            <p:nvPr/>
          </p:nvSpPr>
          <p:spPr>
            <a:xfrm>
              <a:off x="7439913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t3668"/>
            <p:cNvSpPr/>
            <p:nvPr/>
          </p:nvSpPr>
          <p:spPr>
            <a:xfrm>
              <a:off x="7439913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t3669"/>
            <p:cNvSpPr/>
            <p:nvPr/>
          </p:nvSpPr>
          <p:spPr>
            <a:xfrm>
              <a:off x="7949019" y="16666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t3670"/>
            <p:cNvSpPr/>
            <p:nvPr/>
          </p:nvSpPr>
          <p:spPr>
            <a:xfrm>
              <a:off x="7585372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t3671"/>
            <p:cNvSpPr/>
            <p:nvPr/>
          </p:nvSpPr>
          <p:spPr>
            <a:xfrm>
              <a:off x="743991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t3672"/>
            <p:cNvSpPr/>
            <p:nvPr/>
          </p:nvSpPr>
          <p:spPr>
            <a:xfrm>
              <a:off x="7876289" y="20567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t3673"/>
            <p:cNvSpPr/>
            <p:nvPr/>
          </p:nvSpPr>
          <p:spPr>
            <a:xfrm>
              <a:off x="7585372" y="155691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t3674"/>
            <p:cNvSpPr/>
            <p:nvPr/>
          </p:nvSpPr>
          <p:spPr>
            <a:xfrm>
              <a:off x="7585372" y="131307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t3675"/>
            <p:cNvSpPr/>
            <p:nvPr/>
          </p:nvSpPr>
          <p:spPr>
            <a:xfrm>
              <a:off x="7876289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t3676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t3677"/>
            <p:cNvSpPr/>
            <p:nvPr/>
          </p:nvSpPr>
          <p:spPr>
            <a:xfrm>
              <a:off x="8458125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t3678"/>
            <p:cNvSpPr/>
            <p:nvPr/>
          </p:nvSpPr>
          <p:spPr>
            <a:xfrm>
              <a:off x="7730831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t3679"/>
            <p:cNvSpPr/>
            <p:nvPr/>
          </p:nvSpPr>
          <p:spPr>
            <a:xfrm>
              <a:off x="7439913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t3680"/>
            <p:cNvSpPr/>
            <p:nvPr/>
          </p:nvSpPr>
          <p:spPr>
            <a:xfrm>
              <a:off x="7876289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t3681"/>
            <p:cNvSpPr/>
            <p:nvPr/>
          </p:nvSpPr>
          <p:spPr>
            <a:xfrm>
              <a:off x="7949019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t3682"/>
            <p:cNvSpPr/>
            <p:nvPr/>
          </p:nvSpPr>
          <p:spPr>
            <a:xfrm>
              <a:off x="7585372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t3683"/>
            <p:cNvSpPr/>
            <p:nvPr/>
          </p:nvSpPr>
          <p:spPr>
            <a:xfrm>
              <a:off x="8458125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t3684"/>
            <p:cNvSpPr/>
            <p:nvPr/>
          </p:nvSpPr>
          <p:spPr>
            <a:xfrm>
              <a:off x="8458125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t3685"/>
            <p:cNvSpPr/>
            <p:nvPr/>
          </p:nvSpPr>
          <p:spPr>
            <a:xfrm>
              <a:off x="8458125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t3686"/>
            <p:cNvSpPr/>
            <p:nvPr/>
          </p:nvSpPr>
          <p:spPr>
            <a:xfrm>
              <a:off x="7439913" y="18617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t3687"/>
            <p:cNvSpPr/>
            <p:nvPr/>
          </p:nvSpPr>
          <p:spPr>
            <a:xfrm>
              <a:off x="8312666" y="1569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t3688"/>
            <p:cNvSpPr/>
            <p:nvPr/>
          </p:nvSpPr>
          <p:spPr>
            <a:xfrm>
              <a:off x="7439913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t3689"/>
            <p:cNvSpPr/>
            <p:nvPr/>
          </p:nvSpPr>
          <p:spPr>
            <a:xfrm>
              <a:off x="7876289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t3690"/>
            <p:cNvSpPr/>
            <p:nvPr/>
          </p:nvSpPr>
          <p:spPr>
            <a:xfrm>
              <a:off x="7439913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t3691"/>
            <p:cNvSpPr/>
            <p:nvPr/>
          </p:nvSpPr>
          <p:spPr>
            <a:xfrm>
              <a:off x="7439913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t3692"/>
            <p:cNvSpPr/>
            <p:nvPr/>
          </p:nvSpPr>
          <p:spPr>
            <a:xfrm>
              <a:off x="7439913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t3693"/>
            <p:cNvSpPr/>
            <p:nvPr/>
          </p:nvSpPr>
          <p:spPr>
            <a:xfrm>
              <a:off x="8312666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t3694"/>
            <p:cNvSpPr/>
            <p:nvPr/>
          </p:nvSpPr>
          <p:spPr>
            <a:xfrm>
              <a:off x="7876289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t3695"/>
            <p:cNvSpPr/>
            <p:nvPr/>
          </p:nvSpPr>
          <p:spPr>
            <a:xfrm>
              <a:off x="8021748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t3696"/>
            <p:cNvSpPr/>
            <p:nvPr/>
          </p:nvSpPr>
          <p:spPr>
            <a:xfrm>
              <a:off x="7439913" y="20324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t3697"/>
            <p:cNvSpPr/>
            <p:nvPr/>
          </p:nvSpPr>
          <p:spPr>
            <a:xfrm>
              <a:off x="7585372" y="16056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t3698"/>
            <p:cNvSpPr/>
            <p:nvPr/>
          </p:nvSpPr>
          <p:spPr>
            <a:xfrm>
              <a:off x="7439913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t3699"/>
            <p:cNvSpPr/>
            <p:nvPr/>
          </p:nvSpPr>
          <p:spPr>
            <a:xfrm>
              <a:off x="7876289" y="1569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t3700"/>
            <p:cNvSpPr/>
            <p:nvPr/>
          </p:nvSpPr>
          <p:spPr>
            <a:xfrm>
              <a:off x="7876289" y="13862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t3701"/>
            <p:cNvSpPr/>
            <p:nvPr/>
          </p:nvSpPr>
          <p:spPr>
            <a:xfrm>
              <a:off x="8021748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t3702"/>
            <p:cNvSpPr/>
            <p:nvPr/>
          </p:nvSpPr>
          <p:spPr>
            <a:xfrm>
              <a:off x="8167207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t3703"/>
            <p:cNvSpPr/>
            <p:nvPr/>
          </p:nvSpPr>
          <p:spPr>
            <a:xfrm>
              <a:off x="7439913" y="18251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t3704"/>
            <p:cNvSpPr/>
            <p:nvPr/>
          </p:nvSpPr>
          <p:spPr>
            <a:xfrm>
              <a:off x="8021748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t3705"/>
            <p:cNvSpPr/>
            <p:nvPr/>
          </p:nvSpPr>
          <p:spPr>
            <a:xfrm>
              <a:off x="7876289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t3706"/>
            <p:cNvSpPr/>
            <p:nvPr/>
          </p:nvSpPr>
          <p:spPr>
            <a:xfrm>
              <a:off x="7439913" y="15325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t3707"/>
            <p:cNvSpPr/>
            <p:nvPr/>
          </p:nvSpPr>
          <p:spPr>
            <a:xfrm>
              <a:off x="7730831" y="1715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t3708"/>
            <p:cNvSpPr/>
            <p:nvPr/>
          </p:nvSpPr>
          <p:spPr>
            <a:xfrm>
              <a:off x="7439913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t3709"/>
            <p:cNvSpPr/>
            <p:nvPr/>
          </p:nvSpPr>
          <p:spPr>
            <a:xfrm>
              <a:off x="8385395" y="109361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t3710"/>
            <p:cNvSpPr/>
            <p:nvPr/>
          </p:nvSpPr>
          <p:spPr>
            <a:xfrm>
              <a:off x="8021748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t3711"/>
            <p:cNvSpPr/>
            <p:nvPr/>
          </p:nvSpPr>
          <p:spPr>
            <a:xfrm>
              <a:off x="7876289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t3712"/>
            <p:cNvSpPr/>
            <p:nvPr/>
          </p:nvSpPr>
          <p:spPr>
            <a:xfrm>
              <a:off x="7585372" y="17519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t3713"/>
            <p:cNvSpPr/>
            <p:nvPr/>
          </p:nvSpPr>
          <p:spPr>
            <a:xfrm>
              <a:off x="7439913" y="18617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t3714"/>
            <p:cNvSpPr/>
            <p:nvPr/>
          </p:nvSpPr>
          <p:spPr>
            <a:xfrm>
              <a:off x="7439913" y="21177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t3715"/>
            <p:cNvSpPr/>
            <p:nvPr/>
          </p:nvSpPr>
          <p:spPr>
            <a:xfrm>
              <a:off x="7876289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t3716"/>
            <p:cNvSpPr/>
            <p:nvPr/>
          </p:nvSpPr>
          <p:spPr>
            <a:xfrm>
              <a:off x="7585372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t3717"/>
            <p:cNvSpPr/>
            <p:nvPr/>
          </p:nvSpPr>
          <p:spPr>
            <a:xfrm>
              <a:off x="8167207" y="1118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t3718"/>
            <p:cNvSpPr/>
            <p:nvPr/>
          </p:nvSpPr>
          <p:spPr>
            <a:xfrm>
              <a:off x="7876289" y="144719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t3719"/>
            <p:cNvSpPr/>
            <p:nvPr/>
          </p:nvSpPr>
          <p:spPr>
            <a:xfrm>
              <a:off x="8167207" y="10814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t3720"/>
            <p:cNvSpPr/>
            <p:nvPr/>
          </p:nvSpPr>
          <p:spPr>
            <a:xfrm>
              <a:off x="7439913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t3721"/>
            <p:cNvSpPr/>
            <p:nvPr/>
          </p:nvSpPr>
          <p:spPr>
            <a:xfrm>
              <a:off x="7730831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t3722"/>
            <p:cNvSpPr/>
            <p:nvPr/>
          </p:nvSpPr>
          <p:spPr>
            <a:xfrm>
              <a:off x="7439913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t3723"/>
            <p:cNvSpPr/>
            <p:nvPr/>
          </p:nvSpPr>
          <p:spPr>
            <a:xfrm>
              <a:off x="7876289" y="1495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t3724"/>
            <p:cNvSpPr/>
            <p:nvPr/>
          </p:nvSpPr>
          <p:spPr>
            <a:xfrm>
              <a:off x="8312666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t3725"/>
            <p:cNvSpPr/>
            <p:nvPr/>
          </p:nvSpPr>
          <p:spPr>
            <a:xfrm>
              <a:off x="743991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t3726"/>
            <p:cNvSpPr/>
            <p:nvPr/>
          </p:nvSpPr>
          <p:spPr>
            <a:xfrm>
              <a:off x="7439913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t3727"/>
            <p:cNvSpPr/>
            <p:nvPr/>
          </p:nvSpPr>
          <p:spPr>
            <a:xfrm>
              <a:off x="7439913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t3728"/>
            <p:cNvSpPr/>
            <p:nvPr/>
          </p:nvSpPr>
          <p:spPr>
            <a:xfrm>
              <a:off x="8312666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t3729"/>
            <p:cNvSpPr/>
            <p:nvPr/>
          </p:nvSpPr>
          <p:spPr>
            <a:xfrm>
              <a:off x="8167207" y="1203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t3730"/>
            <p:cNvSpPr/>
            <p:nvPr/>
          </p:nvSpPr>
          <p:spPr>
            <a:xfrm>
              <a:off x="8167207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t3731"/>
            <p:cNvSpPr/>
            <p:nvPr/>
          </p:nvSpPr>
          <p:spPr>
            <a:xfrm>
              <a:off x="743991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t3732"/>
            <p:cNvSpPr/>
            <p:nvPr/>
          </p:nvSpPr>
          <p:spPr>
            <a:xfrm>
              <a:off x="7585372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t3733"/>
            <p:cNvSpPr/>
            <p:nvPr/>
          </p:nvSpPr>
          <p:spPr>
            <a:xfrm>
              <a:off x="7730831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t3734"/>
            <p:cNvSpPr/>
            <p:nvPr/>
          </p:nvSpPr>
          <p:spPr>
            <a:xfrm>
              <a:off x="7876289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t3735"/>
            <p:cNvSpPr/>
            <p:nvPr/>
          </p:nvSpPr>
          <p:spPr>
            <a:xfrm>
              <a:off x="7876289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t3736"/>
            <p:cNvSpPr/>
            <p:nvPr/>
          </p:nvSpPr>
          <p:spPr>
            <a:xfrm>
              <a:off x="7585372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t3737"/>
            <p:cNvSpPr/>
            <p:nvPr/>
          </p:nvSpPr>
          <p:spPr>
            <a:xfrm>
              <a:off x="7876289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t3738"/>
            <p:cNvSpPr/>
            <p:nvPr/>
          </p:nvSpPr>
          <p:spPr>
            <a:xfrm>
              <a:off x="7876289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t3739"/>
            <p:cNvSpPr/>
            <p:nvPr/>
          </p:nvSpPr>
          <p:spPr>
            <a:xfrm>
              <a:off x="7876289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t3740"/>
            <p:cNvSpPr/>
            <p:nvPr/>
          </p:nvSpPr>
          <p:spPr>
            <a:xfrm>
              <a:off x="7876289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t3741"/>
            <p:cNvSpPr/>
            <p:nvPr/>
          </p:nvSpPr>
          <p:spPr>
            <a:xfrm>
              <a:off x="9185419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t3742"/>
            <p:cNvSpPr/>
            <p:nvPr/>
          </p:nvSpPr>
          <p:spPr>
            <a:xfrm>
              <a:off x="7876289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t3743"/>
            <p:cNvSpPr/>
            <p:nvPr/>
          </p:nvSpPr>
          <p:spPr>
            <a:xfrm>
              <a:off x="9185419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t3744"/>
            <p:cNvSpPr/>
            <p:nvPr/>
          </p:nvSpPr>
          <p:spPr>
            <a:xfrm>
              <a:off x="7439913" y="19653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t3745"/>
            <p:cNvSpPr/>
            <p:nvPr/>
          </p:nvSpPr>
          <p:spPr>
            <a:xfrm>
              <a:off x="8167207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t3746"/>
            <p:cNvSpPr/>
            <p:nvPr/>
          </p:nvSpPr>
          <p:spPr>
            <a:xfrm>
              <a:off x="8021748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t3747"/>
            <p:cNvSpPr/>
            <p:nvPr/>
          </p:nvSpPr>
          <p:spPr>
            <a:xfrm>
              <a:off x="7439913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t3748"/>
            <p:cNvSpPr/>
            <p:nvPr/>
          </p:nvSpPr>
          <p:spPr>
            <a:xfrm>
              <a:off x="7439913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t3749"/>
            <p:cNvSpPr/>
            <p:nvPr/>
          </p:nvSpPr>
          <p:spPr>
            <a:xfrm>
              <a:off x="7439913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t3750"/>
            <p:cNvSpPr/>
            <p:nvPr/>
          </p:nvSpPr>
          <p:spPr>
            <a:xfrm>
              <a:off x="8021748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t3751"/>
            <p:cNvSpPr/>
            <p:nvPr/>
          </p:nvSpPr>
          <p:spPr>
            <a:xfrm>
              <a:off x="7439913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t3752"/>
            <p:cNvSpPr/>
            <p:nvPr/>
          </p:nvSpPr>
          <p:spPr>
            <a:xfrm>
              <a:off x="7512642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t3753"/>
            <p:cNvSpPr/>
            <p:nvPr/>
          </p:nvSpPr>
          <p:spPr>
            <a:xfrm>
              <a:off x="7730831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t3754"/>
            <p:cNvSpPr/>
            <p:nvPr/>
          </p:nvSpPr>
          <p:spPr>
            <a:xfrm>
              <a:off x="7803560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t3755"/>
            <p:cNvSpPr/>
            <p:nvPr/>
          </p:nvSpPr>
          <p:spPr>
            <a:xfrm>
              <a:off x="743991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t3756"/>
            <p:cNvSpPr/>
            <p:nvPr/>
          </p:nvSpPr>
          <p:spPr>
            <a:xfrm>
              <a:off x="7585372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t3757"/>
            <p:cNvSpPr/>
            <p:nvPr/>
          </p:nvSpPr>
          <p:spPr>
            <a:xfrm>
              <a:off x="8458125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t3758"/>
            <p:cNvSpPr/>
            <p:nvPr/>
          </p:nvSpPr>
          <p:spPr>
            <a:xfrm>
              <a:off x="743991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t3759"/>
            <p:cNvSpPr/>
            <p:nvPr/>
          </p:nvSpPr>
          <p:spPr>
            <a:xfrm>
              <a:off x="7512642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t3760"/>
            <p:cNvSpPr/>
            <p:nvPr/>
          </p:nvSpPr>
          <p:spPr>
            <a:xfrm>
              <a:off x="7439913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t3761"/>
            <p:cNvSpPr/>
            <p:nvPr/>
          </p:nvSpPr>
          <p:spPr>
            <a:xfrm>
              <a:off x="743991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t3762"/>
            <p:cNvSpPr/>
            <p:nvPr/>
          </p:nvSpPr>
          <p:spPr>
            <a:xfrm>
              <a:off x="7585372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t3763"/>
            <p:cNvSpPr/>
            <p:nvPr/>
          </p:nvSpPr>
          <p:spPr>
            <a:xfrm>
              <a:off x="8021748" y="11058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t3764"/>
            <p:cNvSpPr/>
            <p:nvPr/>
          </p:nvSpPr>
          <p:spPr>
            <a:xfrm>
              <a:off x="7439913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t3765"/>
            <p:cNvSpPr/>
            <p:nvPr/>
          </p:nvSpPr>
          <p:spPr>
            <a:xfrm>
              <a:off x="7439913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t3766"/>
            <p:cNvSpPr/>
            <p:nvPr/>
          </p:nvSpPr>
          <p:spPr>
            <a:xfrm>
              <a:off x="7730831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t3767"/>
            <p:cNvSpPr/>
            <p:nvPr/>
          </p:nvSpPr>
          <p:spPr>
            <a:xfrm>
              <a:off x="743991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t3768"/>
            <p:cNvSpPr/>
            <p:nvPr/>
          </p:nvSpPr>
          <p:spPr>
            <a:xfrm>
              <a:off x="7439913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t3769"/>
            <p:cNvSpPr/>
            <p:nvPr/>
          </p:nvSpPr>
          <p:spPr>
            <a:xfrm>
              <a:off x="8021748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t3770"/>
            <p:cNvSpPr/>
            <p:nvPr/>
          </p:nvSpPr>
          <p:spPr>
            <a:xfrm>
              <a:off x="7585372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t3771"/>
            <p:cNvSpPr/>
            <p:nvPr/>
          </p:nvSpPr>
          <p:spPr>
            <a:xfrm>
              <a:off x="743991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t3772"/>
            <p:cNvSpPr/>
            <p:nvPr/>
          </p:nvSpPr>
          <p:spPr>
            <a:xfrm>
              <a:off x="7439913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t3773"/>
            <p:cNvSpPr/>
            <p:nvPr/>
          </p:nvSpPr>
          <p:spPr>
            <a:xfrm>
              <a:off x="7439913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t3774"/>
            <p:cNvSpPr/>
            <p:nvPr/>
          </p:nvSpPr>
          <p:spPr>
            <a:xfrm>
              <a:off x="7876289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t3775"/>
            <p:cNvSpPr/>
            <p:nvPr/>
          </p:nvSpPr>
          <p:spPr>
            <a:xfrm>
              <a:off x="7730831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t3776"/>
            <p:cNvSpPr/>
            <p:nvPr/>
          </p:nvSpPr>
          <p:spPr>
            <a:xfrm>
              <a:off x="7439913" y="17032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t3777"/>
            <p:cNvSpPr/>
            <p:nvPr/>
          </p:nvSpPr>
          <p:spPr>
            <a:xfrm>
              <a:off x="8021748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t3778"/>
            <p:cNvSpPr/>
            <p:nvPr/>
          </p:nvSpPr>
          <p:spPr>
            <a:xfrm>
              <a:off x="7439913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t3779"/>
            <p:cNvSpPr/>
            <p:nvPr/>
          </p:nvSpPr>
          <p:spPr>
            <a:xfrm>
              <a:off x="7439913" y="20324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t3780"/>
            <p:cNvSpPr/>
            <p:nvPr/>
          </p:nvSpPr>
          <p:spPr>
            <a:xfrm>
              <a:off x="743991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t3781"/>
            <p:cNvSpPr/>
            <p:nvPr/>
          </p:nvSpPr>
          <p:spPr>
            <a:xfrm>
              <a:off x="7585372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t3782"/>
            <p:cNvSpPr/>
            <p:nvPr/>
          </p:nvSpPr>
          <p:spPr>
            <a:xfrm>
              <a:off x="7439913" y="21177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t3783"/>
            <p:cNvSpPr/>
            <p:nvPr/>
          </p:nvSpPr>
          <p:spPr>
            <a:xfrm>
              <a:off x="7439913" y="20446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t3784"/>
            <p:cNvSpPr/>
            <p:nvPr/>
          </p:nvSpPr>
          <p:spPr>
            <a:xfrm>
              <a:off x="7730831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t3785"/>
            <p:cNvSpPr/>
            <p:nvPr/>
          </p:nvSpPr>
          <p:spPr>
            <a:xfrm>
              <a:off x="8021748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t3786"/>
            <p:cNvSpPr/>
            <p:nvPr/>
          </p:nvSpPr>
          <p:spPr>
            <a:xfrm>
              <a:off x="7439913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t3787"/>
            <p:cNvSpPr/>
            <p:nvPr/>
          </p:nvSpPr>
          <p:spPr>
            <a:xfrm>
              <a:off x="8021748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t3788"/>
            <p:cNvSpPr/>
            <p:nvPr/>
          </p:nvSpPr>
          <p:spPr>
            <a:xfrm>
              <a:off x="7585372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t3789"/>
            <p:cNvSpPr/>
            <p:nvPr/>
          </p:nvSpPr>
          <p:spPr>
            <a:xfrm>
              <a:off x="7439913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t3790"/>
            <p:cNvSpPr/>
            <p:nvPr/>
          </p:nvSpPr>
          <p:spPr>
            <a:xfrm>
              <a:off x="7439913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t3791"/>
            <p:cNvSpPr/>
            <p:nvPr/>
          </p:nvSpPr>
          <p:spPr>
            <a:xfrm>
              <a:off x="7439913" y="17032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t3792"/>
            <p:cNvSpPr/>
            <p:nvPr/>
          </p:nvSpPr>
          <p:spPr>
            <a:xfrm>
              <a:off x="7730831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t3793"/>
            <p:cNvSpPr/>
            <p:nvPr/>
          </p:nvSpPr>
          <p:spPr>
            <a:xfrm>
              <a:off x="7730831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t3794"/>
            <p:cNvSpPr/>
            <p:nvPr/>
          </p:nvSpPr>
          <p:spPr>
            <a:xfrm>
              <a:off x="8167207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t3795"/>
            <p:cNvSpPr/>
            <p:nvPr/>
          </p:nvSpPr>
          <p:spPr>
            <a:xfrm>
              <a:off x="8021748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t3796"/>
            <p:cNvSpPr/>
            <p:nvPr/>
          </p:nvSpPr>
          <p:spPr>
            <a:xfrm>
              <a:off x="7439913" y="20811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t3797"/>
            <p:cNvSpPr/>
            <p:nvPr/>
          </p:nvSpPr>
          <p:spPr>
            <a:xfrm>
              <a:off x="7439913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t3798"/>
            <p:cNvSpPr/>
            <p:nvPr/>
          </p:nvSpPr>
          <p:spPr>
            <a:xfrm>
              <a:off x="8021748" y="11545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t3799"/>
            <p:cNvSpPr/>
            <p:nvPr/>
          </p:nvSpPr>
          <p:spPr>
            <a:xfrm>
              <a:off x="7439913" y="19104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t3800"/>
            <p:cNvSpPr/>
            <p:nvPr/>
          </p:nvSpPr>
          <p:spPr>
            <a:xfrm>
              <a:off x="7876289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t3801"/>
            <p:cNvSpPr/>
            <p:nvPr/>
          </p:nvSpPr>
          <p:spPr>
            <a:xfrm>
              <a:off x="7876289" y="13740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t3802"/>
            <p:cNvSpPr/>
            <p:nvPr/>
          </p:nvSpPr>
          <p:spPr>
            <a:xfrm>
              <a:off x="7585372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t3803"/>
            <p:cNvSpPr/>
            <p:nvPr/>
          </p:nvSpPr>
          <p:spPr>
            <a:xfrm>
              <a:off x="8603584" y="11545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t3804"/>
            <p:cNvSpPr/>
            <p:nvPr/>
          </p:nvSpPr>
          <p:spPr>
            <a:xfrm>
              <a:off x="7439913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t3805"/>
            <p:cNvSpPr/>
            <p:nvPr/>
          </p:nvSpPr>
          <p:spPr>
            <a:xfrm>
              <a:off x="7876289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t3806"/>
            <p:cNvSpPr/>
            <p:nvPr/>
          </p:nvSpPr>
          <p:spPr>
            <a:xfrm>
              <a:off x="7876289" y="1715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t3807"/>
            <p:cNvSpPr/>
            <p:nvPr/>
          </p:nvSpPr>
          <p:spPr>
            <a:xfrm>
              <a:off x="7439913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t3808"/>
            <p:cNvSpPr/>
            <p:nvPr/>
          </p:nvSpPr>
          <p:spPr>
            <a:xfrm>
              <a:off x="773083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t3809"/>
            <p:cNvSpPr/>
            <p:nvPr/>
          </p:nvSpPr>
          <p:spPr>
            <a:xfrm>
              <a:off x="7730831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t3810"/>
            <p:cNvSpPr/>
            <p:nvPr/>
          </p:nvSpPr>
          <p:spPr>
            <a:xfrm>
              <a:off x="8312666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t3811"/>
            <p:cNvSpPr/>
            <p:nvPr/>
          </p:nvSpPr>
          <p:spPr>
            <a:xfrm>
              <a:off x="8312666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t3812"/>
            <p:cNvSpPr/>
            <p:nvPr/>
          </p:nvSpPr>
          <p:spPr>
            <a:xfrm>
              <a:off x="7730831" y="14593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t3813"/>
            <p:cNvSpPr/>
            <p:nvPr/>
          </p:nvSpPr>
          <p:spPr>
            <a:xfrm>
              <a:off x="7876289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t3814"/>
            <p:cNvSpPr/>
            <p:nvPr/>
          </p:nvSpPr>
          <p:spPr>
            <a:xfrm>
              <a:off x="7876289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t3815"/>
            <p:cNvSpPr/>
            <p:nvPr/>
          </p:nvSpPr>
          <p:spPr>
            <a:xfrm>
              <a:off x="7876289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t3816"/>
            <p:cNvSpPr/>
            <p:nvPr/>
          </p:nvSpPr>
          <p:spPr>
            <a:xfrm>
              <a:off x="8021748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t3817"/>
            <p:cNvSpPr/>
            <p:nvPr/>
          </p:nvSpPr>
          <p:spPr>
            <a:xfrm>
              <a:off x="7730831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t3818"/>
            <p:cNvSpPr/>
            <p:nvPr/>
          </p:nvSpPr>
          <p:spPr>
            <a:xfrm>
              <a:off x="7803560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t3819"/>
            <p:cNvSpPr/>
            <p:nvPr/>
          </p:nvSpPr>
          <p:spPr>
            <a:xfrm>
              <a:off x="7876289" y="18739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t3820"/>
            <p:cNvSpPr/>
            <p:nvPr/>
          </p:nvSpPr>
          <p:spPr>
            <a:xfrm>
              <a:off x="8458125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t3821"/>
            <p:cNvSpPr/>
            <p:nvPr/>
          </p:nvSpPr>
          <p:spPr>
            <a:xfrm>
              <a:off x="8021748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t3822"/>
            <p:cNvSpPr/>
            <p:nvPr/>
          </p:nvSpPr>
          <p:spPr>
            <a:xfrm>
              <a:off x="7876289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t3823"/>
            <p:cNvSpPr/>
            <p:nvPr/>
          </p:nvSpPr>
          <p:spPr>
            <a:xfrm>
              <a:off x="7876289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t3824"/>
            <p:cNvSpPr/>
            <p:nvPr/>
          </p:nvSpPr>
          <p:spPr>
            <a:xfrm>
              <a:off x="7439913" y="14593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t3825"/>
            <p:cNvSpPr/>
            <p:nvPr/>
          </p:nvSpPr>
          <p:spPr>
            <a:xfrm>
              <a:off x="7439913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t3826"/>
            <p:cNvSpPr/>
            <p:nvPr/>
          </p:nvSpPr>
          <p:spPr>
            <a:xfrm>
              <a:off x="8021748" y="1495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t3827"/>
            <p:cNvSpPr/>
            <p:nvPr/>
          </p:nvSpPr>
          <p:spPr>
            <a:xfrm>
              <a:off x="7876289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t3828"/>
            <p:cNvSpPr/>
            <p:nvPr/>
          </p:nvSpPr>
          <p:spPr>
            <a:xfrm>
              <a:off x="8458125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t3829"/>
            <p:cNvSpPr/>
            <p:nvPr/>
          </p:nvSpPr>
          <p:spPr>
            <a:xfrm>
              <a:off x="8167207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t3830"/>
            <p:cNvSpPr/>
            <p:nvPr/>
          </p:nvSpPr>
          <p:spPr>
            <a:xfrm>
              <a:off x="7512642" y="1812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t3831"/>
            <p:cNvSpPr/>
            <p:nvPr/>
          </p:nvSpPr>
          <p:spPr>
            <a:xfrm>
              <a:off x="7439913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t3832"/>
            <p:cNvSpPr/>
            <p:nvPr/>
          </p:nvSpPr>
          <p:spPr>
            <a:xfrm>
              <a:off x="773083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t3833"/>
            <p:cNvSpPr/>
            <p:nvPr/>
          </p:nvSpPr>
          <p:spPr>
            <a:xfrm>
              <a:off x="8312666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t3834"/>
            <p:cNvSpPr/>
            <p:nvPr/>
          </p:nvSpPr>
          <p:spPr>
            <a:xfrm>
              <a:off x="743991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t3835"/>
            <p:cNvSpPr/>
            <p:nvPr/>
          </p:nvSpPr>
          <p:spPr>
            <a:xfrm>
              <a:off x="7876289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t3836"/>
            <p:cNvSpPr/>
            <p:nvPr/>
          </p:nvSpPr>
          <p:spPr>
            <a:xfrm>
              <a:off x="8312666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t3837"/>
            <p:cNvSpPr/>
            <p:nvPr/>
          </p:nvSpPr>
          <p:spPr>
            <a:xfrm>
              <a:off x="7585372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t3838"/>
            <p:cNvSpPr/>
            <p:nvPr/>
          </p:nvSpPr>
          <p:spPr>
            <a:xfrm>
              <a:off x="7439913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t3839"/>
            <p:cNvSpPr/>
            <p:nvPr/>
          </p:nvSpPr>
          <p:spPr>
            <a:xfrm>
              <a:off x="7439913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t3840"/>
            <p:cNvSpPr/>
            <p:nvPr/>
          </p:nvSpPr>
          <p:spPr>
            <a:xfrm>
              <a:off x="7876289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t3841"/>
            <p:cNvSpPr/>
            <p:nvPr/>
          </p:nvSpPr>
          <p:spPr>
            <a:xfrm>
              <a:off x="7585372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t3842"/>
            <p:cNvSpPr/>
            <p:nvPr/>
          </p:nvSpPr>
          <p:spPr>
            <a:xfrm>
              <a:off x="8021748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t3843"/>
            <p:cNvSpPr/>
            <p:nvPr/>
          </p:nvSpPr>
          <p:spPr>
            <a:xfrm>
              <a:off x="773083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t3844"/>
            <p:cNvSpPr/>
            <p:nvPr/>
          </p:nvSpPr>
          <p:spPr>
            <a:xfrm>
              <a:off x="7803560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t3845"/>
            <p:cNvSpPr/>
            <p:nvPr/>
          </p:nvSpPr>
          <p:spPr>
            <a:xfrm>
              <a:off x="7439913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t3846"/>
            <p:cNvSpPr/>
            <p:nvPr/>
          </p:nvSpPr>
          <p:spPr>
            <a:xfrm>
              <a:off x="7876289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t3847"/>
            <p:cNvSpPr/>
            <p:nvPr/>
          </p:nvSpPr>
          <p:spPr>
            <a:xfrm>
              <a:off x="773083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t3848"/>
            <p:cNvSpPr/>
            <p:nvPr/>
          </p:nvSpPr>
          <p:spPr>
            <a:xfrm>
              <a:off x="773083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t3849"/>
            <p:cNvSpPr/>
            <p:nvPr/>
          </p:nvSpPr>
          <p:spPr>
            <a:xfrm>
              <a:off x="7439913" y="16422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t3850"/>
            <p:cNvSpPr/>
            <p:nvPr/>
          </p:nvSpPr>
          <p:spPr>
            <a:xfrm>
              <a:off x="7876289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t3851"/>
            <p:cNvSpPr/>
            <p:nvPr/>
          </p:nvSpPr>
          <p:spPr>
            <a:xfrm>
              <a:off x="7439913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t3852"/>
            <p:cNvSpPr/>
            <p:nvPr/>
          </p:nvSpPr>
          <p:spPr>
            <a:xfrm>
              <a:off x="7730831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t3853"/>
            <p:cNvSpPr/>
            <p:nvPr/>
          </p:nvSpPr>
          <p:spPr>
            <a:xfrm>
              <a:off x="7439913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t3854"/>
            <p:cNvSpPr/>
            <p:nvPr/>
          </p:nvSpPr>
          <p:spPr>
            <a:xfrm>
              <a:off x="743991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t3855"/>
            <p:cNvSpPr/>
            <p:nvPr/>
          </p:nvSpPr>
          <p:spPr>
            <a:xfrm>
              <a:off x="7876289" y="17519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t3856"/>
            <p:cNvSpPr/>
            <p:nvPr/>
          </p:nvSpPr>
          <p:spPr>
            <a:xfrm>
              <a:off x="8167207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t3857"/>
            <p:cNvSpPr/>
            <p:nvPr/>
          </p:nvSpPr>
          <p:spPr>
            <a:xfrm>
              <a:off x="7949019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t3858"/>
            <p:cNvSpPr/>
            <p:nvPr/>
          </p:nvSpPr>
          <p:spPr>
            <a:xfrm>
              <a:off x="7585372" y="20567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t3859"/>
            <p:cNvSpPr/>
            <p:nvPr/>
          </p:nvSpPr>
          <p:spPr>
            <a:xfrm>
              <a:off x="7658101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t3860"/>
            <p:cNvSpPr/>
            <p:nvPr/>
          </p:nvSpPr>
          <p:spPr>
            <a:xfrm>
              <a:off x="8021748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t3861"/>
            <p:cNvSpPr/>
            <p:nvPr/>
          </p:nvSpPr>
          <p:spPr>
            <a:xfrm>
              <a:off x="7439913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t3862"/>
            <p:cNvSpPr/>
            <p:nvPr/>
          </p:nvSpPr>
          <p:spPr>
            <a:xfrm>
              <a:off x="743991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t3863"/>
            <p:cNvSpPr/>
            <p:nvPr/>
          </p:nvSpPr>
          <p:spPr>
            <a:xfrm>
              <a:off x="7439913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t3864"/>
            <p:cNvSpPr/>
            <p:nvPr/>
          </p:nvSpPr>
          <p:spPr>
            <a:xfrm>
              <a:off x="7439913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t3865"/>
            <p:cNvSpPr/>
            <p:nvPr/>
          </p:nvSpPr>
          <p:spPr>
            <a:xfrm>
              <a:off x="7876289" y="19104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t3866"/>
            <p:cNvSpPr/>
            <p:nvPr/>
          </p:nvSpPr>
          <p:spPr>
            <a:xfrm>
              <a:off x="7585372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t3867"/>
            <p:cNvSpPr/>
            <p:nvPr/>
          </p:nvSpPr>
          <p:spPr>
            <a:xfrm>
              <a:off x="7512642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t3868"/>
            <p:cNvSpPr/>
            <p:nvPr/>
          </p:nvSpPr>
          <p:spPr>
            <a:xfrm>
              <a:off x="7439913" y="19714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t3869"/>
            <p:cNvSpPr/>
            <p:nvPr/>
          </p:nvSpPr>
          <p:spPr>
            <a:xfrm>
              <a:off x="7439913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t3870"/>
            <p:cNvSpPr/>
            <p:nvPr/>
          </p:nvSpPr>
          <p:spPr>
            <a:xfrm>
              <a:off x="8458125" y="9229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t3871"/>
            <p:cNvSpPr/>
            <p:nvPr/>
          </p:nvSpPr>
          <p:spPr>
            <a:xfrm>
              <a:off x="7439913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t3872"/>
            <p:cNvSpPr/>
            <p:nvPr/>
          </p:nvSpPr>
          <p:spPr>
            <a:xfrm>
              <a:off x="743991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t3873"/>
            <p:cNvSpPr/>
            <p:nvPr/>
          </p:nvSpPr>
          <p:spPr>
            <a:xfrm>
              <a:off x="7730831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t3874"/>
            <p:cNvSpPr/>
            <p:nvPr/>
          </p:nvSpPr>
          <p:spPr>
            <a:xfrm>
              <a:off x="773083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t3875"/>
            <p:cNvSpPr/>
            <p:nvPr/>
          </p:nvSpPr>
          <p:spPr>
            <a:xfrm>
              <a:off x="743991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t3876"/>
            <p:cNvSpPr/>
            <p:nvPr/>
          </p:nvSpPr>
          <p:spPr>
            <a:xfrm>
              <a:off x="7439913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t3877"/>
            <p:cNvSpPr/>
            <p:nvPr/>
          </p:nvSpPr>
          <p:spPr>
            <a:xfrm>
              <a:off x="8021748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t3878"/>
            <p:cNvSpPr/>
            <p:nvPr/>
          </p:nvSpPr>
          <p:spPr>
            <a:xfrm>
              <a:off x="7949019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t3879"/>
            <p:cNvSpPr/>
            <p:nvPr/>
          </p:nvSpPr>
          <p:spPr>
            <a:xfrm>
              <a:off x="7876289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t3880"/>
            <p:cNvSpPr/>
            <p:nvPr/>
          </p:nvSpPr>
          <p:spPr>
            <a:xfrm>
              <a:off x="8312666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t3881"/>
            <p:cNvSpPr/>
            <p:nvPr/>
          </p:nvSpPr>
          <p:spPr>
            <a:xfrm>
              <a:off x="8021748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t3882"/>
            <p:cNvSpPr/>
            <p:nvPr/>
          </p:nvSpPr>
          <p:spPr>
            <a:xfrm>
              <a:off x="8239937" y="109361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t3883"/>
            <p:cNvSpPr/>
            <p:nvPr/>
          </p:nvSpPr>
          <p:spPr>
            <a:xfrm>
              <a:off x="8021748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t3884"/>
            <p:cNvSpPr/>
            <p:nvPr/>
          </p:nvSpPr>
          <p:spPr>
            <a:xfrm>
              <a:off x="7876289" y="16788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t3885"/>
            <p:cNvSpPr/>
            <p:nvPr/>
          </p:nvSpPr>
          <p:spPr>
            <a:xfrm>
              <a:off x="8167207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t3886"/>
            <p:cNvSpPr/>
            <p:nvPr/>
          </p:nvSpPr>
          <p:spPr>
            <a:xfrm>
              <a:off x="8021748" y="17763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t3887"/>
            <p:cNvSpPr/>
            <p:nvPr/>
          </p:nvSpPr>
          <p:spPr>
            <a:xfrm>
              <a:off x="7876289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t3888"/>
            <p:cNvSpPr/>
            <p:nvPr/>
          </p:nvSpPr>
          <p:spPr>
            <a:xfrm>
              <a:off x="8239937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t3889"/>
            <p:cNvSpPr/>
            <p:nvPr/>
          </p:nvSpPr>
          <p:spPr>
            <a:xfrm>
              <a:off x="7439913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t3890"/>
            <p:cNvSpPr/>
            <p:nvPr/>
          </p:nvSpPr>
          <p:spPr>
            <a:xfrm>
              <a:off x="8239937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t3891"/>
            <p:cNvSpPr/>
            <p:nvPr/>
          </p:nvSpPr>
          <p:spPr>
            <a:xfrm>
              <a:off x="7439913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t3892"/>
            <p:cNvSpPr/>
            <p:nvPr/>
          </p:nvSpPr>
          <p:spPr>
            <a:xfrm>
              <a:off x="7730831" y="19714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t3893"/>
            <p:cNvSpPr/>
            <p:nvPr/>
          </p:nvSpPr>
          <p:spPr>
            <a:xfrm>
              <a:off x="7439913" y="21055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t3894"/>
            <p:cNvSpPr/>
            <p:nvPr/>
          </p:nvSpPr>
          <p:spPr>
            <a:xfrm>
              <a:off x="7439913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t3895"/>
            <p:cNvSpPr/>
            <p:nvPr/>
          </p:nvSpPr>
          <p:spPr>
            <a:xfrm>
              <a:off x="8021748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t3896"/>
            <p:cNvSpPr/>
            <p:nvPr/>
          </p:nvSpPr>
          <p:spPr>
            <a:xfrm>
              <a:off x="8094478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t3897"/>
            <p:cNvSpPr/>
            <p:nvPr/>
          </p:nvSpPr>
          <p:spPr>
            <a:xfrm>
              <a:off x="8021748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t3898"/>
            <p:cNvSpPr/>
            <p:nvPr/>
          </p:nvSpPr>
          <p:spPr>
            <a:xfrm>
              <a:off x="7439913" y="17763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t3899"/>
            <p:cNvSpPr/>
            <p:nvPr/>
          </p:nvSpPr>
          <p:spPr>
            <a:xfrm>
              <a:off x="7439913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t3900"/>
            <p:cNvSpPr/>
            <p:nvPr/>
          </p:nvSpPr>
          <p:spPr>
            <a:xfrm>
              <a:off x="7585372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t3901"/>
            <p:cNvSpPr/>
            <p:nvPr/>
          </p:nvSpPr>
          <p:spPr>
            <a:xfrm>
              <a:off x="7439913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t3902"/>
            <p:cNvSpPr/>
            <p:nvPr/>
          </p:nvSpPr>
          <p:spPr>
            <a:xfrm>
              <a:off x="773083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t3903"/>
            <p:cNvSpPr/>
            <p:nvPr/>
          </p:nvSpPr>
          <p:spPr>
            <a:xfrm>
              <a:off x="743991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t3904"/>
            <p:cNvSpPr/>
            <p:nvPr/>
          </p:nvSpPr>
          <p:spPr>
            <a:xfrm>
              <a:off x="7585372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t3905"/>
            <p:cNvSpPr/>
            <p:nvPr/>
          </p:nvSpPr>
          <p:spPr>
            <a:xfrm>
              <a:off x="7439913" y="21543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t3906"/>
            <p:cNvSpPr/>
            <p:nvPr/>
          </p:nvSpPr>
          <p:spPr>
            <a:xfrm>
              <a:off x="8458125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t3907"/>
            <p:cNvSpPr/>
            <p:nvPr/>
          </p:nvSpPr>
          <p:spPr>
            <a:xfrm>
              <a:off x="8094478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t3908"/>
            <p:cNvSpPr/>
            <p:nvPr/>
          </p:nvSpPr>
          <p:spPr>
            <a:xfrm>
              <a:off x="8021748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t3909"/>
            <p:cNvSpPr/>
            <p:nvPr/>
          </p:nvSpPr>
          <p:spPr>
            <a:xfrm>
              <a:off x="8167207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t3910"/>
            <p:cNvSpPr/>
            <p:nvPr/>
          </p:nvSpPr>
          <p:spPr>
            <a:xfrm>
              <a:off x="8312666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t3911"/>
            <p:cNvSpPr/>
            <p:nvPr/>
          </p:nvSpPr>
          <p:spPr>
            <a:xfrm>
              <a:off x="7439913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t3912"/>
            <p:cNvSpPr/>
            <p:nvPr/>
          </p:nvSpPr>
          <p:spPr>
            <a:xfrm>
              <a:off x="7876289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t3913"/>
            <p:cNvSpPr/>
            <p:nvPr/>
          </p:nvSpPr>
          <p:spPr>
            <a:xfrm>
              <a:off x="7876289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t3914"/>
            <p:cNvSpPr/>
            <p:nvPr/>
          </p:nvSpPr>
          <p:spPr>
            <a:xfrm>
              <a:off x="7439913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t3915"/>
            <p:cNvSpPr/>
            <p:nvPr/>
          </p:nvSpPr>
          <p:spPr>
            <a:xfrm>
              <a:off x="7439913" y="16666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t3916"/>
            <p:cNvSpPr/>
            <p:nvPr/>
          </p:nvSpPr>
          <p:spPr>
            <a:xfrm>
              <a:off x="7439913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t3917"/>
            <p:cNvSpPr/>
            <p:nvPr/>
          </p:nvSpPr>
          <p:spPr>
            <a:xfrm>
              <a:off x="7439913" y="1812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t3918"/>
            <p:cNvSpPr/>
            <p:nvPr/>
          </p:nvSpPr>
          <p:spPr>
            <a:xfrm>
              <a:off x="7439913" y="206899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t3919"/>
            <p:cNvSpPr/>
            <p:nvPr/>
          </p:nvSpPr>
          <p:spPr>
            <a:xfrm>
              <a:off x="7658101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t3920"/>
            <p:cNvSpPr/>
            <p:nvPr/>
          </p:nvSpPr>
          <p:spPr>
            <a:xfrm>
              <a:off x="7439913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t3921"/>
            <p:cNvSpPr/>
            <p:nvPr/>
          </p:nvSpPr>
          <p:spPr>
            <a:xfrm>
              <a:off x="7439913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t3922"/>
            <p:cNvSpPr/>
            <p:nvPr/>
          </p:nvSpPr>
          <p:spPr>
            <a:xfrm>
              <a:off x="7876289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g3923"/>
            <p:cNvSpPr/>
            <p:nvPr/>
          </p:nvSpPr>
          <p:spPr>
            <a:xfrm>
              <a:off x="7457963" y="493817"/>
              <a:ext cx="1745506" cy="1351902"/>
            </a:xfrm>
            <a:custGeom>
              <a:avLst/>
              <a:pathLst>
                <a:path w="1745506" h="1351902">
                  <a:moveTo>
                    <a:pt x="0" y="1258551"/>
                  </a:moveTo>
                  <a:lnTo>
                    <a:pt x="22095" y="1246987"/>
                  </a:lnTo>
                  <a:lnTo>
                    <a:pt x="44190" y="1235121"/>
                  </a:lnTo>
                  <a:lnTo>
                    <a:pt x="66285" y="1222941"/>
                  </a:lnTo>
                  <a:lnTo>
                    <a:pt x="88380" y="1210441"/>
                  </a:lnTo>
                  <a:lnTo>
                    <a:pt x="110475" y="1197621"/>
                  </a:lnTo>
                  <a:lnTo>
                    <a:pt x="132570" y="1184489"/>
                  </a:lnTo>
                  <a:lnTo>
                    <a:pt x="154665" y="1171064"/>
                  </a:lnTo>
                  <a:lnTo>
                    <a:pt x="176760" y="1157371"/>
                  </a:lnTo>
                  <a:lnTo>
                    <a:pt x="198855" y="1143445"/>
                  </a:lnTo>
                  <a:lnTo>
                    <a:pt x="220950" y="1129324"/>
                  </a:lnTo>
                  <a:lnTo>
                    <a:pt x="243045" y="1115046"/>
                  </a:lnTo>
                  <a:lnTo>
                    <a:pt x="265140" y="1100653"/>
                  </a:lnTo>
                  <a:lnTo>
                    <a:pt x="287235" y="1086181"/>
                  </a:lnTo>
                  <a:lnTo>
                    <a:pt x="309330" y="1071663"/>
                  </a:lnTo>
                  <a:lnTo>
                    <a:pt x="331425" y="1057128"/>
                  </a:lnTo>
                  <a:lnTo>
                    <a:pt x="353520" y="1042601"/>
                  </a:lnTo>
                  <a:lnTo>
                    <a:pt x="375615" y="1028100"/>
                  </a:lnTo>
                  <a:lnTo>
                    <a:pt x="397710" y="1013642"/>
                  </a:lnTo>
                  <a:lnTo>
                    <a:pt x="419805" y="999238"/>
                  </a:lnTo>
                  <a:lnTo>
                    <a:pt x="441900" y="984897"/>
                  </a:lnTo>
                  <a:lnTo>
                    <a:pt x="463995" y="970624"/>
                  </a:lnTo>
                  <a:lnTo>
                    <a:pt x="486090" y="956422"/>
                  </a:lnTo>
                  <a:lnTo>
                    <a:pt x="508185" y="942291"/>
                  </a:lnTo>
                  <a:lnTo>
                    <a:pt x="530280" y="928230"/>
                  </a:lnTo>
                  <a:lnTo>
                    <a:pt x="552375" y="914234"/>
                  </a:lnTo>
                  <a:lnTo>
                    <a:pt x="574470" y="900297"/>
                  </a:lnTo>
                  <a:lnTo>
                    <a:pt x="596565" y="886412"/>
                  </a:lnTo>
                  <a:lnTo>
                    <a:pt x="618660" y="872568"/>
                  </a:lnTo>
                  <a:lnTo>
                    <a:pt x="640755" y="858755"/>
                  </a:lnTo>
                  <a:lnTo>
                    <a:pt x="662850" y="844960"/>
                  </a:lnTo>
                  <a:lnTo>
                    <a:pt x="684945" y="831168"/>
                  </a:lnTo>
                  <a:lnTo>
                    <a:pt x="707040" y="817365"/>
                  </a:lnTo>
                  <a:lnTo>
                    <a:pt x="729135" y="803533"/>
                  </a:lnTo>
                  <a:lnTo>
                    <a:pt x="751230" y="789657"/>
                  </a:lnTo>
                  <a:lnTo>
                    <a:pt x="773325" y="775719"/>
                  </a:lnTo>
                  <a:lnTo>
                    <a:pt x="795420" y="761700"/>
                  </a:lnTo>
                  <a:lnTo>
                    <a:pt x="817515" y="747585"/>
                  </a:lnTo>
                  <a:lnTo>
                    <a:pt x="839610" y="733357"/>
                  </a:lnTo>
                  <a:lnTo>
                    <a:pt x="861705" y="719000"/>
                  </a:lnTo>
                  <a:lnTo>
                    <a:pt x="883800" y="704501"/>
                  </a:lnTo>
                  <a:lnTo>
                    <a:pt x="905895" y="689847"/>
                  </a:lnTo>
                  <a:lnTo>
                    <a:pt x="927990" y="675027"/>
                  </a:lnTo>
                  <a:lnTo>
                    <a:pt x="950085" y="660033"/>
                  </a:lnTo>
                  <a:lnTo>
                    <a:pt x="972180" y="644857"/>
                  </a:lnTo>
                  <a:lnTo>
                    <a:pt x="994275" y="629494"/>
                  </a:lnTo>
                  <a:lnTo>
                    <a:pt x="1016370" y="613939"/>
                  </a:lnTo>
                  <a:lnTo>
                    <a:pt x="1038465" y="598192"/>
                  </a:lnTo>
                  <a:lnTo>
                    <a:pt x="1060560" y="582249"/>
                  </a:lnTo>
                  <a:lnTo>
                    <a:pt x="1082655" y="566111"/>
                  </a:lnTo>
                  <a:lnTo>
                    <a:pt x="1104750" y="549779"/>
                  </a:lnTo>
                  <a:lnTo>
                    <a:pt x="1126845" y="533253"/>
                  </a:lnTo>
                  <a:lnTo>
                    <a:pt x="1148940" y="516536"/>
                  </a:lnTo>
                  <a:lnTo>
                    <a:pt x="1171035" y="499629"/>
                  </a:lnTo>
                  <a:lnTo>
                    <a:pt x="1193130" y="482534"/>
                  </a:lnTo>
                  <a:lnTo>
                    <a:pt x="1215225" y="465253"/>
                  </a:lnTo>
                  <a:lnTo>
                    <a:pt x="1237320" y="447790"/>
                  </a:lnTo>
                  <a:lnTo>
                    <a:pt x="1259415" y="430146"/>
                  </a:lnTo>
                  <a:lnTo>
                    <a:pt x="1281510" y="412324"/>
                  </a:lnTo>
                  <a:lnTo>
                    <a:pt x="1303605" y="394326"/>
                  </a:lnTo>
                  <a:lnTo>
                    <a:pt x="1325700" y="376154"/>
                  </a:lnTo>
                  <a:lnTo>
                    <a:pt x="1347795" y="357810"/>
                  </a:lnTo>
                  <a:lnTo>
                    <a:pt x="1369890" y="339297"/>
                  </a:lnTo>
                  <a:lnTo>
                    <a:pt x="1391985" y="320616"/>
                  </a:lnTo>
                  <a:lnTo>
                    <a:pt x="1414080" y="301768"/>
                  </a:lnTo>
                  <a:lnTo>
                    <a:pt x="1436175" y="282756"/>
                  </a:lnTo>
                  <a:lnTo>
                    <a:pt x="1458270" y="263582"/>
                  </a:lnTo>
                  <a:lnTo>
                    <a:pt x="1480366" y="244245"/>
                  </a:lnTo>
                  <a:lnTo>
                    <a:pt x="1502461" y="224748"/>
                  </a:lnTo>
                  <a:lnTo>
                    <a:pt x="1524556" y="205093"/>
                  </a:lnTo>
                  <a:lnTo>
                    <a:pt x="1546651" y="185279"/>
                  </a:lnTo>
                  <a:lnTo>
                    <a:pt x="1568746" y="165308"/>
                  </a:lnTo>
                  <a:lnTo>
                    <a:pt x="1590841" y="145182"/>
                  </a:lnTo>
                  <a:lnTo>
                    <a:pt x="1612936" y="124900"/>
                  </a:lnTo>
                  <a:lnTo>
                    <a:pt x="1635031" y="104465"/>
                  </a:lnTo>
                  <a:lnTo>
                    <a:pt x="1657126" y="83876"/>
                  </a:lnTo>
                  <a:lnTo>
                    <a:pt x="1679221" y="63134"/>
                  </a:lnTo>
                  <a:lnTo>
                    <a:pt x="1701316" y="42240"/>
                  </a:lnTo>
                  <a:lnTo>
                    <a:pt x="1723411" y="21195"/>
                  </a:lnTo>
                  <a:lnTo>
                    <a:pt x="1745506" y="0"/>
                  </a:lnTo>
                  <a:lnTo>
                    <a:pt x="1745506" y="599950"/>
                  </a:lnTo>
                  <a:lnTo>
                    <a:pt x="1723411" y="600936"/>
                  </a:lnTo>
                  <a:lnTo>
                    <a:pt x="1701316" y="602156"/>
                  </a:lnTo>
                  <a:lnTo>
                    <a:pt x="1679221" y="603612"/>
                  </a:lnTo>
                  <a:lnTo>
                    <a:pt x="1657126" y="605303"/>
                  </a:lnTo>
                  <a:lnTo>
                    <a:pt x="1635031" y="607231"/>
                  </a:lnTo>
                  <a:lnTo>
                    <a:pt x="1612936" y="609396"/>
                  </a:lnTo>
                  <a:lnTo>
                    <a:pt x="1590841" y="611799"/>
                  </a:lnTo>
                  <a:lnTo>
                    <a:pt x="1568746" y="614441"/>
                  </a:lnTo>
                  <a:lnTo>
                    <a:pt x="1546651" y="617322"/>
                  </a:lnTo>
                  <a:lnTo>
                    <a:pt x="1524556" y="620445"/>
                  </a:lnTo>
                  <a:lnTo>
                    <a:pt x="1502461" y="623808"/>
                  </a:lnTo>
                  <a:lnTo>
                    <a:pt x="1480366" y="627415"/>
                  </a:lnTo>
                  <a:lnTo>
                    <a:pt x="1458270" y="631266"/>
                  </a:lnTo>
                  <a:lnTo>
                    <a:pt x="1436175" y="635362"/>
                  </a:lnTo>
                  <a:lnTo>
                    <a:pt x="1414080" y="639705"/>
                  </a:lnTo>
                  <a:lnTo>
                    <a:pt x="1391985" y="644296"/>
                  </a:lnTo>
                  <a:lnTo>
                    <a:pt x="1369890" y="649137"/>
                  </a:lnTo>
                  <a:lnTo>
                    <a:pt x="1347795" y="654230"/>
                  </a:lnTo>
                  <a:lnTo>
                    <a:pt x="1325700" y="659576"/>
                  </a:lnTo>
                  <a:lnTo>
                    <a:pt x="1303605" y="665178"/>
                  </a:lnTo>
                  <a:lnTo>
                    <a:pt x="1281510" y="671037"/>
                  </a:lnTo>
                  <a:lnTo>
                    <a:pt x="1259415" y="677156"/>
                  </a:lnTo>
                  <a:lnTo>
                    <a:pt x="1237320" y="683538"/>
                  </a:lnTo>
                  <a:lnTo>
                    <a:pt x="1215225" y="690183"/>
                  </a:lnTo>
                  <a:lnTo>
                    <a:pt x="1193130" y="697095"/>
                  </a:lnTo>
                  <a:lnTo>
                    <a:pt x="1171035" y="704277"/>
                  </a:lnTo>
                  <a:lnTo>
                    <a:pt x="1148940" y="711730"/>
                  </a:lnTo>
                  <a:lnTo>
                    <a:pt x="1126845" y="719456"/>
                  </a:lnTo>
                  <a:lnTo>
                    <a:pt x="1104750" y="727458"/>
                  </a:lnTo>
                  <a:lnTo>
                    <a:pt x="1082655" y="735737"/>
                  </a:lnTo>
                  <a:lnTo>
                    <a:pt x="1060560" y="744295"/>
                  </a:lnTo>
                  <a:lnTo>
                    <a:pt x="1038465" y="753132"/>
                  </a:lnTo>
                  <a:lnTo>
                    <a:pt x="1016370" y="762247"/>
                  </a:lnTo>
                  <a:lnTo>
                    <a:pt x="994275" y="771639"/>
                  </a:lnTo>
                  <a:lnTo>
                    <a:pt x="972180" y="781307"/>
                  </a:lnTo>
                  <a:lnTo>
                    <a:pt x="950085" y="791245"/>
                  </a:lnTo>
                  <a:lnTo>
                    <a:pt x="927990" y="801449"/>
                  </a:lnTo>
                  <a:lnTo>
                    <a:pt x="905895" y="811911"/>
                  </a:lnTo>
                  <a:lnTo>
                    <a:pt x="883800" y="822622"/>
                  </a:lnTo>
                  <a:lnTo>
                    <a:pt x="861705" y="833573"/>
                  </a:lnTo>
                  <a:lnTo>
                    <a:pt x="839610" y="844749"/>
                  </a:lnTo>
                  <a:lnTo>
                    <a:pt x="817515" y="856138"/>
                  </a:lnTo>
                  <a:lnTo>
                    <a:pt x="795420" y="867723"/>
                  </a:lnTo>
                  <a:lnTo>
                    <a:pt x="773325" y="879490"/>
                  </a:lnTo>
                  <a:lnTo>
                    <a:pt x="751230" y="891419"/>
                  </a:lnTo>
                  <a:lnTo>
                    <a:pt x="729135" y="903495"/>
                  </a:lnTo>
                  <a:lnTo>
                    <a:pt x="707040" y="915700"/>
                  </a:lnTo>
                  <a:lnTo>
                    <a:pt x="684945" y="928016"/>
                  </a:lnTo>
                  <a:lnTo>
                    <a:pt x="662850" y="940428"/>
                  </a:lnTo>
                  <a:lnTo>
                    <a:pt x="640755" y="952920"/>
                  </a:lnTo>
                  <a:lnTo>
                    <a:pt x="618660" y="965478"/>
                  </a:lnTo>
                  <a:lnTo>
                    <a:pt x="596565" y="978089"/>
                  </a:lnTo>
                  <a:lnTo>
                    <a:pt x="574470" y="990742"/>
                  </a:lnTo>
                  <a:lnTo>
                    <a:pt x="552375" y="1003428"/>
                  </a:lnTo>
                  <a:lnTo>
                    <a:pt x="530280" y="1016138"/>
                  </a:lnTo>
                  <a:lnTo>
                    <a:pt x="508185" y="1028867"/>
                  </a:lnTo>
                  <a:lnTo>
                    <a:pt x="486090" y="1041610"/>
                  </a:lnTo>
                  <a:lnTo>
                    <a:pt x="463995" y="1054366"/>
                  </a:lnTo>
                  <a:lnTo>
                    <a:pt x="441900" y="1067134"/>
                  </a:lnTo>
                  <a:lnTo>
                    <a:pt x="419805" y="1079918"/>
                  </a:lnTo>
                  <a:lnTo>
                    <a:pt x="397710" y="1092723"/>
                  </a:lnTo>
                  <a:lnTo>
                    <a:pt x="375615" y="1105558"/>
                  </a:lnTo>
                  <a:lnTo>
                    <a:pt x="353520" y="1118434"/>
                  </a:lnTo>
                  <a:lnTo>
                    <a:pt x="331425" y="1131366"/>
                  </a:lnTo>
                  <a:lnTo>
                    <a:pt x="309330" y="1144375"/>
                  </a:lnTo>
                  <a:lnTo>
                    <a:pt x="287235" y="1157485"/>
                  </a:lnTo>
                  <a:lnTo>
                    <a:pt x="265140" y="1170725"/>
                  </a:lnTo>
                  <a:lnTo>
                    <a:pt x="243045" y="1184127"/>
                  </a:lnTo>
                  <a:lnTo>
                    <a:pt x="220950" y="1197729"/>
                  </a:lnTo>
                  <a:lnTo>
                    <a:pt x="198855" y="1211571"/>
                  </a:lnTo>
                  <a:lnTo>
                    <a:pt x="176760" y="1225691"/>
                  </a:lnTo>
                  <a:lnTo>
                    <a:pt x="154665" y="1240129"/>
                  </a:lnTo>
                  <a:lnTo>
                    <a:pt x="132570" y="1254918"/>
                  </a:lnTo>
                  <a:lnTo>
                    <a:pt x="110475" y="1270085"/>
                  </a:lnTo>
                  <a:lnTo>
                    <a:pt x="88380" y="1285647"/>
                  </a:lnTo>
                  <a:lnTo>
                    <a:pt x="66285" y="1301612"/>
                  </a:lnTo>
                  <a:lnTo>
                    <a:pt x="44190" y="1317982"/>
                  </a:lnTo>
                  <a:lnTo>
                    <a:pt x="22095" y="1334749"/>
                  </a:lnTo>
                  <a:lnTo>
                    <a:pt x="0" y="135190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24" name="pl3924"/>
            <p:cNvSpPr/>
            <p:nvPr/>
          </p:nvSpPr>
          <p:spPr>
            <a:xfrm>
              <a:off x="7457963" y="493817"/>
              <a:ext cx="1745506" cy="1258551"/>
            </a:xfrm>
            <a:custGeom>
              <a:avLst/>
              <a:pathLst>
                <a:path w="1745506" h="1258551">
                  <a:moveTo>
                    <a:pt x="0" y="1258551"/>
                  </a:moveTo>
                  <a:lnTo>
                    <a:pt x="22095" y="1246987"/>
                  </a:lnTo>
                  <a:lnTo>
                    <a:pt x="44190" y="1235121"/>
                  </a:lnTo>
                  <a:lnTo>
                    <a:pt x="66285" y="1222941"/>
                  </a:lnTo>
                  <a:lnTo>
                    <a:pt x="88380" y="1210441"/>
                  </a:lnTo>
                  <a:lnTo>
                    <a:pt x="110475" y="1197621"/>
                  </a:lnTo>
                  <a:lnTo>
                    <a:pt x="132570" y="1184489"/>
                  </a:lnTo>
                  <a:lnTo>
                    <a:pt x="154665" y="1171064"/>
                  </a:lnTo>
                  <a:lnTo>
                    <a:pt x="176760" y="1157371"/>
                  </a:lnTo>
                  <a:lnTo>
                    <a:pt x="198855" y="1143445"/>
                  </a:lnTo>
                  <a:lnTo>
                    <a:pt x="220950" y="1129324"/>
                  </a:lnTo>
                  <a:lnTo>
                    <a:pt x="243045" y="1115046"/>
                  </a:lnTo>
                  <a:lnTo>
                    <a:pt x="265140" y="1100653"/>
                  </a:lnTo>
                  <a:lnTo>
                    <a:pt x="287235" y="1086181"/>
                  </a:lnTo>
                  <a:lnTo>
                    <a:pt x="309330" y="1071663"/>
                  </a:lnTo>
                  <a:lnTo>
                    <a:pt x="331425" y="1057128"/>
                  </a:lnTo>
                  <a:lnTo>
                    <a:pt x="353520" y="1042601"/>
                  </a:lnTo>
                  <a:lnTo>
                    <a:pt x="375615" y="1028100"/>
                  </a:lnTo>
                  <a:lnTo>
                    <a:pt x="397710" y="1013642"/>
                  </a:lnTo>
                  <a:lnTo>
                    <a:pt x="419805" y="999238"/>
                  </a:lnTo>
                  <a:lnTo>
                    <a:pt x="441900" y="984897"/>
                  </a:lnTo>
                  <a:lnTo>
                    <a:pt x="463995" y="970624"/>
                  </a:lnTo>
                  <a:lnTo>
                    <a:pt x="486090" y="956422"/>
                  </a:lnTo>
                  <a:lnTo>
                    <a:pt x="508185" y="942291"/>
                  </a:lnTo>
                  <a:lnTo>
                    <a:pt x="530280" y="928230"/>
                  </a:lnTo>
                  <a:lnTo>
                    <a:pt x="552375" y="914234"/>
                  </a:lnTo>
                  <a:lnTo>
                    <a:pt x="574470" y="900297"/>
                  </a:lnTo>
                  <a:lnTo>
                    <a:pt x="596565" y="886412"/>
                  </a:lnTo>
                  <a:lnTo>
                    <a:pt x="618660" y="872568"/>
                  </a:lnTo>
                  <a:lnTo>
                    <a:pt x="640755" y="858755"/>
                  </a:lnTo>
                  <a:lnTo>
                    <a:pt x="662850" y="844960"/>
                  </a:lnTo>
                  <a:lnTo>
                    <a:pt x="684945" y="831168"/>
                  </a:lnTo>
                  <a:lnTo>
                    <a:pt x="707040" y="817365"/>
                  </a:lnTo>
                  <a:lnTo>
                    <a:pt x="729135" y="803533"/>
                  </a:lnTo>
                  <a:lnTo>
                    <a:pt x="751230" y="789657"/>
                  </a:lnTo>
                  <a:lnTo>
                    <a:pt x="773325" y="775719"/>
                  </a:lnTo>
                  <a:lnTo>
                    <a:pt x="795420" y="761700"/>
                  </a:lnTo>
                  <a:lnTo>
                    <a:pt x="817515" y="747585"/>
                  </a:lnTo>
                  <a:lnTo>
                    <a:pt x="839610" y="733357"/>
                  </a:lnTo>
                  <a:lnTo>
                    <a:pt x="861705" y="719000"/>
                  </a:lnTo>
                  <a:lnTo>
                    <a:pt x="883800" y="704501"/>
                  </a:lnTo>
                  <a:lnTo>
                    <a:pt x="905895" y="689847"/>
                  </a:lnTo>
                  <a:lnTo>
                    <a:pt x="927990" y="675027"/>
                  </a:lnTo>
                  <a:lnTo>
                    <a:pt x="950085" y="660033"/>
                  </a:lnTo>
                  <a:lnTo>
                    <a:pt x="972180" y="644857"/>
                  </a:lnTo>
                  <a:lnTo>
                    <a:pt x="994275" y="629494"/>
                  </a:lnTo>
                  <a:lnTo>
                    <a:pt x="1016370" y="613939"/>
                  </a:lnTo>
                  <a:lnTo>
                    <a:pt x="1038465" y="598192"/>
                  </a:lnTo>
                  <a:lnTo>
                    <a:pt x="1060560" y="582249"/>
                  </a:lnTo>
                  <a:lnTo>
                    <a:pt x="1082655" y="566111"/>
                  </a:lnTo>
                  <a:lnTo>
                    <a:pt x="1104750" y="549779"/>
                  </a:lnTo>
                  <a:lnTo>
                    <a:pt x="1126845" y="533253"/>
                  </a:lnTo>
                  <a:lnTo>
                    <a:pt x="1148940" y="516536"/>
                  </a:lnTo>
                  <a:lnTo>
                    <a:pt x="1171035" y="499629"/>
                  </a:lnTo>
                  <a:lnTo>
                    <a:pt x="1193130" y="482534"/>
                  </a:lnTo>
                  <a:lnTo>
                    <a:pt x="1215225" y="465253"/>
                  </a:lnTo>
                  <a:lnTo>
                    <a:pt x="1237320" y="447790"/>
                  </a:lnTo>
                  <a:lnTo>
                    <a:pt x="1259415" y="430146"/>
                  </a:lnTo>
                  <a:lnTo>
                    <a:pt x="1281510" y="412324"/>
                  </a:lnTo>
                  <a:lnTo>
                    <a:pt x="1303605" y="394326"/>
                  </a:lnTo>
                  <a:lnTo>
                    <a:pt x="1325700" y="376154"/>
                  </a:lnTo>
                  <a:lnTo>
                    <a:pt x="1347795" y="357810"/>
                  </a:lnTo>
                  <a:lnTo>
                    <a:pt x="1369890" y="339297"/>
                  </a:lnTo>
                  <a:lnTo>
                    <a:pt x="1391985" y="320616"/>
                  </a:lnTo>
                  <a:lnTo>
                    <a:pt x="1414080" y="301768"/>
                  </a:lnTo>
                  <a:lnTo>
                    <a:pt x="1436175" y="282756"/>
                  </a:lnTo>
                  <a:lnTo>
                    <a:pt x="1458270" y="263582"/>
                  </a:lnTo>
                  <a:lnTo>
                    <a:pt x="1480366" y="244245"/>
                  </a:lnTo>
                  <a:lnTo>
                    <a:pt x="1502461" y="224748"/>
                  </a:lnTo>
                  <a:lnTo>
                    <a:pt x="1524556" y="205093"/>
                  </a:lnTo>
                  <a:lnTo>
                    <a:pt x="1546651" y="185279"/>
                  </a:lnTo>
                  <a:lnTo>
                    <a:pt x="1568746" y="165308"/>
                  </a:lnTo>
                  <a:lnTo>
                    <a:pt x="1590841" y="145182"/>
                  </a:lnTo>
                  <a:lnTo>
                    <a:pt x="1612936" y="124900"/>
                  </a:lnTo>
                  <a:lnTo>
                    <a:pt x="1635031" y="104465"/>
                  </a:lnTo>
                  <a:lnTo>
                    <a:pt x="1657126" y="83876"/>
                  </a:lnTo>
                  <a:lnTo>
                    <a:pt x="1679221" y="63134"/>
                  </a:lnTo>
                  <a:lnTo>
                    <a:pt x="1701316" y="42240"/>
                  </a:lnTo>
                  <a:lnTo>
                    <a:pt x="1723411" y="21195"/>
                  </a:lnTo>
                  <a:lnTo>
                    <a:pt x="174550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25" name="pl3925"/>
            <p:cNvSpPr/>
            <p:nvPr/>
          </p:nvSpPr>
          <p:spPr>
            <a:xfrm>
              <a:off x="7457963" y="1093767"/>
              <a:ext cx="1745506" cy="751952"/>
            </a:xfrm>
            <a:custGeom>
              <a:avLst/>
              <a:pathLst>
                <a:path w="1745506" h="751952">
                  <a:moveTo>
                    <a:pt x="1745506" y="0"/>
                  </a:moveTo>
                  <a:lnTo>
                    <a:pt x="1723411" y="985"/>
                  </a:lnTo>
                  <a:lnTo>
                    <a:pt x="1701316" y="2206"/>
                  </a:lnTo>
                  <a:lnTo>
                    <a:pt x="1679221" y="3662"/>
                  </a:lnTo>
                  <a:lnTo>
                    <a:pt x="1657126" y="5353"/>
                  </a:lnTo>
                  <a:lnTo>
                    <a:pt x="1635031" y="7281"/>
                  </a:lnTo>
                  <a:lnTo>
                    <a:pt x="1612936" y="9446"/>
                  </a:lnTo>
                  <a:lnTo>
                    <a:pt x="1590841" y="11849"/>
                  </a:lnTo>
                  <a:lnTo>
                    <a:pt x="1568746" y="14491"/>
                  </a:lnTo>
                  <a:lnTo>
                    <a:pt x="1546651" y="17372"/>
                  </a:lnTo>
                  <a:lnTo>
                    <a:pt x="1524556" y="20494"/>
                  </a:lnTo>
                  <a:lnTo>
                    <a:pt x="1502461" y="23858"/>
                  </a:lnTo>
                  <a:lnTo>
                    <a:pt x="1480366" y="27465"/>
                  </a:lnTo>
                  <a:lnTo>
                    <a:pt x="1458270" y="31316"/>
                  </a:lnTo>
                  <a:lnTo>
                    <a:pt x="1436175" y="35412"/>
                  </a:lnTo>
                  <a:lnTo>
                    <a:pt x="1414080" y="39755"/>
                  </a:lnTo>
                  <a:lnTo>
                    <a:pt x="1391985" y="44346"/>
                  </a:lnTo>
                  <a:lnTo>
                    <a:pt x="1369890" y="49187"/>
                  </a:lnTo>
                  <a:lnTo>
                    <a:pt x="1347795" y="54280"/>
                  </a:lnTo>
                  <a:lnTo>
                    <a:pt x="1325700" y="59626"/>
                  </a:lnTo>
                  <a:lnTo>
                    <a:pt x="1303605" y="65228"/>
                  </a:lnTo>
                  <a:lnTo>
                    <a:pt x="1281510" y="71087"/>
                  </a:lnTo>
                  <a:lnTo>
                    <a:pt x="1259415" y="77206"/>
                  </a:lnTo>
                  <a:lnTo>
                    <a:pt x="1237320" y="83587"/>
                  </a:lnTo>
                  <a:lnTo>
                    <a:pt x="1215225" y="90233"/>
                  </a:lnTo>
                  <a:lnTo>
                    <a:pt x="1193130" y="97145"/>
                  </a:lnTo>
                  <a:lnTo>
                    <a:pt x="1171035" y="104327"/>
                  </a:lnTo>
                  <a:lnTo>
                    <a:pt x="1148940" y="111779"/>
                  </a:lnTo>
                  <a:lnTo>
                    <a:pt x="1126845" y="119506"/>
                  </a:lnTo>
                  <a:lnTo>
                    <a:pt x="1104750" y="127508"/>
                  </a:lnTo>
                  <a:lnTo>
                    <a:pt x="1082655" y="135787"/>
                  </a:lnTo>
                  <a:lnTo>
                    <a:pt x="1060560" y="144345"/>
                  </a:lnTo>
                  <a:lnTo>
                    <a:pt x="1038465" y="153182"/>
                  </a:lnTo>
                  <a:lnTo>
                    <a:pt x="1016370" y="162297"/>
                  </a:lnTo>
                  <a:lnTo>
                    <a:pt x="994275" y="171689"/>
                  </a:lnTo>
                  <a:lnTo>
                    <a:pt x="972180" y="181356"/>
                  </a:lnTo>
                  <a:lnTo>
                    <a:pt x="950085" y="191295"/>
                  </a:lnTo>
                  <a:lnTo>
                    <a:pt x="927990" y="201499"/>
                  </a:lnTo>
                  <a:lnTo>
                    <a:pt x="905895" y="211961"/>
                  </a:lnTo>
                  <a:lnTo>
                    <a:pt x="883800" y="222672"/>
                  </a:lnTo>
                  <a:lnTo>
                    <a:pt x="861705" y="233622"/>
                  </a:lnTo>
                  <a:lnTo>
                    <a:pt x="839610" y="244799"/>
                  </a:lnTo>
                  <a:lnTo>
                    <a:pt x="817515" y="256188"/>
                  </a:lnTo>
                  <a:lnTo>
                    <a:pt x="795420" y="267773"/>
                  </a:lnTo>
                  <a:lnTo>
                    <a:pt x="773325" y="279539"/>
                  </a:lnTo>
                  <a:lnTo>
                    <a:pt x="751230" y="291469"/>
                  </a:lnTo>
                  <a:lnTo>
                    <a:pt x="729135" y="303545"/>
                  </a:lnTo>
                  <a:lnTo>
                    <a:pt x="707040" y="315750"/>
                  </a:lnTo>
                  <a:lnTo>
                    <a:pt x="684945" y="328066"/>
                  </a:lnTo>
                  <a:lnTo>
                    <a:pt x="662850" y="340478"/>
                  </a:lnTo>
                  <a:lnTo>
                    <a:pt x="640755" y="352970"/>
                  </a:lnTo>
                  <a:lnTo>
                    <a:pt x="618660" y="365528"/>
                  </a:lnTo>
                  <a:lnTo>
                    <a:pt x="596565" y="378139"/>
                  </a:lnTo>
                  <a:lnTo>
                    <a:pt x="574470" y="390792"/>
                  </a:lnTo>
                  <a:lnTo>
                    <a:pt x="552375" y="403478"/>
                  </a:lnTo>
                  <a:lnTo>
                    <a:pt x="530280" y="416188"/>
                  </a:lnTo>
                  <a:lnTo>
                    <a:pt x="508185" y="428917"/>
                  </a:lnTo>
                  <a:lnTo>
                    <a:pt x="486090" y="441660"/>
                  </a:lnTo>
                  <a:lnTo>
                    <a:pt x="463995" y="454416"/>
                  </a:lnTo>
                  <a:lnTo>
                    <a:pt x="441900" y="467184"/>
                  </a:lnTo>
                  <a:lnTo>
                    <a:pt x="419805" y="479968"/>
                  </a:lnTo>
                  <a:lnTo>
                    <a:pt x="397710" y="492773"/>
                  </a:lnTo>
                  <a:lnTo>
                    <a:pt x="375615" y="505608"/>
                  </a:lnTo>
                  <a:lnTo>
                    <a:pt x="353520" y="518483"/>
                  </a:lnTo>
                  <a:lnTo>
                    <a:pt x="331425" y="531416"/>
                  </a:lnTo>
                  <a:lnTo>
                    <a:pt x="309330" y="544425"/>
                  </a:lnTo>
                  <a:lnTo>
                    <a:pt x="287235" y="557535"/>
                  </a:lnTo>
                  <a:lnTo>
                    <a:pt x="265140" y="570775"/>
                  </a:lnTo>
                  <a:lnTo>
                    <a:pt x="243045" y="584177"/>
                  </a:lnTo>
                  <a:lnTo>
                    <a:pt x="220950" y="597779"/>
                  </a:lnTo>
                  <a:lnTo>
                    <a:pt x="198855" y="611621"/>
                  </a:lnTo>
                  <a:lnTo>
                    <a:pt x="176760" y="625741"/>
                  </a:lnTo>
                  <a:lnTo>
                    <a:pt x="154665" y="640179"/>
                  </a:lnTo>
                  <a:lnTo>
                    <a:pt x="132570" y="654968"/>
                  </a:lnTo>
                  <a:lnTo>
                    <a:pt x="110475" y="670135"/>
                  </a:lnTo>
                  <a:lnTo>
                    <a:pt x="88380" y="685697"/>
                  </a:lnTo>
                  <a:lnTo>
                    <a:pt x="66285" y="701662"/>
                  </a:lnTo>
                  <a:lnTo>
                    <a:pt x="44190" y="718032"/>
                  </a:lnTo>
                  <a:lnTo>
                    <a:pt x="22095" y="734799"/>
                  </a:lnTo>
                  <a:lnTo>
                    <a:pt x="0" y="7519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26" name="pl3926"/>
            <p:cNvSpPr/>
            <p:nvPr/>
          </p:nvSpPr>
          <p:spPr>
            <a:xfrm>
              <a:off x="7457963" y="793792"/>
              <a:ext cx="1745506" cy="1005252"/>
            </a:xfrm>
            <a:custGeom>
              <a:avLst/>
              <a:pathLst>
                <a:path w="1745506" h="1005252">
                  <a:moveTo>
                    <a:pt x="0" y="1005252"/>
                  </a:moveTo>
                  <a:lnTo>
                    <a:pt x="22095" y="990893"/>
                  </a:lnTo>
                  <a:lnTo>
                    <a:pt x="44190" y="976576"/>
                  </a:lnTo>
                  <a:lnTo>
                    <a:pt x="66285" y="962302"/>
                  </a:lnTo>
                  <a:lnTo>
                    <a:pt x="88380" y="948069"/>
                  </a:lnTo>
                  <a:lnTo>
                    <a:pt x="110475" y="933878"/>
                  </a:lnTo>
                  <a:lnTo>
                    <a:pt x="132570" y="919729"/>
                  </a:lnTo>
                  <a:lnTo>
                    <a:pt x="154665" y="905622"/>
                  </a:lnTo>
                  <a:lnTo>
                    <a:pt x="176760" y="891556"/>
                  </a:lnTo>
                  <a:lnTo>
                    <a:pt x="198855" y="877533"/>
                  </a:lnTo>
                  <a:lnTo>
                    <a:pt x="220950" y="863551"/>
                  </a:lnTo>
                  <a:lnTo>
                    <a:pt x="243045" y="849612"/>
                  </a:lnTo>
                  <a:lnTo>
                    <a:pt x="265140" y="835714"/>
                  </a:lnTo>
                  <a:lnTo>
                    <a:pt x="287235" y="821858"/>
                  </a:lnTo>
                  <a:lnTo>
                    <a:pt x="309330" y="808044"/>
                  </a:lnTo>
                  <a:lnTo>
                    <a:pt x="331425" y="794272"/>
                  </a:lnTo>
                  <a:lnTo>
                    <a:pt x="353520" y="780542"/>
                  </a:lnTo>
                  <a:lnTo>
                    <a:pt x="375615" y="766854"/>
                  </a:lnTo>
                  <a:lnTo>
                    <a:pt x="397710" y="753207"/>
                  </a:lnTo>
                  <a:lnTo>
                    <a:pt x="419805" y="739603"/>
                  </a:lnTo>
                  <a:lnTo>
                    <a:pt x="441900" y="726040"/>
                  </a:lnTo>
                  <a:lnTo>
                    <a:pt x="463995" y="712520"/>
                  </a:lnTo>
                  <a:lnTo>
                    <a:pt x="486090" y="699041"/>
                  </a:lnTo>
                  <a:lnTo>
                    <a:pt x="508185" y="685604"/>
                  </a:lnTo>
                  <a:lnTo>
                    <a:pt x="530280" y="672209"/>
                  </a:lnTo>
                  <a:lnTo>
                    <a:pt x="552375" y="658856"/>
                  </a:lnTo>
                  <a:lnTo>
                    <a:pt x="574470" y="645545"/>
                  </a:lnTo>
                  <a:lnTo>
                    <a:pt x="596565" y="632275"/>
                  </a:lnTo>
                  <a:lnTo>
                    <a:pt x="618660" y="619048"/>
                  </a:lnTo>
                  <a:lnTo>
                    <a:pt x="640755" y="605862"/>
                  </a:lnTo>
                  <a:lnTo>
                    <a:pt x="662850" y="592719"/>
                  </a:lnTo>
                  <a:lnTo>
                    <a:pt x="684945" y="579617"/>
                  </a:lnTo>
                  <a:lnTo>
                    <a:pt x="707040" y="566557"/>
                  </a:lnTo>
                  <a:lnTo>
                    <a:pt x="729135" y="553539"/>
                  </a:lnTo>
                  <a:lnTo>
                    <a:pt x="751230" y="540563"/>
                  </a:lnTo>
                  <a:lnTo>
                    <a:pt x="773325" y="527629"/>
                  </a:lnTo>
                  <a:lnTo>
                    <a:pt x="795420" y="514737"/>
                  </a:lnTo>
                  <a:lnTo>
                    <a:pt x="817515" y="501886"/>
                  </a:lnTo>
                  <a:lnTo>
                    <a:pt x="839610" y="489078"/>
                  </a:lnTo>
                  <a:lnTo>
                    <a:pt x="861705" y="476311"/>
                  </a:lnTo>
                  <a:lnTo>
                    <a:pt x="883800" y="463587"/>
                  </a:lnTo>
                  <a:lnTo>
                    <a:pt x="905895" y="450904"/>
                  </a:lnTo>
                  <a:lnTo>
                    <a:pt x="927990" y="438263"/>
                  </a:lnTo>
                  <a:lnTo>
                    <a:pt x="950085" y="425664"/>
                  </a:lnTo>
                  <a:lnTo>
                    <a:pt x="972180" y="413107"/>
                  </a:lnTo>
                  <a:lnTo>
                    <a:pt x="994275" y="400591"/>
                  </a:lnTo>
                  <a:lnTo>
                    <a:pt x="1016370" y="388118"/>
                  </a:lnTo>
                  <a:lnTo>
                    <a:pt x="1038465" y="375687"/>
                  </a:lnTo>
                  <a:lnTo>
                    <a:pt x="1060560" y="363297"/>
                  </a:lnTo>
                  <a:lnTo>
                    <a:pt x="1082655" y="350949"/>
                  </a:lnTo>
                  <a:lnTo>
                    <a:pt x="1104750" y="338644"/>
                  </a:lnTo>
                  <a:lnTo>
                    <a:pt x="1126845" y="326380"/>
                  </a:lnTo>
                  <a:lnTo>
                    <a:pt x="1148940" y="314158"/>
                  </a:lnTo>
                  <a:lnTo>
                    <a:pt x="1171035" y="301978"/>
                  </a:lnTo>
                  <a:lnTo>
                    <a:pt x="1193130" y="289839"/>
                  </a:lnTo>
                  <a:lnTo>
                    <a:pt x="1215225" y="277743"/>
                  </a:lnTo>
                  <a:lnTo>
                    <a:pt x="1237320" y="265689"/>
                  </a:lnTo>
                  <a:lnTo>
                    <a:pt x="1259415" y="253676"/>
                  </a:lnTo>
                  <a:lnTo>
                    <a:pt x="1281510" y="241705"/>
                  </a:lnTo>
                  <a:lnTo>
                    <a:pt x="1303605" y="229777"/>
                  </a:lnTo>
                  <a:lnTo>
                    <a:pt x="1325700" y="217890"/>
                  </a:lnTo>
                  <a:lnTo>
                    <a:pt x="1347795" y="206045"/>
                  </a:lnTo>
                  <a:lnTo>
                    <a:pt x="1369890" y="194242"/>
                  </a:lnTo>
                  <a:lnTo>
                    <a:pt x="1391985" y="182481"/>
                  </a:lnTo>
                  <a:lnTo>
                    <a:pt x="1414080" y="170761"/>
                  </a:lnTo>
                  <a:lnTo>
                    <a:pt x="1436175" y="159084"/>
                  </a:lnTo>
                  <a:lnTo>
                    <a:pt x="1458270" y="147449"/>
                  </a:lnTo>
                  <a:lnTo>
                    <a:pt x="1480366" y="135855"/>
                  </a:lnTo>
                  <a:lnTo>
                    <a:pt x="1502461" y="124303"/>
                  </a:lnTo>
                  <a:lnTo>
                    <a:pt x="1524556" y="112793"/>
                  </a:lnTo>
                  <a:lnTo>
                    <a:pt x="1546651" y="101326"/>
                  </a:lnTo>
                  <a:lnTo>
                    <a:pt x="1568746" y="89900"/>
                  </a:lnTo>
                  <a:lnTo>
                    <a:pt x="1590841" y="78515"/>
                  </a:lnTo>
                  <a:lnTo>
                    <a:pt x="1612936" y="67173"/>
                  </a:lnTo>
                  <a:lnTo>
                    <a:pt x="1635031" y="55873"/>
                  </a:lnTo>
                  <a:lnTo>
                    <a:pt x="1657126" y="44614"/>
                  </a:lnTo>
                  <a:lnTo>
                    <a:pt x="1679221" y="33398"/>
                  </a:lnTo>
                  <a:lnTo>
                    <a:pt x="1701316" y="22223"/>
                  </a:lnTo>
                  <a:lnTo>
                    <a:pt x="1723411" y="11090"/>
                  </a:lnTo>
                  <a:lnTo>
                    <a:pt x="1745506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g3927"/>
            <p:cNvSpPr/>
            <p:nvPr/>
          </p:nvSpPr>
          <p:spPr>
            <a:xfrm>
              <a:off x="7457963" y="981380"/>
              <a:ext cx="1309129" cy="656443"/>
            </a:xfrm>
            <a:custGeom>
              <a:avLst/>
              <a:pathLst>
                <a:path w="1309129" h="656443">
                  <a:moveTo>
                    <a:pt x="0" y="576173"/>
                  </a:moveTo>
                  <a:lnTo>
                    <a:pt x="16571" y="567688"/>
                  </a:lnTo>
                  <a:lnTo>
                    <a:pt x="33142" y="559199"/>
                  </a:lnTo>
                  <a:lnTo>
                    <a:pt x="49713" y="550704"/>
                  </a:lnTo>
                  <a:lnTo>
                    <a:pt x="66285" y="542201"/>
                  </a:lnTo>
                  <a:lnTo>
                    <a:pt x="82856" y="533689"/>
                  </a:lnTo>
                  <a:lnTo>
                    <a:pt x="99427" y="525166"/>
                  </a:lnTo>
                  <a:lnTo>
                    <a:pt x="115998" y="516631"/>
                  </a:lnTo>
                  <a:lnTo>
                    <a:pt x="132570" y="508084"/>
                  </a:lnTo>
                  <a:lnTo>
                    <a:pt x="149141" y="499523"/>
                  </a:lnTo>
                  <a:lnTo>
                    <a:pt x="165712" y="490949"/>
                  </a:lnTo>
                  <a:lnTo>
                    <a:pt x="182283" y="482364"/>
                  </a:lnTo>
                  <a:lnTo>
                    <a:pt x="198855" y="473771"/>
                  </a:lnTo>
                  <a:lnTo>
                    <a:pt x="215426" y="465171"/>
                  </a:lnTo>
                  <a:lnTo>
                    <a:pt x="231997" y="456571"/>
                  </a:lnTo>
                  <a:lnTo>
                    <a:pt x="248568" y="447976"/>
                  </a:lnTo>
                  <a:lnTo>
                    <a:pt x="265140" y="439391"/>
                  </a:lnTo>
                  <a:lnTo>
                    <a:pt x="281711" y="430825"/>
                  </a:lnTo>
                  <a:lnTo>
                    <a:pt x="298282" y="422286"/>
                  </a:lnTo>
                  <a:lnTo>
                    <a:pt x="314853" y="413782"/>
                  </a:lnTo>
                  <a:lnTo>
                    <a:pt x="331425" y="405322"/>
                  </a:lnTo>
                  <a:lnTo>
                    <a:pt x="347996" y="396914"/>
                  </a:lnTo>
                  <a:lnTo>
                    <a:pt x="364567" y="388566"/>
                  </a:lnTo>
                  <a:lnTo>
                    <a:pt x="381139" y="380287"/>
                  </a:lnTo>
                  <a:lnTo>
                    <a:pt x="397710" y="372083"/>
                  </a:lnTo>
                  <a:lnTo>
                    <a:pt x="414281" y="363961"/>
                  </a:lnTo>
                  <a:lnTo>
                    <a:pt x="430852" y="355926"/>
                  </a:lnTo>
                  <a:lnTo>
                    <a:pt x="447424" y="347984"/>
                  </a:lnTo>
                  <a:lnTo>
                    <a:pt x="463995" y="340137"/>
                  </a:lnTo>
                  <a:lnTo>
                    <a:pt x="480566" y="332390"/>
                  </a:lnTo>
                  <a:lnTo>
                    <a:pt x="497137" y="324745"/>
                  </a:lnTo>
                  <a:lnTo>
                    <a:pt x="513709" y="317203"/>
                  </a:lnTo>
                  <a:lnTo>
                    <a:pt x="530280" y="309764"/>
                  </a:lnTo>
                  <a:lnTo>
                    <a:pt x="546851" y="302428"/>
                  </a:lnTo>
                  <a:lnTo>
                    <a:pt x="563422" y="295195"/>
                  </a:lnTo>
                  <a:lnTo>
                    <a:pt x="579994" y="288061"/>
                  </a:lnTo>
                  <a:lnTo>
                    <a:pt x="596565" y="281025"/>
                  </a:lnTo>
                  <a:lnTo>
                    <a:pt x="613136" y="274081"/>
                  </a:lnTo>
                  <a:lnTo>
                    <a:pt x="629707" y="267226"/>
                  </a:lnTo>
                  <a:lnTo>
                    <a:pt x="646279" y="260453"/>
                  </a:lnTo>
                  <a:lnTo>
                    <a:pt x="662850" y="253757"/>
                  </a:lnTo>
                  <a:lnTo>
                    <a:pt x="679421" y="247128"/>
                  </a:lnTo>
                  <a:lnTo>
                    <a:pt x="695992" y="240560"/>
                  </a:lnTo>
                  <a:lnTo>
                    <a:pt x="712564" y="234043"/>
                  </a:lnTo>
                  <a:lnTo>
                    <a:pt x="729135" y="227567"/>
                  </a:lnTo>
                  <a:lnTo>
                    <a:pt x="745706" y="221124"/>
                  </a:lnTo>
                  <a:lnTo>
                    <a:pt x="762278" y="214704"/>
                  </a:lnTo>
                  <a:lnTo>
                    <a:pt x="778849" y="208298"/>
                  </a:lnTo>
                  <a:lnTo>
                    <a:pt x="795420" y="201898"/>
                  </a:lnTo>
                  <a:lnTo>
                    <a:pt x="811991" y="195496"/>
                  </a:lnTo>
                  <a:lnTo>
                    <a:pt x="828563" y="189087"/>
                  </a:lnTo>
                  <a:lnTo>
                    <a:pt x="845134" y="182666"/>
                  </a:lnTo>
                  <a:lnTo>
                    <a:pt x="861705" y="176230"/>
                  </a:lnTo>
                  <a:lnTo>
                    <a:pt x="878276" y="169775"/>
                  </a:lnTo>
                  <a:lnTo>
                    <a:pt x="894848" y="163303"/>
                  </a:lnTo>
                  <a:lnTo>
                    <a:pt x="911419" y="156812"/>
                  </a:lnTo>
                  <a:lnTo>
                    <a:pt x="927990" y="150303"/>
                  </a:lnTo>
                  <a:lnTo>
                    <a:pt x="944561" y="143778"/>
                  </a:lnTo>
                  <a:lnTo>
                    <a:pt x="961133" y="137239"/>
                  </a:lnTo>
                  <a:lnTo>
                    <a:pt x="977704" y="130688"/>
                  </a:lnTo>
                  <a:lnTo>
                    <a:pt x="994275" y="124127"/>
                  </a:lnTo>
                  <a:lnTo>
                    <a:pt x="1010846" y="117558"/>
                  </a:lnTo>
                  <a:lnTo>
                    <a:pt x="1027418" y="110984"/>
                  </a:lnTo>
                  <a:lnTo>
                    <a:pt x="1043989" y="104407"/>
                  </a:lnTo>
                  <a:lnTo>
                    <a:pt x="1060560" y="97828"/>
                  </a:lnTo>
                  <a:lnTo>
                    <a:pt x="1077131" y="91250"/>
                  </a:lnTo>
                  <a:lnTo>
                    <a:pt x="1093703" y="84675"/>
                  </a:lnTo>
                  <a:lnTo>
                    <a:pt x="1110274" y="78104"/>
                  </a:lnTo>
                  <a:lnTo>
                    <a:pt x="1126845" y="71538"/>
                  </a:lnTo>
                  <a:lnTo>
                    <a:pt x="1143417" y="64979"/>
                  </a:lnTo>
                  <a:lnTo>
                    <a:pt x="1159988" y="58429"/>
                  </a:lnTo>
                  <a:lnTo>
                    <a:pt x="1176559" y="51888"/>
                  </a:lnTo>
                  <a:lnTo>
                    <a:pt x="1193130" y="45357"/>
                  </a:lnTo>
                  <a:lnTo>
                    <a:pt x="1209702" y="38838"/>
                  </a:lnTo>
                  <a:lnTo>
                    <a:pt x="1226273" y="32330"/>
                  </a:lnTo>
                  <a:lnTo>
                    <a:pt x="1242844" y="25836"/>
                  </a:lnTo>
                  <a:lnTo>
                    <a:pt x="1259415" y="19355"/>
                  </a:lnTo>
                  <a:lnTo>
                    <a:pt x="1275987" y="12888"/>
                  </a:lnTo>
                  <a:lnTo>
                    <a:pt x="1292558" y="6436"/>
                  </a:lnTo>
                  <a:lnTo>
                    <a:pt x="1309129" y="0"/>
                  </a:lnTo>
                  <a:lnTo>
                    <a:pt x="1309129" y="172519"/>
                  </a:lnTo>
                  <a:lnTo>
                    <a:pt x="1292558" y="171994"/>
                  </a:lnTo>
                  <a:lnTo>
                    <a:pt x="1275987" y="171645"/>
                  </a:lnTo>
                  <a:lnTo>
                    <a:pt x="1259415" y="171474"/>
                  </a:lnTo>
                  <a:lnTo>
                    <a:pt x="1242844" y="171482"/>
                  </a:lnTo>
                  <a:lnTo>
                    <a:pt x="1226273" y="171669"/>
                  </a:lnTo>
                  <a:lnTo>
                    <a:pt x="1209702" y="172035"/>
                  </a:lnTo>
                  <a:lnTo>
                    <a:pt x="1193130" y="172582"/>
                  </a:lnTo>
                  <a:lnTo>
                    <a:pt x="1176559" y="173309"/>
                  </a:lnTo>
                  <a:lnTo>
                    <a:pt x="1159988" y="174219"/>
                  </a:lnTo>
                  <a:lnTo>
                    <a:pt x="1143417" y="175313"/>
                  </a:lnTo>
                  <a:lnTo>
                    <a:pt x="1126845" y="176590"/>
                  </a:lnTo>
                  <a:lnTo>
                    <a:pt x="1110274" y="178053"/>
                  </a:lnTo>
                  <a:lnTo>
                    <a:pt x="1093703" y="179703"/>
                  </a:lnTo>
                  <a:lnTo>
                    <a:pt x="1077131" y="181541"/>
                  </a:lnTo>
                  <a:lnTo>
                    <a:pt x="1060560" y="183570"/>
                  </a:lnTo>
                  <a:lnTo>
                    <a:pt x="1043989" y="185790"/>
                  </a:lnTo>
                  <a:lnTo>
                    <a:pt x="1027418" y="188203"/>
                  </a:lnTo>
                  <a:lnTo>
                    <a:pt x="1010846" y="190813"/>
                  </a:lnTo>
                  <a:lnTo>
                    <a:pt x="994275" y="193620"/>
                  </a:lnTo>
                  <a:lnTo>
                    <a:pt x="977704" y="196628"/>
                  </a:lnTo>
                  <a:lnTo>
                    <a:pt x="961133" y="199838"/>
                  </a:lnTo>
                  <a:lnTo>
                    <a:pt x="944561" y="203253"/>
                  </a:lnTo>
                  <a:lnTo>
                    <a:pt x="927990" y="206874"/>
                  </a:lnTo>
                  <a:lnTo>
                    <a:pt x="911419" y="210705"/>
                  </a:lnTo>
                  <a:lnTo>
                    <a:pt x="894848" y="214745"/>
                  </a:lnTo>
                  <a:lnTo>
                    <a:pt x="878276" y="218996"/>
                  </a:lnTo>
                  <a:lnTo>
                    <a:pt x="861705" y="223458"/>
                  </a:lnTo>
                  <a:lnTo>
                    <a:pt x="845134" y="228130"/>
                  </a:lnTo>
                  <a:lnTo>
                    <a:pt x="828563" y="233011"/>
                  </a:lnTo>
                  <a:lnTo>
                    <a:pt x="811991" y="238095"/>
                  </a:lnTo>
                  <a:lnTo>
                    <a:pt x="795420" y="243380"/>
                  </a:lnTo>
                  <a:lnTo>
                    <a:pt x="778849" y="248859"/>
                  </a:lnTo>
                  <a:lnTo>
                    <a:pt x="762278" y="254524"/>
                  </a:lnTo>
                  <a:lnTo>
                    <a:pt x="745706" y="260368"/>
                  </a:lnTo>
                  <a:lnTo>
                    <a:pt x="729135" y="266381"/>
                  </a:lnTo>
                  <a:lnTo>
                    <a:pt x="712564" y="272555"/>
                  </a:lnTo>
                  <a:lnTo>
                    <a:pt x="695992" y="278879"/>
                  </a:lnTo>
                  <a:lnTo>
                    <a:pt x="679421" y="285345"/>
                  </a:lnTo>
                  <a:lnTo>
                    <a:pt x="662850" y="291943"/>
                  </a:lnTo>
                  <a:lnTo>
                    <a:pt x="646279" y="298665"/>
                  </a:lnTo>
                  <a:lnTo>
                    <a:pt x="629707" y="305504"/>
                  </a:lnTo>
                  <a:lnTo>
                    <a:pt x="613136" y="312452"/>
                  </a:lnTo>
                  <a:lnTo>
                    <a:pt x="596565" y="319505"/>
                  </a:lnTo>
                  <a:lnTo>
                    <a:pt x="579994" y="326658"/>
                  </a:lnTo>
                  <a:lnTo>
                    <a:pt x="563422" y="333906"/>
                  </a:lnTo>
                  <a:lnTo>
                    <a:pt x="546851" y="341246"/>
                  </a:lnTo>
                  <a:lnTo>
                    <a:pt x="530280" y="348677"/>
                  </a:lnTo>
                  <a:lnTo>
                    <a:pt x="513709" y="356198"/>
                  </a:lnTo>
                  <a:lnTo>
                    <a:pt x="497137" y="363807"/>
                  </a:lnTo>
                  <a:lnTo>
                    <a:pt x="480566" y="371506"/>
                  </a:lnTo>
                  <a:lnTo>
                    <a:pt x="463995" y="379295"/>
                  </a:lnTo>
                  <a:lnTo>
                    <a:pt x="447424" y="387178"/>
                  </a:lnTo>
                  <a:lnTo>
                    <a:pt x="430852" y="395157"/>
                  </a:lnTo>
                  <a:lnTo>
                    <a:pt x="414281" y="403237"/>
                  </a:lnTo>
                  <a:lnTo>
                    <a:pt x="397710" y="411421"/>
                  </a:lnTo>
                  <a:lnTo>
                    <a:pt x="381139" y="419716"/>
                  </a:lnTo>
                  <a:lnTo>
                    <a:pt x="364567" y="428129"/>
                  </a:lnTo>
                  <a:lnTo>
                    <a:pt x="347996" y="436665"/>
                  </a:lnTo>
                  <a:lnTo>
                    <a:pt x="331425" y="445334"/>
                  </a:lnTo>
                  <a:lnTo>
                    <a:pt x="314853" y="454143"/>
                  </a:lnTo>
                  <a:lnTo>
                    <a:pt x="298282" y="463100"/>
                  </a:lnTo>
                  <a:lnTo>
                    <a:pt x="281711" y="472216"/>
                  </a:lnTo>
                  <a:lnTo>
                    <a:pt x="265140" y="481496"/>
                  </a:lnTo>
                  <a:lnTo>
                    <a:pt x="248568" y="490951"/>
                  </a:lnTo>
                  <a:lnTo>
                    <a:pt x="231997" y="500587"/>
                  </a:lnTo>
                  <a:lnTo>
                    <a:pt x="215426" y="510411"/>
                  </a:lnTo>
                  <a:lnTo>
                    <a:pt x="198855" y="520429"/>
                  </a:lnTo>
                  <a:lnTo>
                    <a:pt x="182283" y="530645"/>
                  </a:lnTo>
                  <a:lnTo>
                    <a:pt x="165712" y="541062"/>
                  </a:lnTo>
                  <a:lnTo>
                    <a:pt x="149141" y="551682"/>
                  </a:lnTo>
                  <a:lnTo>
                    <a:pt x="132570" y="562508"/>
                  </a:lnTo>
                  <a:lnTo>
                    <a:pt x="115998" y="573540"/>
                  </a:lnTo>
                  <a:lnTo>
                    <a:pt x="99427" y="584776"/>
                  </a:lnTo>
                  <a:lnTo>
                    <a:pt x="82856" y="596218"/>
                  </a:lnTo>
                  <a:lnTo>
                    <a:pt x="66285" y="607863"/>
                  </a:lnTo>
                  <a:lnTo>
                    <a:pt x="49713" y="619709"/>
                  </a:lnTo>
                  <a:lnTo>
                    <a:pt x="33142" y="631756"/>
                  </a:lnTo>
                  <a:lnTo>
                    <a:pt x="16571" y="644002"/>
                  </a:lnTo>
                  <a:lnTo>
                    <a:pt x="0" y="656443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928" name="pl3928"/>
            <p:cNvSpPr/>
            <p:nvPr/>
          </p:nvSpPr>
          <p:spPr>
            <a:xfrm>
              <a:off x="7457963" y="981380"/>
              <a:ext cx="1309129" cy="576173"/>
            </a:xfrm>
            <a:custGeom>
              <a:avLst/>
              <a:pathLst>
                <a:path w="1309129" h="576173">
                  <a:moveTo>
                    <a:pt x="0" y="576173"/>
                  </a:moveTo>
                  <a:lnTo>
                    <a:pt x="16571" y="567688"/>
                  </a:lnTo>
                  <a:lnTo>
                    <a:pt x="33142" y="559199"/>
                  </a:lnTo>
                  <a:lnTo>
                    <a:pt x="49713" y="550704"/>
                  </a:lnTo>
                  <a:lnTo>
                    <a:pt x="66285" y="542201"/>
                  </a:lnTo>
                  <a:lnTo>
                    <a:pt x="82856" y="533689"/>
                  </a:lnTo>
                  <a:lnTo>
                    <a:pt x="99427" y="525166"/>
                  </a:lnTo>
                  <a:lnTo>
                    <a:pt x="115998" y="516631"/>
                  </a:lnTo>
                  <a:lnTo>
                    <a:pt x="132570" y="508084"/>
                  </a:lnTo>
                  <a:lnTo>
                    <a:pt x="149141" y="499523"/>
                  </a:lnTo>
                  <a:lnTo>
                    <a:pt x="165712" y="490949"/>
                  </a:lnTo>
                  <a:lnTo>
                    <a:pt x="182283" y="482364"/>
                  </a:lnTo>
                  <a:lnTo>
                    <a:pt x="198855" y="473771"/>
                  </a:lnTo>
                  <a:lnTo>
                    <a:pt x="215426" y="465171"/>
                  </a:lnTo>
                  <a:lnTo>
                    <a:pt x="231997" y="456571"/>
                  </a:lnTo>
                  <a:lnTo>
                    <a:pt x="248568" y="447976"/>
                  </a:lnTo>
                  <a:lnTo>
                    <a:pt x="265140" y="439391"/>
                  </a:lnTo>
                  <a:lnTo>
                    <a:pt x="281711" y="430825"/>
                  </a:lnTo>
                  <a:lnTo>
                    <a:pt x="298282" y="422286"/>
                  </a:lnTo>
                  <a:lnTo>
                    <a:pt x="314853" y="413782"/>
                  </a:lnTo>
                  <a:lnTo>
                    <a:pt x="331425" y="405322"/>
                  </a:lnTo>
                  <a:lnTo>
                    <a:pt x="347996" y="396914"/>
                  </a:lnTo>
                  <a:lnTo>
                    <a:pt x="364567" y="388566"/>
                  </a:lnTo>
                  <a:lnTo>
                    <a:pt x="381139" y="380287"/>
                  </a:lnTo>
                  <a:lnTo>
                    <a:pt x="397710" y="372083"/>
                  </a:lnTo>
                  <a:lnTo>
                    <a:pt x="414281" y="363961"/>
                  </a:lnTo>
                  <a:lnTo>
                    <a:pt x="430852" y="355926"/>
                  </a:lnTo>
                  <a:lnTo>
                    <a:pt x="447424" y="347984"/>
                  </a:lnTo>
                  <a:lnTo>
                    <a:pt x="463995" y="340137"/>
                  </a:lnTo>
                  <a:lnTo>
                    <a:pt x="480566" y="332390"/>
                  </a:lnTo>
                  <a:lnTo>
                    <a:pt x="497137" y="324745"/>
                  </a:lnTo>
                  <a:lnTo>
                    <a:pt x="513709" y="317203"/>
                  </a:lnTo>
                  <a:lnTo>
                    <a:pt x="530280" y="309764"/>
                  </a:lnTo>
                  <a:lnTo>
                    <a:pt x="546851" y="302428"/>
                  </a:lnTo>
                  <a:lnTo>
                    <a:pt x="563422" y="295195"/>
                  </a:lnTo>
                  <a:lnTo>
                    <a:pt x="579994" y="288061"/>
                  </a:lnTo>
                  <a:lnTo>
                    <a:pt x="596565" y="281025"/>
                  </a:lnTo>
                  <a:lnTo>
                    <a:pt x="613136" y="274081"/>
                  </a:lnTo>
                  <a:lnTo>
                    <a:pt x="629707" y="267226"/>
                  </a:lnTo>
                  <a:lnTo>
                    <a:pt x="646279" y="260453"/>
                  </a:lnTo>
                  <a:lnTo>
                    <a:pt x="662850" y="253757"/>
                  </a:lnTo>
                  <a:lnTo>
                    <a:pt x="679421" y="247128"/>
                  </a:lnTo>
                  <a:lnTo>
                    <a:pt x="695992" y="240560"/>
                  </a:lnTo>
                  <a:lnTo>
                    <a:pt x="712564" y="234043"/>
                  </a:lnTo>
                  <a:lnTo>
                    <a:pt x="729135" y="227567"/>
                  </a:lnTo>
                  <a:lnTo>
                    <a:pt x="745706" y="221124"/>
                  </a:lnTo>
                  <a:lnTo>
                    <a:pt x="762278" y="214704"/>
                  </a:lnTo>
                  <a:lnTo>
                    <a:pt x="778849" y="208298"/>
                  </a:lnTo>
                  <a:lnTo>
                    <a:pt x="795420" y="201898"/>
                  </a:lnTo>
                  <a:lnTo>
                    <a:pt x="811991" y="195496"/>
                  </a:lnTo>
                  <a:lnTo>
                    <a:pt x="828563" y="189087"/>
                  </a:lnTo>
                  <a:lnTo>
                    <a:pt x="845134" y="182666"/>
                  </a:lnTo>
                  <a:lnTo>
                    <a:pt x="861705" y="176230"/>
                  </a:lnTo>
                  <a:lnTo>
                    <a:pt x="878276" y="169775"/>
                  </a:lnTo>
                  <a:lnTo>
                    <a:pt x="894848" y="163303"/>
                  </a:lnTo>
                  <a:lnTo>
                    <a:pt x="911419" y="156812"/>
                  </a:lnTo>
                  <a:lnTo>
                    <a:pt x="927990" y="150303"/>
                  </a:lnTo>
                  <a:lnTo>
                    <a:pt x="944561" y="143778"/>
                  </a:lnTo>
                  <a:lnTo>
                    <a:pt x="961133" y="137239"/>
                  </a:lnTo>
                  <a:lnTo>
                    <a:pt x="977704" y="130688"/>
                  </a:lnTo>
                  <a:lnTo>
                    <a:pt x="994275" y="124127"/>
                  </a:lnTo>
                  <a:lnTo>
                    <a:pt x="1010846" y="117558"/>
                  </a:lnTo>
                  <a:lnTo>
                    <a:pt x="1027418" y="110984"/>
                  </a:lnTo>
                  <a:lnTo>
                    <a:pt x="1043989" y="104407"/>
                  </a:lnTo>
                  <a:lnTo>
                    <a:pt x="1060560" y="97828"/>
                  </a:lnTo>
                  <a:lnTo>
                    <a:pt x="1077131" y="91250"/>
                  </a:lnTo>
                  <a:lnTo>
                    <a:pt x="1093703" y="84675"/>
                  </a:lnTo>
                  <a:lnTo>
                    <a:pt x="1110274" y="78104"/>
                  </a:lnTo>
                  <a:lnTo>
                    <a:pt x="1126845" y="71538"/>
                  </a:lnTo>
                  <a:lnTo>
                    <a:pt x="1143417" y="64979"/>
                  </a:lnTo>
                  <a:lnTo>
                    <a:pt x="1159988" y="58429"/>
                  </a:lnTo>
                  <a:lnTo>
                    <a:pt x="1176559" y="51888"/>
                  </a:lnTo>
                  <a:lnTo>
                    <a:pt x="1193130" y="45357"/>
                  </a:lnTo>
                  <a:lnTo>
                    <a:pt x="1209702" y="38838"/>
                  </a:lnTo>
                  <a:lnTo>
                    <a:pt x="1226273" y="32330"/>
                  </a:lnTo>
                  <a:lnTo>
                    <a:pt x="1242844" y="25836"/>
                  </a:lnTo>
                  <a:lnTo>
                    <a:pt x="1259415" y="19355"/>
                  </a:lnTo>
                  <a:lnTo>
                    <a:pt x="1275987" y="12888"/>
                  </a:lnTo>
                  <a:lnTo>
                    <a:pt x="1292558" y="6436"/>
                  </a:lnTo>
                  <a:lnTo>
                    <a:pt x="130912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29" name="pl3929"/>
            <p:cNvSpPr/>
            <p:nvPr/>
          </p:nvSpPr>
          <p:spPr>
            <a:xfrm>
              <a:off x="7457963" y="1152855"/>
              <a:ext cx="1309129" cy="484969"/>
            </a:xfrm>
            <a:custGeom>
              <a:avLst/>
              <a:pathLst>
                <a:path w="1309129" h="484969">
                  <a:moveTo>
                    <a:pt x="1309129" y="1044"/>
                  </a:moveTo>
                  <a:lnTo>
                    <a:pt x="1292558" y="519"/>
                  </a:lnTo>
                  <a:lnTo>
                    <a:pt x="1275987" y="170"/>
                  </a:lnTo>
                  <a:lnTo>
                    <a:pt x="1259415" y="0"/>
                  </a:lnTo>
                  <a:lnTo>
                    <a:pt x="1242844" y="7"/>
                  </a:lnTo>
                  <a:lnTo>
                    <a:pt x="1226273" y="194"/>
                  </a:lnTo>
                  <a:lnTo>
                    <a:pt x="1209702" y="560"/>
                  </a:lnTo>
                  <a:lnTo>
                    <a:pt x="1193130" y="1107"/>
                  </a:lnTo>
                  <a:lnTo>
                    <a:pt x="1176559" y="1835"/>
                  </a:lnTo>
                  <a:lnTo>
                    <a:pt x="1159988" y="2745"/>
                  </a:lnTo>
                  <a:lnTo>
                    <a:pt x="1143417" y="3838"/>
                  </a:lnTo>
                  <a:lnTo>
                    <a:pt x="1126845" y="5115"/>
                  </a:lnTo>
                  <a:lnTo>
                    <a:pt x="1110274" y="6578"/>
                  </a:lnTo>
                  <a:lnTo>
                    <a:pt x="1093703" y="8228"/>
                  </a:lnTo>
                  <a:lnTo>
                    <a:pt x="1077131" y="10066"/>
                  </a:lnTo>
                  <a:lnTo>
                    <a:pt x="1060560" y="12095"/>
                  </a:lnTo>
                  <a:lnTo>
                    <a:pt x="1043989" y="14315"/>
                  </a:lnTo>
                  <a:lnTo>
                    <a:pt x="1027418" y="16729"/>
                  </a:lnTo>
                  <a:lnTo>
                    <a:pt x="1010846" y="19338"/>
                  </a:lnTo>
                  <a:lnTo>
                    <a:pt x="994275" y="22146"/>
                  </a:lnTo>
                  <a:lnTo>
                    <a:pt x="977704" y="25153"/>
                  </a:lnTo>
                  <a:lnTo>
                    <a:pt x="961133" y="28363"/>
                  </a:lnTo>
                  <a:lnTo>
                    <a:pt x="944561" y="31778"/>
                  </a:lnTo>
                  <a:lnTo>
                    <a:pt x="927990" y="35400"/>
                  </a:lnTo>
                  <a:lnTo>
                    <a:pt x="911419" y="39230"/>
                  </a:lnTo>
                  <a:lnTo>
                    <a:pt x="894848" y="43270"/>
                  </a:lnTo>
                  <a:lnTo>
                    <a:pt x="878276" y="47521"/>
                  </a:lnTo>
                  <a:lnTo>
                    <a:pt x="861705" y="51983"/>
                  </a:lnTo>
                  <a:lnTo>
                    <a:pt x="845134" y="56656"/>
                  </a:lnTo>
                  <a:lnTo>
                    <a:pt x="828563" y="61536"/>
                  </a:lnTo>
                  <a:lnTo>
                    <a:pt x="811991" y="66621"/>
                  </a:lnTo>
                  <a:lnTo>
                    <a:pt x="795420" y="71905"/>
                  </a:lnTo>
                  <a:lnTo>
                    <a:pt x="778849" y="77384"/>
                  </a:lnTo>
                  <a:lnTo>
                    <a:pt x="762278" y="83049"/>
                  </a:lnTo>
                  <a:lnTo>
                    <a:pt x="745706" y="88893"/>
                  </a:lnTo>
                  <a:lnTo>
                    <a:pt x="729135" y="94907"/>
                  </a:lnTo>
                  <a:lnTo>
                    <a:pt x="712564" y="101080"/>
                  </a:lnTo>
                  <a:lnTo>
                    <a:pt x="695992" y="107404"/>
                  </a:lnTo>
                  <a:lnTo>
                    <a:pt x="679421" y="113870"/>
                  </a:lnTo>
                  <a:lnTo>
                    <a:pt x="662850" y="120468"/>
                  </a:lnTo>
                  <a:lnTo>
                    <a:pt x="646279" y="127190"/>
                  </a:lnTo>
                  <a:lnTo>
                    <a:pt x="629707" y="134029"/>
                  </a:lnTo>
                  <a:lnTo>
                    <a:pt x="613136" y="140978"/>
                  </a:lnTo>
                  <a:lnTo>
                    <a:pt x="596565" y="148031"/>
                  </a:lnTo>
                  <a:lnTo>
                    <a:pt x="579994" y="155183"/>
                  </a:lnTo>
                  <a:lnTo>
                    <a:pt x="563422" y="162431"/>
                  </a:lnTo>
                  <a:lnTo>
                    <a:pt x="546851" y="169772"/>
                  </a:lnTo>
                  <a:lnTo>
                    <a:pt x="530280" y="177203"/>
                  </a:lnTo>
                  <a:lnTo>
                    <a:pt x="513709" y="184723"/>
                  </a:lnTo>
                  <a:lnTo>
                    <a:pt x="497137" y="192332"/>
                  </a:lnTo>
                  <a:lnTo>
                    <a:pt x="480566" y="200031"/>
                  </a:lnTo>
                  <a:lnTo>
                    <a:pt x="463995" y="207820"/>
                  </a:lnTo>
                  <a:lnTo>
                    <a:pt x="447424" y="215703"/>
                  </a:lnTo>
                  <a:lnTo>
                    <a:pt x="430852" y="223682"/>
                  </a:lnTo>
                  <a:lnTo>
                    <a:pt x="414281" y="231762"/>
                  </a:lnTo>
                  <a:lnTo>
                    <a:pt x="397710" y="239946"/>
                  </a:lnTo>
                  <a:lnTo>
                    <a:pt x="381139" y="248241"/>
                  </a:lnTo>
                  <a:lnTo>
                    <a:pt x="364567" y="256654"/>
                  </a:lnTo>
                  <a:lnTo>
                    <a:pt x="347996" y="265190"/>
                  </a:lnTo>
                  <a:lnTo>
                    <a:pt x="331425" y="273859"/>
                  </a:lnTo>
                  <a:lnTo>
                    <a:pt x="314853" y="282668"/>
                  </a:lnTo>
                  <a:lnTo>
                    <a:pt x="298282" y="291626"/>
                  </a:lnTo>
                  <a:lnTo>
                    <a:pt x="281711" y="300741"/>
                  </a:lnTo>
                  <a:lnTo>
                    <a:pt x="265140" y="310022"/>
                  </a:lnTo>
                  <a:lnTo>
                    <a:pt x="248568" y="319476"/>
                  </a:lnTo>
                  <a:lnTo>
                    <a:pt x="231997" y="329112"/>
                  </a:lnTo>
                  <a:lnTo>
                    <a:pt x="215426" y="338937"/>
                  </a:lnTo>
                  <a:lnTo>
                    <a:pt x="198855" y="348954"/>
                  </a:lnTo>
                  <a:lnTo>
                    <a:pt x="182283" y="359170"/>
                  </a:lnTo>
                  <a:lnTo>
                    <a:pt x="165712" y="369587"/>
                  </a:lnTo>
                  <a:lnTo>
                    <a:pt x="149141" y="380207"/>
                  </a:lnTo>
                  <a:lnTo>
                    <a:pt x="132570" y="391033"/>
                  </a:lnTo>
                  <a:lnTo>
                    <a:pt x="115998" y="402065"/>
                  </a:lnTo>
                  <a:lnTo>
                    <a:pt x="99427" y="413302"/>
                  </a:lnTo>
                  <a:lnTo>
                    <a:pt x="82856" y="424743"/>
                  </a:lnTo>
                  <a:lnTo>
                    <a:pt x="66285" y="436388"/>
                  </a:lnTo>
                  <a:lnTo>
                    <a:pt x="49713" y="448234"/>
                  </a:lnTo>
                  <a:lnTo>
                    <a:pt x="33142" y="460281"/>
                  </a:lnTo>
                  <a:lnTo>
                    <a:pt x="16571" y="472527"/>
                  </a:lnTo>
                  <a:lnTo>
                    <a:pt x="0" y="4849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30" name="pl3930"/>
            <p:cNvSpPr/>
            <p:nvPr/>
          </p:nvSpPr>
          <p:spPr>
            <a:xfrm>
              <a:off x="7457963" y="1067640"/>
              <a:ext cx="1309129" cy="530048"/>
            </a:xfrm>
            <a:custGeom>
              <a:avLst/>
              <a:pathLst>
                <a:path w="1309129" h="530048">
                  <a:moveTo>
                    <a:pt x="0" y="530048"/>
                  </a:moveTo>
                  <a:lnTo>
                    <a:pt x="16571" y="519585"/>
                  </a:lnTo>
                  <a:lnTo>
                    <a:pt x="33142" y="509218"/>
                  </a:lnTo>
                  <a:lnTo>
                    <a:pt x="49713" y="498947"/>
                  </a:lnTo>
                  <a:lnTo>
                    <a:pt x="66285" y="488772"/>
                  </a:lnTo>
                  <a:lnTo>
                    <a:pt x="82856" y="478694"/>
                  </a:lnTo>
                  <a:lnTo>
                    <a:pt x="99427" y="468711"/>
                  </a:lnTo>
                  <a:lnTo>
                    <a:pt x="115998" y="458826"/>
                  </a:lnTo>
                  <a:lnTo>
                    <a:pt x="132570" y="449036"/>
                  </a:lnTo>
                  <a:lnTo>
                    <a:pt x="149141" y="439343"/>
                  </a:lnTo>
                  <a:lnTo>
                    <a:pt x="165712" y="429745"/>
                  </a:lnTo>
                  <a:lnTo>
                    <a:pt x="182283" y="420244"/>
                  </a:lnTo>
                  <a:lnTo>
                    <a:pt x="198855" y="410840"/>
                  </a:lnTo>
                  <a:lnTo>
                    <a:pt x="215426" y="401531"/>
                  </a:lnTo>
                  <a:lnTo>
                    <a:pt x="231997" y="392319"/>
                  </a:lnTo>
                  <a:lnTo>
                    <a:pt x="248568" y="383203"/>
                  </a:lnTo>
                  <a:lnTo>
                    <a:pt x="265140" y="374184"/>
                  </a:lnTo>
                  <a:lnTo>
                    <a:pt x="281711" y="365260"/>
                  </a:lnTo>
                  <a:lnTo>
                    <a:pt x="298282" y="356433"/>
                  </a:lnTo>
                  <a:lnTo>
                    <a:pt x="314853" y="347702"/>
                  </a:lnTo>
                  <a:lnTo>
                    <a:pt x="331425" y="339068"/>
                  </a:lnTo>
                  <a:lnTo>
                    <a:pt x="347996" y="330530"/>
                  </a:lnTo>
                  <a:lnTo>
                    <a:pt x="364567" y="322087"/>
                  </a:lnTo>
                  <a:lnTo>
                    <a:pt x="381139" y="313742"/>
                  </a:lnTo>
                  <a:lnTo>
                    <a:pt x="397710" y="305492"/>
                  </a:lnTo>
                  <a:lnTo>
                    <a:pt x="414281" y="297339"/>
                  </a:lnTo>
                  <a:lnTo>
                    <a:pt x="430852" y="289282"/>
                  </a:lnTo>
                  <a:lnTo>
                    <a:pt x="447424" y="281321"/>
                  </a:lnTo>
                  <a:lnTo>
                    <a:pt x="463995" y="273456"/>
                  </a:lnTo>
                  <a:lnTo>
                    <a:pt x="480566" y="265688"/>
                  </a:lnTo>
                  <a:lnTo>
                    <a:pt x="497137" y="258016"/>
                  </a:lnTo>
                  <a:lnTo>
                    <a:pt x="513709" y="250440"/>
                  </a:lnTo>
                  <a:lnTo>
                    <a:pt x="530280" y="242961"/>
                  </a:lnTo>
                  <a:lnTo>
                    <a:pt x="546851" y="235577"/>
                  </a:lnTo>
                  <a:lnTo>
                    <a:pt x="563422" y="228290"/>
                  </a:lnTo>
                  <a:lnTo>
                    <a:pt x="579994" y="221100"/>
                  </a:lnTo>
                  <a:lnTo>
                    <a:pt x="596565" y="214005"/>
                  </a:lnTo>
                  <a:lnTo>
                    <a:pt x="613136" y="207007"/>
                  </a:lnTo>
                  <a:lnTo>
                    <a:pt x="629707" y="200105"/>
                  </a:lnTo>
                  <a:lnTo>
                    <a:pt x="646279" y="193299"/>
                  </a:lnTo>
                  <a:lnTo>
                    <a:pt x="662850" y="186590"/>
                  </a:lnTo>
                  <a:lnTo>
                    <a:pt x="679421" y="179976"/>
                  </a:lnTo>
                  <a:lnTo>
                    <a:pt x="695992" y="173460"/>
                  </a:lnTo>
                  <a:lnTo>
                    <a:pt x="712564" y="167039"/>
                  </a:lnTo>
                  <a:lnTo>
                    <a:pt x="729135" y="160714"/>
                  </a:lnTo>
                  <a:lnTo>
                    <a:pt x="745706" y="154486"/>
                  </a:lnTo>
                  <a:lnTo>
                    <a:pt x="762278" y="148354"/>
                  </a:lnTo>
                  <a:lnTo>
                    <a:pt x="778849" y="142319"/>
                  </a:lnTo>
                  <a:lnTo>
                    <a:pt x="795420" y="136379"/>
                  </a:lnTo>
                  <a:lnTo>
                    <a:pt x="811991" y="130536"/>
                  </a:lnTo>
                  <a:lnTo>
                    <a:pt x="828563" y="124789"/>
                  </a:lnTo>
                  <a:lnTo>
                    <a:pt x="845134" y="119138"/>
                  </a:lnTo>
                  <a:lnTo>
                    <a:pt x="861705" y="113584"/>
                  </a:lnTo>
                  <a:lnTo>
                    <a:pt x="878276" y="108126"/>
                  </a:lnTo>
                  <a:lnTo>
                    <a:pt x="894848" y="102764"/>
                  </a:lnTo>
                  <a:lnTo>
                    <a:pt x="911419" y="97498"/>
                  </a:lnTo>
                  <a:lnTo>
                    <a:pt x="927990" y="92329"/>
                  </a:lnTo>
                  <a:lnTo>
                    <a:pt x="944561" y="87256"/>
                  </a:lnTo>
                  <a:lnTo>
                    <a:pt x="961133" y="82279"/>
                  </a:lnTo>
                  <a:lnTo>
                    <a:pt x="977704" y="77398"/>
                  </a:lnTo>
                  <a:lnTo>
                    <a:pt x="994275" y="72614"/>
                  </a:lnTo>
                  <a:lnTo>
                    <a:pt x="1010846" y="67926"/>
                  </a:lnTo>
                  <a:lnTo>
                    <a:pt x="1027418" y="63334"/>
                  </a:lnTo>
                  <a:lnTo>
                    <a:pt x="1043989" y="58838"/>
                  </a:lnTo>
                  <a:lnTo>
                    <a:pt x="1060560" y="54439"/>
                  </a:lnTo>
                  <a:lnTo>
                    <a:pt x="1077131" y="50136"/>
                  </a:lnTo>
                  <a:lnTo>
                    <a:pt x="1093703" y="45929"/>
                  </a:lnTo>
                  <a:lnTo>
                    <a:pt x="1110274" y="41818"/>
                  </a:lnTo>
                  <a:lnTo>
                    <a:pt x="1126845" y="37804"/>
                  </a:lnTo>
                  <a:lnTo>
                    <a:pt x="1143417" y="33886"/>
                  </a:lnTo>
                  <a:lnTo>
                    <a:pt x="1159988" y="30064"/>
                  </a:lnTo>
                  <a:lnTo>
                    <a:pt x="1176559" y="26339"/>
                  </a:lnTo>
                  <a:lnTo>
                    <a:pt x="1193130" y="22709"/>
                  </a:lnTo>
                  <a:lnTo>
                    <a:pt x="1209702" y="19176"/>
                  </a:lnTo>
                  <a:lnTo>
                    <a:pt x="1226273" y="15740"/>
                  </a:lnTo>
                  <a:lnTo>
                    <a:pt x="1242844" y="12399"/>
                  </a:lnTo>
                  <a:lnTo>
                    <a:pt x="1259415" y="9155"/>
                  </a:lnTo>
                  <a:lnTo>
                    <a:pt x="1275987" y="6007"/>
                  </a:lnTo>
                  <a:lnTo>
                    <a:pt x="1292558" y="2955"/>
                  </a:lnTo>
                  <a:lnTo>
                    <a:pt x="1309129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tx3931"/>
            <p:cNvSpPr/>
            <p:nvPr/>
          </p:nvSpPr>
          <p:spPr>
            <a:xfrm>
              <a:off x="7466691" y="52715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932" name="tx3932"/>
            <p:cNvSpPr/>
            <p:nvPr/>
          </p:nvSpPr>
          <p:spPr>
            <a:xfrm>
              <a:off x="7540437" y="50227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933" name="tx3933"/>
            <p:cNvSpPr/>
            <p:nvPr/>
          </p:nvSpPr>
          <p:spPr>
            <a:xfrm>
              <a:off x="7575047" y="59079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934" name="tx3934"/>
            <p:cNvSpPr/>
            <p:nvPr/>
          </p:nvSpPr>
          <p:spPr>
            <a:xfrm>
              <a:off x="7599399" y="56418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935" name="tx3935"/>
            <p:cNvSpPr/>
            <p:nvPr/>
          </p:nvSpPr>
          <p:spPr>
            <a:xfrm>
              <a:off x="7651315" y="59079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936" name="tx3936"/>
            <p:cNvSpPr/>
            <p:nvPr/>
          </p:nvSpPr>
          <p:spPr>
            <a:xfrm>
              <a:off x="7675667" y="525768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3937" name="tx3937"/>
            <p:cNvSpPr/>
            <p:nvPr/>
          </p:nvSpPr>
          <p:spPr>
            <a:xfrm>
              <a:off x="7466691" y="620148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938" name="tx3938"/>
            <p:cNvSpPr/>
            <p:nvPr/>
          </p:nvSpPr>
          <p:spPr>
            <a:xfrm>
              <a:off x="7540437" y="59526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939" name="tx3939"/>
            <p:cNvSpPr/>
            <p:nvPr/>
          </p:nvSpPr>
          <p:spPr>
            <a:xfrm>
              <a:off x="7575047" y="6837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940" name="tx3940"/>
            <p:cNvSpPr/>
            <p:nvPr/>
          </p:nvSpPr>
          <p:spPr>
            <a:xfrm>
              <a:off x="7599399" y="65717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941" name="tx3941"/>
            <p:cNvSpPr/>
            <p:nvPr/>
          </p:nvSpPr>
          <p:spPr>
            <a:xfrm>
              <a:off x="7651315" y="6837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942" name="tx3942"/>
            <p:cNvSpPr/>
            <p:nvPr/>
          </p:nvSpPr>
          <p:spPr>
            <a:xfrm>
              <a:off x="7675667" y="618759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3943" name="pl3943"/>
            <p:cNvSpPr/>
            <p:nvPr/>
          </p:nvSpPr>
          <p:spPr>
            <a:xfrm>
              <a:off x="7370688" y="410731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l3944"/>
            <p:cNvSpPr/>
            <p:nvPr/>
          </p:nvSpPr>
          <p:spPr>
            <a:xfrm>
              <a:off x="7370688" y="374155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l3945"/>
            <p:cNvSpPr/>
            <p:nvPr/>
          </p:nvSpPr>
          <p:spPr>
            <a:xfrm>
              <a:off x="7370688" y="337578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l3946"/>
            <p:cNvSpPr/>
            <p:nvPr/>
          </p:nvSpPr>
          <p:spPr>
            <a:xfrm>
              <a:off x="7370688" y="301002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l3947"/>
            <p:cNvSpPr/>
            <p:nvPr/>
          </p:nvSpPr>
          <p:spPr>
            <a:xfrm>
              <a:off x="7370688" y="264425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l3948"/>
            <p:cNvSpPr/>
            <p:nvPr/>
          </p:nvSpPr>
          <p:spPr>
            <a:xfrm>
              <a:off x="7730699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l3949"/>
            <p:cNvSpPr/>
            <p:nvPr/>
          </p:nvSpPr>
          <p:spPr>
            <a:xfrm>
              <a:off x="8276169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l3950"/>
            <p:cNvSpPr/>
            <p:nvPr/>
          </p:nvSpPr>
          <p:spPr>
            <a:xfrm>
              <a:off x="8821640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l3951"/>
            <p:cNvSpPr/>
            <p:nvPr/>
          </p:nvSpPr>
          <p:spPr>
            <a:xfrm>
              <a:off x="7370688" y="4290198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l3952"/>
            <p:cNvSpPr/>
            <p:nvPr/>
          </p:nvSpPr>
          <p:spPr>
            <a:xfrm>
              <a:off x="7370688" y="3924433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l3953"/>
            <p:cNvSpPr/>
            <p:nvPr/>
          </p:nvSpPr>
          <p:spPr>
            <a:xfrm>
              <a:off x="7370688" y="355866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l3954"/>
            <p:cNvSpPr/>
            <p:nvPr/>
          </p:nvSpPr>
          <p:spPr>
            <a:xfrm>
              <a:off x="7370688" y="3192904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l3955"/>
            <p:cNvSpPr/>
            <p:nvPr/>
          </p:nvSpPr>
          <p:spPr>
            <a:xfrm>
              <a:off x="7370688" y="282713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l3956"/>
            <p:cNvSpPr/>
            <p:nvPr/>
          </p:nvSpPr>
          <p:spPr>
            <a:xfrm>
              <a:off x="7457963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l3957"/>
            <p:cNvSpPr/>
            <p:nvPr/>
          </p:nvSpPr>
          <p:spPr>
            <a:xfrm>
              <a:off x="8003434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l3958"/>
            <p:cNvSpPr/>
            <p:nvPr/>
          </p:nvSpPr>
          <p:spPr>
            <a:xfrm>
              <a:off x="8548905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l3959"/>
            <p:cNvSpPr/>
            <p:nvPr/>
          </p:nvSpPr>
          <p:spPr>
            <a:xfrm>
              <a:off x="9094376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t3960"/>
            <p:cNvSpPr/>
            <p:nvPr/>
          </p:nvSpPr>
          <p:spPr>
            <a:xfrm>
              <a:off x="8312666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t3961"/>
            <p:cNvSpPr/>
            <p:nvPr/>
          </p:nvSpPr>
          <p:spPr>
            <a:xfrm>
              <a:off x="836721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t3962"/>
            <p:cNvSpPr/>
            <p:nvPr/>
          </p:nvSpPr>
          <p:spPr>
            <a:xfrm>
              <a:off x="8203572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t3963"/>
            <p:cNvSpPr/>
            <p:nvPr/>
          </p:nvSpPr>
          <p:spPr>
            <a:xfrm>
              <a:off x="8039931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t3964"/>
            <p:cNvSpPr/>
            <p:nvPr/>
          </p:nvSpPr>
          <p:spPr>
            <a:xfrm>
              <a:off x="8039931" y="33455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t3965"/>
            <p:cNvSpPr/>
            <p:nvPr/>
          </p:nvSpPr>
          <p:spPr>
            <a:xfrm>
              <a:off x="8476307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t3966"/>
            <p:cNvSpPr/>
            <p:nvPr/>
          </p:nvSpPr>
          <p:spPr>
            <a:xfrm>
              <a:off x="825811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t3967"/>
            <p:cNvSpPr/>
            <p:nvPr/>
          </p:nvSpPr>
          <p:spPr>
            <a:xfrm>
              <a:off x="7930836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t3968"/>
            <p:cNvSpPr/>
            <p:nvPr/>
          </p:nvSpPr>
          <p:spPr>
            <a:xfrm>
              <a:off x="7930836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t3969"/>
            <p:cNvSpPr/>
            <p:nvPr/>
          </p:nvSpPr>
          <p:spPr>
            <a:xfrm>
              <a:off x="7876289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t3970"/>
            <p:cNvSpPr/>
            <p:nvPr/>
          </p:nvSpPr>
          <p:spPr>
            <a:xfrm>
              <a:off x="787628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t3971"/>
            <p:cNvSpPr/>
            <p:nvPr/>
          </p:nvSpPr>
          <p:spPr>
            <a:xfrm>
              <a:off x="8094478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t3972"/>
            <p:cNvSpPr/>
            <p:nvPr/>
          </p:nvSpPr>
          <p:spPr>
            <a:xfrm>
              <a:off x="78762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t3973"/>
            <p:cNvSpPr/>
            <p:nvPr/>
          </p:nvSpPr>
          <p:spPr>
            <a:xfrm>
              <a:off x="7930836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t3974"/>
            <p:cNvSpPr/>
            <p:nvPr/>
          </p:nvSpPr>
          <p:spPr>
            <a:xfrm>
              <a:off x="8094478" y="3638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t3975"/>
            <p:cNvSpPr/>
            <p:nvPr/>
          </p:nvSpPr>
          <p:spPr>
            <a:xfrm>
              <a:off x="8149025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t3976"/>
            <p:cNvSpPr/>
            <p:nvPr/>
          </p:nvSpPr>
          <p:spPr>
            <a:xfrm>
              <a:off x="793083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t3977"/>
            <p:cNvSpPr/>
            <p:nvPr/>
          </p:nvSpPr>
          <p:spPr>
            <a:xfrm>
              <a:off x="798538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t3978"/>
            <p:cNvSpPr/>
            <p:nvPr/>
          </p:nvSpPr>
          <p:spPr>
            <a:xfrm>
              <a:off x="8039931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t3979"/>
            <p:cNvSpPr/>
            <p:nvPr/>
          </p:nvSpPr>
          <p:spPr>
            <a:xfrm>
              <a:off x="820357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t3980"/>
            <p:cNvSpPr/>
            <p:nvPr/>
          </p:nvSpPr>
          <p:spPr>
            <a:xfrm>
              <a:off x="7985384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t3981"/>
            <p:cNvSpPr/>
            <p:nvPr/>
          </p:nvSpPr>
          <p:spPr>
            <a:xfrm>
              <a:off x="798538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t3982"/>
            <p:cNvSpPr/>
            <p:nvPr/>
          </p:nvSpPr>
          <p:spPr>
            <a:xfrm>
              <a:off x="825811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t3983"/>
            <p:cNvSpPr/>
            <p:nvPr/>
          </p:nvSpPr>
          <p:spPr>
            <a:xfrm>
              <a:off x="7767195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t3984"/>
            <p:cNvSpPr/>
            <p:nvPr/>
          </p:nvSpPr>
          <p:spPr>
            <a:xfrm>
              <a:off x="8094478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t3985"/>
            <p:cNvSpPr/>
            <p:nvPr/>
          </p:nvSpPr>
          <p:spPr>
            <a:xfrm>
              <a:off x="8312666" y="3796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t3986"/>
            <p:cNvSpPr/>
            <p:nvPr/>
          </p:nvSpPr>
          <p:spPr>
            <a:xfrm>
              <a:off x="787628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t3987"/>
            <p:cNvSpPr/>
            <p:nvPr/>
          </p:nvSpPr>
          <p:spPr>
            <a:xfrm>
              <a:off x="8476307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t3988"/>
            <p:cNvSpPr/>
            <p:nvPr/>
          </p:nvSpPr>
          <p:spPr>
            <a:xfrm>
              <a:off x="7876289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t3989"/>
            <p:cNvSpPr/>
            <p:nvPr/>
          </p:nvSpPr>
          <p:spPr>
            <a:xfrm>
              <a:off x="8312666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t3990"/>
            <p:cNvSpPr/>
            <p:nvPr/>
          </p:nvSpPr>
          <p:spPr>
            <a:xfrm>
              <a:off x="803993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t3991"/>
            <p:cNvSpPr/>
            <p:nvPr/>
          </p:nvSpPr>
          <p:spPr>
            <a:xfrm>
              <a:off x="814902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t3992"/>
            <p:cNvSpPr/>
            <p:nvPr/>
          </p:nvSpPr>
          <p:spPr>
            <a:xfrm>
              <a:off x="793083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t3993"/>
            <p:cNvSpPr/>
            <p:nvPr/>
          </p:nvSpPr>
          <p:spPr>
            <a:xfrm>
              <a:off x="798538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t3994"/>
            <p:cNvSpPr/>
            <p:nvPr/>
          </p:nvSpPr>
          <p:spPr>
            <a:xfrm>
              <a:off x="825811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t3995"/>
            <p:cNvSpPr/>
            <p:nvPr/>
          </p:nvSpPr>
          <p:spPr>
            <a:xfrm>
              <a:off x="7930836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t3996"/>
            <p:cNvSpPr/>
            <p:nvPr/>
          </p:nvSpPr>
          <p:spPr>
            <a:xfrm>
              <a:off x="7821742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t3997"/>
            <p:cNvSpPr/>
            <p:nvPr/>
          </p:nvSpPr>
          <p:spPr>
            <a:xfrm>
              <a:off x="831266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t3998"/>
            <p:cNvSpPr/>
            <p:nvPr/>
          </p:nvSpPr>
          <p:spPr>
            <a:xfrm>
              <a:off x="8367213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t3999"/>
            <p:cNvSpPr/>
            <p:nvPr/>
          </p:nvSpPr>
          <p:spPr>
            <a:xfrm>
              <a:off x="820357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t4000"/>
            <p:cNvSpPr/>
            <p:nvPr/>
          </p:nvSpPr>
          <p:spPr>
            <a:xfrm>
              <a:off x="7767195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t4001"/>
            <p:cNvSpPr/>
            <p:nvPr/>
          </p:nvSpPr>
          <p:spPr>
            <a:xfrm>
              <a:off x="7930836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t4002"/>
            <p:cNvSpPr/>
            <p:nvPr/>
          </p:nvSpPr>
          <p:spPr>
            <a:xfrm>
              <a:off x="8203572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t4003"/>
            <p:cNvSpPr/>
            <p:nvPr/>
          </p:nvSpPr>
          <p:spPr>
            <a:xfrm>
              <a:off x="8203572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t4004"/>
            <p:cNvSpPr/>
            <p:nvPr/>
          </p:nvSpPr>
          <p:spPr>
            <a:xfrm>
              <a:off x="7930836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t4005"/>
            <p:cNvSpPr/>
            <p:nvPr/>
          </p:nvSpPr>
          <p:spPr>
            <a:xfrm>
              <a:off x="7821742" y="3930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t4006"/>
            <p:cNvSpPr/>
            <p:nvPr/>
          </p:nvSpPr>
          <p:spPr>
            <a:xfrm>
              <a:off x="7876289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t4007"/>
            <p:cNvSpPr/>
            <p:nvPr/>
          </p:nvSpPr>
          <p:spPr>
            <a:xfrm>
              <a:off x="7439913" y="4247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t4008"/>
            <p:cNvSpPr/>
            <p:nvPr/>
          </p:nvSpPr>
          <p:spPr>
            <a:xfrm>
              <a:off x="8203572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t4009"/>
            <p:cNvSpPr/>
            <p:nvPr/>
          </p:nvSpPr>
          <p:spPr>
            <a:xfrm>
              <a:off x="8094478" y="3674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t4010"/>
            <p:cNvSpPr/>
            <p:nvPr/>
          </p:nvSpPr>
          <p:spPr>
            <a:xfrm>
              <a:off x="7876289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t4011"/>
            <p:cNvSpPr/>
            <p:nvPr/>
          </p:nvSpPr>
          <p:spPr>
            <a:xfrm>
              <a:off x="858540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t4012"/>
            <p:cNvSpPr/>
            <p:nvPr/>
          </p:nvSpPr>
          <p:spPr>
            <a:xfrm>
              <a:off x="7439913" y="42233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t4013"/>
            <p:cNvSpPr/>
            <p:nvPr/>
          </p:nvSpPr>
          <p:spPr>
            <a:xfrm>
              <a:off x="7876289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t4014"/>
            <p:cNvSpPr/>
            <p:nvPr/>
          </p:nvSpPr>
          <p:spPr>
            <a:xfrm>
              <a:off x="7494460" y="41989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t4015"/>
            <p:cNvSpPr/>
            <p:nvPr/>
          </p:nvSpPr>
          <p:spPr>
            <a:xfrm>
              <a:off x="8203572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t4016"/>
            <p:cNvSpPr/>
            <p:nvPr/>
          </p:nvSpPr>
          <p:spPr>
            <a:xfrm>
              <a:off x="814902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t4017"/>
            <p:cNvSpPr/>
            <p:nvPr/>
          </p:nvSpPr>
          <p:spPr>
            <a:xfrm>
              <a:off x="842176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t4018"/>
            <p:cNvSpPr/>
            <p:nvPr/>
          </p:nvSpPr>
          <p:spPr>
            <a:xfrm>
              <a:off x="7767195" y="3955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t4019"/>
            <p:cNvSpPr/>
            <p:nvPr/>
          </p:nvSpPr>
          <p:spPr>
            <a:xfrm>
              <a:off x="7439913" y="3955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t4020"/>
            <p:cNvSpPr/>
            <p:nvPr/>
          </p:nvSpPr>
          <p:spPr>
            <a:xfrm>
              <a:off x="8312666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t4021"/>
            <p:cNvSpPr/>
            <p:nvPr/>
          </p:nvSpPr>
          <p:spPr>
            <a:xfrm>
              <a:off x="8094478" y="36625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t4022"/>
            <p:cNvSpPr/>
            <p:nvPr/>
          </p:nvSpPr>
          <p:spPr>
            <a:xfrm>
              <a:off x="8039931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t4023"/>
            <p:cNvSpPr/>
            <p:nvPr/>
          </p:nvSpPr>
          <p:spPr>
            <a:xfrm>
              <a:off x="836721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t4024"/>
            <p:cNvSpPr/>
            <p:nvPr/>
          </p:nvSpPr>
          <p:spPr>
            <a:xfrm>
              <a:off x="8203572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t4025"/>
            <p:cNvSpPr/>
            <p:nvPr/>
          </p:nvSpPr>
          <p:spPr>
            <a:xfrm>
              <a:off x="776719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t4026"/>
            <p:cNvSpPr/>
            <p:nvPr/>
          </p:nvSpPr>
          <p:spPr>
            <a:xfrm>
              <a:off x="8312666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t4027"/>
            <p:cNvSpPr/>
            <p:nvPr/>
          </p:nvSpPr>
          <p:spPr>
            <a:xfrm>
              <a:off x="8530854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t4028"/>
            <p:cNvSpPr/>
            <p:nvPr/>
          </p:nvSpPr>
          <p:spPr>
            <a:xfrm>
              <a:off x="869449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t4029"/>
            <p:cNvSpPr/>
            <p:nvPr/>
          </p:nvSpPr>
          <p:spPr>
            <a:xfrm>
              <a:off x="858540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t4030"/>
            <p:cNvSpPr/>
            <p:nvPr/>
          </p:nvSpPr>
          <p:spPr>
            <a:xfrm>
              <a:off x="8312666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t4031"/>
            <p:cNvSpPr/>
            <p:nvPr/>
          </p:nvSpPr>
          <p:spPr>
            <a:xfrm>
              <a:off x="8203572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t4032"/>
            <p:cNvSpPr/>
            <p:nvPr/>
          </p:nvSpPr>
          <p:spPr>
            <a:xfrm>
              <a:off x="8530854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t4033"/>
            <p:cNvSpPr/>
            <p:nvPr/>
          </p:nvSpPr>
          <p:spPr>
            <a:xfrm>
              <a:off x="7930836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t4034"/>
            <p:cNvSpPr/>
            <p:nvPr/>
          </p:nvSpPr>
          <p:spPr>
            <a:xfrm>
              <a:off x="8094478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t4035"/>
            <p:cNvSpPr/>
            <p:nvPr/>
          </p:nvSpPr>
          <p:spPr>
            <a:xfrm>
              <a:off x="8094478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t4036"/>
            <p:cNvSpPr/>
            <p:nvPr/>
          </p:nvSpPr>
          <p:spPr>
            <a:xfrm>
              <a:off x="825811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t4037"/>
            <p:cNvSpPr/>
            <p:nvPr/>
          </p:nvSpPr>
          <p:spPr>
            <a:xfrm>
              <a:off x="798538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t4038"/>
            <p:cNvSpPr/>
            <p:nvPr/>
          </p:nvSpPr>
          <p:spPr>
            <a:xfrm>
              <a:off x="836721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t4039"/>
            <p:cNvSpPr/>
            <p:nvPr/>
          </p:nvSpPr>
          <p:spPr>
            <a:xfrm>
              <a:off x="847630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t4040"/>
            <p:cNvSpPr/>
            <p:nvPr/>
          </p:nvSpPr>
          <p:spPr>
            <a:xfrm>
              <a:off x="798538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t4041"/>
            <p:cNvSpPr/>
            <p:nvPr/>
          </p:nvSpPr>
          <p:spPr>
            <a:xfrm>
              <a:off x="8258119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t4042"/>
            <p:cNvSpPr/>
            <p:nvPr/>
          </p:nvSpPr>
          <p:spPr>
            <a:xfrm>
              <a:off x="853085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t4043"/>
            <p:cNvSpPr/>
            <p:nvPr/>
          </p:nvSpPr>
          <p:spPr>
            <a:xfrm>
              <a:off x="7821742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t4044"/>
            <p:cNvSpPr/>
            <p:nvPr/>
          </p:nvSpPr>
          <p:spPr>
            <a:xfrm>
              <a:off x="7821742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t4045"/>
            <p:cNvSpPr/>
            <p:nvPr/>
          </p:nvSpPr>
          <p:spPr>
            <a:xfrm>
              <a:off x="814902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t4046"/>
            <p:cNvSpPr/>
            <p:nvPr/>
          </p:nvSpPr>
          <p:spPr>
            <a:xfrm>
              <a:off x="760355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t4047"/>
            <p:cNvSpPr/>
            <p:nvPr/>
          </p:nvSpPr>
          <p:spPr>
            <a:xfrm>
              <a:off x="8094478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t4048"/>
            <p:cNvSpPr/>
            <p:nvPr/>
          </p:nvSpPr>
          <p:spPr>
            <a:xfrm>
              <a:off x="836721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t4049"/>
            <p:cNvSpPr/>
            <p:nvPr/>
          </p:nvSpPr>
          <p:spPr>
            <a:xfrm>
              <a:off x="8203572" y="31992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t4050"/>
            <p:cNvSpPr/>
            <p:nvPr/>
          </p:nvSpPr>
          <p:spPr>
            <a:xfrm>
              <a:off x="7549007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t4051"/>
            <p:cNvSpPr/>
            <p:nvPr/>
          </p:nvSpPr>
          <p:spPr>
            <a:xfrm>
              <a:off x="803993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t4052"/>
            <p:cNvSpPr/>
            <p:nvPr/>
          </p:nvSpPr>
          <p:spPr>
            <a:xfrm>
              <a:off x="776719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t4053"/>
            <p:cNvSpPr/>
            <p:nvPr/>
          </p:nvSpPr>
          <p:spPr>
            <a:xfrm>
              <a:off x="7439913" y="4186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t4054"/>
            <p:cNvSpPr/>
            <p:nvPr/>
          </p:nvSpPr>
          <p:spPr>
            <a:xfrm>
              <a:off x="76035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t4055"/>
            <p:cNvSpPr/>
            <p:nvPr/>
          </p:nvSpPr>
          <p:spPr>
            <a:xfrm>
              <a:off x="782174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t4056"/>
            <p:cNvSpPr/>
            <p:nvPr/>
          </p:nvSpPr>
          <p:spPr>
            <a:xfrm>
              <a:off x="8639948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t4057"/>
            <p:cNvSpPr/>
            <p:nvPr/>
          </p:nvSpPr>
          <p:spPr>
            <a:xfrm>
              <a:off x="760355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t4058"/>
            <p:cNvSpPr/>
            <p:nvPr/>
          </p:nvSpPr>
          <p:spPr>
            <a:xfrm>
              <a:off x="7876289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t4059"/>
            <p:cNvSpPr/>
            <p:nvPr/>
          </p:nvSpPr>
          <p:spPr>
            <a:xfrm>
              <a:off x="760355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t4060"/>
            <p:cNvSpPr/>
            <p:nvPr/>
          </p:nvSpPr>
          <p:spPr>
            <a:xfrm>
              <a:off x="8258119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t4061"/>
            <p:cNvSpPr/>
            <p:nvPr/>
          </p:nvSpPr>
          <p:spPr>
            <a:xfrm>
              <a:off x="814902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t4062"/>
            <p:cNvSpPr/>
            <p:nvPr/>
          </p:nvSpPr>
          <p:spPr>
            <a:xfrm>
              <a:off x="825811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t4063"/>
            <p:cNvSpPr/>
            <p:nvPr/>
          </p:nvSpPr>
          <p:spPr>
            <a:xfrm>
              <a:off x="793083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t4064"/>
            <p:cNvSpPr/>
            <p:nvPr/>
          </p:nvSpPr>
          <p:spPr>
            <a:xfrm>
              <a:off x="798538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t4065"/>
            <p:cNvSpPr/>
            <p:nvPr/>
          </p:nvSpPr>
          <p:spPr>
            <a:xfrm>
              <a:off x="798538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t4066"/>
            <p:cNvSpPr/>
            <p:nvPr/>
          </p:nvSpPr>
          <p:spPr>
            <a:xfrm>
              <a:off x="7876289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t4067"/>
            <p:cNvSpPr/>
            <p:nvPr/>
          </p:nvSpPr>
          <p:spPr>
            <a:xfrm>
              <a:off x="8367213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t4068"/>
            <p:cNvSpPr/>
            <p:nvPr/>
          </p:nvSpPr>
          <p:spPr>
            <a:xfrm>
              <a:off x="814902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t4069"/>
            <p:cNvSpPr/>
            <p:nvPr/>
          </p:nvSpPr>
          <p:spPr>
            <a:xfrm>
              <a:off x="798538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t4070"/>
            <p:cNvSpPr/>
            <p:nvPr/>
          </p:nvSpPr>
          <p:spPr>
            <a:xfrm>
              <a:off x="8094478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t4071"/>
            <p:cNvSpPr/>
            <p:nvPr/>
          </p:nvSpPr>
          <p:spPr>
            <a:xfrm>
              <a:off x="8203572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t4072"/>
            <p:cNvSpPr/>
            <p:nvPr/>
          </p:nvSpPr>
          <p:spPr>
            <a:xfrm>
              <a:off x="8421760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t4073"/>
            <p:cNvSpPr/>
            <p:nvPr/>
          </p:nvSpPr>
          <p:spPr>
            <a:xfrm>
              <a:off x="836721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t4074"/>
            <p:cNvSpPr/>
            <p:nvPr/>
          </p:nvSpPr>
          <p:spPr>
            <a:xfrm>
              <a:off x="825811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t4075"/>
            <p:cNvSpPr/>
            <p:nvPr/>
          </p:nvSpPr>
          <p:spPr>
            <a:xfrm>
              <a:off x="7930836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t4076"/>
            <p:cNvSpPr/>
            <p:nvPr/>
          </p:nvSpPr>
          <p:spPr>
            <a:xfrm>
              <a:off x="8094478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t4077"/>
            <p:cNvSpPr/>
            <p:nvPr/>
          </p:nvSpPr>
          <p:spPr>
            <a:xfrm>
              <a:off x="798538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t4078"/>
            <p:cNvSpPr/>
            <p:nvPr/>
          </p:nvSpPr>
          <p:spPr>
            <a:xfrm>
              <a:off x="793083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t4079"/>
            <p:cNvSpPr/>
            <p:nvPr/>
          </p:nvSpPr>
          <p:spPr>
            <a:xfrm>
              <a:off x="7930836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t4080"/>
            <p:cNvSpPr/>
            <p:nvPr/>
          </p:nvSpPr>
          <p:spPr>
            <a:xfrm>
              <a:off x="836721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t4081"/>
            <p:cNvSpPr/>
            <p:nvPr/>
          </p:nvSpPr>
          <p:spPr>
            <a:xfrm>
              <a:off x="85308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t4082"/>
            <p:cNvSpPr/>
            <p:nvPr/>
          </p:nvSpPr>
          <p:spPr>
            <a:xfrm>
              <a:off x="836721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t4083"/>
            <p:cNvSpPr/>
            <p:nvPr/>
          </p:nvSpPr>
          <p:spPr>
            <a:xfrm>
              <a:off x="820357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t4084"/>
            <p:cNvSpPr/>
            <p:nvPr/>
          </p:nvSpPr>
          <p:spPr>
            <a:xfrm>
              <a:off x="8203572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t4085"/>
            <p:cNvSpPr/>
            <p:nvPr/>
          </p:nvSpPr>
          <p:spPr>
            <a:xfrm>
              <a:off x="80944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t4086"/>
            <p:cNvSpPr/>
            <p:nvPr/>
          </p:nvSpPr>
          <p:spPr>
            <a:xfrm>
              <a:off x="8094478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t4087"/>
            <p:cNvSpPr/>
            <p:nvPr/>
          </p:nvSpPr>
          <p:spPr>
            <a:xfrm>
              <a:off x="803993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t4088"/>
            <p:cNvSpPr/>
            <p:nvPr/>
          </p:nvSpPr>
          <p:spPr>
            <a:xfrm>
              <a:off x="798538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t4089"/>
            <p:cNvSpPr/>
            <p:nvPr/>
          </p:nvSpPr>
          <p:spPr>
            <a:xfrm>
              <a:off x="7930836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t4090"/>
            <p:cNvSpPr/>
            <p:nvPr/>
          </p:nvSpPr>
          <p:spPr>
            <a:xfrm>
              <a:off x="8203572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t4091"/>
            <p:cNvSpPr/>
            <p:nvPr/>
          </p:nvSpPr>
          <p:spPr>
            <a:xfrm>
              <a:off x="8476307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t4092"/>
            <p:cNvSpPr/>
            <p:nvPr/>
          </p:nvSpPr>
          <p:spPr>
            <a:xfrm>
              <a:off x="8258119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t4093"/>
            <p:cNvSpPr/>
            <p:nvPr/>
          </p:nvSpPr>
          <p:spPr>
            <a:xfrm>
              <a:off x="8203572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t4094"/>
            <p:cNvSpPr/>
            <p:nvPr/>
          </p:nvSpPr>
          <p:spPr>
            <a:xfrm>
              <a:off x="8094478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t4095"/>
            <p:cNvSpPr/>
            <p:nvPr/>
          </p:nvSpPr>
          <p:spPr>
            <a:xfrm>
              <a:off x="814902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t4096"/>
            <p:cNvSpPr/>
            <p:nvPr/>
          </p:nvSpPr>
          <p:spPr>
            <a:xfrm>
              <a:off x="8421760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t4097"/>
            <p:cNvSpPr/>
            <p:nvPr/>
          </p:nvSpPr>
          <p:spPr>
            <a:xfrm>
              <a:off x="8203572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t4098"/>
            <p:cNvSpPr/>
            <p:nvPr/>
          </p:nvSpPr>
          <p:spPr>
            <a:xfrm>
              <a:off x="8312666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t4099"/>
            <p:cNvSpPr/>
            <p:nvPr/>
          </p:nvSpPr>
          <p:spPr>
            <a:xfrm>
              <a:off x="8203572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t4100"/>
            <p:cNvSpPr/>
            <p:nvPr/>
          </p:nvSpPr>
          <p:spPr>
            <a:xfrm>
              <a:off x="8094478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t4101"/>
            <p:cNvSpPr/>
            <p:nvPr/>
          </p:nvSpPr>
          <p:spPr>
            <a:xfrm>
              <a:off x="831266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t4102"/>
            <p:cNvSpPr/>
            <p:nvPr/>
          </p:nvSpPr>
          <p:spPr>
            <a:xfrm>
              <a:off x="8203572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t4103"/>
            <p:cNvSpPr/>
            <p:nvPr/>
          </p:nvSpPr>
          <p:spPr>
            <a:xfrm>
              <a:off x="8421760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t4104"/>
            <p:cNvSpPr/>
            <p:nvPr/>
          </p:nvSpPr>
          <p:spPr>
            <a:xfrm>
              <a:off x="842176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t4105"/>
            <p:cNvSpPr/>
            <p:nvPr/>
          </p:nvSpPr>
          <p:spPr>
            <a:xfrm>
              <a:off x="803993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t4106"/>
            <p:cNvSpPr/>
            <p:nvPr/>
          </p:nvSpPr>
          <p:spPr>
            <a:xfrm>
              <a:off x="814902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t4107"/>
            <p:cNvSpPr/>
            <p:nvPr/>
          </p:nvSpPr>
          <p:spPr>
            <a:xfrm>
              <a:off x="7930836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t4108"/>
            <p:cNvSpPr/>
            <p:nvPr/>
          </p:nvSpPr>
          <p:spPr>
            <a:xfrm>
              <a:off x="798538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t4109"/>
            <p:cNvSpPr/>
            <p:nvPr/>
          </p:nvSpPr>
          <p:spPr>
            <a:xfrm>
              <a:off x="798538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t4110"/>
            <p:cNvSpPr/>
            <p:nvPr/>
          </p:nvSpPr>
          <p:spPr>
            <a:xfrm>
              <a:off x="853085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t4111"/>
            <p:cNvSpPr/>
            <p:nvPr/>
          </p:nvSpPr>
          <p:spPr>
            <a:xfrm>
              <a:off x="825811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t4112"/>
            <p:cNvSpPr/>
            <p:nvPr/>
          </p:nvSpPr>
          <p:spPr>
            <a:xfrm>
              <a:off x="836721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t4113"/>
            <p:cNvSpPr/>
            <p:nvPr/>
          </p:nvSpPr>
          <p:spPr>
            <a:xfrm>
              <a:off x="8149025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t4114"/>
            <p:cNvSpPr/>
            <p:nvPr/>
          </p:nvSpPr>
          <p:spPr>
            <a:xfrm>
              <a:off x="836721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t4115"/>
            <p:cNvSpPr/>
            <p:nvPr/>
          </p:nvSpPr>
          <p:spPr>
            <a:xfrm>
              <a:off x="7876289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t4116"/>
            <p:cNvSpPr/>
            <p:nvPr/>
          </p:nvSpPr>
          <p:spPr>
            <a:xfrm>
              <a:off x="776719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t4117"/>
            <p:cNvSpPr/>
            <p:nvPr/>
          </p:nvSpPr>
          <p:spPr>
            <a:xfrm>
              <a:off x="776719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t4118"/>
            <p:cNvSpPr/>
            <p:nvPr/>
          </p:nvSpPr>
          <p:spPr>
            <a:xfrm>
              <a:off x="803993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t4119"/>
            <p:cNvSpPr/>
            <p:nvPr/>
          </p:nvSpPr>
          <p:spPr>
            <a:xfrm>
              <a:off x="8149025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t4120"/>
            <p:cNvSpPr/>
            <p:nvPr/>
          </p:nvSpPr>
          <p:spPr>
            <a:xfrm>
              <a:off x="8094478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t4121"/>
            <p:cNvSpPr/>
            <p:nvPr/>
          </p:nvSpPr>
          <p:spPr>
            <a:xfrm>
              <a:off x="798538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t4122"/>
            <p:cNvSpPr/>
            <p:nvPr/>
          </p:nvSpPr>
          <p:spPr>
            <a:xfrm>
              <a:off x="8039931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t4123"/>
            <p:cNvSpPr/>
            <p:nvPr/>
          </p:nvSpPr>
          <p:spPr>
            <a:xfrm>
              <a:off x="809447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t4124"/>
            <p:cNvSpPr/>
            <p:nvPr/>
          </p:nvSpPr>
          <p:spPr>
            <a:xfrm>
              <a:off x="7985384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t4125"/>
            <p:cNvSpPr/>
            <p:nvPr/>
          </p:nvSpPr>
          <p:spPr>
            <a:xfrm>
              <a:off x="803993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t4126"/>
            <p:cNvSpPr/>
            <p:nvPr/>
          </p:nvSpPr>
          <p:spPr>
            <a:xfrm>
              <a:off x="7821742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t4127"/>
            <p:cNvSpPr/>
            <p:nvPr/>
          </p:nvSpPr>
          <p:spPr>
            <a:xfrm>
              <a:off x="8094478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t4128"/>
            <p:cNvSpPr/>
            <p:nvPr/>
          </p:nvSpPr>
          <p:spPr>
            <a:xfrm>
              <a:off x="8312666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t4129"/>
            <p:cNvSpPr/>
            <p:nvPr/>
          </p:nvSpPr>
          <p:spPr>
            <a:xfrm>
              <a:off x="820357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t4130"/>
            <p:cNvSpPr/>
            <p:nvPr/>
          </p:nvSpPr>
          <p:spPr>
            <a:xfrm>
              <a:off x="8094478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t4131"/>
            <p:cNvSpPr/>
            <p:nvPr/>
          </p:nvSpPr>
          <p:spPr>
            <a:xfrm>
              <a:off x="8094478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t4132"/>
            <p:cNvSpPr/>
            <p:nvPr/>
          </p:nvSpPr>
          <p:spPr>
            <a:xfrm>
              <a:off x="809447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t4133"/>
            <p:cNvSpPr/>
            <p:nvPr/>
          </p:nvSpPr>
          <p:spPr>
            <a:xfrm>
              <a:off x="803993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t4134"/>
            <p:cNvSpPr/>
            <p:nvPr/>
          </p:nvSpPr>
          <p:spPr>
            <a:xfrm>
              <a:off x="798538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t4135"/>
            <p:cNvSpPr/>
            <p:nvPr/>
          </p:nvSpPr>
          <p:spPr>
            <a:xfrm>
              <a:off x="8094478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t4136"/>
            <p:cNvSpPr/>
            <p:nvPr/>
          </p:nvSpPr>
          <p:spPr>
            <a:xfrm>
              <a:off x="8367213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t4137"/>
            <p:cNvSpPr/>
            <p:nvPr/>
          </p:nvSpPr>
          <p:spPr>
            <a:xfrm>
              <a:off x="8094478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t4138"/>
            <p:cNvSpPr/>
            <p:nvPr/>
          </p:nvSpPr>
          <p:spPr>
            <a:xfrm>
              <a:off x="803993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t4139"/>
            <p:cNvSpPr/>
            <p:nvPr/>
          </p:nvSpPr>
          <p:spPr>
            <a:xfrm>
              <a:off x="798538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t4140"/>
            <p:cNvSpPr/>
            <p:nvPr/>
          </p:nvSpPr>
          <p:spPr>
            <a:xfrm>
              <a:off x="803993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t4141"/>
            <p:cNvSpPr/>
            <p:nvPr/>
          </p:nvSpPr>
          <p:spPr>
            <a:xfrm>
              <a:off x="809447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t4142"/>
            <p:cNvSpPr/>
            <p:nvPr/>
          </p:nvSpPr>
          <p:spPr>
            <a:xfrm>
              <a:off x="8203572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t4143"/>
            <p:cNvSpPr/>
            <p:nvPr/>
          </p:nvSpPr>
          <p:spPr>
            <a:xfrm>
              <a:off x="820357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t4144"/>
            <p:cNvSpPr/>
            <p:nvPr/>
          </p:nvSpPr>
          <p:spPr>
            <a:xfrm>
              <a:off x="825811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t4145"/>
            <p:cNvSpPr/>
            <p:nvPr/>
          </p:nvSpPr>
          <p:spPr>
            <a:xfrm>
              <a:off x="8258119" y="31138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t4146"/>
            <p:cNvSpPr/>
            <p:nvPr/>
          </p:nvSpPr>
          <p:spPr>
            <a:xfrm>
              <a:off x="809447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t4147"/>
            <p:cNvSpPr/>
            <p:nvPr/>
          </p:nvSpPr>
          <p:spPr>
            <a:xfrm>
              <a:off x="814902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t4148"/>
            <p:cNvSpPr/>
            <p:nvPr/>
          </p:nvSpPr>
          <p:spPr>
            <a:xfrm>
              <a:off x="820357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t4149"/>
            <p:cNvSpPr/>
            <p:nvPr/>
          </p:nvSpPr>
          <p:spPr>
            <a:xfrm>
              <a:off x="820357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t4150"/>
            <p:cNvSpPr/>
            <p:nvPr/>
          </p:nvSpPr>
          <p:spPr>
            <a:xfrm>
              <a:off x="858540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t4151"/>
            <p:cNvSpPr/>
            <p:nvPr/>
          </p:nvSpPr>
          <p:spPr>
            <a:xfrm>
              <a:off x="825811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t4152"/>
            <p:cNvSpPr/>
            <p:nvPr/>
          </p:nvSpPr>
          <p:spPr>
            <a:xfrm>
              <a:off x="8094478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t4153"/>
            <p:cNvSpPr/>
            <p:nvPr/>
          </p:nvSpPr>
          <p:spPr>
            <a:xfrm>
              <a:off x="809447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t4154"/>
            <p:cNvSpPr/>
            <p:nvPr/>
          </p:nvSpPr>
          <p:spPr>
            <a:xfrm>
              <a:off x="85308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t4155"/>
            <p:cNvSpPr/>
            <p:nvPr/>
          </p:nvSpPr>
          <p:spPr>
            <a:xfrm>
              <a:off x="8312666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t4156"/>
            <p:cNvSpPr/>
            <p:nvPr/>
          </p:nvSpPr>
          <p:spPr>
            <a:xfrm>
              <a:off x="8312666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t4157"/>
            <p:cNvSpPr/>
            <p:nvPr/>
          </p:nvSpPr>
          <p:spPr>
            <a:xfrm>
              <a:off x="7821742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t4158"/>
            <p:cNvSpPr/>
            <p:nvPr/>
          </p:nvSpPr>
          <p:spPr>
            <a:xfrm>
              <a:off x="8094478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t4159"/>
            <p:cNvSpPr/>
            <p:nvPr/>
          </p:nvSpPr>
          <p:spPr>
            <a:xfrm>
              <a:off x="8094478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t4160"/>
            <p:cNvSpPr/>
            <p:nvPr/>
          </p:nvSpPr>
          <p:spPr>
            <a:xfrm>
              <a:off x="803993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t4161"/>
            <p:cNvSpPr/>
            <p:nvPr/>
          </p:nvSpPr>
          <p:spPr>
            <a:xfrm>
              <a:off x="782174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t4162"/>
            <p:cNvSpPr/>
            <p:nvPr/>
          </p:nvSpPr>
          <p:spPr>
            <a:xfrm>
              <a:off x="7930836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t4163"/>
            <p:cNvSpPr/>
            <p:nvPr/>
          </p:nvSpPr>
          <p:spPr>
            <a:xfrm>
              <a:off x="798538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t4164"/>
            <p:cNvSpPr/>
            <p:nvPr/>
          </p:nvSpPr>
          <p:spPr>
            <a:xfrm>
              <a:off x="8094478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t4165"/>
            <p:cNvSpPr/>
            <p:nvPr/>
          </p:nvSpPr>
          <p:spPr>
            <a:xfrm>
              <a:off x="8367213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t4166"/>
            <p:cNvSpPr/>
            <p:nvPr/>
          </p:nvSpPr>
          <p:spPr>
            <a:xfrm>
              <a:off x="8312666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t4167"/>
            <p:cNvSpPr/>
            <p:nvPr/>
          </p:nvSpPr>
          <p:spPr>
            <a:xfrm>
              <a:off x="803993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t4168"/>
            <p:cNvSpPr/>
            <p:nvPr/>
          </p:nvSpPr>
          <p:spPr>
            <a:xfrm>
              <a:off x="820357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t4169"/>
            <p:cNvSpPr/>
            <p:nvPr/>
          </p:nvSpPr>
          <p:spPr>
            <a:xfrm>
              <a:off x="820357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t4170"/>
            <p:cNvSpPr/>
            <p:nvPr/>
          </p:nvSpPr>
          <p:spPr>
            <a:xfrm>
              <a:off x="7767195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t4171"/>
            <p:cNvSpPr/>
            <p:nvPr/>
          </p:nvSpPr>
          <p:spPr>
            <a:xfrm>
              <a:off x="760355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t4172"/>
            <p:cNvSpPr/>
            <p:nvPr/>
          </p:nvSpPr>
          <p:spPr>
            <a:xfrm>
              <a:off x="7767195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t4173"/>
            <p:cNvSpPr/>
            <p:nvPr/>
          </p:nvSpPr>
          <p:spPr>
            <a:xfrm>
              <a:off x="7876289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t4174"/>
            <p:cNvSpPr/>
            <p:nvPr/>
          </p:nvSpPr>
          <p:spPr>
            <a:xfrm>
              <a:off x="798538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t4175"/>
            <p:cNvSpPr/>
            <p:nvPr/>
          </p:nvSpPr>
          <p:spPr>
            <a:xfrm>
              <a:off x="803993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t4176"/>
            <p:cNvSpPr/>
            <p:nvPr/>
          </p:nvSpPr>
          <p:spPr>
            <a:xfrm>
              <a:off x="7985384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t4177"/>
            <p:cNvSpPr/>
            <p:nvPr/>
          </p:nvSpPr>
          <p:spPr>
            <a:xfrm>
              <a:off x="7930836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t4178"/>
            <p:cNvSpPr/>
            <p:nvPr/>
          </p:nvSpPr>
          <p:spPr>
            <a:xfrm>
              <a:off x="7876289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t4179"/>
            <p:cNvSpPr/>
            <p:nvPr/>
          </p:nvSpPr>
          <p:spPr>
            <a:xfrm>
              <a:off x="7712648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t4180"/>
            <p:cNvSpPr/>
            <p:nvPr/>
          </p:nvSpPr>
          <p:spPr>
            <a:xfrm>
              <a:off x="787628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t4181"/>
            <p:cNvSpPr/>
            <p:nvPr/>
          </p:nvSpPr>
          <p:spPr>
            <a:xfrm>
              <a:off x="803993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t4182"/>
            <p:cNvSpPr/>
            <p:nvPr/>
          </p:nvSpPr>
          <p:spPr>
            <a:xfrm>
              <a:off x="7821742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t4183"/>
            <p:cNvSpPr/>
            <p:nvPr/>
          </p:nvSpPr>
          <p:spPr>
            <a:xfrm>
              <a:off x="7876289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t4184"/>
            <p:cNvSpPr/>
            <p:nvPr/>
          </p:nvSpPr>
          <p:spPr>
            <a:xfrm>
              <a:off x="7876289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t4185"/>
            <p:cNvSpPr/>
            <p:nvPr/>
          </p:nvSpPr>
          <p:spPr>
            <a:xfrm>
              <a:off x="7876289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t4186"/>
            <p:cNvSpPr/>
            <p:nvPr/>
          </p:nvSpPr>
          <p:spPr>
            <a:xfrm>
              <a:off x="7876289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t4187"/>
            <p:cNvSpPr/>
            <p:nvPr/>
          </p:nvSpPr>
          <p:spPr>
            <a:xfrm>
              <a:off x="7876289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t4188"/>
            <p:cNvSpPr/>
            <p:nvPr/>
          </p:nvSpPr>
          <p:spPr>
            <a:xfrm>
              <a:off x="7876289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t4189"/>
            <p:cNvSpPr/>
            <p:nvPr/>
          </p:nvSpPr>
          <p:spPr>
            <a:xfrm>
              <a:off x="8039931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t4190"/>
            <p:cNvSpPr/>
            <p:nvPr/>
          </p:nvSpPr>
          <p:spPr>
            <a:xfrm>
              <a:off x="7985384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t4191"/>
            <p:cNvSpPr/>
            <p:nvPr/>
          </p:nvSpPr>
          <p:spPr>
            <a:xfrm>
              <a:off x="7985384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t4192"/>
            <p:cNvSpPr/>
            <p:nvPr/>
          </p:nvSpPr>
          <p:spPr>
            <a:xfrm>
              <a:off x="793083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t4193"/>
            <p:cNvSpPr/>
            <p:nvPr/>
          </p:nvSpPr>
          <p:spPr>
            <a:xfrm>
              <a:off x="825811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t4194"/>
            <p:cNvSpPr/>
            <p:nvPr/>
          </p:nvSpPr>
          <p:spPr>
            <a:xfrm>
              <a:off x="814902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t4195"/>
            <p:cNvSpPr/>
            <p:nvPr/>
          </p:nvSpPr>
          <p:spPr>
            <a:xfrm>
              <a:off x="814902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6" name="pt4196"/>
            <p:cNvSpPr/>
            <p:nvPr/>
          </p:nvSpPr>
          <p:spPr>
            <a:xfrm>
              <a:off x="8258119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7" name="pt4197"/>
            <p:cNvSpPr/>
            <p:nvPr/>
          </p:nvSpPr>
          <p:spPr>
            <a:xfrm>
              <a:off x="8749042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pt4198"/>
            <p:cNvSpPr/>
            <p:nvPr/>
          </p:nvSpPr>
          <p:spPr>
            <a:xfrm>
              <a:off x="8312666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9" name="pt4199"/>
            <p:cNvSpPr/>
            <p:nvPr/>
          </p:nvSpPr>
          <p:spPr>
            <a:xfrm>
              <a:off x="825811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0" name="pt4200"/>
            <p:cNvSpPr/>
            <p:nvPr/>
          </p:nvSpPr>
          <p:spPr>
            <a:xfrm>
              <a:off x="803993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pt4201"/>
            <p:cNvSpPr/>
            <p:nvPr/>
          </p:nvSpPr>
          <p:spPr>
            <a:xfrm>
              <a:off x="803993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2" name="pt4202"/>
            <p:cNvSpPr/>
            <p:nvPr/>
          </p:nvSpPr>
          <p:spPr>
            <a:xfrm>
              <a:off x="793083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3" name="pt4203"/>
            <p:cNvSpPr/>
            <p:nvPr/>
          </p:nvSpPr>
          <p:spPr>
            <a:xfrm>
              <a:off x="8039931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pt4204"/>
            <p:cNvSpPr/>
            <p:nvPr/>
          </p:nvSpPr>
          <p:spPr>
            <a:xfrm>
              <a:off x="8203572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5" name="pt4205"/>
            <p:cNvSpPr/>
            <p:nvPr/>
          </p:nvSpPr>
          <p:spPr>
            <a:xfrm>
              <a:off x="798538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6" name="pt4206"/>
            <p:cNvSpPr/>
            <p:nvPr/>
          </p:nvSpPr>
          <p:spPr>
            <a:xfrm>
              <a:off x="80944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pt4207"/>
            <p:cNvSpPr/>
            <p:nvPr/>
          </p:nvSpPr>
          <p:spPr>
            <a:xfrm>
              <a:off x="8203572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8" name="pt4208"/>
            <p:cNvSpPr/>
            <p:nvPr/>
          </p:nvSpPr>
          <p:spPr>
            <a:xfrm>
              <a:off x="814902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9" name="pt4209"/>
            <p:cNvSpPr/>
            <p:nvPr/>
          </p:nvSpPr>
          <p:spPr>
            <a:xfrm>
              <a:off x="831266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pt4210"/>
            <p:cNvSpPr/>
            <p:nvPr/>
          </p:nvSpPr>
          <p:spPr>
            <a:xfrm>
              <a:off x="8039931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t4211"/>
            <p:cNvSpPr/>
            <p:nvPr/>
          </p:nvSpPr>
          <p:spPr>
            <a:xfrm>
              <a:off x="8203572" y="3162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t4212"/>
            <p:cNvSpPr/>
            <p:nvPr/>
          </p:nvSpPr>
          <p:spPr>
            <a:xfrm>
              <a:off x="836721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t4213"/>
            <p:cNvSpPr/>
            <p:nvPr/>
          </p:nvSpPr>
          <p:spPr>
            <a:xfrm>
              <a:off x="842176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t4214"/>
            <p:cNvSpPr/>
            <p:nvPr/>
          </p:nvSpPr>
          <p:spPr>
            <a:xfrm>
              <a:off x="820357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t4215"/>
            <p:cNvSpPr/>
            <p:nvPr/>
          </p:nvSpPr>
          <p:spPr>
            <a:xfrm>
              <a:off x="793083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t4216"/>
            <p:cNvSpPr/>
            <p:nvPr/>
          </p:nvSpPr>
          <p:spPr>
            <a:xfrm>
              <a:off x="7985384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t4217"/>
            <p:cNvSpPr/>
            <p:nvPr/>
          </p:nvSpPr>
          <p:spPr>
            <a:xfrm>
              <a:off x="8312666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t4218"/>
            <p:cNvSpPr/>
            <p:nvPr/>
          </p:nvSpPr>
          <p:spPr>
            <a:xfrm>
              <a:off x="820357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t4219"/>
            <p:cNvSpPr/>
            <p:nvPr/>
          </p:nvSpPr>
          <p:spPr>
            <a:xfrm>
              <a:off x="7603554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t4220"/>
            <p:cNvSpPr/>
            <p:nvPr/>
          </p:nvSpPr>
          <p:spPr>
            <a:xfrm>
              <a:off x="754900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t4221"/>
            <p:cNvSpPr/>
            <p:nvPr/>
          </p:nvSpPr>
          <p:spPr>
            <a:xfrm>
              <a:off x="80944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t4222"/>
            <p:cNvSpPr/>
            <p:nvPr/>
          </p:nvSpPr>
          <p:spPr>
            <a:xfrm>
              <a:off x="8039931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t4223"/>
            <p:cNvSpPr/>
            <p:nvPr/>
          </p:nvSpPr>
          <p:spPr>
            <a:xfrm>
              <a:off x="814902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pt4224"/>
            <p:cNvSpPr/>
            <p:nvPr/>
          </p:nvSpPr>
          <p:spPr>
            <a:xfrm>
              <a:off x="803993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5" name="pt4225"/>
            <p:cNvSpPr/>
            <p:nvPr/>
          </p:nvSpPr>
          <p:spPr>
            <a:xfrm>
              <a:off x="858540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6" name="pt4226"/>
            <p:cNvSpPr/>
            <p:nvPr/>
          </p:nvSpPr>
          <p:spPr>
            <a:xfrm>
              <a:off x="814902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7" name="pt4227"/>
            <p:cNvSpPr/>
            <p:nvPr/>
          </p:nvSpPr>
          <p:spPr>
            <a:xfrm>
              <a:off x="793083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8" name="pt4228"/>
            <p:cNvSpPr/>
            <p:nvPr/>
          </p:nvSpPr>
          <p:spPr>
            <a:xfrm>
              <a:off x="7930836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9" name="pt4229"/>
            <p:cNvSpPr/>
            <p:nvPr/>
          </p:nvSpPr>
          <p:spPr>
            <a:xfrm>
              <a:off x="8094478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0" name="pt4230"/>
            <p:cNvSpPr/>
            <p:nvPr/>
          </p:nvSpPr>
          <p:spPr>
            <a:xfrm>
              <a:off x="776719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t4231"/>
            <p:cNvSpPr/>
            <p:nvPr/>
          </p:nvSpPr>
          <p:spPr>
            <a:xfrm>
              <a:off x="7876289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pt4232"/>
            <p:cNvSpPr/>
            <p:nvPr/>
          </p:nvSpPr>
          <p:spPr>
            <a:xfrm>
              <a:off x="7985384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t4233"/>
            <p:cNvSpPr/>
            <p:nvPr/>
          </p:nvSpPr>
          <p:spPr>
            <a:xfrm>
              <a:off x="8039931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t4234"/>
            <p:cNvSpPr/>
            <p:nvPr/>
          </p:nvSpPr>
          <p:spPr>
            <a:xfrm>
              <a:off x="7712648" y="3674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t4235"/>
            <p:cNvSpPr/>
            <p:nvPr/>
          </p:nvSpPr>
          <p:spPr>
            <a:xfrm>
              <a:off x="798538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t4236"/>
            <p:cNvSpPr/>
            <p:nvPr/>
          </p:nvSpPr>
          <p:spPr>
            <a:xfrm>
              <a:off x="7876289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t4237"/>
            <p:cNvSpPr/>
            <p:nvPr/>
          </p:nvSpPr>
          <p:spPr>
            <a:xfrm>
              <a:off x="7876289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t4238"/>
            <p:cNvSpPr/>
            <p:nvPr/>
          </p:nvSpPr>
          <p:spPr>
            <a:xfrm>
              <a:off x="814902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t4239"/>
            <p:cNvSpPr/>
            <p:nvPr/>
          </p:nvSpPr>
          <p:spPr>
            <a:xfrm>
              <a:off x="809447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t4240"/>
            <p:cNvSpPr/>
            <p:nvPr/>
          </p:nvSpPr>
          <p:spPr>
            <a:xfrm>
              <a:off x="803993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t4241"/>
            <p:cNvSpPr/>
            <p:nvPr/>
          </p:nvSpPr>
          <p:spPr>
            <a:xfrm>
              <a:off x="814902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t4242"/>
            <p:cNvSpPr/>
            <p:nvPr/>
          </p:nvSpPr>
          <p:spPr>
            <a:xfrm>
              <a:off x="8421760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t4243"/>
            <p:cNvSpPr/>
            <p:nvPr/>
          </p:nvSpPr>
          <p:spPr>
            <a:xfrm>
              <a:off x="7930836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t4244"/>
            <p:cNvSpPr/>
            <p:nvPr/>
          </p:nvSpPr>
          <p:spPr>
            <a:xfrm>
              <a:off x="7821742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t4245"/>
            <p:cNvSpPr/>
            <p:nvPr/>
          </p:nvSpPr>
          <p:spPr>
            <a:xfrm>
              <a:off x="803993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t4246"/>
            <p:cNvSpPr/>
            <p:nvPr/>
          </p:nvSpPr>
          <p:spPr>
            <a:xfrm>
              <a:off x="7494460" y="41989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t4247"/>
            <p:cNvSpPr/>
            <p:nvPr/>
          </p:nvSpPr>
          <p:spPr>
            <a:xfrm>
              <a:off x="7549007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t4248"/>
            <p:cNvSpPr/>
            <p:nvPr/>
          </p:nvSpPr>
          <p:spPr>
            <a:xfrm>
              <a:off x="7549007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t4249"/>
            <p:cNvSpPr/>
            <p:nvPr/>
          </p:nvSpPr>
          <p:spPr>
            <a:xfrm>
              <a:off x="7549007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t4250"/>
            <p:cNvSpPr/>
            <p:nvPr/>
          </p:nvSpPr>
          <p:spPr>
            <a:xfrm>
              <a:off x="765810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t4251"/>
            <p:cNvSpPr/>
            <p:nvPr/>
          </p:nvSpPr>
          <p:spPr>
            <a:xfrm>
              <a:off x="7549007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2" name="pt4252"/>
            <p:cNvSpPr/>
            <p:nvPr/>
          </p:nvSpPr>
          <p:spPr>
            <a:xfrm>
              <a:off x="7603554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pt4253"/>
            <p:cNvSpPr/>
            <p:nvPr/>
          </p:nvSpPr>
          <p:spPr>
            <a:xfrm>
              <a:off x="7549007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4" name="pt4254"/>
            <p:cNvSpPr/>
            <p:nvPr/>
          </p:nvSpPr>
          <p:spPr>
            <a:xfrm>
              <a:off x="798538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5" name="pt4255"/>
            <p:cNvSpPr/>
            <p:nvPr/>
          </p:nvSpPr>
          <p:spPr>
            <a:xfrm>
              <a:off x="7876289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6" name="pt4256"/>
            <p:cNvSpPr/>
            <p:nvPr/>
          </p:nvSpPr>
          <p:spPr>
            <a:xfrm>
              <a:off x="8094478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7" name="pt4257"/>
            <p:cNvSpPr/>
            <p:nvPr/>
          </p:nvSpPr>
          <p:spPr>
            <a:xfrm>
              <a:off x="8258119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8" name="pt4258"/>
            <p:cNvSpPr/>
            <p:nvPr/>
          </p:nvSpPr>
          <p:spPr>
            <a:xfrm>
              <a:off x="8203572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9" name="pt4259"/>
            <p:cNvSpPr/>
            <p:nvPr/>
          </p:nvSpPr>
          <p:spPr>
            <a:xfrm>
              <a:off x="7603554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0" name="pt4260"/>
            <p:cNvSpPr/>
            <p:nvPr/>
          </p:nvSpPr>
          <p:spPr>
            <a:xfrm>
              <a:off x="7549007" y="3906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1" name="pt4261"/>
            <p:cNvSpPr/>
            <p:nvPr/>
          </p:nvSpPr>
          <p:spPr>
            <a:xfrm>
              <a:off x="7603554" y="3906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2" name="pt4262"/>
            <p:cNvSpPr/>
            <p:nvPr/>
          </p:nvSpPr>
          <p:spPr>
            <a:xfrm>
              <a:off x="7603554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3" name="pt4263"/>
            <p:cNvSpPr/>
            <p:nvPr/>
          </p:nvSpPr>
          <p:spPr>
            <a:xfrm>
              <a:off x="7603554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4" name="pt4264"/>
            <p:cNvSpPr/>
            <p:nvPr/>
          </p:nvSpPr>
          <p:spPr>
            <a:xfrm>
              <a:off x="7876289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5" name="pt4265"/>
            <p:cNvSpPr/>
            <p:nvPr/>
          </p:nvSpPr>
          <p:spPr>
            <a:xfrm>
              <a:off x="7876289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6" name="pt4266"/>
            <p:cNvSpPr/>
            <p:nvPr/>
          </p:nvSpPr>
          <p:spPr>
            <a:xfrm>
              <a:off x="798538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7" name="pt4267"/>
            <p:cNvSpPr/>
            <p:nvPr/>
          </p:nvSpPr>
          <p:spPr>
            <a:xfrm>
              <a:off x="7876289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t4268"/>
            <p:cNvSpPr/>
            <p:nvPr/>
          </p:nvSpPr>
          <p:spPr>
            <a:xfrm>
              <a:off x="7930836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t4269"/>
            <p:cNvSpPr/>
            <p:nvPr/>
          </p:nvSpPr>
          <p:spPr>
            <a:xfrm>
              <a:off x="8094478" y="3455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t4270"/>
            <p:cNvSpPr/>
            <p:nvPr/>
          </p:nvSpPr>
          <p:spPr>
            <a:xfrm>
              <a:off x="776719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t4271"/>
            <p:cNvSpPr/>
            <p:nvPr/>
          </p:nvSpPr>
          <p:spPr>
            <a:xfrm>
              <a:off x="7930836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t4272"/>
            <p:cNvSpPr/>
            <p:nvPr/>
          </p:nvSpPr>
          <p:spPr>
            <a:xfrm>
              <a:off x="7930836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t4273"/>
            <p:cNvSpPr/>
            <p:nvPr/>
          </p:nvSpPr>
          <p:spPr>
            <a:xfrm>
              <a:off x="7876289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t4274"/>
            <p:cNvSpPr/>
            <p:nvPr/>
          </p:nvSpPr>
          <p:spPr>
            <a:xfrm>
              <a:off x="782174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t4275"/>
            <p:cNvSpPr/>
            <p:nvPr/>
          </p:nvSpPr>
          <p:spPr>
            <a:xfrm>
              <a:off x="8094478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t4276"/>
            <p:cNvSpPr/>
            <p:nvPr/>
          </p:nvSpPr>
          <p:spPr>
            <a:xfrm>
              <a:off x="7712648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t4277"/>
            <p:cNvSpPr/>
            <p:nvPr/>
          </p:nvSpPr>
          <p:spPr>
            <a:xfrm>
              <a:off x="787628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t4278"/>
            <p:cNvSpPr/>
            <p:nvPr/>
          </p:nvSpPr>
          <p:spPr>
            <a:xfrm>
              <a:off x="7876289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t4279"/>
            <p:cNvSpPr/>
            <p:nvPr/>
          </p:nvSpPr>
          <p:spPr>
            <a:xfrm>
              <a:off x="793083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t4280"/>
            <p:cNvSpPr/>
            <p:nvPr/>
          </p:nvSpPr>
          <p:spPr>
            <a:xfrm>
              <a:off x="8258119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t4281"/>
            <p:cNvSpPr/>
            <p:nvPr/>
          </p:nvSpPr>
          <p:spPr>
            <a:xfrm>
              <a:off x="7767195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t4282"/>
            <p:cNvSpPr/>
            <p:nvPr/>
          </p:nvSpPr>
          <p:spPr>
            <a:xfrm>
              <a:off x="787628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t4283"/>
            <p:cNvSpPr/>
            <p:nvPr/>
          </p:nvSpPr>
          <p:spPr>
            <a:xfrm>
              <a:off x="803993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t4284"/>
            <p:cNvSpPr/>
            <p:nvPr/>
          </p:nvSpPr>
          <p:spPr>
            <a:xfrm>
              <a:off x="8312666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t4285"/>
            <p:cNvSpPr/>
            <p:nvPr/>
          </p:nvSpPr>
          <p:spPr>
            <a:xfrm>
              <a:off x="8585401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t4286"/>
            <p:cNvSpPr/>
            <p:nvPr/>
          </p:nvSpPr>
          <p:spPr>
            <a:xfrm>
              <a:off x="85308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t4287"/>
            <p:cNvSpPr/>
            <p:nvPr/>
          </p:nvSpPr>
          <p:spPr>
            <a:xfrm>
              <a:off x="8203572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t4288"/>
            <p:cNvSpPr/>
            <p:nvPr/>
          </p:nvSpPr>
          <p:spPr>
            <a:xfrm>
              <a:off x="809447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t4289"/>
            <p:cNvSpPr/>
            <p:nvPr/>
          </p:nvSpPr>
          <p:spPr>
            <a:xfrm>
              <a:off x="847630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t4290"/>
            <p:cNvSpPr/>
            <p:nvPr/>
          </p:nvSpPr>
          <p:spPr>
            <a:xfrm>
              <a:off x="842176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t4291"/>
            <p:cNvSpPr/>
            <p:nvPr/>
          </p:nvSpPr>
          <p:spPr>
            <a:xfrm>
              <a:off x="78762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t4292"/>
            <p:cNvSpPr/>
            <p:nvPr/>
          </p:nvSpPr>
          <p:spPr>
            <a:xfrm>
              <a:off x="803993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t4293"/>
            <p:cNvSpPr/>
            <p:nvPr/>
          </p:nvSpPr>
          <p:spPr>
            <a:xfrm>
              <a:off x="8258119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t4294"/>
            <p:cNvSpPr/>
            <p:nvPr/>
          </p:nvSpPr>
          <p:spPr>
            <a:xfrm>
              <a:off x="8094478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t4295"/>
            <p:cNvSpPr/>
            <p:nvPr/>
          </p:nvSpPr>
          <p:spPr>
            <a:xfrm>
              <a:off x="847630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t4296"/>
            <p:cNvSpPr/>
            <p:nvPr/>
          </p:nvSpPr>
          <p:spPr>
            <a:xfrm>
              <a:off x="7712648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t4297"/>
            <p:cNvSpPr/>
            <p:nvPr/>
          </p:nvSpPr>
          <p:spPr>
            <a:xfrm>
              <a:off x="793083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t4298"/>
            <p:cNvSpPr/>
            <p:nvPr/>
          </p:nvSpPr>
          <p:spPr>
            <a:xfrm>
              <a:off x="798538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t4299"/>
            <p:cNvSpPr/>
            <p:nvPr/>
          </p:nvSpPr>
          <p:spPr>
            <a:xfrm>
              <a:off x="7658101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t4300"/>
            <p:cNvSpPr/>
            <p:nvPr/>
          </p:nvSpPr>
          <p:spPr>
            <a:xfrm>
              <a:off x="760355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t4301"/>
            <p:cNvSpPr/>
            <p:nvPr/>
          </p:nvSpPr>
          <p:spPr>
            <a:xfrm>
              <a:off x="803993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t4302"/>
            <p:cNvSpPr/>
            <p:nvPr/>
          </p:nvSpPr>
          <p:spPr>
            <a:xfrm>
              <a:off x="8094478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t4303"/>
            <p:cNvSpPr/>
            <p:nvPr/>
          </p:nvSpPr>
          <p:spPr>
            <a:xfrm>
              <a:off x="814902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t4304"/>
            <p:cNvSpPr/>
            <p:nvPr/>
          </p:nvSpPr>
          <p:spPr>
            <a:xfrm>
              <a:off x="809447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t4305"/>
            <p:cNvSpPr/>
            <p:nvPr/>
          </p:nvSpPr>
          <p:spPr>
            <a:xfrm>
              <a:off x="8258119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t4306"/>
            <p:cNvSpPr/>
            <p:nvPr/>
          </p:nvSpPr>
          <p:spPr>
            <a:xfrm>
              <a:off x="798538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t4307"/>
            <p:cNvSpPr/>
            <p:nvPr/>
          </p:nvSpPr>
          <p:spPr>
            <a:xfrm>
              <a:off x="814902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t4308"/>
            <p:cNvSpPr/>
            <p:nvPr/>
          </p:nvSpPr>
          <p:spPr>
            <a:xfrm>
              <a:off x="814902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t4309"/>
            <p:cNvSpPr/>
            <p:nvPr/>
          </p:nvSpPr>
          <p:spPr>
            <a:xfrm>
              <a:off x="798538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t4310"/>
            <p:cNvSpPr/>
            <p:nvPr/>
          </p:nvSpPr>
          <p:spPr>
            <a:xfrm>
              <a:off x="7930836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t4311"/>
            <p:cNvSpPr/>
            <p:nvPr/>
          </p:nvSpPr>
          <p:spPr>
            <a:xfrm>
              <a:off x="814902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t4312"/>
            <p:cNvSpPr/>
            <p:nvPr/>
          </p:nvSpPr>
          <p:spPr>
            <a:xfrm>
              <a:off x="814902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t4313"/>
            <p:cNvSpPr/>
            <p:nvPr/>
          </p:nvSpPr>
          <p:spPr>
            <a:xfrm>
              <a:off x="8094478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t4314"/>
            <p:cNvSpPr/>
            <p:nvPr/>
          </p:nvSpPr>
          <p:spPr>
            <a:xfrm>
              <a:off x="8094478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t4315"/>
            <p:cNvSpPr/>
            <p:nvPr/>
          </p:nvSpPr>
          <p:spPr>
            <a:xfrm>
              <a:off x="7603554" y="4089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t4316"/>
            <p:cNvSpPr/>
            <p:nvPr/>
          </p:nvSpPr>
          <p:spPr>
            <a:xfrm>
              <a:off x="7549007" y="40526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t4317"/>
            <p:cNvSpPr/>
            <p:nvPr/>
          </p:nvSpPr>
          <p:spPr>
            <a:xfrm>
              <a:off x="7821742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t4318"/>
            <p:cNvSpPr/>
            <p:nvPr/>
          </p:nvSpPr>
          <p:spPr>
            <a:xfrm>
              <a:off x="7821742" y="40526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t4319"/>
            <p:cNvSpPr/>
            <p:nvPr/>
          </p:nvSpPr>
          <p:spPr>
            <a:xfrm>
              <a:off x="7821742" y="41136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t4320"/>
            <p:cNvSpPr/>
            <p:nvPr/>
          </p:nvSpPr>
          <p:spPr>
            <a:xfrm>
              <a:off x="7549007" y="4016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t4321"/>
            <p:cNvSpPr/>
            <p:nvPr/>
          </p:nvSpPr>
          <p:spPr>
            <a:xfrm>
              <a:off x="8039931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t4322"/>
            <p:cNvSpPr/>
            <p:nvPr/>
          </p:nvSpPr>
          <p:spPr>
            <a:xfrm>
              <a:off x="8039931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t4323"/>
            <p:cNvSpPr/>
            <p:nvPr/>
          </p:nvSpPr>
          <p:spPr>
            <a:xfrm>
              <a:off x="831266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t4324"/>
            <p:cNvSpPr/>
            <p:nvPr/>
          </p:nvSpPr>
          <p:spPr>
            <a:xfrm>
              <a:off x="7821742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t4325"/>
            <p:cNvSpPr/>
            <p:nvPr/>
          </p:nvSpPr>
          <p:spPr>
            <a:xfrm>
              <a:off x="8312666" y="31260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t4326"/>
            <p:cNvSpPr/>
            <p:nvPr/>
          </p:nvSpPr>
          <p:spPr>
            <a:xfrm>
              <a:off x="8203572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t4327"/>
            <p:cNvSpPr/>
            <p:nvPr/>
          </p:nvSpPr>
          <p:spPr>
            <a:xfrm>
              <a:off x="8094478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t4328"/>
            <p:cNvSpPr/>
            <p:nvPr/>
          </p:nvSpPr>
          <p:spPr>
            <a:xfrm>
              <a:off x="814902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t4329"/>
            <p:cNvSpPr/>
            <p:nvPr/>
          </p:nvSpPr>
          <p:spPr>
            <a:xfrm>
              <a:off x="7821742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t4330"/>
            <p:cNvSpPr/>
            <p:nvPr/>
          </p:nvSpPr>
          <p:spPr>
            <a:xfrm>
              <a:off x="7821742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t4331"/>
            <p:cNvSpPr/>
            <p:nvPr/>
          </p:nvSpPr>
          <p:spPr>
            <a:xfrm>
              <a:off x="814902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t4332"/>
            <p:cNvSpPr/>
            <p:nvPr/>
          </p:nvSpPr>
          <p:spPr>
            <a:xfrm>
              <a:off x="798538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t4333"/>
            <p:cNvSpPr/>
            <p:nvPr/>
          </p:nvSpPr>
          <p:spPr>
            <a:xfrm>
              <a:off x="7494460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t4334"/>
            <p:cNvSpPr/>
            <p:nvPr/>
          </p:nvSpPr>
          <p:spPr>
            <a:xfrm>
              <a:off x="7439913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t4335"/>
            <p:cNvSpPr/>
            <p:nvPr/>
          </p:nvSpPr>
          <p:spPr>
            <a:xfrm>
              <a:off x="765810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t4336"/>
            <p:cNvSpPr/>
            <p:nvPr/>
          </p:nvSpPr>
          <p:spPr>
            <a:xfrm>
              <a:off x="7712648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t4337"/>
            <p:cNvSpPr/>
            <p:nvPr/>
          </p:nvSpPr>
          <p:spPr>
            <a:xfrm>
              <a:off x="798538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t4338"/>
            <p:cNvSpPr/>
            <p:nvPr/>
          </p:nvSpPr>
          <p:spPr>
            <a:xfrm>
              <a:off x="814902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t4339"/>
            <p:cNvSpPr/>
            <p:nvPr/>
          </p:nvSpPr>
          <p:spPr>
            <a:xfrm>
              <a:off x="7821742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t4340"/>
            <p:cNvSpPr/>
            <p:nvPr/>
          </p:nvSpPr>
          <p:spPr>
            <a:xfrm>
              <a:off x="7821742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t4341"/>
            <p:cNvSpPr/>
            <p:nvPr/>
          </p:nvSpPr>
          <p:spPr>
            <a:xfrm>
              <a:off x="8312666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t4342"/>
            <p:cNvSpPr/>
            <p:nvPr/>
          </p:nvSpPr>
          <p:spPr>
            <a:xfrm>
              <a:off x="793083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t4343"/>
            <p:cNvSpPr/>
            <p:nvPr/>
          </p:nvSpPr>
          <p:spPr>
            <a:xfrm>
              <a:off x="798538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t4344"/>
            <p:cNvSpPr/>
            <p:nvPr/>
          </p:nvSpPr>
          <p:spPr>
            <a:xfrm>
              <a:off x="80944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t4345"/>
            <p:cNvSpPr/>
            <p:nvPr/>
          </p:nvSpPr>
          <p:spPr>
            <a:xfrm>
              <a:off x="814902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t4346"/>
            <p:cNvSpPr/>
            <p:nvPr/>
          </p:nvSpPr>
          <p:spPr>
            <a:xfrm>
              <a:off x="8149025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t4347"/>
            <p:cNvSpPr/>
            <p:nvPr/>
          </p:nvSpPr>
          <p:spPr>
            <a:xfrm>
              <a:off x="7821742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t4348"/>
            <p:cNvSpPr/>
            <p:nvPr/>
          </p:nvSpPr>
          <p:spPr>
            <a:xfrm>
              <a:off x="7876289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t4349"/>
            <p:cNvSpPr/>
            <p:nvPr/>
          </p:nvSpPr>
          <p:spPr>
            <a:xfrm>
              <a:off x="798538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t4350"/>
            <p:cNvSpPr/>
            <p:nvPr/>
          </p:nvSpPr>
          <p:spPr>
            <a:xfrm>
              <a:off x="7930836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t4351"/>
            <p:cNvSpPr/>
            <p:nvPr/>
          </p:nvSpPr>
          <p:spPr>
            <a:xfrm>
              <a:off x="798538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t4352"/>
            <p:cNvSpPr/>
            <p:nvPr/>
          </p:nvSpPr>
          <p:spPr>
            <a:xfrm>
              <a:off x="8094478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t4353"/>
            <p:cNvSpPr/>
            <p:nvPr/>
          </p:nvSpPr>
          <p:spPr>
            <a:xfrm>
              <a:off x="7985384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t4354"/>
            <p:cNvSpPr/>
            <p:nvPr/>
          </p:nvSpPr>
          <p:spPr>
            <a:xfrm>
              <a:off x="80944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t4355"/>
            <p:cNvSpPr/>
            <p:nvPr/>
          </p:nvSpPr>
          <p:spPr>
            <a:xfrm>
              <a:off x="7985384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t4356"/>
            <p:cNvSpPr/>
            <p:nvPr/>
          </p:nvSpPr>
          <p:spPr>
            <a:xfrm>
              <a:off x="8094478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t4357"/>
            <p:cNvSpPr/>
            <p:nvPr/>
          </p:nvSpPr>
          <p:spPr>
            <a:xfrm>
              <a:off x="787628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t4358"/>
            <p:cNvSpPr/>
            <p:nvPr/>
          </p:nvSpPr>
          <p:spPr>
            <a:xfrm>
              <a:off x="7876289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t4359"/>
            <p:cNvSpPr/>
            <p:nvPr/>
          </p:nvSpPr>
          <p:spPr>
            <a:xfrm>
              <a:off x="8203572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t4360"/>
            <p:cNvSpPr/>
            <p:nvPr/>
          </p:nvSpPr>
          <p:spPr>
            <a:xfrm>
              <a:off x="831266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t4361"/>
            <p:cNvSpPr/>
            <p:nvPr/>
          </p:nvSpPr>
          <p:spPr>
            <a:xfrm>
              <a:off x="8421760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t4362"/>
            <p:cNvSpPr/>
            <p:nvPr/>
          </p:nvSpPr>
          <p:spPr>
            <a:xfrm>
              <a:off x="853085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t4363"/>
            <p:cNvSpPr/>
            <p:nvPr/>
          </p:nvSpPr>
          <p:spPr>
            <a:xfrm>
              <a:off x="858540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t4364"/>
            <p:cNvSpPr/>
            <p:nvPr/>
          </p:nvSpPr>
          <p:spPr>
            <a:xfrm>
              <a:off x="793083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t4365"/>
            <p:cNvSpPr/>
            <p:nvPr/>
          </p:nvSpPr>
          <p:spPr>
            <a:xfrm>
              <a:off x="8421760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t4366"/>
            <p:cNvSpPr/>
            <p:nvPr/>
          </p:nvSpPr>
          <p:spPr>
            <a:xfrm>
              <a:off x="8258119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t4367"/>
            <p:cNvSpPr/>
            <p:nvPr/>
          </p:nvSpPr>
          <p:spPr>
            <a:xfrm>
              <a:off x="8476307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t4368"/>
            <p:cNvSpPr/>
            <p:nvPr/>
          </p:nvSpPr>
          <p:spPr>
            <a:xfrm>
              <a:off x="831266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t4369"/>
            <p:cNvSpPr/>
            <p:nvPr/>
          </p:nvSpPr>
          <p:spPr>
            <a:xfrm>
              <a:off x="8421760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t4370"/>
            <p:cNvSpPr/>
            <p:nvPr/>
          </p:nvSpPr>
          <p:spPr>
            <a:xfrm>
              <a:off x="8312666" y="3162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t4371"/>
            <p:cNvSpPr/>
            <p:nvPr/>
          </p:nvSpPr>
          <p:spPr>
            <a:xfrm>
              <a:off x="7549007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t4372"/>
            <p:cNvSpPr/>
            <p:nvPr/>
          </p:nvSpPr>
          <p:spPr>
            <a:xfrm>
              <a:off x="858540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t4373"/>
            <p:cNvSpPr/>
            <p:nvPr/>
          </p:nvSpPr>
          <p:spPr>
            <a:xfrm>
              <a:off x="798538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t4374"/>
            <p:cNvSpPr/>
            <p:nvPr/>
          </p:nvSpPr>
          <p:spPr>
            <a:xfrm>
              <a:off x="7876289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t4375"/>
            <p:cNvSpPr/>
            <p:nvPr/>
          </p:nvSpPr>
          <p:spPr>
            <a:xfrm>
              <a:off x="798538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t4376"/>
            <p:cNvSpPr/>
            <p:nvPr/>
          </p:nvSpPr>
          <p:spPr>
            <a:xfrm>
              <a:off x="7876289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t4377"/>
            <p:cNvSpPr/>
            <p:nvPr/>
          </p:nvSpPr>
          <p:spPr>
            <a:xfrm>
              <a:off x="814902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t4378"/>
            <p:cNvSpPr/>
            <p:nvPr/>
          </p:nvSpPr>
          <p:spPr>
            <a:xfrm>
              <a:off x="8094478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t4379"/>
            <p:cNvSpPr/>
            <p:nvPr/>
          </p:nvSpPr>
          <p:spPr>
            <a:xfrm>
              <a:off x="8312666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t4380"/>
            <p:cNvSpPr/>
            <p:nvPr/>
          </p:nvSpPr>
          <p:spPr>
            <a:xfrm>
              <a:off x="7985384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t4381"/>
            <p:cNvSpPr/>
            <p:nvPr/>
          </p:nvSpPr>
          <p:spPr>
            <a:xfrm>
              <a:off x="8258119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t4382"/>
            <p:cNvSpPr/>
            <p:nvPr/>
          </p:nvSpPr>
          <p:spPr>
            <a:xfrm>
              <a:off x="8258119" y="31992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t4383"/>
            <p:cNvSpPr/>
            <p:nvPr/>
          </p:nvSpPr>
          <p:spPr>
            <a:xfrm>
              <a:off x="836721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t4384"/>
            <p:cNvSpPr/>
            <p:nvPr/>
          </p:nvSpPr>
          <p:spPr>
            <a:xfrm>
              <a:off x="7767195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t4385"/>
            <p:cNvSpPr/>
            <p:nvPr/>
          </p:nvSpPr>
          <p:spPr>
            <a:xfrm>
              <a:off x="8094478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t4386"/>
            <p:cNvSpPr/>
            <p:nvPr/>
          </p:nvSpPr>
          <p:spPr>
            <a:xfrm>
              <a:off x="8421760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t4387"/>
            <p:cNvSpPr/>
            <p:nvPr/>
          </p:nvSpPr>
          <p:spPr>
            <a:xfrm>
              <a:off x="8094478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t4388"/>
            <p:cNvSpPr/>
            <p:nvPr/>
          </p:nvSpPr>
          <p:spPr>
            <a:xfrm>
              <a:off x="8203572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t4389"/>
            <p:cNvSpPr/>
            <p:nvPr/>
          </p:nvSpPr>
          <p:spPr>
            <a:xfrm>
              <a:off x="8203572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t4390"/>
            <p:cNvSpPr/>
            <p:nvPr/>
          </p:nvSpPr>
          <p:spPr>
            <a:xfrm>
              <a:off x="836721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t4391"/>
            <p:cNvSpPr/>
            <p:nvPr/>
          </p:nvSpPr>
          <p:spPr>
            <a:xfrm>
              <a:off x="8258119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t4392"/>
            <p:cNvSpPr/>
            <p:nvPr/>
          </p:nvSpPr>
          <p:spPr>
            <a:xfrm>
              <a:off x="831266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t4393"/>
            <p:cNvSpPr/>
            <p:nvPr/>
          </p:nvSpPr>
          <p:spPr>
            <a:xfrm>
              <a:off x="847630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t4394"/>
            <p:cNvSpPr/>
            <p:nvPr/>
          </p:nvSpPr>
          <p:spPr>
            <a:xfrm>
              <a:off x="793083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t4395"/>
            <p:cNvSpPr/>
            <p:nvPr/>
          </p:nvSpPr>
          <p:spPr>
            <a:xfrm>
              <a:off x="8312666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t4396"/>
            <p:cNvSpPr/>
            <p:nvPr/>
          </p:nvSpPr>
          <p:spPr>
            <a:xfrm>
              <a:off x="8258119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t4397"/>
            <p:cNvSpPr/>
            <p:nvPr/>
          </p:nvSpPr>
          <p:spPr>
            <a:xfrm>
              <a:off x="8094478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t4398"/>
            <p:cNvSpPr/>
            <p:nvPr/>
          </p:nvSpPr>
          <p:spPr>
            <a:xfrm>
              <a:off x="793083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t4399"/>
            <p:cNvSpPr/>
            <p:nvPr/>
          </p:nvSpPr>
          <p:spPr>
            <a:xfrm>
              <a:off x="842176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t4400"/>
            <p:cNvSpPr/>
            <p:nvPr/>
          </p:nvSpPr>
          <p:spPr>
            <a:xfrm>
              <a:off x="8094478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t4401"/>
            <p:cNvSpPr/>
            <p:nvPr/>
          </p:nvSpPr>
          <p:spPr>
            <a:xfrm>
              <a:off x="793083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t4402"/>
            <p:cNvSpPr/>
            <p:nvPr/>
          </p:nvSpPr>
          <p:spPr>
            <a:xfrm>
              <a:off x="7985384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t4403"/>
            <p:cNvSpPr/>
            <p:nvPr/>
          </p:nvSpPr>
          <p:spPr>
            <a:xfrm>
              <a:off x="7930836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t4404"/>
            <p:cNvSpPr/>
            <p:nvPr/>
          </p:nvSpPr>
          <p:spPr>
            <a:xfrm>
              <a:off x="8149025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t4405"/>
            <p:cNvSpPr/>
            <p:nvPr/>
          </p:nvSpPr>
          <p:spPr>
            <a:xfrm>
              <a:off x="814902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t4406"/>
            <p:cNvSpPr/>
            <p:nvPr/>
          </p:nvSpPr>
          <p:spPr>
            <a:xfrm>
              <a:off x="814902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t4407"/>
            <p:cNvSpPr/>
            <p:nvPr/>
          </p:nvSpPr>
          <p:spPr>
            <a:xfrm>
              <a:off x="814902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t4408"/>
            <p:cNvSpPr/>
            <p:nvPr/>
          </p:nvSpPr>
          <p:spPr>
            <a:xfrm>
              <a:off x="8312666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t4409"/>
            <p:cNvSpPr/>
            <p:nvPr/>
          </p:nvSpPr>
          <p:spPr>
            <a:xfrm>
              <a:off x="820357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t4410"/>
            <p:cNvSpPr/>
            <p:nvPr/>
          </p:nvSpPr>
          <p:spPr>
            <a:xfrm>
              <a:off x="85308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t4411"/>
            <p:cNvSpPr/>
            <p:nvPr/>
          </p:nvSpPr>
          <p:spPr>
            <a:xfrm>
              <a:off x="8585401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t4412"/>
            <p:cNvSpPr/>
            <p:nvPr/>
          </p:nvSpPr>
          <p:spPr>
            <a:xfrm>
              <a:off x="853085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t4413"/>
            <p:cNvSpPr/>
            <p:nvPr/>
          </p:nvSpPr>
          <p:spPr>
            <a:xfrm>
              <a:off x="8312666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t4414"/>
            <p:cNvSpPr/>
            <p:nvPr/>
          </p:nvSpPr>
          <p:spPr>
            <a:xfrm>
              <a:off x="8149025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t4415"/>
            <p:cNvSpPr/>
            <p:nvPr/>
          </p:nvSpPr>
          <p:spPr>
            <a:xfrm>
              <a:off x="8039931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t4416"/>
            <p:cNvSpPr/>
            <p:nvPr/>
          </p:nvSpPr>
          <p:spPr>
            <a:xfrm>
              <a:off x="842176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t4417"/>
            <p:cNvSpPr/>
            <p:nvPr/>
          </p:nvSpPr>
          <p:spPr>
            <a:xfrm>
              <a:off x="8367213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t4418"/>
            <p:cNvSpPr/>
            <p:nvPr/>
          </p:nvSpPr>
          <p:spPr>
            <a:xfrm>
              <a:off x="8258119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t4419"/>
            <p:cNvSpPr/>
            <p:nvPr/>
          </p:nvSpPr>
          <p:spPr>
            <a:xfrm>
              <a:off x="8094478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t4420"/>
            <p:cNvSpPr/>
            <p:nvPr/>
          </p:nvSpPr>
          <p:spPr>
            <a:xfrm>
              <a:off x="831266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t4421"/>
            <p:cNvSpPr/>
            <p:nvPr/>
          </p:nvSpPr>
          <p:spPr>
            <a:xfrm>
              <a:off x="847630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t4422"/>
            <p:cNvSpPr/>
            <p:nvPr/>
          </p:nvSpPr>
          <p:spPr>
            <a:xfrm>
              <a:off x="7930836" y="36625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t4423"/>
            <p:cNvSpPr/>
            <p:nvPr/>
          </p:nvSpPr>
          <p:spPr>
            <a:xfrm>
              <a:off x="8149025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t4424"/>
            <p:cNvSpPr/>
            <p:nvPr/>
          </p:nvSpPr>
          <p:spPr>
            <a:xfrm>
              <a:off x="7985384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t4425"/>
            <p:cNvSpPr/>
            <p:nvPr/>
          </p:nvSpPr>
          <p:spPr>
            <a:xfrm>
              <a:off x="803993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t4426"/>
            <p:cNvSpPr/>
            <p:nvPr/>
          </p:nvSpPr>
          <p:spPr>
            <a:xfrm>
              <a:off x="8258119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t4427"/>
            <p:cNvSpPr/>
            <p:nvPr/>
          </p:nvSpPr>
          <p:spPr>
            <a:xfrm>
              <a:off x="8258119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t4428"/>
            <p:cNvSpPr/>
            <p:nvPr/>
          </p:nvSpPr>
          <p:spPr>
            <a:xfrm>
              <a:off x="8421760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t4429"/>
            <p:cNvSpPr/>
            <p:nvPr/>
          </p:nvSpPr>
          <p:spPr>
            <a:xfrm>
              <a:off x="8094478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t4430"/>
            <p:cNvSpPr/>
            <p:nvPr/>
          </p:nvSpPr>
          <p:spPr>
            <a:xfrm>
              <a:off x="8530854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t4431"/>
            <p:cNvSpPr/>
            <p:nvPr/>
          </p:nvSpPr>
          <p:spPr>
            <a:xfrm>
              <a:off x="858540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t4432"/>
            <p:cNvSpPr/>
            <p:nvPr/>
          </p:nvSpPr>
          <p:spPr>
            <a:xfrm>
              <a:off x="8530854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t4433"/>
            <p:cNvSpPr/>
            <p:nvPr/>
          </p:nvSpPr>
          <p:spPr>
            <a:xfrm>
              <a:off x="765810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t4434"/>
            <p:cNvSpPr/>
            <p:nvPr/>
          </p:nvSpPr>
          <p:spPr>
            <a:xfrm>
              <a:off x="831266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t4435"/>
            <p:cNvSpPr/>
            <p:nvPr/>
          </p:nvSpPr>
          <p:spPr>
            <a:xfrm>
              <a:off x="8312666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t4436"/>
            <p:cNvSpPr/>
            <p:nvPr/>
          </p:nvSpPr>
          <p:spPr>
            <a:xfrm>
              <a:off x="8094478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t4437"/>
            <p:cNvSpPr/>
            <p:nvPr/>
          </p:nvSpPr>
          <p:spPr>
            <a:xfrm>
              <a:off x="8094478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t4438"/>
            <p:cNvSpPr/>
            <p:nvPr/>
          </p:nvSpPr>
          <p:spPr>
            <a:xfrm>
              <a:off x="7876289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t4439"/>
            <p:cNvSpPr/>
            <p:nvPr/>
          </p:nvSpPr>
          <p:spPr>
            <a:xfrm>
              <a:off x="78762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t4440"/>
            <p:cNvSpPr/>
            <p:nvPr/>
          </p:nvSpPr>
          <p:spPr>
            <a:xfrm>
              <a:off x="793083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t4441"/>
            <p:cNvSpPr/>
            <p:nvPr/>
          </p:nvSpPr>
          <p:spPr>
            <a:xfrm>
              <a:off x="8039931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t4442"/>
            <p:cNvSpPr/>
            <p:nvPr/>
          </p:nvSpPr>
          <p:spPr>
            <a:xfrm>
              <a:off x="803993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t4443"/>
            <p:cNvSpPr/>
            <p:nvPr/>
          </p:nvSpPr>
          <p:spPr>
            <a:xfrm>
              <a:off x="7985384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t4444"/>
            <p:cNvSpPr/>
            <p:nvPr/>
          </p:nvSpPr>
          <p:spPr>
            <a:xfrm>
              <a:off x="8094478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t4445"/>
            <p:cNvSpPr/>
            <p:nvPr/>
          </p:nvSpPr>
          <p:spPr>
            <a:xfrm>
              <a:off x="8039931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t4446"/>
            <p:cNvSpPr/>
            <p:nvPr/>
          </p:nvSpPr>
          <p:spPr>
            <a:xfrm>
              <a:off x="7494460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t4447"/>
            <p:cNvSpPr/>
            <p:nvPr/>
          </p:nvSpPr>
          <p:spPr>
            <a:xfrm>
              <a:off x="825811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t4448"/>
            <p:cNvSpPr/>
            <p:nvPr/>
          </p:nvSpPr>
          <p:spPr>
            <a:xfrm>
              <a:off x="8367213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t4449"/>
            <p:cNvSpPr/>
            <p:nvPr/>
          </p:nvSpPr>
          <p:spPr>
            <a:xfrm>
              <a:off x="847630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t4450"/>
            <p:cNvSpPr/>
            <p:nvPr/>
          </p:nvSpPr>
          <p:spPr>
            <a:xfrm>
              <a:off x="8530854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t4451"/>
            <p:cNvSpPr/>
            <p:nvPr/>
          </p:nvSpPr>
          <p:spPr>
            <a:xfrm>
              <a:off x="8530854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t4452"/>
            <p:cNvSpPr/>
            <p:nvPr/>
          </p:nvSpPr>
          <p:spPr>
            <a:xfrm>
              <a:off x="831266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pt4453"/>
            <p:cNvSpPr/>
            <p:nvPr/>
          </p:nvSpPr>
          <p:spPr>
            <a:xfrm>
              <a:off x="814902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4" name="pt4454"/>
            <p:cNvSpPr/>
            <p:nvPr/>
          </p:nvSpPr>
          <p:spPr>
            <a:xfrm>
              <a:off x="863994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5" name="pt4455"/>
            <p:cNvSpPr/>
            <p:nvPr/>
          </p:nvSpPr>
          <p:spPr>
            <a:xfrm>
              <a:off x="7930836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6" name="pt4456"/>
            <p:cNvSpPr/>
            <p:nvPr/>
          </p:nvSpPr>
          <p:spPr>
            <a:xfrm>
              <a:off x="7985384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pt4457"/>
            <p:cNvSpPr/>
            <p:nvPr/>
          </p:nvSpPr>
          <p:spPr>
            <a:xfrm>
              <a:off x="8094478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8" name="pt4458"/>
            <p:cNvSpPr/>
            <p:nvPr/>
          </p:nvSpPr>
          <p:spPr>
            <a:xfrm>
              <a:off x="798538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9" name="pt4459"/>
            <p:cNvSpPr/>
            <p:nvPr/>
          </p:nvSpPr>
          <p:spPr>
            <a:xfrm>
              <a:off x="798538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0" name="pt4460"/>
            <p:cNvSpPr/>
            <p:nvPr/>
          </p:nvSpPr>
          <p:spPr>
            <a:xfrm>
              <a:off x="798538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pt4461"/>
            <p:cNvSpPr/>
            <p:nvPr/>
          </p:nvSpPr>
          <p:spPr>
            <a:xfrm>
              <a:off x="803993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2" name="pt4462"/>
            <p:cNvSpPr/>
            <p:nvPr/>
          </p:nvSpPr>
          <p:spPr>
            <a:xfrm>
              <a:off x="798538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t4463"/>
            <p:cNvSpPr/>
            <p:nvPr/>
          </p:nvSpPr>
          <p:spPr>
            <a:xfrm>
              <a:off x="7712648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t4464"/>
            <p:cNvSpPr/>
            <p:nvPr/>
          </p:nvSpPr>
          <p:spPr>
            <a:xfrm>
              <a:off x="7876289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t4465"/>
            <p:cNvSpPr/>
            <p:nvPr/>
          </p:nvSpPr>
          <p:spPr>
            <a:xfrm>
              <a:off x="7603554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t4466"/>
            <p:cNvSpPr/>
            <p:nvPr/>
          </p:nvSpPr>
          <p:spPr>
            <a:xfrm>
              <a:off x="7821742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t4467"/>
            <p:cNvSpPr/>
            <p:nvPr/>
          </p:nvSpPr>
          <p:spPr>
            <a:xfrm>
              <a:off x="7876289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t4468"/>
            <p:cNvSpPr/>
            <p:nvPr/>
          </p:nvSpPr>
          <p:spPr>
            <a:xfrm>
              <a:off x="8094478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t4469"/>
            <p:cNvSpPr/>
            <p:nvPr/>
          </p:nvSpPr>
          <p:spPr>
            <a:xfrm>
              <a:off x="814902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t4470"/>
            <p:cNvSpPr/>
            <p:nvPr/>
          </p:nvSpPr>
          <p:spPr>
            <a:xfrm>
              <a:off x="8149025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t4471"/>
            <p:cNvSpPr/>
            <p:nvPr/>
          </p:nvSpPr>
          <p:spPr>
            <a:xfrm>
              <a:off x="8530854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t4472"/>
            <p:cNvSpPr/>
            <p:nvPr/>
          </p:nvSpPr>
          <p:spPr>
            <a:xfrm>
              <a:off x="8039931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t4473"/>
            <p:cNvSpPr/>
            <p:nvPr/>
          </p:nvSpPr>
          <p:spPr>
            <a:xfrm>
              <a:off x="8094478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t4474"/>
            <p:cNvSpPr/>
            <p:nvPr/>
          </p:nvSpPr>
          <p:spPr>
            <a:xfrm>
              <a:off x="80944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t4475"/>
            <p:cNvSpPr/>
            <p:nvPr/>
          </p:nvSpPr>
          <p:spPr>
            <a:xfrm>
              <a:off x="8312666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t4476"/>
            <p:cNvSpPr/>
            <p:nvPr/>
          </p:nvSpPr>
          <p:spPr>
            <a:xfrm>
              <a:off x="7876289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t4477"/>
            <p:cNvSpPr/>
            <p:nvPr/>
          </p:nvSpPr>
          <p:spPr>
            <a:xfrm>
              <a:off x="798538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t4478"/>
            <p:cNvSpPr/>
            <p:nvPr/>
          </p:nvSpPr>
          <p:spPr>
            <a:xfrm>
              <a:off x="8094478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t4479"/>
            <p:cNvSpPr/>
            <p:nvPr/>
          </p:nvSpPr>
          <p:spPr>
            <a:xfrm>
              <a:off x="8149025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0" name="pt4480"/>
            <p:cNvSpPr/>
            <p:nvPr/>
          </p:nvSpPr>
          <p:spPr>
            <a:xfrm>
              <a:off x="7876289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pt4481"/>
            <p:cNvSpPr/>
            <p:nvPr/>
          </p:nvSpPr>
          <p:spPr>
            <a:xfrm>
              <a:off x="8094478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2" name="pt4482"/>
            <p:cNvSpPr/>
            <p:nvPr/>
          </p:nvSpPr>
          <p:spPr>
            <a:xfrm>
              <a:off x="8203572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t4483"/>
            <p:cNvSpPr/>
            <p:nvPr/>
          </p:nvSpPr>
          <p:spPr>
            <a:xfrm>
              <a:off x="7876289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t4484"/>
            <p:cNvSpPr/>
            <p:nvPr/>
          </p:nvSpPr>
          <p:spPr>
            <a:xfrm>
              <a:off x="7930836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t4485"/>
            <p:cNvSpPr/>
            <p:nvPr/>
          </p:nvSpPr>
          <p:spPr>
            <a:xfrm>
              <a:off x="776719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t4486"/>
            <p:cNvSpPr/>
            <p:nvPr/>
          </p:nvSpPr>
          <p:spPr>
            <a:xfrm>
              <a:off x="8530854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t4487"/>
            <p:cNvSpPr/>
            <p:nvPr/>
          </p:nvSpPr>
          <p:spPr>
            <a:xfrm>
              <a:off x="8530854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t4488"/>
            <p:cNvSpPr/>
            <p:nvPr/>
          </p:nvSpPr>
          <p:spPr>
            <a:xfrm>
              <a:off x="8367213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t4489"/>
            <p:cNvSpPr/>
            <p:nvPr/>
          </p:nvSpPr>
          <p:spPr>
            <a:xfrm>
              <a:off x="8585401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t4490"/>
            <p:cNvSpPr/>
            <p:nvPr/>
          </p:nvSpPr>
          <p:spPr>
            <a:xfrm>
              <a:off x="8039931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t4491"/>
            <p:cNvSpPr/>
            <p:nvPr/>
          </p:nvSpPr>
          <p:spPr>
            <a:xfrm>
              <a:off x="7876289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t4492"/>
            <p:cNvSpPr/>
            <p:nvPr/>
          </p:nvSpPr>
          <p:spPr>
            <a:xfrm>
              <a:off x="8094478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t4493"/>
            <p:cNvSpPr/>
            <p:nvPr/>
          </p:nvSpPr>
          <p:spPr>
            <a:xfrm>
              <a:off x="809447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t4494"/>
            <p:cNvSpPr/>
            <p:nvPr/>
          </p:nvSpPr>
          <p:spPr>
            <a:xfrm>
              <a:off x="8203572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t4495"/>
            <p:cNvSpPr/>
            <p:nvPr/>
          </p:nvSpPr>
          <p:spPr>
            <a:xfrm>
              <a:off x="814902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t4496"/>
            <p:cNvSpPr/>
            <p:nvPr/>
          </p:nvSpPr>
          <p:spPr>
            <a:xfrm>
              <a:off x="8149025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t4497"/>
            <p:cNvSpPr/>
            <p:nvPr/>
          </p:nvSpPr>
          <p:spPr>
            <a:xfrm>
              <a:off x="798538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t4498"/>
            <p:cNvSpPr/>
            <p:nvPr/>
          </p:nvSpPr>
          <p:spPr>
            <a:xfrm>
              <a:off x="8094478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t4499"/>
            <p:cNvSpPr/>
            <p:nvPr/>
          </p:nvSpPr>
          <p:spPr>
            <a:xfrm>
              <a:off x="8094478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t4500"/>
            <p:cNvSpPr/>
            <p:nvPr/>
          </p:nvSpPr>
          <p:spPr>
            <a:xfrm>
              <a:off x="8203572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t4501"/>
            <p:cNvSpPr/>
            <p:nvPr/>
          </p:nvSpPr>
          <p:spPr>
            <a:xfrm>
              <a:off x="8312666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t4502"/>
            <p:cNvSpPr/>
            <p:nvPr/>
          </p:nvSpPr>
          <p:spPr>
            <a:xfrm>
              <a:off x="7985384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t4503"/>
            <p:cNvSpPr/>
            <p:nvPr/>
          </p:nvSpPr>
          <p:spPr>
            <a:xfrm>
              <a:off x="7985384" y="3784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t4504"/>
            <p:cNvSpPr/>
            <p:nvPr/>
          </p:nvSpPr>
          <p:spPr>
            <a:xfrm>
              <a:off x="7985384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t4505"/>
            <p:cNvSpPr/>
            <p:nvPr/>
          </p:nvSpPr>
          <p:spPr>
            <a:xfrm>
              <a:off x="8312666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t4506"/>
            <p:cNvSpPr/>
            <p:nvPr/>
          </p:nvSpPr>
          <p:spPr>
            <a:xfrm>
              <a:off x="8203572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t4507"/>
            <p:cNvSpPr/>
            <p:nvPr/>
          </p:nvSpPr>
          <p:spPr>
            <a:xfrm>
              <a:off x="8039931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t4508"/>
            <p:cNvSpPr/>
            <p:nvPr/>
          </p:nvSpPr>
          <p:spPr>
            <a:xfrm>
              <a:off x="7985384" y="3796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t4509"/>
            <p:cNvSpPr/>
            <p:nvPr/>
          </p:nvSpPr>
          <p:spPr>
            <a:xfrm>
              <a:off x="8203572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t4510"/>
            <p:cNvSpPr/>
            <p:nvPr/>
          </p:nvSpPr>
          <p:spPr>
            <a:xfrm>
              <a:off x="8203572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t4511"/>
            <p:cNvSpPr/>
            <p:nvPr/>
          </p:nvSpPr>
          <p:spPr>
            <a:xfrm>
              <a:off x="8203572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t4512"/>
            <p:cNvSpPr/>
            <p:nvPr/>
          </p:nvSpPr>
          <p:spPr>
            <a:xfrm>
              <a:off x="8149025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t4513"/>
            <p:cNvSpPr/>
            <p:nvPr/>
          </p:nvSpPr>
          <p:spPr>
            <a:xfrm>
              <a:off x="8421760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t4514"/>
            <p:cNvSpPr/>
            <p:nvPr/>
          </p:nvSpPr>
          <p:spPr>
            <a:xfrm>
              <a:off x="847630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t4515"/>
            <p:cNvSpPr/>
            <p:nvPr/>
          </p:nvSpPr>
          <p:spPr>
            <a:xfrm>
              <a:off x="8094478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t4516"/>
            <p:cNvSpPr/>
            <p:nvPr/>
          </p:nvSpPr>
          <p:spPr>
            <a:xfrm>
              <a:off x="798538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t4517"/>
            <p:cNvSpPr/>
            <p:nvPr/>
          </p:nvSpPr>
          <p:spPr>
            <a:xfrm>
              <a:off x="7658101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t4518"/>
            <p:cNvSpPr/>
            <p:nvPr/>
          </p:nvSpPr>
          <p:spPr>
            <a:xfrm>
              <a:off x="793083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t4519"/>
            <p:cNvSpPr/>
            <p:nvPr/>
          </p:nvSpPr>
          <p:spPr>
            <a:xfrm>
              <a:off x="793083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t4520"/>
            <p:cNvSpPr/>
            <p:nvPr/>
          </p:nvSpPr>
          <p:spPr>
            <a:xfrm>
              <a:off x="7876289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t4521"/>
            <p:cNvSpPr/>
            <p:nvPr/>
          </p:nvSpPr>
          <p:spPr>
            <a:xfrm>
              <a:off x="793083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t4522"/>
            <p:cNvSpPr/>
            <p:nvPr/>
          </p:nvSpPr>
          <p:spPr>
            <a:xfrm>
              <a:off x="8258119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t4523"/>
            <p:cNvSpPr/>
            <p:nvPr/>
          </p:nvSpPr>
          <p:spPr>
            <a:xfrm>
              <a:off x="8203572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t4524"/>
            <p:cNvSpPr/>
            <p:nvPr/>
          </p:nvSpPr>
          <p:spPr>
            <a:xfrm>
              <a:off x="7930836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t4525"/>
            <p:cNvSpPr/>
            <p:nvPr/>
          </p:nvSpPr>
          <p:spPr>
            <a:xfrm>
              <a:off x="7876289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t4526"/>
            <p:cNvSpPr/>
            <p:nvPr/>
          </p:nvSpPr>
          <p:spPr>
            <a:xfrm>
              <a:off x="782174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t4527"/>
            <p:cNvSpPr/>
            <p:nvPr/>
          </p:nvSpPr>
          <p:spPr>
            <a:xfrm>
              <a:off x="8312666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t4528"/>
            <p:cNvSpPr/>
            <p:nvPr/>
          </p:nvSpPr>
          <p:spPr>
            <a:xfrm>
              <a:off x="8421760" y="3455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t4529"/>
            <p:cNvSpPr/>
            <p:nvPr/>
          </p:nvSpPr>
          <p:spPr>
            <a:xfrm>
              <a:off x="8149025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t4530"/>
            <p:cNvSpPr/>
            <p:nvPr/>
          </p:nvSpPr>
          <p:spPr>
            <a:xfrm>
              <a:off x="776719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t4531"/>
            <p:cNvSpPr/>
            <p:nvPr/>
          </p:nvSpPr>
          <p:spPr>
            <a:xfrm>
              <a:off x="7712648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t4532"/>
            <p:cNvSpPr/>
            <p:nvPr/>
          </p:nvSpPr>
          <p:spPr>
            <a:xfrm>
              <a:off x="8094478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t4533"/>
            <p:cNvSpPr/>
            <p:nvPr/>
          </p:nvSpPr>
          <p:spPr>
            <a:xfrm>
              <a:off x="8203572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t4534"/>
            <p:cNvSpPr/>
            <p:nvPr/>
          </p:nvSpPr>
          <p:spPr>
            <a:xfrm>
              <a:off x="798538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t4535"/>
            <p:cNvSpPr/>
            <p:nvPr/>
          </p:nvSpPr>
          <p:spPr>
            <a:xfrm>
              <a:off x="809447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t4536"/>
            <p:cNvSpPr/>
            <p:nvPr/>
          </p:nvSpPr>
          <p:spPr>
            <a:xfrm>
              <a:off x="776719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t4537"/>
            <p:cNvSpPr/>
            <p:nvPr/>
          </p:nvSpPr>
          <p:spPr>
            <a:xfrm>
              <a:off x="814902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t4538"/>
            <p:cNvSpPr/>
            <p:nvPr/>
          </p:nvSpPr>
          <p:spPr>
            <a:xfrm>
              <a:off x="7985384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t4539"/>
            <p:cNvSpPr/>
            <p:nvPr/>
          </p:nvSpPr>
          <p:spPr>
            <a:xfrm>
              <a:off x="8203572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t4540"/>
            <p:cNvSpPr/>
            <p:nvPr/>
          </p:nvSpPr>
          <p:spPr>
            <a:xfrm>
              <a:off x="8039931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t4541"/>
            <p:cNvSpPr/>
            <p:nvPr/>
          </p:nvSpPr>
          <p:spPr>
            <a:xfrm>
              <a:off x="7876289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t4542"/>
            <p:cNvSpPr/>
            <p:nvPr/>
          </p:nvSpPr>
          <p:spPr>
            <a:xfrm>
              <a:off x="8149025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t4543"/>
            <p:cNvSpPr/>
            <p:nvPr/>
          </p:nvSpPr>
          <p:spPr>
            <a:xfrm>
              <a:off x="7876289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t4544"/>
            <p:cNvSpPr/>
            <p:nvPr/>
          </p:nvSpPr>
          <p:spPr>
            <a:xfrm>
              <a:off x="8039931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t4545"/>
            <p:cNvSpPr/>
            <p:nvPr/>
          </p:nvSpPr>
          <p:spPr>
            <a:xfrm>
              <a:off x="8258119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t4546"/>
            <p:cNvSpPr/>
            <p:nvPr/>
          </p:nvSpPr>
          <p:spPr>
            <a:xfrm>
              <a:off x="8039931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t4547"/>
            <p:cNvSpPr/>
            <p:nvPr/>
          </p:nvSpPr>
          <p:spPr>
            <a:xfrm>
              <a:off x="836721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t4548"/>
            <p:cNvSpPr/>
            <p:nvPr/>
          </p:nvSpPr>
          <p:spPr>
            <a:xfrm>
              <a:off x="8421760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t4549"/>
            <p:cNvSpPr/>
            <p:nvPr/>
          </p:nvSpPr>
          <p:spPr>
            <a:xfrm>
              <a:off x="8039931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t4550"/>
            <p:cNvSpPr/>
            <p:nvPr/>
          </p:nvSpPr>
          <p:spPr>
            <a:xfrm>
              <a:off x="7985384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t4551"/>
            <p:cNvSpPr/>
            <p:nvPr/>
          </p:nvSpPr>
          <p:spPr>
            <a:xfrm>
              <a:off x="814902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t4552"/>
            <p:cNvSpPr/>
            <p:nvPr/>
          </p:nvSpPr>
          <p:spPr>
            <a:xfrm>
              <a:off x="8258119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t4553"/>
            <p:cNvSpPr/>
            <p:nvPr/>
          </p:nvSpPr>
          <p:spPr>
            <a:xfrm>
              <a:off x="8421760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t4554"/>
            <p:cNvSpPr/>
            <p:nvPr/>
          </p:nvSpPr>
          <p:spPr>
            <a:xfrm>
              <a:off x="8258119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t4555"/>
            <p:cNvSpPr/>
            <p:nvPr/>
          </p:nvSpPr>
          <p:spPr>
            <a:xfrm>
              <a:off x="7876289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t4556"/>
            <p:cNvSpPr/>
            <p:nvPr/>
          </p:nvSpPr>
          <p:spPr>
            <a:xfrm>
              <a:off x="8149025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t4557"/>
            <p:cNvSpPr/>
            <p:nvPr/>
          </p:nvSpPr>
          <p:spPr>
            <a:xfrm>
              <a:off x="7985384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t4558"/>
            <p:cNvSpPr/>
            <p:nvPr/>
          </p:nvSpPr>
          <p:spPr>
            <a:xfrm>
              <a:off x="836721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t4559"/>
            <p:cNvSpPr/>
            <p:nvPr/>
          </p:nvSpPr>
          <p:spPr>
            <a:xfrm>
              <a:off x="8258119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t4560"/>
            <p:cNvSpPr/>
            <p:nvPr/>
          </p:nvSpPr>
          <p:spPr>
            <a:xfrm>
              <a:off x="803993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t4561"/>
            <p:cNvSpPr/>
            <p:nvPr/>
          </p:nvSpPr>
          <p:spPr>
            <a:xfrm>
              <a:off x="8312666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t4562"/>
            <p:cNvSpPr/>
            <p:nvPr/>
          </p:nvSpPr>
          <p:spPr>
            <a:xfrm>
              <a:off x="8530854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t4563"/>
            <p:cNvSpPr/>
            <p:nvPr/>
          </p:nvSpPr>
          <p:spPr>
            <a:xfrm>
              <a:off x="7876289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t4564"/>
            <p:cNvSpPr/>
            <p:nvPr/>
          </p:nvSpPr>
          <p:spPr>
            <a:xfrm>
              <a:off x="8094478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t4565"/>
            <p:cNvSpPr/>
            <p:nvPr/>
          </p:nvSpPr>
          <p:spPr>
            <a:xfrm>
              <a:off x="8258119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t4566"/>
            <p:cNvSpPr/>
            <p:nvPr/>
          </p:nvSpPr>
          <p:spPr>
            <a:xfrm>
              <a:off x="8039931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t4567"/>
            <p:cNvSpPr/>
            <p:nvPr/>
          </p:nvSpPr>
          <p:spPr>
            <a:xfrm>
              <a:off x="7930836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t4568"/>
            <p:cNvSpPr/>
            <p:nvPr/>
          </p:nvSpPr>
          <p:spPr>
            <a:xfrm>
              <a:off x="7985384" y="3638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t4569"/>
            <p:cNvSpPr/>
            <p:nvPr/>
          </p:nvSpPr>
          <p:spPr>
            <a:xfrm>
              <a:off x="8039931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t4570"/>
            <p:cNvSpPr/>
            <p:nvPr/>
          </p:nvSpPr>
          <p:spPr>
            <a:xfrm>
              <a:off x="7985384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t4571"/>
            <p:cNvSpPr/>
            <p:nvPr/>
          </p:nvSpPr>
          <p:spPr>
            <a:xfrm>
              <a:off x="7930836" y="3735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t4572"/>
            <p:cNvSpPr/>
            <p:nvPr/>
          </p:nvSpPr>
          <p:spPr>
            <a:xfrm>
              <a:off x="847630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t4573"/>
            <p:cNvSpPr/>
            <p:nvPr/>
          </p:nvSpPr>
          <p:spPr>
            <a:xfrm>
              <a:off x="7876289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t4574"/>
            <p:cNvSpPr/>
            <p:nvPr/>
          </p:nvSpPr>
          <p:spPr>
            <a:xfrm>
              <a:off x="7985384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t4575"/>
            <p:cNvSpPr/>
            <p:nvPr/>
          </p:nvSpPr>
          <p:spPr>
            <a:xfrm>
              <a:off x="7985384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t4576"/>
            <p:cNvSpPr/>
            <p:nvPr/>
          </p:nvSpPr>
          <p:spPr>
            <a:xfrm>
              <a:off x="8039931" y="41624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t4577"/>
            <p:cNvSpPr/>
            <p:nvPr/>
          </p:nvSpPr>
          <p:spPr>
            <a:xfrm>
              <a:off x="7821742" y="4089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t4578"/>
            <p:cNvSpPr/>
            <p:nvPr/>
          </p:nvSpPr>
          <p:spPr>
            <a:xfrm>
              <a:off x="7930836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t4579"/>
            <p:cNvSpPr/>
            <p:nvPr/>
          </p:nvSpPr>
          <p:spPr>
            <a:xfrm>
              <a:off x="7930836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t4580"/>
            <p:cNvSpPr/>
            <p:nvPr/>
          </p:nvSpPr>
          <p:spPr>
            <a:xfrm>
              <a:off x="7767195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t4581"/>
            <p:cNvSpPr/>
            <p:nvPr/>
          </p:nvSpPr>
          <p:spPr>
            <a:xfrm>
              <a:off x="8094478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t4582"/>
            <p:cNvSpPr/>
            <p:nvPr/>
          </p:nvSpPr>
          <p:spPr>
            <a:xfrm>
              <a:off x="8094478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t4583"/>
            <p:cNvSpPr/>
            <p:nvPr/>
          </p:nvSpPr>
          <p:spPr>
            <a:xfrm>
              <a:off x="7930836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t4584"/>
            <p:cNvSpPr/>
            <p:nvPr/>
          </p:nvSpPr>
          <p:spPr>
            <a:xfrm>
              <a:off x="7549007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t4585"/>
            <p:cNvSpPr/>
            <p:nvPr/>
          </p:nvSpPr>
          <p:spPr>
            <a:xfrm>
              <a:off x="8312666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t4586"/>
            <p:cNvSpPr/>
            <p:nvPr/>
          </p:nvSpPr>
          <p:spPr>
            <a:xfrm>
              <a:off x="814902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t4587"/>
            <p:cNvSpPr/>
            <p:nvPr/>
          </p:nvSpPr>
          <p:spPr>
            <a:xfrm>
              <a:off x="7658101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t4588"/>
            <p:cNvSpPr/>
            <p:nvPr/>
          </p:nvSpPr>
          <p:spPr>
            <a:xfrm>
              <a:off x="8039931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t4589"/>
            <p:cNvSpPr/>
            <p:nvPr/>
          </p:nvSpPr>
          <p:spPr>
            <a:xfrm>
              <a:off x="7658101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t4590"/>
            <p:cNvSpPr/>
            <p:nvPr/>
          </p:nvSpPr>
          <p:spPr>
            <a:xfrm>
              <a:off x="803993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t4591"/>
            <p:cNvSpPr/>
            <p:nvPr/>
          </p:nvSpPr>
          <p:spPr>
            <a:xfrm>
              <a:off x="8312666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t4592"/>
            <p:cNvSpPr/>
            <p:nvPr/>
          </p:nvSpPr>
          <p:spPr>
            <a:xfrm>
              <a:off x="8258119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t4593"/>
            <p:cNvSpPr/>
            <p:nvPr/>
          </p:nvSpPr>
          <p:spPr>
            <a:xfrm>
              <a:off x="8312666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t4594"/>
            <p:cNvSpPr/>
            <p:nvPr/>
          </p:nvSpPr>
          <p:spPr>
            <a:xfrm>
              <a:off x="7876289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t4595"/>
            <p:cNvSpPr/>
            <p:nvPr/>
          </p:nvSpPr>
          <p:spPr>
            <a:xfrm>
              <a:off x="7767195" y="40770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t4596"/>
            <p:cNvSpPr/>
            <p:nvPr/>
          </p:nvSpPr>
          <p:spPr>
            <a:xfrm>
              <a:off x="8258119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t4597"/>
            <p:cNvSpPr/>
            <p:nvPr/>
          </p:nvSpPr>
          <p:spPr>
            <a:xfrm>
              <a:off x="8421760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t4598"/>
            <p:cNvSpPr/>
            <p:nvPr/>
          </p:nvSpPr>
          <p:spPr>
            <a:xfrm>
              <a:off x="8203572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t4599"/>
            <p:cNvSpPr/>
            <p:nvPr/>
          </p:nvSpPr>
          <p:spPr>
            <a:xfrm>
              <a:off x="8039931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t4600"/>
            <p:cNvSpPr/>
            <p:nvPr/>
          </p:nvSpPr>
          <p:spPr>
            <a:xfrm>
              <a:off x="8367213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t4601"/>
            <p:cNvSpPr/>
            <p:nvPr/>
          </p:nvSpPr>
          <p:spPr>
            <a:xfrm>
              <a:off x="8203572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t4602"/>
            <p:cNvSpPr/>
            <p:nvPr/>
          </p:nvSpPr>
          <p:spPr>
            <a:xfrm>
              <a:off x="776719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t4603"/>
            <p:cNvSpPr/>
            <p:nvPr/>
          </p:nvSpPr>
          <p:spPr>
            <a:xfrm>
              <a:off x="8421760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t4604"/>
            <p:cNvSpPr/>
            <p:nvPr/>
          </p:nvSpPr>
          <p:spPr>
            <a:xfrm>
              <a:off x="8094478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t4605"/>
            <p:cNvSpPr/>
            <p:nvPr/>
          </p:nvSpPr>
          <p:spPr>
            <a:xfrm>
              <a:off x="825811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t4606"/>
            <p:cNvSpPr/>
            <p:nvPr/>
          </p:nvSpPr>
          <p:spPr>
            <a:xfrm>
              <a:off x="8476307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t4607"/>
            <p:cNvSpPr/>
            <p:nvPr/>
          </p:nvSpPr>
          <p:spPr>
            <a:xfrm>
              <a:off x="8039931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t4608"/>
            <p:cNvSpPr/>
            <p:nvPr/>
          </p:nvSpPr>
          <p:spPr>
            <a:xfrm>
              <a:off x="7767195" y="3735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t4609"/>
            <p:cNvSpPr/>
            <p:nvPr/>
          </p:nvSpPr>
          <p:spPr>
            <a:xfrm>
              <a:off x="7876289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t4610"/>
            <p:cNvSpPr/>
            <p:nvPr/>
          </p:nvSpPr>
          <p:spPr>
            <a:xfrm>
              <a:off x="8039931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t4611"/>
            <p:cNvSpPr/>
            <p:nvPr/>
          </p:nvSpPr>
          <p:spPr>
            <a:xfrm>
              <a:off x="8476307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t4612"/>
            <p:cNvSpPr/>
            <p:nvPr/>
          </p:nvSpPr>
          <p:spPr>
            <a:xfrm>
              <a:off x="7821742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t4613"/>
            <p:cNvSpPr/>
            <p:nvPr/>
          </p:nvSpPr>
          <p:spPr>
            <a:xfrm>
              <a:off x="7658101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t4614"/>
            <p:cNvSpPr/>
            <p:nvPr/>
          </p:nvSpPr>
          <p:spPr>
            <a:xfrm>
              <a:off x="7876289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t4615"/>
            <p:cNvSpPr/>
            <p:nvPr/>
          </p:nvSpPr>
          <p:spPr>
            <a:xfrm>
              <a:off x="836721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t4616"/>
            <p:cNvSpPr/>
            <p:nvPr/>
          </p:nvSpPr>
          <p:spPr>
            <a:xfrm>
              <a:off x="7712648" y="38210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t4617"/>
            <p:cNvSpPr/>
            <p:nvPr/>
          </p:nvSpPr>
          <p:spPr>
            <a:xfrm>
              <a:off x="8094478" y="3857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t4618"/>
            <p:cNvSpPr/>
            <p:nvPr/>
          </p:nvSpPr>
          <p:spPr>
            <a:xfrm>
              <a:off x="8530854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t4619"/>
            <p:cNvSpPr/>
            <p:nvPr/>
          </p:nvSpPr>
          <p:spPr>
            <a:xfrm>
              <a:off x="7439913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t4620"/>
            <p:cNvSpPr/>
            <p:nvPr/>
          </p:nvSpPr>
          <p:spPr>
            <a:xfrm>
              <a:off x="7876289" y="40648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t4621"/>
            <p:cNvSpPr/>
            <p:nvPr/>
          </p:nvSpPr>
          <p:spPr>
            <a:xfrm>
              <a:off x="8258119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t4622"/>
            <p:cNvSpPr/>
            <p:nvPr/>
          </p:nvSpPr>
          <p:spPr>
            <a:xfrm>
              <a:off x="8203572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t4623"/>
            <p:cNvSpPr/>
            <p:nvPr/>
          </p:nvSpPr>
          <p:spPr>
            <a:xfrm>
              <a:off x="7712648" y="3747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t4624"/>
            <p:cNvSpPr/>
            <p:nvPr/>
          </p:nvSpPr>
          <p:spPr>
            <a:xfrm>
              <a:off x="8094478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t4625"/>
            <p:cNvSpPr/>
            <p:nvPr/>
          </p:nvSpPr>
          <p:spPr>
            <a:xfrm>
              <a:off x="7985384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t4626"/>
            <p:cNvSpPr/>
            <p:nvPr/>
          </p:nvSpPr>
          <p:spPr>
            <a:xfrm>
              <a:off x="8149025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t4627"/>
            <p:cNvSpPr/>
            <p:nvPr/>
          </p:nvSpPr>
          <p:spPr>
            <a:xfrm>
              <a:off x="8421760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t4628"/>
            <p:cNvSpPr/>
            <p:nvPr/>
          </p:nvSpPr>
          <p:spPr>
            <a:xfrm>
              <a:off x="8258119" y="30285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t4629"/>
            <p:cNvSpPr/>
            <p:nvPr/>
          </p:nvSpPr>
          <p:spPr>
            <a:xfrm>
              <a:off x="8094478" y="3308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t4630"/>
            <p:cNvSpPr/>
            <p:nvPr/>
          </p:nvSpPr>
          <p:spPr>
            <a:xfrm>
              <a:off x="8039931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t4631"/>
            <p:cNvSpPr/>
            <p:nvPr/>
          </p:nvSpPr>
          <p:spPr>
            <a:xfrm>
              <a:off x="8258119" y="39917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t4632"/>
            <p:cNvSpPr/>
            <p:nvPr/>
          </p:nvSpPr>
          <p:spPr>
            <a:xfrm>
              <a:off x="8094478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t4633"/>
            <p:cNvSpPr/>
            <p:nvPr/>
          </p:nvSpPr>
          <p:spPr>
            <a:xfrm>
              <a:off x="8312666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t4634"/>
            <p:cNvSpPr/>
            <p:nvPr/>
          </p:nvSpPr>
          <p:spPr>
            <a:xfrm>
              <a:off x="8203572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t4635"/>
            <p:cNvSpPr/>
            <p:nvPr/>
          </p:nvSpPr>
          <p:spPr>
            <a:xfrm>
              <a:off x="8039931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t4636"/>
            <p:cNvSpPr/>
            <p:nvPr/>
          </p:nvSpPr>
          <p:spPr>
            <a:xfrm>
              <a:off x="7712648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t4637"/>
            <p:cNvSpPr/>
            <p:nvPr/>
          </p:nvSpPr>
          <p:spPr>
            <a:xfrm>
              <a:off x="8476307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t4638"/>
            <p:cNvSpPr/>
            <p:nvPr/>
          </p:nvSpPr>
          <p:spPr>
            <a:xfrm>
              <a:off x="8476307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t4639"/>
            <p:cNvSpPr/>
            <p:nvPr/>
          </p:nvSpPr>
          <p:spPr>
            <a:xfrm>
              <a:off x="7985384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t4640"/>
            <p:cNvSpPr/>
            <p:nvPr/>
          </p:nvSpPr>
          <p:spPr>
            <a:xfrm>
              <a:off x="7712648" y="3894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t4641"/>
            <p:cNvSpPr/>
            <p:nvPr/>
          </p:nvSpPr>
          <p:spPr>
            <a:xfrm>
              <a:off x="7985384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t4642"/>
            <p:cNvSpPr/>
            <p:nvPr/>
          </p:nvSpPr>
          <p:spPr>
            <a:xfrm>
              <a:off x="8094478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t4643"/>
            <p:cNvSpPr/>
            <p:nvPr/>
          </p:nvSpPr>
          <p:spPr>
            <a:xfrm>
              <a:off x="8258119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t4644"/>
            <p:cNvSpPr/>
            <p:nvPr/>
          </p:nvSpPr>
          <p:spPr>
            <a:xfrm>
              <a:off x="7603554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t4645"/>
            <p:cNvSpPr/>
            <p:nvPr/>
          </p:nvSpPr>
          <p:spPr>
            <a:xfrm>
              <a:off x="8476307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t4646"/>
            <p:cNvSpPr/>
            <p:nvPr/>
          </p:nvSpPr>
          <p:spPr>
            <a:xfrm>
              <a:off x="7876289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t4647"/>
            <p:cNvSpPr/>
            <p:nvPr/>
          </p:nvSpPr>
          <p:spPr>
            <a:xfrm>
              <a:off x="8039931" y="31748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t4648"/>
            <p:cNvSpPr/>
            <p:nvPr/>
          </p:nvSpPr>
          <p:spPr>
            <a:xfrm>
              <a:off x="7658101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t4649"/>
            <p:cNvSpPr/>
            <p:nvPr/>
          </p:nvSpPr>
          <p:spPr>
            <a:xfrm>
              <a:off x="7821742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t4650"/>
            <p:cNvSpPr/>
            <p:nvPr/>
          </p:nvSpPr>
          <p:spPr>
            <a:xfrm>
              <a:off x="8367213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t4651"/>
            <p:cNvSpPr/>
            <p:nvPr/>
          </p:nvSpPr>
          <p:spPr>
            <a:xfrm>
              <a:off x="7821742" y="37722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t4652"/>
            <p:cNvSpPr/>
            <p:nvPr/>
          </p:nvSpPr>
          <p:spPr>
            <a:xfrm>
              <a:off x="7439913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t4653"/>
            <p:cNvSpPr/>
            <p:nvPr/>
          </p:nvSpPr>
          <p:spPr>
            <a:xfrm>
              <a:off x="760355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t4654"/>
            <p:cNvSpPr/>
            <p:nvPr/>
          </p:nvSpPr>
          <p:spPr>
            <a:xfrm>
              <a:off x="7494460" y="4162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t4655"/>
            <p:cNvSpPr/>
            <p:nvPr/>
          </p:nvSpPr>
          <p:spPr>
            <a:xfrm>
              <a:off x="7876289" y="366254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t4656"/>
            <p:cNvSpPr/>
            <p:nvPr/>
          </p:nvSpPr>
          <p:spPr>
            <a:xfrm>
              <a:off x="8421760" y="34186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t4657"/>
            <p:cNvSpPr/>
            <p:nvPr/>
          </p:nvSpPr>
          <p:spPr>
            <a:xfrm>
              <a:off x="8203572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t4658"/>
            <p:cNvSpPr/>
            <p:nvPr/>
          </p:nvSpPr>
          <p:spPr>
            <a:xfrm>
              <a:off x="8749042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t4659"/>
            <p:cNvSpPr/>
            <p:nvPr/>
          </p:nvSpPr>
          <p:spPr>
            <a:xfrm>
              <a:off x="8530854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t4660"/>
            <p:cNvSpPr/>
            <p:nvPr/>
          </p:nvSpPr>
          <p:spPr>
            <a:xfrm>
              <a:off x="8149025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t4661"/>
            <p:cNvSpPr/>
            <p:nvPr/>
          </p:nvSpPr>
          <p:spPr>
            <a:xfrm>
              <a:off x="7821742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t4662"/>
            <p:cNvSpPr/>
            <p:nvPr/>
          </p:nvSpPr>
          <p:spPr>
            <a:xfrm>
              <a:off x="8039931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t4663"/>
            <p:cNvSpPr/>
            <p:nvPr/>
          </p:nvSpPr>
          <p:spPr>
            <a:xfrm>
              <a:off x="8530854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t4664"/>
            <p:cNvSpPr/>
            <p:nvPr/>
          </p:nvSpPr>
          <p:spPr>
            <a:xfrm>
              <a:off x="803993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t4665"/>
            <p:cNvSpPr/>
            <p:nvPr/>
          </p:nvSpPr>
          <p:spPr>
            <a:xfrm>
              <a:off x="8530854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t4666"/>
            <p:cNvSpPr/>
            <p:nvPr/>
          </p:nvSpPr>
          <p:spPr>
            <a:xfrm>
              <a:off x="8367213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t4667"/>
            <p:cNvSpPr/>
            <p:nvPr/>
          </p:nvSpPr>
          <p:spPr>
            <a:xfrm>
              <a:off x="8803590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t4668"/>
            <p:cNvSpPr/>
            <p:nvPr/>
          </p:nvSpPr>
          <p:spPr>
            <a:xfrm>
              <a:off x="7494460" y="39673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t4669"/>
            <p:cNvSpPr/>
            <p:nvPr/>
          </p:nvSpPr>
          <p:spPr>
            <a:xfrm>
              <a:off x="8094478" y="3674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t4670"/>
            <p:cNvSpPr/>
            <p:nvPr/>
          </p:nvSpPr>
          <p:spPr>
            <a:xfrm>
              <a:off x="7767195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t4671"/>
            <p:cNvSpPr/>
            <p:nvPr/>
          </p:nvSpPr>
          <p:spPr>
            <a:xfrm>
              <a:off x="8203572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t4672"/>
            <p:cNvSpPr/>
            <p:nvPr/>
          </p:nvSpPr>
          <p:spPr>
            <a:xfrm>
              <a:off x="8421760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t4673"/>
            <p:cNvSpPr/>
            <p:nvPr/>
          </p:nvSpPr>
          <p:spPr>
            <a:xfrm>
              <a:off x="8367213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t4674"/>
            <p:cNvSpPr/>
            <p:nvPr/>
          </p:nvSpPr>
          <p:spPr>
            <a:xfrm>
              <a:off x="7930836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t4675"/>
            <p:cNvSpPr/>
            <p:nvPr/>
          </p:nvSpPr>
          <p:spPr>
            <a:xfrm>
              <a:off x="8476307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t4676"/>
            <p:cNvSpPr/>
            <p:nvPr/>
          </p:nvSpPr>
          <p:spPr>
            <a:xfrm>
              <a:off x="7658101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t4677"/>
            <p:cNvSpPr/>
            <p:nvPr/>
          </p:nvSpPr>
          <p:spPr>
            <a:xfrm>
              <a:off x="7439913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t4678"/>
            <p:cNvSpPr/>
            <p:nvPr/>
          </p:nvSpPr>
          <p:spPr>
            <a:xfrm>
              <a:off x="7603554" y="41380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t4679"/>
            <p:cNvSpPr/>
            <p:nvPr/>
          </p:nvSpPr>
          <p:spPr>
            <a:xfrm>
              <a:off x="7603554" y="37113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t4680"/>
            <p:cNvSpPr/>
            <p:nvPr/>
          </p:nvSpPr>
          <p:spPr>
            <a:xfrm>
              <a:off x="7439913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t4681"/>
            <p:cNvSpPr/>
            <p:nvPr/>
          </p:nvSpPr>
          <p:spPr>
            <a:xfrm>
              <a:off x="8421760" y="3674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t4682"/>
            <p:cNvSpPr/>
            <p:nvPr/>
          </p:nvSpPr>
          <p:spPr>
            <a:xfrm>
              <a:off x="8421760" y="34918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t4683"/>
            <p:cNvSpPr/>
            <p:nvPr/>
          </p:nvSpPr>
          <p:spPr>
            <a:xfrm>
              <a:off x="7658101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t4684"/>
            <p:cNvSpPr/>
            <p:nvPr/>
          </p:nvSpPr>
          <p:spPr>
            <a:xfrm>
              <a:off x="8149025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t4685"/>
            <p:cNvSpPr/>
            <p:nvPr/>
          </p:nvSpPr>
          <p:spPr>
            <a:xfrm>
              <a:off x="7821742" y="39307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t4686"/>
            <p:cNvSpPr/>
            <p:nvPr/>
          </p:nvSpPr>
          <p:spPr>
            <a:xfrm>
              <a:off x="8149025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t4687"/>
            <p:cNvSpPr/>
            <p:nvPr/>
          </p:nvSpPr>
          <p:spPr>
            <a:xfrm>
              <a:off x="7767195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t4688"/>
            <p:cNvSpPr/>
            <p:nvPr/>
          </p:nvSpPr>
          <p:spPr>
            <a:xfrm>
              <a:off x="7658101" y="36381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t4689"/>
            <p:cNvSpPr/>
            <p:nvPr/>
          </p:nvSpPr>
          <p:spPr>
            <a:xfrm>
              <a:off x="7821742" y="3821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t4690"/>
            <p:cNvSpPr/>
            <p:nvPr/>
          </p:nvSpPr>
          <p:spPr>
            <a:xfrm>
              <a:off x="7658101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pt4691"/>
            <p:cNvSpPr/>
            <p:nvPr/>
          </p:nvSpPr>
          <p:spPr>
            <a:xfrm>
              <a:off x="7985384" y="31992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2" name="pt4692"/>
            <p:cNvSpPr/>
            <p:nvPr/>
          </p:nvSpPr>
          <p:spPr>
            <a:xfrm>
              <a:off x="7876289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3" name="pt4693"/>
            <p:cNvSpPr/>
            <p:nvPr/>
          </p:nvSpPr>
          <p:spPr>
            <a:xfrm>
              <a:off x="8530854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4" name="pt4694"/>
            <p:cNvSpPr/>
            <p:nvPr/>
          </p:nvSpPr>
          <p:spPr>
            <a:xfrm>
              <a:off x="7712648" y="38576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5" name="pt4695"/>
            <p:cNvSpPr/>
            <p:nvPr/>
          </p:nvSpPr>
          <p:spPr>
            <a:xfrm>
              <a:off x="7767195" y="39673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6" name="pt4696"/>
            <p:cNvSpPr/>
            <p:nvPr/>
          </p:nvSpPr>
          <p:spPr>
            <a:xfrm>
              <a:off x="7439913" y="42233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7" name="pt4697"/>
            <p:cNvSpPr/>
            <p:nvPr/>
          </p:nvSpPr>
          <p:spPr>
            <a:xfrm>
              <a:off x="8039931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8" name="pt4698"/>
            <p:cNvSpPr/>
            <p:nvPr/>
          </p:nvSpPr>
          <p:spPr>
            <a:xfrm>
              <a:off x="7930836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9" name="pt4699"/>
            <p:cNvSpPr/>
            <p:nvPr/>
          </p:nvSpPr>
          <p:spPr>
            <a:xfrm>
              <a:off x="8312666" y="3223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0" name="pt4700"/>
            <p:cNvSpPr/>
            <p:nvPr/>
          </p:nvSpPr>
          <p:spPr>
            <a:xfrm>
              <a:off x="7985384" y="35528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1" name="pt4701"/>
            <p:cNvSpPr/>
            <p:nvPr/>
          </p:nvSpPr>
          <p:spPr>
            <a:xfrm>
              <a:off x="8421760" y="31870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2" name="pt4702"/>
            <p:cNvSpPr/>
            <p:nvPr/>
          </p:nvSpPr>
          <p:spPr>
            <a:xfrm>
              <a:off x="7985384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3" name="pt4703"/>
            <p:cNvSpPr/>
            <p:nvPr/>
          </p:nvSpPr>
          <p:spPr>
            <a:xfrm>
              <a:off x="8039931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4" name="pt4704"/>
            <p:cNvSpPr/>
            <p:nvPr/>
          </p:nvSpPr>
          <p:spPr>
            <a:xfrm>
              <a:off x="7767195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5" name="pt4705"/>
            <p:cNvSpPr/>
            <p:nvPr/>
          </p:nvSpPr>
          <p:spPr>
            <a:xfrm>
              <a:off x="8094478" y="3601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6" name="pt4706"/>
            <p:cNvSpPr/>
            <p:nvPr/>
          </p:nvSpPr>
          <p:spPr>
            <a:xfrm>
              <a:off x="8421760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7" name="pt4707"/>
            <p:cNvSpPr/>
            <p:nvPr/>
          </p:nvSpPr>
          <p:spPr>
            <a:xfrm>
              <a:off x="7930836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8" name="pt4708"/>
            <p:cNvSpPr/>
            <p:nvPr/>
          </p:nvSpPr>
          <p:spPr>
            <a:xfrm>
              <a:off x="7712648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9" name="pt4709"/>
            <p:cNvSpPr/>
            <p:nvPr/>
          </p:nvSpPr>
          <p:spPr>
            <a:xfrm>
              <a:off x="7985384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0" name="pt4710"/>
            <p:cNvSpPr/>
            <p:nvPr/>
          </p:nvSpPr>
          <p:spPr>
            <a:xfrm>
              <a:off x="8749042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1" name="pt4711"/>
            <p:cNvSpPr/>
            <p:nvPr/>
          </p:nvSpPr>
          <p:spPr>
            <a:xfrm>
              <a:off x="8149025" y="3308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2" name="pt4712"/>
            <p:cNvSpPr/>
            <p:nvPr/>
          </p:nvSpPr>
          <p:spPr>
            <a:xfrm>
              <a:off x="7930836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3" name="pt4713"/>
            <p:cNvSpPr/>
            <p:nvPr/>
          </p:nvSpPr>
          <p:spPr>
            <a:xfrm>
              <a:off x="7549007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4" name="pt4714"/>
            <p:cNvSpPr/>
            <p:nvPr/>
          </p:nvSpPr>
          <p:spPr>
            <a:xfrm>
              <a:off x="7821742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5" name="pt4715"/>
            <p:cNvSpPr/>
            <p:nvPr/>
          </p:nvSpPr>
          <p:spPr>
            <a:xfrm>
              <a:off x="7876289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6" name="pt4716"/>
            <p:cNvSpPr/>
            <p:nvPr/>
          </p:nvSpPr>
          <p:spPr>
            <a:xfrm>
              <a:off x="8149025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7" name="pt4717"/>
            <p:cNvSpPr/>
            <p:nvPr/>
          </p:nvSpPr>
          <p:spPr>
            <a:xfrm>
              <a:off x="7767195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8" name="pt4718"/>
            <p:cNvSpPr/>
            <p:nvPr/>
          </p:nvSpPr>
          <p:spPr>
            <a:xfrm>
              <a:off x="8094478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9" name="pt4719"/>
            <p:cNvSpPr/>
            <p:nvPr/>
          </p:nvSpPr>
          <p:spPr>
            <a:xfrm>
              <a:off x="7930836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0" name="pt4720"/>
            <p:cNvSpPr/>
            <p:nvPr/>
          </p:nvSpPr>
          <p:spPr>
            <a:xfrm>
              <a:off x="7985384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1" name="pt4721"/>
            <p:cNvSpPr/>
            <p:nvPr/>
          </p:nvSpPr>
          <p:spPr>
            <a:xfrm>
              <a:off x="7549007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2" name="pt4722"/>
            <p:cNvSpPr/>
            <p:nvPr/>
          </p:nvSpPr>
          <p:spPr>
            <a:xfrm>
              <a:off x="7658101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3" name="pt4723"/>
            <p:cNvSpPr/>
            <p:nvPr/>
          </p:nvSpPr>
          <p:spPr>
            <a:xfrm>
              <a:off x="8094478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4" name="pt4724"/>
            <p:cNvSpPr/>
            <p:nvPr/>
          </p:nvSpPr>
          <p:spPr>
            <a:xfrm>
              <a:off x="7930836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5" name="pt4725"/>
            <p:cNvSpPr/>
            <p:nvPr/>
          </p:nvSpPr>
          <p:spPr>
            <a:xfrm>
              <a:off x="9185419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6" name="pt4726"/>
            <p:cNvSpPr/>
            <p:nvPr/>
          </p:nvSpPr>
          <p:spPr>
            <a:xfrm>
              <a:off x="7767195" y="40709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7" name="pt4727"/>
            <p:cNvSpPr/>
            <p:nvPr/>
          </p:nvSpPr>
          <p:spPr>
            <a:xfrm>
              <a:off x="7767195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8" name="pt4728"/>
            <p:cNvSpPr/>
            <p:nvPr/>
          </p:nvSpPr>
          <p:spPr>
            <a:xfrm>
              <a:off x="7658101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9" name="pt4729"/>
            <p:cNvSpPr/>
            <p:nvPr/>
          </p:nvSpPr>
          <p:spPr>
            <a:xfrm>
              <a:off x="7494460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0" name="pt4730"/>
            <p:cNvSpPr/>
            <p:nvPr/>
          </p:nvSpPr>
          <p:spPr>
            <a:xfrm>
              <a:off x="7767195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1" name="pt4731"/>
            <p:cNvSpPr/>
            <p:nvPr/>
          </p:nvSpPr>
          <p:spPr>
            <a:xfrm>
              <a:off x="7767195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2" name="pt4732"/>
            <p:cNvSpPr/>
            <p:nvPr/>
          </p:nvSpPr>
          <p:spPr>
            <a:xfrm>
              <a:off x="7767195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3" name="pt4733"/>
            <p:cNvSpPr/>
            <p:nvPr/>
          </p:nvSpPr>
          <p:spPr>
            <a:xfrm>
              <a:off x="7603554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4" name="pt4734"/>
            <p:cNvSpPr/>
            <p:nvPr/>
          </p:nvSpPr>
          <p:spPr>
            <a:xfrm>
              <a:off x="7658101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5" name="pt4735"/>
            <p:cNvSpPr/>
            <p:nvPr/>
          </p:nvSpPr>
          <p:spPr>
            <a:xfrm>
              <a:off x="7821742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6" name="pt4736"/>
            <p:cNvSpPr/>
            <p:nvPr/>
          </p:nvSpPr>
          <p:spPr>
            <a:xfrm>
              <a:off x="7549007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7" name="pt4737"/>
            <p:cNvSpPr/>
            <p:nvPr/>
          </p:nvSpPr>
          <p:spPr>
            <a:xfrm>
              <a:off x="7494460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8" name="pt4738"/>
            <p:cNvSpPr/>
            <p:nvPr/>
          </p:nvSpPr>
          <p:spPr>
            <a:xfrm>
              <a:off x="7494460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9" name="pt4739"/>
            <p:cNvSpPr/>
            <p:nvPr/>
          </p:nvSpPr>
          <p:spPr>
            <a:xfrm>
              <a:off x="7658101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0" name="pt4740"/>
            <p:cNvSpPr/>
            <p:nvPr/>
          </p:nvSpPr>
          <p:spPr>
            <a:xfrm>
              <a:off x="760355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1" name="pt4741"/>
            <p:cNvSpPr/>
            <p:nvPr/>
          </p:nvSpPr>
          <p:spPr>
            <a:xfrm>
              <a:off x="7876289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2" name="pt4742"/>
            <p:cNvSpPr/>
            <p:nvPr/>
          </p:nvSpPr>
          <p:spPr>
            <a:xfrm>
              <a:off x="7876289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3" name="pt4743"/>
            <p:cNvSpPr/>
            <p:nvPr/>
          </p:nvSpPr>
          <p:spPr>
            <a:xfrm>
              <a:off x="7494460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4" name="pt4744"/>
            <p:cNvSpPr/>
            <p:nvPr/>
          </p:nvSpPr>
          <p:spPr>
            <a:xfrm>
              <a:off x="7549007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5" name="pt4745"/>
            <p:cNvSpPr/>
            <p:nvPr/>
          </p:nvSpPr>
          <p:spPr>
            <a:xfrm>
              <a:off x="7658101" y="32114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6" name="pt4746"/>
            <p:cNvSpPr/>
            <p:nvPr/>
          </p:nvSpPr>
          <p:spPr>
            <a:xfrm>
              <a:off x="7439913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7" name="pt4747"/>
            <p:cNvSpPr/>
            <p:nvPr/>
          </p:nvSpPr>
          <p:spPr>
            <a:xfrm>
              <a:off x="7658101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8" name="pt4748"/>
            <p:cNvSpPr/>
            <p:nvPr/>
          </p:nvSpPr>
          <p:spPr>
            <a:xfrm>
              <a:off x="7930836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9" name="pt4749"/>
            <p:cNvSpPr/>
            <p:nvPr/>
          </p:nvSpPr>
          <p:spPr>
            <a:xfrm>
              <a:off x="7603554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0" name="pt4750"/>
            <p:cNvSpPr/>
            <p:nvPr/>
          </p:nvSpPr>
          <p:spPr>
            <a:xfrm>
              <a:off x="7494460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1" name="pt4751"/>
            <p:cNvSpPr/>
            <p:nvPr/>
          </p:nvSpPr>
          <p:spPr>
            <a:xfrm>
              <a:off x="7658101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2" name="pt4752"/>
            <p:cNvSpPr/>
            <p:nvPr/>
          </p:nvSpPr>
          <p:spPr>
            <a:xfrm>
              <a:off x="7603554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3" name="pt4753"/>
            <p:cNvSpPr/>
            <p:nvPr/>
          </p:nvSpPr>
          <p:spPr>
            <a:xfrm>
              <a:off x="7821742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4" name="pt4754"/>
            <p:cNvSpPr/>
            <p:nvPr/>
          </p:nvSpPr>
          <p:spPr>
            <a:xfrm>
              <a:off x="7603554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5" name="pt4755"/>
            <p:cNvSpPr/>
            <p:nvPr/>
          </p:nvSpPr>
          <p:spPr>
            <a:xfrm>
              <a:off x="7439913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6" name="pt4756"/>
            <p:cNvSpPr/>
            <p:nvPr/>
          </p:nvSpPr>
          <p:spPr>
            <a:xfrm>
              <a:off x="7985384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7" name="pt4757"/>
            <p:cNvSpPr/>
            <p:nvPr/>
          </p:nvSpPr>
          <p:spPr>
            <a:xfrm>
              <a:off x="7930836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8" name="pt4758"/>
            <p:cNvSpPr/>
            <p:nvPr/>
          </p:nvSpPr>
          <p:spPr>
            <a:xfrm>
              <a:off x="7658101" y="3808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9" name="pt4759"/>
            <p:cNvSpPr/>
            <p:nvPr/>
          </p:nvSpPr>
          <p:spPr>
            <a:xfrm>
              <a:off x="8203572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0" name="pt4760"/>
            <p:cNvSpPr/>
            <p:nvPr/>
          </p:nvSpPr>
          <p:spPr>
            <a:xfrm>
              <a:off x="7439913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1" name="pt4761"/>
            <p:cNvSpPr/>
            <p:nvPr/>
          </p:nvSpPr>
          <p:spPr>
            <a:xfrm>
              <a:off x="7549007" y="41380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2" name="pt4762"/>
            <p:cNvSpPr/>
            <p:nvPr/>
          </p:nvSpPr>
          <p:spPr>
            <a:xfrm>
              <a:off x="7494460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3" name="pt4763"/>
            <p:cNvSpPr/>
            <p:nvPr/>
          </p:nvSpPr>
          <p:spPr>
            <a:xfrm>
              <a:off x="8258119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4" name="pt4764"/>
            <p:cNvSpPr/>
            <p:nvPr/>
          </p:nvSpPr>
          <p:spPr>
            <a:xfrm>
              <a:off x="7439913" y="42233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5" name="pt4765"/>
            <p:cNvSpPr/>
            <p:nvPr/>
          </p:nvSpPr>
          <p:spPr>
            <a:xfrm>
              <a:off x="7494460" y="41502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6" name="pt4766"/>
            <p:cNvSpPr/>
            <p:nvPr/>
          </p:nvSpPr>
          <p:spPr>
            <a:xfrm>
              <a:off x="7985384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7" name="pt4767"/>
            <p:cNvSpPr/>
            <p:nvPr/>
          </p:nvSpPr>
          <p:spPr>
            <a:xfrm>
              <a:off x="7930836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8" name="pt4768"/>
            <p:cNvSpPr/>
            <p:nvPr/>
          </p:nvSpPr>
          <p:spPr>
            <a:xfrm>
              <a:off x="7767195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9" name="pt4769"/>
            <p:cNvSpPr/>
            <p:nvPr/>
          </p:nvSpPr>
          <p:spPr>
            <a:xfrm>
              <a:off x="7930836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0" name="pt4770"/>
            <p:cNvSpPr/>
            <p:nvPr/>
          </p:nvSpPr>
          <p:spPr>
            <a:xfrm>
              <a:off x="7930836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1" name="pt4771"/>
            <p:cNvSpPr/>
            <p:nvPr/>
          </p:nvSpPr>
          <p:spPr>
            <a:xfrm>
              <a:off x="7439913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2" name="pt4772"/>
            <p:cNvSpPr/>
            <p:nvPr/>
          </p:nvSpPr>
          <p:spPr>
            <a:xfrm>
              <a:off x="7821742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3" name="pt4773"/>
            <p:cNvSpPr/>
            <p:nvPr/>
          </p:nvSpPr>
          <p:spPr>
            <a:xfrm>
              <a:off x="7712648" y="3808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4" name="pt4774"/>
            <p:cNvSpPr/>
            <p:nvPr/>
          </p:nvSpPr>
          <p:spPr>
            <a:xfrm>
              <a:off x="7821742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5" name="pt4775"/>
            <p:cNvSpPr/>
            <p:nvPr/>
          </p:nvSpPr>
          <p:spPr>
            <a:xfrm>
              <a:off x="7603554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6" name="pt4776"/>
            <p:cNvSpPr/>
            <p:nvPr/>
          </p:nvSpPr>
          <p:spPr>
            <a:xfrm>
              <a:off x="8312666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7" name="pt4777"/>
            <p:cNvSpPr/>
            <p:nvPr/>
          </p:nvSpPr>
          <p:spPr>
            <a:xfrm>
              <a:off x="7985384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8" name="pt4778"/>
            <p:cNvSpPr/>
            <p:nvPr/>
          </p:nvSpPr>
          <p:spPr>
            <a:xfrm>
              <a:off x="7439913" y="4186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9" name="pt4779"/>
            <p:cNvSpPr/>
            <p:nvPr/>
          </p:nvSpPr>
          <p:spPr>
            <a:xfrm>
              <a:off x="7658101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0" name="pt4780"/>
            <p:cNvSpPr/>
            <p:nvPr/>
          </p:nvSpPr>
          <p:spPr>
            <a:xfrm>
              <a:off x="8421760" y="32601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1" name="pt4781"/>
            <p:cNvSpPr/>
            <p:nvPr/>
          </p:nvSpPr>
          <p:spPr>
            <a:xfrm>
              <a:off x="7439913" y="4016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2" name="pt4782"/>
            <p:cNvSpPr/>
            <p:nvPr/>
          </p:nvSpPr>
          <p:spPr>
            <a:xfrm>
              <a:off x="7985384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3" name="pt4783"/>
            <p:cNvSpPr/>
            <p:nvPr/>
          </p:nvSpPr>
          <p:spPr>
            <a:xfrm>
              <a:off x="8476307" y="3479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4" name="pt4784"/>
            <p:cNvSpPr/>
            <p:nvPr/>
          </p:nvSpPr>
          <p:spPr>
            <a:xfrm>
              <a:off x="8039931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5" name="pt4785"/>
            <p:cNvSpPr/>
            <p:nvPr/>
          </p:nvSpPr>
          <p:spPr>
            <a:xfrm>
              <a:off x="8749042" y="32601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6" name="pt4786"/>
            <p:cNvSpPr/>
            <p:nvPr/>
          </p:nvSpPr>
          <p:spPr>
            <a:xfrm>
              <a:off x="7712648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7" name="pt4787"/>
            <p:cNvSpPr/>
            <p:nvPr/>
          </p:nvSpPr>
          <p:spPr>
            <a:xfrm>
              <a:off x="7439913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8" name="pt4788"/>
            <p:cNvSpPr/>
            <p:nvPr/>
          </p:nvSpPr>
          <p:spPr>
            <a:xfrm>
              <a:off x="7603554" y="3821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9" name="pt4789"/>
            <p:cNvSpPr/>
            <p:nvPr/>
          </p:nvSpPr>
          <p:spPr>
            <a:xfrm>
              <a:off x="7876289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0" name="pt4790"/>
            <p:cNvSpPr/>
            <p:nvPr/>
          </p:nvSpPr>
          <p:spPr>
            <a:xfrm>
              <a:off x="765810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1" name="pt4791"/>
            <p:cNvSpPr/>
            <p:nvPr/>
          </p:nvSpPr>
          <p:spPr>
            <a:xfrm>
              <a:off x="7876289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2" name="pt4792"/>
            <p:cNvSpPr/>
            <p:nvPr/>
          </p:nvSpPr>
          <p:spPr>
            <a:xfrm>
              <a:off x="8367213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3" name="pt4793"/>
            <p:cNvSpPr/>
            <p:nvPr/>
          </p:nvSpPr>
          <p:spPr>
            <a:xfrm>
              <a:off x="8094478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4" name="pt4794"/>
            <p:cNvSpPr/>
            <p:nvPr/>
          </p:nvSpPr>
          <p:spPr>
            <a:xfrm>
              <a:off x="7985384" y="3565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5" name="pt4795"/>
            <p:cNvSpPr/>
            <p:nvPr/>
          </p:nvSpPr>
          <p:spPr>
            <a:xfrm>
              <a:off x="8203572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6" name="pt4796"/>
            <p:cNvSpPr/>
            <p:nvPr/>
          </p:nvSpPr>
          <p:spPr>
            <a:xfrm>
              <a:off x="7985384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7" name="pt4797"/>
            <p:cNvSpPr/>
            <p:nvPr/>
          </p:nvSpPr>
          <p:spPr>
            <a:xfrm>
              <a:off x="8039931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8" name="pt4798"/>
            <p:cNvSpPr/>
            <p:nvPr/>
          </p:nvSpPr>
          <p:spPr>
            <a:xfrm>
              <a:off x="7821742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9" name="pt4799"/>
            <p:cNvSpPr/>
            <p:nvPr/>
          </p:nvSpPr>
          <p:spPr>
            <a:xfrm>
              <a:off x="8094478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0" name="pt4800"/>
            <p:cNvSpPr/>
            <p:nvPr/>
          </p:nvSpPr>
          <p:spPr>
            <a:xfrm>
              <a:off x="7767195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1" name="pt4801"/>
            <p:cNvSpPr/>
            <p:nvPr/>
          </p:nvSpPr>
          <p:spPr>
            <a:xfrm>
              <a:off x="7712648" y="39795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2" name="pt4802"/>
            <p:cNvSpPr/>
            <p:nvPr/>
          </p:nvSpPr>
          <p:spPr>
            <a:xfrm>
              <a:off x="8258119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3" name="pt4803"/>
            <p:cNvSpPr/>
            <p:nvPr/>
          </p:nvSpPr>
          <p:spPr>
            <a:xfrm>
              <a:off x="8258119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4" name="pt4804"/>
            <p:cNvSpPr/>
            <p:nvPr/>
          </p:nvSpPr>
          <p:spPr>
            <a:xfrm>
              <a:off x="8094478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5" name="pt4805"/>
            <p:cNvSpPr/>
            <p:nvPr/>
          </p:nvSpPr>
          <p:spPr>
            <a:xfrm>
              <a:off x="7658101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6" name="pt4806"/>
            <p:cNvSpPr/>
            <p:nvPr/>
          </p:nvSpPr>
          <p:spPr>
            <a:xfrm>
              <a:off x="7821742" y="3565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7" name="pt4807"/>
            <p:cNvSpPr/>
            <p:nvPr/>
          </p:nvSpPr>
          <p:spPr>
            <a:xfrm>
              <a:off x="7603554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8" name="pt4808"/>
            <p:cNvSpPr/>
            <p:nvPr/>
          </p:nvSpPr>
          <p:spPr>
            <a:xfrm>
              <a:off x="7767195" y="3601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9" name="pt4809"/>
            <p:cNvSpPr/>
            <p:nvPr/>
          </p:nvSpPr>
          <p:spPr>
            <a:xfrm>
              <a:off x="8039931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0" name="pt4810"/>
            <p:cNvSpPr/>
            <p:nvPr/>
          </p:nvSpPr>
          <p:spPr>
            <a:xfrm>
              <a:off x="8476307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1" name="pt4811"/>
            <p:cNvSpPr/>
            <p:nvPr/>
          </p:nvSpPr>
          <p:spPr>
            <a:xfrm>
              <a:off x="8039931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2" name="pt4812"/>
            <p:cNvSpPr/>
            <p:nvPr/>
          </p:nvSpPr>
          <p:spPr>
            <a:xfrm>
              <a:off x="7603554" y="3918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3" name="pt4813"/>
            <p:cNvSpPr/>
            <p:nvPr/>
          </p:nvSpPr>
          <p:spPr>
            <a:xfrm>
              <a:off x="7930836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4" name="pt4814"/>
            <p:cNvSpPr/>
            <p:nvPr/>
          </p:nvSpPr>
          <p:spPr>
            <a:xfrm>
              <a:off x="7767195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5" name="pt4815"/>
            <p:cNvSpPr/>
            <p:nvPr/>
          </p:nvSpPr>
          <p:spPr>
            <a:xfrm>
              <a:off x="7876289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6" name="pt4816"/>
            <p:cNvSpPr/>
            <p:nvPr/>
          </p:nvSpPr>
          <p:spPr>
            <a:xfrm>
              <a:off x="7603554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7" name="pt4817"/>
            <p:cNvSpPr/>
            <p:nvPr/>
          </p:nvSpPr>
          <p:spPr>
            <a:xfrm>
              <a:off x="8039931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8" name="pt4818"/>
            <p:cNvSpPr/>
            <p:nvPr/>
          </p:nvSpPr>
          <p:spPr>
            <a:xfrm>
              <a:off x="8039931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9" name="pt4819"/>
            <p:cNvSpPr/>
            <p:nvPr/>
          </p:nvSpPr>
          <p:spPr>
            <a:xfrm>
              <a:off x="7767195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0" name="pt4820"/>
            <p:cNvSpPr/>
            <p:nvPr/>
          </p:nvSpPr>
          <p:spPr>
            <a:xfrm>
              <a:off x="7767195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1" name="pt4821"/>
            <p:cNvSpPr/>
            <p:nvPr/>
          </p:nvSpPr>
          <p:spPr>
            <a:xfrm>
              <a:off x="7985384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2" name="pt4822"/>
            <p:cNvSpPr/>
            <p:nvPr/>
          </p:nvSpPr>
          <p:spPr>
            <a:xfrm>
              <a:off x="8258119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3" name="pt4823"/>
            <p:cNvSpPr/>
            <p:nvPr/>
          </p:nvSpPr>
          <p:spPr>
            <a:xfrm>
              <a:off x="7930836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4" name="pt4824"/>
            <p:cNvSpPr/>
            <p:nvPr/>
          </p:nvSpPr>
          <p:spPr>
            <a:xfrm>
              <a:off x="7930836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5" name="pt4825"/>
            <p:cNvSpPr/>
            <p:nvPr/>
          </p:nvSpPr>
          <p:spPr>
            <a:xfrm>
              <a:off x="7930836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6" name="pt4826"/>
            <p:cNvSpPr/>
            <p:nvPr/>
          </p:nvSpPr>
          <p:spPr>
            <a:xfrm>
              <a:off x="8039931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7" name="pt4827"/>
            <p:cNvSpPr/>
            <p:nvPr/>
          </p:nvSpPr>
          <p:spPr>
            <a:xfrm>
              <a:off x="7821742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8" name="pt4828"/>
            <p:cNvSpPr/>
            <p:nvPr/>
          </p:nvSpPr>
          <p:spPr>
            <a:xfrm>
              <a:off x="8149025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9" name="pt4829"/>
            <p:cNvSpPr/>
            <p:nvPr/>
          </p:nvSpPr>
          <p:spPr>
            <a:xfrm>
              <a:off x="7821742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0" name="pt4830"/>
            <p:cNvSpPr/>
            <p:nvPr/>
          </p:nvSpPr>
          <p:spPr>
            <a:xfrm>
              <a:off x="7712648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1" name="pt4831"/>
            <p:cNvSpPr/>
            <p:nvPr/>
          </p:nvSpPr>
          <p:spPr>
            <a:xfrm>
              <a:off x="7658101" y="37478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2" name="pt4832"/>
            <p:cNvSpPr/>
            <p:nvPr/>
          </p:nvSpPr>
          <p:spPr>
            <a:xfrm>
              <a:off x="7549007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3" name="pt4833"/>
            <p:cNvSpPr/>
            <p:nvPr/>
          </p:nvSpPr>
          <p:spPr>
            <a:xfrm>
              <a:off x="8149025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4" name="pt4834"/>
            <p:cNvSpPr/>
            <p:nvPr/>
          </p:nvSpPr>
          <p:spPr>
            <a:xfrm>
              <a:off x="7658101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5" name="pt4835"/>
            <p:cNvSpPr/>
            <p:nvPr/>
          </p:nvSpPr>
          <p:spPr>
            <a:xfrm>
              <a:off x="7821742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6" name="pt4836"/>
            <p:cNvSpPr/>
            <p:nvPr/>
          </p:nvSpPr>
          <p:spPr>
            <a:xfrm>
              <a:off x="7603554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7" name="pt4837"/>
            <p:cNvSpPr/>
            <p:nvPr/>
          </p:nvSpPr>
          <p:spPr>
            <a:xfrm>
              <a:off x="7985384" y="38576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8" name="pt4838"/>
            <p:cNvSpPr/>
            <p:nvPr/>
          </p:nvSpPr>
          <p:spPr>
            <a:xfrm>
              <a:off x="8312666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9" name="pt4839"/>
            <p:cNvSpPr/>
            <p:nvPr/>
          </p:nvSpPr>
          <p:spPr>
            <a:xfrm>
              <a:off x="7821742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0" name="pt4840"/>
            <p:cNvSpPr/>
            <p:nvPr/>
          </p:nvSpPr>
          <p:spPr>
            <a:xfrm>
              <a:off x="7549007" y="4162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1" name="pt4841"/>
            <p:cNvSpPr/>
            <p:nvPr/>
          </p:nvSpPr>
          <p:spPr>
            <a:xfrm>
              <a:off x="7767195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2" name="pt4842"/>
            <p:cNvSpPr/>
            <p:nvPr/>
          </p:nvSpPr>
          <p:spPr>
            <a:xfrm>
              <a:off x="8039931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3" name="pt4843"/>
            <p:cNvSpPr/>
            <p:nvPr/>
          </p:nvSpPr>
          <p:spPr>
            <a:xfrm>
              <a:off x="7821742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4" name="pt4844"/>
            <p:cNvSpPr/>
            <p:nvPr/>
          </p:nvSpPr>
          <p:spPr>
            <a:xfrm>
              <a:off x="7549007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5" name="pt4845"/>
            <p:cNvSpPr/>
            <p:nvPr/>
          </p:nvSpPr>
          <p:spPr>
            <a:xfrm>
              <a:off x="7821742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6" name="pt4846"/>
            <p:cNvSpPr/>
            <p:nvPr/>
          </p:nvSpPr>
          <p:spPr>
            <a:xfrm>
              <a:off x="7439913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7" name="pt4847"/>
            <p:cNvSpPr/>
            <p:nvPr/>
          </p:nvSpPr>
          <p:spPr>
            <a:xfrm>
              <a:off x="7821742" y="4016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8" name="pt4848"/>
            <p:cNvSpPr/>
            <p:nvPr/>
          </p:nvSpPr>
          <p:spPr>
            <a:xfrm>
              <a:off x="7930836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9" name="pt4849"/>
            <p:cNvSpPr/>
            <p:nvPr/>
          </p:nvSpPr>
          <p:spPr>
            <a:xfrm>
              <a:off x="7439913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0" name="pt4850"/>
            <p:cNvSpPr/>
            <p:nvPr/>
          </p:nvSpPr>
          <p:spPr>
            <a:xfrm>
              <a:off x="7439913" y="40770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1" name="pt4851"/>
            <p:cNvSpPr/>
            <p:nvPr/>
          </p:nvSpPr>
          <p:spPr>
            <a:xfrm>
              <a:off x="7876289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2" name="pt4852"/>
            <p:cNvSpPr/>
            <p:nvPr/>
          </p:nvSpPr>
          <p:spPr>
            <a:xfrm>
              <a:off x="8749042" y="30285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3" name="pt4853"/>
            <p:cNvSpPr/>
            <p:nvPr/>
          </p:nvSpPr>
          <p:spPr>
            <a:xfrm>
              <a:off x="7439913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4" name="pt4854"/>
            <p:cNvSpPr/>
            <p:nvPr/>
          </p:nvSpPr>
          <p:spPr>
            <a:xfrm>
              <a:off x="7549007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5" name="pt4855"/>
            <p:cNvSpPr/>
            <p:nvPr/>
          </p:nvSpPr>
          <p:spPr>
            <a:xfrm>
              <a:off x="8312666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6" name="pt4856"/>
            <p:cNvSpPr/>
            <p:nvPr/>
          </p:nvSpPr>
          <p:spPr>
            <a:xfrm>
              <a:off x="8094478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7" name="pt4857"/>
            <p:cNvSpPr/>
            <p:nvPr/>
          </p:nvSpPr>
          <p:spPr>
            <a:xfrm>
              <a:off x="7712648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8" name="pt4858"/>
            <p:cNvSpPr/>
            <p:nvPr/>
          </p:nvSpPr>
          <p:spPr>
            <a:xfrm>
              <a:off x="7603554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9" name="pt4859"/>
            <p:cNvSpPr/>
            <p:nvPr/>
          </p:nvSpPr>
          <p:spPr>
            <a:xfrm>
              <a:off x="8258119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0" name="pt4860"/>
            <p:cNvSpPr/>
            <p:nvPr/>
          </p:nvSpPr>
          <p:spPr>
            <a:xfrm>
              <a:off x="8203572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1" name="pt4861"/>
            <p:cNvSpPr/>
            <p:nvPr/>
          </p:nvSpPr>
          <p:spPr>
            <a:xfrm>
              <a:off x="7603554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2" name="pt4862"/>
            <p:cNvSpPr/>
            <p:nvPr/>
          </p:nvSpPr>
          <p:spPr>
            <a:xfrm>
              <a:off x="7930836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3" name="pt4863"/>
            <p:cNvSpPr/>
            <p:nvPr/>
          </p:nvSpPr>
          <p:spPr>
            <a:xfrm>
              <a:off x="8039931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4" name="pt4864"/>
            <p:cNvSpPr/>
            <p:nvPr/>
          </p:nvSpPr>
          <p:spPr>
            <a:xfrm>
              <a:off x="8367213" y="31992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5" name="pt4865"/>
            <p:cNvSpPr/>
            <p:nvPr/>
          </p:nvSpPr>
          <p:spPr>
            <a:xfrm>
              <a:off x="8203572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6" name="pt4866"/>
            <p:cNvSpPr/>
            <p:nvPr/>
          </p:nvSpPr>
          <p:spPr>
            <a:xfrm>
              <a:off x="7876289" y="3784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7" name="pt4867"/>
            <p:cNvSpPr/>
            <p:nvPr/>
          </p:nvSpPr>
          <p:spPr>
            <a:xfrm>
              <a:off x="8203572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8" name="pt4868"/>
            <p:cNvSpPr/>
            <p:nvPr/>
          </p:nvSpPr>
          <p:spPr>
            <a:xfrm>
              <a:off x="7439913" y="3881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9" name="pt4869"/>
            <p:cNvSpPr/>
            <p:nvPr/>
          </p:nvSpPr>
          <p:spPr>
            <a:xfrm>
              <a:off x="7767195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0" name="pt4870"/>
            <p:cNvSpPr/>
            <p:nvPr/>
          </p:nvSpPr>
          <p:spPr>
            <a:xfrm>
              <a:off x="8094478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1" name="pt4871"/>
            <p:cNvSpPr/>
            <p:nvPr/>
          </p:nvSpPr>
          <p:spPr>
            <a:xfrm>
              <a:off x="7821742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2" name="pt4872"/>
            <p:cNvSpPr/>
            <p:nvPr/>
          </p:nvSpPr>
          <p:spPr>
            <a:xfrm>
              <a:off x="8149025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3" name="pt4873"/>
            <p:cNvSpPr/>
            <p:nvPr/>
          </p:nvSpPr>
          <p:spPr>
            <a:xfrm>
              <a:off x="7712648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4" name="pt4874"/>
            <p:cNvSpPr/>
            <p:nvPr/>
          </p:nvSpPr>
          <p:spPr>
            <a:xfrm>
              <a:off x="7767195" y="40770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5" name="pt4875"/>
            <p:cNvSpPr/>
            <p:nvPr/>
          </p:nvSpPr>
          <p:spPr>
            <a:xfrm>
              <a:off x="7549007" y="42111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6" name="pt4876"/>
            <p:cNvSpPr/>
            <p:nvPr/>
          </p:nvSpPr>
          <p:spPr>
            <a:xfrm>
              <a:off x="7439913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7" name="pt4877"/>
            <p:cNvSpPr/>
            <p:nvPr/>
          </p:nvSpPr>
          <p:spPr>
            <a:xfrm>
              <a:off x="7876289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8" name="pt4878"/>
            <p:cNvSpPr/>
            <p:nvPr/>
          </p:nvSpPr>
          <p:spPr>
            <a:xfrm>
              <a:off x="7876289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9" name="pt4879"/>
            <p:cNvSpPr/>
            <p:nvPr/>
          </p:nvSpPr>
          <p:spPr>
            <a:xfrm>
              <a:off x="7876289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0" name="pt4880"/>
            <p:cNvSpPr/>
            <p:nvPr/>
          </p:nvSpPr>
          <p:spPr>
            <a:xfrm>
              <a:off x="7439913" y="3881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1" name="pt4881"/>
            <p:cNvSpPr/>
            <p:nvPr/>
          </p:nvSpPr>
          <p:spPr>
            <a:xfrm>
              <a:off x="7767195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2" name="pt4882"/>
            <p:cNvSpPr/>
            <p:nvPr/>
          </p:nvSpPr>
          <p:spPr>
            <a:xfrm>
              <a:off x="7821742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3" name="pt4883"/>
            <p:cNvSpPr/>
            <p:nvPr/>
          </p:nvSpPr>
          <p:spPr>
            <a:xfrm>
              <a:off x="7494460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4" name="pt4884"/>
            <p:cNvSpPr/>
            <p:nvPr/>
          </p:nvSpPr>
          <p:spPr>
            <a:xfrm>
              <a:off x="7549007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5" name="pt4885"/>
            <p:cNvSpPr/>
            <p:nvPr/>
          </p:nvSpPr>
          <p:spPr>
            <a:xfrm>
              <a:off x="7658101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6" name="pt4886"/>
            <p:cNvSpPr/>
            <p:nvPr/>
          </p:nvSpPr>
          <p:spPr>
            <a:xfrm>
              <a:off x="7876289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7" name="pt4887"/>
            <p:cNvSpPr/>
            <p:nvPr/>
          </p:nvSpPr>
          <p:spPr>
            <a:xfrm>
              <a:off x="7439913" y="4259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8" name="pt4888"/>
            <p:cNvSpPr/>
            <p:nvPr/>
          </p:nvSpPr>
          <p:spPr>
            <a:xfrm>
              <a:off x="8421760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9" name="pt4889"/>
            <p:cNvSpPr/>
            <p:nvPr/>
          </p:nvSpPr>
          <p:spPr>
            <a:xfrm>
              <a:off x="8476307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0" name="pt4890"/>
            <p:cNvSpPr/>
            <p:nvPr/>
          </p:nvSpPr>
          <p:spPr>
            <a:xfrm>
              <a:off x="7985384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1" name="pt4891"/>
            <p:cNvSpPr/>
            <p:nvPr/>
          </p:nvSpPr>
          <p:spPr>
            <a:xfrm>
              <a:off x="8203572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2" name="pt4892"/>
            <p:cNvSpPr/>
            <p:nvPr/>
          </p:nvSpPr>
          <p:spPr>
            <a:xfrm>
              <a:off x="8203572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3" name="pt4893"/>
            <p:cNvSpPr/>
            <p:nvPr/>
          </p:nvSpPr>
          <p:spPr>
            <a:xfrm>
              <a:off x="7549007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4" name="pt4894"/>
            <p:cNvSpPr/>
            <p:nvPr/>
          </p:nvSpPr>
          <p:spPr>
            <a:xfrm>
              <a:off x="8312666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5" name="pt4895"/>
            <p:cNvSpPr/>
            <p:nvPr/>
          </p:nvSpPr>
          <p:spPr>
            <a:xfrm>
              <a:off x="8203572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6" name="pt4896"/>
            <p:cNvSpPr/>
            <p:nvPr/>
          </p:nvSpPr>
          <p:spPr>
            <a:xfrm>
              <a:off x="7603554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7" name="pt4897"/>
            <p:cNvSpPr/>
            <p:nvPr/>
          </p:nvSpPr>
          <p:spPr>
            <a:xfrm>
              <a:off x="7549007" y="37722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8" name="pt4898"/>
            <p:cNvSpPr/>
            <p:nvPr/>
          </p:nvSpPr>
          <p:spPr>
            <a:xfrm>
              <a:off x="7494460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9" name="pt4899"/>
            <p:cNvSpPr/>
            <p:nvPr/>
          </p:nvSpPr>
          <p:spPr>
            <a:xfrm>
              <a:off x="7603554" y="3918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0" name="pt4900"/>
            <p:cNvSpPr/>
            <p:nvPr/>
          </p:nvSpPr>
          <p:spPr>
            <a:xfrm>
              <a:off x="7439913" y="4174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1" name="pt4901"/>
            <p:cNvSpPr/>
            <p:nvPr/>
          </p:nvSpPr>
          <p:spPr>
            <a:xfrm>
              <a:off x="7876289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2" name="pt4902"/>
            <p:cNvSpPr/>
            <p:nvPr/>
          </p:nvSpPr>
          <p:spPr>
            <a:xfrm>
              <a:off x="7821742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3" name="pt4903"/>
            <p:cNvSpPr/>
            <p:nvPr/>
          </p:nvSpPr>
          <p:spPr>
            <a:xfrm>
              <a:off x="7439913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4" name="pt4904"/>
            <p:cNvSpPr/>
            <p:nvPr/>
          </p:nvSpPr>
          <p:spPr>
            <a:xfrm>
              <a:off x="7767195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5" name="pg4905"/>
            <p:cNvSpPr/>
            <p:nvPr/>
          </p:nvSpPr>
          <p:spPr>
            <a:xfrm>
              <a:off x="7457963" y="2811237"/>
              <a:ext cx="1745506" cy="1319979"/>
            </a:xfrm>
            <a:custGeom>
              <a:avLst/>
              <a:pathLst>
                <a:path w="1745506" h="1319979">
                  <a:moveTo>
                    <a:pt x="0" y="1190343"/>
                  </a:moveTo>
                  <a:lnTo>
                    <a:pt x="22095" y="1174004"/>
                  </a:lnTo>
                  <a:lnTo>
                    <a:pt x="44190" y="1157599"/>
                  </a:lnTo>
                  <a:lnTo>
                    <a:pt x="66285" y="1141116"/>
                  </a:lnTo>
                  <a:lnTo>
                    <a:pt x="88380" y="1124543"/>
                  </a:lnTo>
                  <a:lnTo>
                    <a:pt x="110475" y="1107867"/>
                  </a:lnTo>
                  <a:lnTo>
                    <a:pt x="132570" y="1091074"/>
                  </a:lnTo>
                  <a:lnTo>
                    <a:pt x="154665" y="1074154"/>
                  </a:lnTo>
                  <a:lnTo>
                    <a:pt x="176760" y="1057097"/>
                  </a:lnTo>
                  <a:lnTo>
                    <a:pt x="198855" y="1039899"/>
                  </a:lnTo>
                  <a:lnTo>
                    <a:pt x="220950" y="1022564"/>
                  </a:lnTo>
                  <a:lnTo>
                    <a:pt x="243045" y="1005102"/>
                  </a:lnTo>
                  <a:lnTo>
                    <a:pt x="265140" y="987532"/>
                  </a:lnTo>
                  <a:lnTo>
                    <a:pt x="287235" y="969882"/>
                  </a:lnTo>
                  <a:lnTo>
                    <a:pt x="309330" y="952186"/>
                  </a:lnTo>
                  <a:lnTo>
                    <a:pt x="331425" y="934481"/>
                  </a:lnTo>
                  <a:lnTo>
                    <a:pt x="353520" y="916809"/>
                  </a:lnTo>
                  <a:lnTo>
                    <a:pt x="375615" y="899207"/>
                  </a:lnTo>
                  <a:lnTo>
                    <a:pt x="397710" y="881713"/>
                  </a:lnTo>
                  <a:lnTo>
                    <a:pt x="419805" y="864357"/>
                  </a:lnTo>
                  <a:lnTo>
                    <a:pt x="441900" y="847169"/>
                  </a:lnTo>
                  <a:lnTo>
                    <a:pt x="463995" y="830171"/>
                  </a:lnTo>
                  <a:lnTo>
                    <a:pt x="486090" y="813382"/>
                  </a:lnTo>
                  <a:lnTo>
                    <a:pt x="508185" y="796815"/>
                  </a:lnTo>
                  <a:lnTo>
                    <a:pt x="530280" y="780481"/>
                  </a:lnTo>
                  <a:lnTo>
                    <a:pt x="552375" y="764386"/>
                  </a:lnTo>
                  <a:lnTo>
                    <a:pt x="574470" y="748533"/>
                  </a:lnTo>
                  <a:lnTo>
                    <a:pt x="596565" y="732922"/>
                  </a:lnTo>
                  <a:lnTo>
                    <a:pt x="618660" y="717550"/>
                  </a:lnTo>
                  <a:lnTo>
                    <a:pt x="640755" y="702412"/>
                  </a:lnTo>
                  <a:lnTo>
                    <a:pt x="662850" y="687498"/>
                  </a:lnTo>
                  <a:lnTo>
                    <a:pt x="684945" y="672799"/>
                  </a:lnTo>
                  <a:lnTo>
                    <a:pt x="707040" y="658301"/>
                  </a:lnTo>
                  <a:lnTo>
                    <a:pt x="729135" y="643988"/>
                  </a:lnTo>
                  <a:lnTo>
                    <a:pt x="751230" y="629843"/>
                  </a:lnTo>
                  <a:lnTo>
                    <a:pt x="773325" y="615847"/>
                  </a:lnTo>
                  <a:lnTo>
                    <a:pt x="795420" y="601978"/>
                  </a:lnTo>
                  <a:lnTo>
                    <a:pt x="817515" y="588215"/>
                  </a:lnTo>
                  <a:lnTo>
                    <a:pt x="839610" y="574536"/>
                  </a:lnTo>
                  <a:lnTo>
                    <a:pt x="861705" y="560919"/>
                  </a:lnTo>
                  <a:lnTo>
                    <a:pt x="883800" y="547343"/>
                  </a:lnTo>
                  <a:lnTo>
                    <a:pt x="905895" y="533787"/>
                  </a:lnTo>
                  <a:lnTo>
                    <a:pt x="927990" y="520236"/>
                  </a:lnTo>
                  <a:lnTo>
                    <a:pt x="950085" y="506672"/>
                  </a:lnTo>
                  <a:lnTo>
                    <a:pt x="972180" y="493084"/>
                  </a:lnTo>
                  <a:lnTo>
                    <a:pt x="994275" y="479463"/>
                  </a:lnTo>
                  <a:lnTo>
                    <a:pt x="1016370" y="465800"/>
                  </a:lnTo>
                  <a:lnTo>
                    <a:pt x="1038465" y="452091"/>
                  </a:lnTo>
                  <a:lnTo>
                    <a:pt x="1060560" y="438334"/>
                  </a:lnTo>
                  <a:lnTo>
                    <a:pt x="1082655" y="424528"/>
                  </a:lnTo>
                  <a:lnTo>
                    <a:pt x="1104750" y="410673"/>
                  </a:lnTo>
                  <a:lnTo>
                    <a:pt x="1126845" y="396772"/>
                  </a:lnTo>
                  <a:lnTo>
                    <a:pt x="1148940" y="382827"/>
                  </a:lnTo>
                  <a:lnTo>
                    <a:pt x="1171035" y="368841"/>
                  </a:lnTo>
                  <a:lnTo>
                    <a:pt x="1193130" y="354817"/>
                  </a:lnTo>
                  <a:lnTo>
                    <a:pt x="1215225" y="340758"/>
                  </a:lnTo>
                  <a:lnTo>
                    <a:pt x="1237320" y="326670"/>
                  </a:lnTo>
                  <a:lnTo>
                    <a:pt x="1259415" y="312554"/>
                  </a:lnTo>
                  <a:lnTo>
                    <a:pt x="1281510" y="298414"/>
                  </a:lnTo>
                  <a:lnTo>
                    <a:pt x="1303605" y="284254"/>
                  </a:lnTo>
                  <a:lnTo>
                    <a:pt x="1325700" y="270076"/>
                  </a:lnTo>
                  <a:lnTo>
                    <a:pt x="1347795" y="255883"/>
                  </a:lnTo>
                  <a:lnTo>
                    <a:pt x="1369890" y="241677"/>
                  </a:lnTo>
                  <a:lnTo>
                    <a:pt x="1391985" y="227462"/>
                  </a:lnTo>
                  <a:lnTo>
                    <a:pt x="1414080" y="213239"/>
                  </a:lnTo>
                  <a:lnTo>
                    <a:pt x="1436175" y="199011"/>
                  </a:lnTo>
                  <a:lnTo>
                    <a:pt x="1458270" y="184778"/>
                  </a:lnTo>
                  <a:lnTo>
                    <a:pt x="1480366" y="170543"/>
                  </a:lnTo>
                  <a:lnTo>
                    <a:pt x="1502461" y="156308"/>
                  </a:lnTo>
                  <a:lnTo>
                    <a:pt x="1524556" y="142073"/>
                  </a:lnTo>
                  <a:lnTo>
                    <a:pt x="1546651" y="127841"/>
                  </a:lnTo>
                  <a:lnTo>
                    <a:pt x="1568746" y="113611"/>
                  </a:lnTo>
                  <a:lnTo>
                    <a:pt x="1590841" y="99386"/>
                  </a:lnTo>
                  <a:lnTo>
                    <a:pt x="1612936" y="85166"/>
                  </a:lnTo>
                  <a:lnTo>
                    <a:pt x="1635031" y="70952"/>
                  </a:lnTo>
                  <a:lnTo>
                    <a:pt x="1657126" y="56744"/>
                  </a:lnTo>
                  <a:lnTo>
                    <a:pt x="1679221" y="42545"/>
                  </a:lnTo>
                  <a:lnTo>
                    <a:pt x="1701316" y="28354"/>
                  </a:lnTo>
                  <a:lnTo>
                    <a:pt x="1723411" y="14172"/>
                  </a:lnTo>
                  <a:lnTo>
                    <a:pt x="1745506" y="0"/>
                  </a:lnTo>
                  <a:lnTo>
                    <a:pt x="1745506" y="557541"/>
                  </a:lnTo>
                  <a:lnTo>
                    <a:pt x="1723411" y="551401"/>
                  </a:lnTo>
                  <a:lnTo>
                    <a:pt x="1701316" y="545679"/>
                  </a:lnTo>
                  <a:lnTo>
                    <a:pt x="1679221" y="540376"/>
                  </a:lnTo>
                  <a:lnTo>
                    <a:pt x="1657126" y="535493"/>
                  </a:lnTo>
                  <a:lnTo>
                    <a:pt x="1635031" y="531030"/>
                  </a:lnTo>
                  <a:lnTo>
                    <a:pt x="1612936" y="526987"/>
                  </a:lnTo>
                  <a:lnTo>
                    <a:pt x="1590841" y="523367"/>
                  </a:lnTo>
                  <a:lnTo>
                    <a:pt x="1568746" y="520169"/>
                  </a:lnTo>
                  <a:lnTo>
                    <a:pt x="1546651" y="517395"/>
                  </a:lnTo>
                  <a:lnTo>
                    <a:pt x="1524556" y="515045"/>
                  </a:lnTo>
                  <a:lnTo>
                    <a:pt x="1502461" y="513121"/>
                  </a:lnTo>
                  <a:lnTo>
                    <a:pt x="1480366" y="511625"/>
                  </a:lnTo>
                  <a:lnTo>
                    <a:pt x="1458270" y="510556"/>
                  </a:lnTo>
                  <a:lnTo>
                    <a:pt x="1436175" y="509918"/>
                  </a:lnTo>
                  <a:lnTo>
                    <a:pt x="1414080" y="509712"/>
                  </a:lnTo>
                  <a:lnTo>
                    <a:pt x="1391985" y="509940"/>
                  </a:lnTo>
                  <a:lnTo>
                    <a:pt x="1369890" y="510603"/>
                  </a:lnTo>
                  <a:lnTo>
                    <a:pt x="1347795" y="511703"/>
                  </a:lnTo>
                  <a:lnTo>
                    <a:pt x="1325700" y="513244"/>
                  </a:lnTo>
                  <a:lnTo>
                    <a:pt x="1303605" y="515228"/>
                  </a:lnTo>
                  <a:lnTo>
                    <a:pt x="1281510" y="517657"/>
                  </a:lnTo>
                  <a:lnTo>
                    <a:pt x="1259415" y="520535"/>
                  </a:lnTo>
                  <a:lnTo>
                    <a:pt x="1237320" y="523864"/>
                  </a:lnTo>
                  <a:lnTo>
                    <a:pt x="1215225" y="527648"/>
                  </a:lnTo>
                  <a:lnTo>
                    <a:pt x="1193130" y="531891"/>
                  </a:lnTo>
                  <a:lnTo>
                    <a:pt x="1171035" y="536596"/>
                  </a:lnTo>
                  <a:lnTo>
                    <a:pt x="1148940" y="541766"/>
                  </a:lnTo>
                  <a:lnTo>
                    <a:pt x="1126845" y="547405"/>
                  </a:lnTo>
                  <a:lnTo>
                    <a:pt x="1104750" y="553517"/>
                  </a:lnTo>
                  <a:lnTo>
                    <a:pt x="1082655" y="560102"/>
                  </a:lnTo>
                  <a:lnTo>
                    <a:pt x="1060560" y="567164"/>
                  </a:lnTo>
                  <a:lnTo>
                    <a:pt x="1038465" y="574703"/>
                  </a:lnTo>
                  <a:lnTo>
                    <a:pt x="1016370" y="582718"/>
                  </a:lnTo>
                  <a:lnTo>
                    <a:pt x="994275" y="591207"/>
                  </a:lnTo>
                  <a:lnTo>
                    <a:pt x="972180" y="600165"/>
                  </a:lnTo>
                  <a:lnTo>
                    <a:pt x="950085" y="609584"/>
                  </a:lnTo>
                  <a:lnTo>
                    <a:pt x="927990" y="619456"/>
                  </a:lnTo>
                  <a:lnTo>
                    <a:pt x="905895" y="629767"/>
                  </a:lnTo>
                  <a:lnTo>
                    <a:pt x="883800" y="640503"/>
                  </a:lnTo>
                  <a:lnTo>
                    <a:pt x="861705" y="651645"/>
                  </a:lnTo>
                  <a:lnTo>
                    <a:pt x="839610" y="663175"/>
                  </a:lnTo>
                  <a:lnTo>
                    <a:pt x="817515" y="675070"/>
                  </a:lnTo>
                  <a:lnTo>
                    <a:pt x="795420" y="687310"/>
                  </a:lnTo>
                  <a:lnTo>
                    <a:pt x="773325" y="699871"/>
                  </a:lnTo>
                  <a:lnTo>
                    <a:pt x="751230" y="712733"/>
                  </a:lnTo>
                  <a:lnTo>
                    <a:pt x="729135" y="725873"/>
                  </a:lnTo>
                  <a:lnTo>
                    <a:pt x="707040" y="739274"/>
                  </a:lnTo>
                  <a:lnTo>
                    <a:pt x="684945" y="752918"/>
                  </a:lnTo>
                  <a:lnTo>
                    <a:pt x="662850" y="766788"/>
                  </a:lnTo>
                  <a:lnTo>
                    <a:pt x="640755" y="780872"/>
                  </a:lnTo>
                  <a:lnTo>
                    <a:pt x="618660" y="795159"/>
                  </a:lnTo>
                  <a:lnTo>
                    <a:pt x="596565" y="809640"/>
                  </a:lnTo>
                  <a:lnTo>
                    <a:pt x="574470" y="824310"/>
                  </a:lnTo>
                  <a:lnTo>
                    <a:pt x="552375" y="839166"/>
                  </a:lnTo>
                  <a:lnTo>
                    <a:pt x="530280" y="854207"/>
                  </a:lnTo>
                  <a:lnTo>
                    <a:pt x="508185" y="869437"/>
                  </a:lnTo>
                  <a:lnTo>
                    <a:pt x="486090" y="884863"/>
                  </a:lnTo>
                  <a:lnTo>
                    <a:pt x="463995" y="900493"/>
                  </a:lnTo>
                  <a:lnTo>
                    <a:pt x="441900" y="916344"/>
                  </a:lnTo>
                  <a:lnTo>
                    <a:pt x="419805" y="932431"/>
                  </a:lnTo>
                  <a:lnTo>
                    <a:pt x="397710" y="948780"/>
                  </a:lnTo>
                  <a:lnTo>
                    <a:pt x="375615" y="965417"/>
                  </a:lnTo>
                  <a:lnTo>
                    <a:pt x="353520" y="982374"/>
                  </a:lnTo>
                  <a:lnTo>
                    <a:pt x="331425" y="999689"/>
                  </a:lnTo>
                  <a:lnTo>
                    <a:pt x="309330" y="1017400"/>
                  </a:lnTo>
                  <a:lnTo>
                    <a:pt x="287235" y="1035546"/>
                  </a:lnTo>
                  <a:lnTo>
                    <a:pt x="265140" y="1054167"/>
                  </a:lnTo>
                  <a:lnTo>
                    <a:pt x="243045" y="1073296"/>
                  </a:lnTo>
                  <a:lnTo>
                    <a:pt x="220950" y="1092960"/>
                  </a:lnTo>
                  <a:lnTo>
                    <a:pt x="198855" y="1113180"/>
                  </a:lnTo>
                  <a:lnTo>
                    <a:pt x="176760" y="1133964"/>
                  </a:lnTo>
                  <a:lnTo>
                    <a:pt x="154665" y="1155317"/>
                  </a:lnTo>
                  <a:lnTo>
                    <a:pt x="132570" y="1177235"/>
                  </a:lnTo>
                  <a:lnTo>
                    <a:pt x="110475" y="1199708"/>
                  </a:lnTo>
                  <a:lnTo>
                    <a:pt x="88380" y="1222725"/>
                  </a:lnTo>
                  <a:lnTo>
                    <a:pt x="66285" y="1246274"/>
                  </a:lnTo>
                  <a:lnTo>
                    <a:pt x="44190" y="1270341"/>
                  </a:lnTo>
                  <a:lnTo>
                    <a:pt x="22095" y="1294913"/>
                  </a:lnTo>
                  <a:lnTo>
                    <a:pt x="0" y="1319979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06" name="pl4906"/>
            <p:cNvSpPr/>
            <p:nvPr/>
          </p:nvSpPr>
          <p:spPr>
            <a:xfrm>
              <a:off x="7457963" y="2811237"/>
              <a:ext cx="1745506" cy="1190343"/>
            </a:xfrm>
            <a:custGeom>
              <a:avLst/>
              <a:pathLst>
                <a:path w="1745506" h="1190343">
                  <a:moveTo>
                    <a:pt x="0" y="1190343"/>
                  </a:moveTo>
                  <a:lnTo>
                    <a:pt x="22095" y="1174004"/>
                  </a:lnTo>
                  <a:lnTo>
                    <a:pt x="44190" y="1157599"/>
                  </a:lnTo>
                  <a:lnTo>
                    <a:pt x="66285" y="1141116"/>
                  </a:lnTo>
                  <a:lnTo>
                    <a:pt x="88380" y="1124543"/>
                  </a:lnTo>
                  <a:lnTo>
                    <a:pt x="110475" y="1107867"/>
                  </a:lnTo>
                  <a:lnTo>
                    <a:pt x="132570" y="1091074"/>
                  </a:lnTo>
                  <a:lnTo>
                    <a:pt x="154665" y="1074154"/>
                  </a:lnTo>
                  <a:lnTo>
                    <a:pt x="176760" y="1057097"/>
                  </a:lnTo>
                  <a:lnTo>
                    <a:pt x="198855" y="1039899"/>
                  </a:lnTo>
                  <a:lnTo>
                    <a:pt x="220950" y="1022564"/>
                  </a:lnTo>
                  <a:lnTo>
                    <a:pt x="243045" y="1005102"/>
                  </a:lnTo>
                  <a:lnTo>
                    <a:pt x="265140" y="987532"/>
                  </a:lnTo>
                  <a:lnTo>
                    <a:pt x="287235" y="969882"/>
                  </a:lnTo>
                  <a:lnTo>
                    <a:pt x="309330" y="952186"/>
                  </a:lnTo>
                  <a:lnTo>
                    <a:pt x="331425" y="934481"/>
                  </a:lnTo>
                  <a:lnTo>
                    <a:pt x="353520" y="916809"/>
                  </a:lnTo>
                  <a:lnTo>
                    <a:pt x="375615" y="899207"/>
                  </a:lnTo>
                  <a:lnTo>
                    <a:pt x="397710" y="881713"/>
                  </a:lnTo>
                  <a:lnTo>
                    <a:pt x="419805" y="864357"/>
                  </a:lnTo>
                  <a:lnTo>
                    <a:pt x="441900" y="847169"/>
                  </a:lnTo>
                  <a:lnTo>
                    <a:pt x="463995" y="830171"/>
                  </a:lnTo>
                  <a:lnTo>
                    <a:pt x="486090" y="813382"/>
                  </a:lnTo>
                  <a:lnTo>
                    <a:pt x="508185" y="796815"/>
                  </a:lnTo>
                  <a:lnTo>
                    <a:pt x="530280" y="780481"/>
                  </a:lnTo>
                  <a:lnTo>
                    <a:pt x="552375" y="764386"/>
                  </a:lnTo>
                  <a:lnTo>
                    <a:pt x="574470" y="748533"/>
                  </a:lnTo>
                  <a:lnTo>
                    <a:pt x="596565" y="732922"/>
                  </a:lnTo>
                  <a:lnTo>
                    <a:pt x="618660" y="717550"/>
                  </a:lnTo>
                  <a:lnTo>
                    <a:pt x="640755" y="702412"/>
                  </a:lnTo>
                  <a:lnTo>
                    <a:pt x="662850" y="687498"/>
                  </a:lnTo>
                  <a:lnTo>
                    <a:pt x="684945" y="672799"/>
                  </a:lnTo>
                  <a:lnTo>
                    <a:pt x="707040" y="658301"/>
                  </a:lnTo>
                  <a:lnTo>
                    <a:pt x="729135" y="643988"/>
                  </a:lnTo>
                  <a:lnTo>
                    <a:pt x="751230" y="629843"/>
                  </a:lnTo>
                  <a:lnTo>
                    <a:pt x="773325" y="615847"/>
                  </a:lnTo>
                  <a:lnTo>
                    <a:pt x="795420" y="601978"/>
                  </a:lnTo>
                  <a:lnTo>
                    <a:pt x="817515" y="588215"/>
                  </a:lnTo>
                  <a:lnTo>
                    <a:pt x="839610" y="574536"/>
                  </a:lnTo>
                  <a:lnTo>
                    <a:pt x="861705" y="560919"/>
                  </a:lnTo>
                  <a:lnTo>
                    <a:pt x="883800" y="547343"/>
                  </a:lnTo>
                  <a:lnTo>
                    <a:pt x="905895" y="533787"/>
                  </a:lnTo>
                  <a:lnTo>
                    <a:pt x="927990" y="520236"/>
                  </a:lnTo>
                  <a:lnTo>
                    <a:pt x="950085" y="506672"/>
                  </a:lnTo>
                  <a:lnTo>
                    <a:pt x="972180" y="493084"/>
                  </a:lnTo>
                  <a:lnTo>
                    <a:pt x="994275" y="479463"/>
                  </a:lnTo>
                  <a:lnTo>
                    <a:pt x="1016370" y="465800"/>
                  </a:lnTo>
                  <a:lnTo>
                    <a:pt x="1038465" y="452091"/>
                  </a:lnTo>
                  <a:lnTo>
                    <a:pt x="1060560" y="438334"/>
                  </a:lnTo>
                  <a:lnTo>
                    <a:pt x="1082655" y="424528"/>
                  </a:lnTo>
                  <a:lnTo>
                    <a:pt x="1104750" y="410673"/>
                  </a:lnTo>
                  <a:lnTo>
                    <a:pt x="1126845" y="396772"/>
                  </a:lnTo>
                  <a:lnTo>
                    <a:pt x="1148940" y="382827"/>
                  </a:lnTo>
                  <a:lnTo>
                    <a:pt x="1171035" y="368841"/>
                  </a:lnTo>
                  <a:lnTo>
                    <a:pt x="1193130" y="354817"/>
                  </a:lnTo>
                  <a:lnTo>
                    <a:pt x="1215225" y="340758"/>
                  </a:lnTo>
                  <a:lnTo>
                    <a:pt x="1237320" y="326670"/>
                  </a:lnTo>
                  <a:lnTo>
                    <a:pt x="1259415" y="312554"/>
                  </a:lnTo>
                  <a:lnTo>
                    <a:pt x="1281510" y="298414"/>
                  </a:lnTo>
                  <a:lnTo>
                    <a:pt x="1303605" y="284254"/>
                  </a:lnTo>
                  <a:lnTo>
                    <a:pt x="1325700" y="270076"/>
                  </a:lnTo>
                  <a:lnTo>
                    <a:pt x="1347795" y="255883"/>
                  </a:lnTo>
                  <a:lnTo>
                    <a:pt x="1369890" y="241677"/>
                  </a:lnTo>
                  <a:lnTo>
                    <a:pt x="1391985" y="227462"/>
                  </a:lnTo>
                  <a:lnTo>
                    <a:pt x="1414080" y="213239"/>
                  </a:lnTo>
                  <a:lnTo>
                    <a:pt x="1436175" y="199011"/>
                  </a:lnTo>
                  <a:lnTo>
                    <a:pt x="1458270" y="184778"/>
                  </a:lnTo>
                  <a:lnTo>
                    <a:pt x="1480366" y="170543"/>
                  </a:lnTo>
                  <a:lnTo>
                    <a:pt x="1502461" y="156308"/>
                  </a:lnTo>
                  <a:lnTo>
                    <a:pt x="1524556" y="142073"/>
                  </a:lnTo>
                  <a:lnTo>
                    <a:pt x="1546651" y="127841"/>
                  </a:lnTo>
                  <a:lnTo>
                    <a:pt x="1568746" y="113611"/>
                  </a:lnTo>
                  <a:lnTo>
                    <a:pt x="1590841" y="99386"/>
                  </a:lnTo>
                  <a:lnTo>
                    <a:pt x="1612936" y="85166"/>
                  </a:lnTo>
                  <a:lnTo>
                    <a:pt x="1635031" y="70952"/>
                  </a:lnTo>
                  <a:lnTo>
                    <a:pt x="1657126" y="56744"/>
                  </a:lnTo>
                  <a:lnTo>
                    <a:pt x="1679221" y="42545"/>
                  </a:lnTo>
                  <a:lnTo>
                    <a:pt x="1701316" y="28354"/>
                  </a:lnTo>
                  <a:lnTo>
                    <a:pt x="1723411" y="14172"/>
                  </a:lnTo>
                  <a:lnTo>
                    <a:pt x="174550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07" name="pl4907"/>
            <p:cNvSpPr/>
            <p:nvPr/>
          </p:nvSpPr>
          <p:spPr>
            <a:xfrm>
              <a:off x="7457963" y="3320950"/>
              <a:ext cx="1745506" cy="810266"/>
            </a:xfrm>
            <a:custGeom>
              <a:avLst/>
              <a:pathLst>
                <a:path w="1745506" h="810266">
                  <a:moveTo>
                    <a:pt x="1745506" y="47828"/>
                  </a:moveTo>
                  <a:lnTo>
                    <a:pt x="1723411" y="41688"/>
                  </a:lnTo>
                  <a:lnTo>
                    <a:pt x="1701316" y="35966"/>
                  </a:lnTo>
                  <a:lnTo>
                    <a:pt x="1679221" y="30663"/>
                  </a:lnTo>
                  <a:lnTo>
                    <a:pt x="1657126" y="25780"/>
                  </a:lnTo>
                  <a:lnTo>
                    <a:pt x="1635031" y="21317"/>
                  </a:lnTo>
                  <a:lnTo>
                    <a:pt x="1612936" y="17275"/>
                  </a:lnTo>
                  <a:lnTo>
                    <a:pt x="1590841" y="13654"/>
                  </a:lnTo>
                  <a:lnTo>
                    <a:pt x="1568746" y="10456"/>
                  </a:lnTo>
                  <a:lnTo>
                    <a:pt x="1546651" y="7682"/>
                  </a:lnTo>
                  <a:lnTo>
                    <a:pt x="1524556" y="5332"/>
                  </a:lnTo>
                  <a:lnTo>
                    <a:pt x="1502461" y="3408"/>
                  </a:lnTo>
                  <a:lnTo>
                    <a:pt x="1480366" y="1912"/>
                  </a:lnTo>
                  <a:lnTo>
                    <a:pt x="1458270" y="844"/>
                  </a:lnTo>
                  <a:lnTo>
                    <a:pt x="1436175" y="206"/>
                  </a:lnTo>
                  <a:lnTo>
                    <a:pt x="1414080" y="0"/>
                  </a:lnTo>
                  <a:lnTo>
                    <a:pt x="1391985" y="227"/>
                  </a:lnTo>
                  <a:lnTo>
                    <a:pt x="1369890" y="890"/>
                  </a:lnTo>
                  <a:lnTo>
                    <a:pt x="1347795" y="1991"/>
                  </a:lnTo>
                  <a:lnTo>
                    <a:pt x="1325700" y="3531"/>
                  </a:lnTo>
                  <a:lnTo>
                    <a:pt x="1303605" y="5515"/>
                  </a:lnTo>
                  <a:lnTo>
                    <a:pt x="1281510" y="7944"/>
                  </a:lnTo>
                  <a:lnTo>
                    <a:pt x="1259415" y="10822"/>
                  </a:lnTo>
                  <a:lnTo>
                    <a:pt x="1237320" y="14151"/>
                  </a:lnTo>
                  <a:lnTo>
                    <a:pt x="1215225" y="17935"/>
                  </a:lnTo>
                  <a:lnTo>
                    <a:pt x="1193130" y="22178"/>
                  </a:lnTo>
                  <a:lnTo>
                    <a:pt x="1171035" y="26883"/>
                  </a:lnTo>
                  <a:lnTo>
                    <a:pt x="1148940" y="32053"/>
                  </a:lnTo>
                  <a:lnTo>
                    <a:pt x="1126845" y="37693"/>
                  </a:lnTo>
                  <a:lnTo>
                    <a:pt x="1104750" y="43804"/>
                  </a:lnTo>
                  <a:lnTo>
                    <a:pt x="1082655" y="50389"/>
                  </a:lnTo>
                  <a:lnTo>
                    <a:pt x="1060560" y="57451"/>
                  </a:lnTo>
                  <a:lnTo>
                    <a:pt x="1038465" y="64990"/>
                  </a:lnTo>
                  <a:lnTo>
                    <a:pt x="1016370" y="73005"/>
                  </a:lnTo>
                  <a:lnTo>
                    <a:pt x="994275" y="81494"/>
                  </a:lnTo>
                  <a:lnTo>
                    <a:pt x="972180" y="90452"/>
                  </a:lnTo>
                  <a:lnTo>
                    <a:pt x="950085" y="99872"/>
                  </a:lnTo>
                  <a:lnTo>
                    <a:pt x="927990" y="109743"/>
                  </a:lnTo>
                  <a:lnTo>
                    <a:pt x="905895" y="120055"/>
                  </a:lnTo>
                  <a:lnTo>
                    <a:pt x="883800" y="130790"/>
                  </a:lnTo>
                  <a:lnTo>
                    <a:pt x="861705" y="141932"/>
                  </a:lnTo>
                  <a:lnTo>
                    <a:pt x="839610" y="153462"/>
                  </a:lnTo>
                  <a:lnTo>
                    <a:pt x="817515" y="165357"/>
                  </a:lnTo>
                  <a:lnTo>
                    <a:pt x="795420" y="177597"/>
                  </a:lnTo>
                  <a:lnTo>
                    <a:pt x="773325" y="190158"/>
                  </a:lnTo>
                  <a:lnTo>
                    <a:pt x="751230" y="203020"/>
                  </a:lnTo>
                  <a:lnTo>
                    <a:pt x="729135" y="216161"/>
                  </a:lnTo>
                  <a:lnTo>
                    <a:pt x="707040" y="229562"/>
                  </a:lnTo>
                  <a:lnTo>
                    <a:pt x="684945" y="243205"/>
                  </a:lnTo>
                  <a:lnTo>
                    <a:pt x="662850" y="257075"/>
                  </a:lnTo>
                  <a:lnTo>
                    <a:pt x="640755" y="271159"/>
                  </a:lnTo>
                  <a:lnTo>
                    <a:pt x="618660" y="285446"/>
                  </a:lnTo>
                  <a:lnTo>
                    <a:pt x="596565" y="299927"/>
                  </a:lnTo>
                  <a:lnTo>
                    <a:pt x="574470" y="314597"/>
                  </a:lnTo>
                  <a:lnTo>
                    <a:pt x="552375" y="329453"/>
                  </a:lnTo>
                  <a:lnTo>
                    <a:pt x="530280" y="344494"/>
                  </a:lnTo>
                  <a:lnTo>
                    <a:pt x="508185" y="359725"/>
                  </a:lnTo>
                  <a:lnTo>
                    <a:pt x="486090" y="375150"/>
                  </a:lnTo>
                  <a:lnTo>
                    <a:pt x="463995" y="390781"/>
                  </a:lnTo>
                  <a:lnTo>
                    <a:pt x="441900" y="406631"/>
                  </a:lnTo>
                  <a:lnTo>
                    <a:pt x="419805" y="422719"/>
                  </a:lnTo>
                  <a:lnTo>
                    <a:pt x="397710" y="439067"/>
                  </a:lnTo>
                  <a:lnTo>
                    <a:pt x="375615" y="455704"/>
                  </a:lnTo>
                  <a:lnTo>
                    <a:pt x="353520" y="472662"/>
                  </a:lnTo>
                  <a:lnTo>
                    <a:pt x="331425" y="489976"/>
                  </a:lnTo>
                  <a:lnTo>
                    <a:pt x="309330" y="507687"/>
                  </a:lnTo>
                  <a:lnTo>
                    <a:pt x="287235" y="525834"/>
                  </a:lnTo>
                  <a:lnTo>
                    <a:pt x="265140" y="544454"/>
                  </a:lnTo>
                  <a:lnTo>
                    <a:pt x="243045" y="563583"/>
                  </a:lnTo>
                  <a:lnTo>
                    <a:pt x="220950" y="583248"/>
                  </a:lnTo>
                  <a:lnTo>
                    <a:pt x="198855" y="603467"/>
                  </a:lnTo>
                  <a:lnTo>
                    <a:pt x="176760" y="624252"/>
                  </a:lnTo>
                  <a:lnTo>
                    <a:pt x="154665" y="645605"/>
                  </a:lnTo>
                  <a:lnTo>
                    <a:pt x="132570" y="667522"/>
                  </a:lnTo>
                  <a:lnTo>
                    <a:pt x="110475" y="689995"/>
                  </a:lnTo>
                  <a:lnTo>
                    <a:pt x="88380" y="713013"/>
                  </a:lnTo>
                  <a:lnTo>
                    <a:pt x="66285" y="736561"/>
                  </a:lnTo>
                  <a:lnTo>
                    <a:pt x="44190" y="760628"/>
                  </a:lnTo>
                  <a:lnTo>
                    <a:pt x="22095" y="785200"/>
                  </a:lnTo>
                  <a:lnTo>
                    <a:pt x="0" y="8102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08" name="pl4908"/>
            <p:cNvSpPr/>
            <p:nvPr/>
          </p:nvSpPr>
          <p:spPr>
            <a:xfrm>
              <a:off x="7457963" y="3090008"/>
              <a:ext cx="1745506" cy="976390"/>
            </a:xfrm>
            <a:custGeom>
              <a:avLst/>
              <a:pathLst>
                <a:path w="1745506" h="976390">
                  <a:moveTo>
                    <a:pt x="0" y="976390"/>
                  </a:moveTo>
                  <a:lnTo>
                    <a:pt x="22095" y="955688"/>
                  </a:lnTo>
                  <a:lnTo>
                    <a:pt x="44190" y="935199"/>
                  </a:lnTo>
                  <a:lnTo>
                    <a:pt x="66285" y="914924"/>
                  </a:lnTo>
                  <a:lnTo>
                    <a:pt x="88380" y="894864"/>
                  </a:lnTo>
                  <a:lnTo>
                    <a:pt x="110475" y="875017"/>
                  </a:lnTo>
                  <a:lnTo>
                    <a:pt x="132570" y="855384"/>
                  </a:lnTo>
                  <a:lnTo>
                    <a:pt x="154665" y="835965"/>
                  </a:lnTo>
                  <a:lnTo>
                    <a:pt x="176760" y="816760"/>
                  </a:lnTo>
                  <a:lnTo>
                    <a:pt x="198855" y="797769"/>
                  </a:lnTo>
                  <a:lnTo>
                    <a:pt x="220950" y="778992"/>
                  </a:lnTo>
                  <a:lnTo>
                    <a:pt x="243045" y="760428"/>
                  </a:lnTo>
                  <a:lnTo>
                    <a:pt x="265140" y="742079"/>
                  </a:lnTo>
                  <a:lnTo>
                    <a:pt x="287235" y="723944"/>
                  </a:lnTo>
                  <a:lnTo>
                    <a:pt x="309330" y="706022"/>
                  </a:lnTo>
                  <a:lnTo>
                    <a:pt x="331425" y="688315"/>
                  </a:lnTo>
                  <a:lnTo>
                    <a:pt x="353520" y="670821"/>
                  </a:lnTo>
                  <a:lnTo>
                    <a:pt x="375615" y="653541"/>
                  </a:lnTo>
                  <a:lnTo>
                    <a:pt x="397710" y="636475"/>
                  </a:lnTo>
                  <a:lnTo>
                    <a:pt x="419805" y="619624"/>
                  </a:lnTo>
                  <a:lnTo>
                    <a:pt x="441900" y="602986"/>
                  </a:lnTo>
                  <a:lnTo>
                    <a:pt x="463995" y="586562"/>
                  </a:lnTo>
                  <a:lnTo>
                    <a:pt x="486090" y="570352"/>
                  </a:lnTo>
                  <a:lnTo>
                    <a:pt x="508185" y="554356"/>
                  </a:lnTo>
                  <a:lnTo>
                    <a:pt x="530280" y="538573"/>
                  </a:lnTo>
                  <a:lnTo>
                    <a:pt x="552375" y="523005"/>
                  </a:lnTo>
                  <a:lnTo>
                    <a:pt x="574470" y="507651"/>
                  </a:lnTo>
                  <a:lnTo>
                    <a:pt x="596565" y="492510"/>
                  </a:lnTo>
                  <a:lnTo>
                    <a:pt x="618660" y="477584"/>
                  </a:lnTo>
                  <a:lnTo>
                    <a:pt x="640755" y="462871"/>
                  </a:lnTo>
                  <a:lnTo>
                    <a:pt x="662850" y="448373"/>
                  </a:lnTo>
                  <a:lnTo>
                    <a:pt x="684945" y="434088"/>
                  </a:lnTo>
                  <a:lnTo>
                    <a:pt x="707040" y="420017"/>
                  </a:lnTo>
                  <a:lnTo>
                    <a:pt x="729135" y="406160"/>
                  </a:lnTo>
                  <a:lnTo>
                    <a:pt x="751230" y="392517"/>
                  </a:lnTo>
                  <a:lnTo>
                    <a:pt x="773325" y="379088"/>
                  </a:lnTo>
                  <a:lnTo>
                    <a:pt x="795420" y="365873"/>
                  </a:lnTo>
                  <a:lnTo>
                    <a:pt x="817515" y="352872"/>
                  </a:lnTo>
                  <a:lnTo>
                    <a:pt x="839610" y="340085"/>
                  </a:lnTo>
                  <a:lnTo>
                    <a:pt x="861705" y="327511"/>
                  </a:lnTo>
                  <a:lnTo>
                    <a:pt x="883800" y="315152"/>
                  </a:lnTo>
                  <a:lnTo>
                    <a:pt x="905895" y="303007"/>
                  </a:lnTo>
                  <a:lnTo>
                    <a:pt x="927990" y="291075"/>
                  </a:lnTo>
                  <a:lnTo>
                    <a:pt x="950085" y="279357"/>
                  </a:lnTo>
                  <a:lnTo>
                    <a:pt x="972180" y="267854"/>
                  </a:lnTo>
                  <a:lnTo>
                    <a:pt x="994275" y="256564"/>
                  </a:lnTo>
                  <a:lnTo>
                    <a:pt x="1016370" y="245488"/>
                  </a:lnTo>
                  <a:lnTo>
                    <a:pt x="1038465" y="234626"/>
                  </a:lnTo>
                  <a:lnTo>
                    <a:pt x="1060560" y="223978"/>
                  </a:lnTo>
                  <a:lnTo>
                    <a:pt x="1082655" y="213544"/>
                  </a:lnTo>
                  <a:lnTo>
                    <a:pt x="1104750" y="203324"/>
                  </a:lnTo>
                  <a:lnTo>
                    <a:pt x="1126845" y="193318"/>
                  </a:lnTo>
                  <a:lnTo>
                    <a:pt x="1148940" y="183526"/>
                  </a:lnTo>
                  <a:lnTo>
                    <a:pt x="1171035" y="173948"/>
                  </a:lnTo>
                  <a:lnTo>
                    <a:pt x="1193130" y="164583"/>
                  </a:lnTo>
                  <a:lnTo>
                    <a:pt x="1215225" y="155433"/>
                  </a:lnTo>
                  <a:lnTo>
                    <a:pt x="1237320" y="146496"/>
                  </a:lnTo>
                  <a:lnTo>
                    <a:pt x="1259415" y="137773"/>
                  </a:lnTo>
                  <a:lnTo>
                    <a:pt x="1281510" y="129265"/>
                  </a:lnTo>
                  <a:lnTo>
                    <a:pt x="1303605" y="120970"/>
                  </a:lnTo>
                  <a:lnTo>
                    <a:pt x="1325700" y="112889"/>
                  </a:lnTo>
                  <a:lnTo>
                    <a:pt x="1347795" y="105022"/>
                  </a:lnTo>
                  <a:lnTo>
                    <a:pt x="1369890" y="97369"/>
                  </a:lnTo>
                  <a:lnTo>
                    <a:pt x="1391985" y="89930"/>
                  </a:lnTo>
                  <a:lnTo>
                    <a:pt x="1414080" y="82705"/>
                  </a:lnTo>
                  <a:lnTo>
                    <a:pt x="1436175" y="75694"/>
                  </a:lnTo>
                  <a:lnTo>
                    <a:pt x="1458270" y="68897"/>
                  </a:lnTo>
                  <a:lnTo>
                    <a:pt x="1480366" y="62313"/>
                  </a:lnTo>
                  <a:lnTo>
                    <a:pt x="1502461" y="55944"/>
                  </a:lnTo>
                  <a:lnTo>
                    <a:pt x="1524556" y="49788"/>
                  </a:lnTo>
                  <a:lnTo>
                    <a:pt x="1546651" y="43847"/>
                  </a:lnTo>
                  <a:lnTo>
                    <a:pt x="1568746" y="38119"/>
                  </a:lnTo>
                  <a:lnTo>
                    <a:pt x="1590841" y="32606"/>
                  </a:lnTo>
                  <a:lnTo>
                    <a:pt x="1612936" y="27306"/>
                  </a:lnTo>
                  <a:lnTo>
                    <a:pt x="1635031" y="22220"/>
                  </a:lnTo>
                  <a:lnTo>
                    <a:pt x="1657126" y="17348"/>
                  </a:lnTo>
                  <a:lnTo>
                    <a:pt x="1679221" y="12690"/>
                  </a:lnTo>
                  <a:lnTo>
                    <a:pt x="1701316" y="8246"/>
                  </a:lnTo>
                  <a:lnTo>
                    <a:pt x="1723411" y="4016"/>
                  </a:lnTo>
                  <a:lnTo>
                    <a:pt x="1745506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9" name="pg4909"/>
            <p:cNvSpPr/>
            <p:nvPr/>
          </p:nvSpPr>
          <p:spPr>
            <a:xfrm>
              <a:off x="7457963" y="3043524"/>
              <a:ext cx="1309129" cy="940398"/>
            </a:xfrm>
            <a:custGeom>
              <a:avLst/>
              <a:pathLst>
                <a:path w="1309129" h="940398">
                  <a:moveTo>
                    <a:pt x="0" y="799352"/>
                  </a:moveTo>
                  <a:lnTo>
                    <a:pt x="16571" y="786980"/>
                  </a:lnTo>
                  <a:lnTo>
                    <a:pt x="33142" y="774652"/>
                  </a:lnTo>
                  <a:lnTo>
                    <a:pt x="49713" y="762366"/>
                  </a:lnTo>
                  <a:lnTo>
                    <a:pt x="66285" y="750123"/>
                  </a:lnTo>
                  <a:lnTo>
                    <a:pt x="82856" y="737920"/>
                  </a:lnTo>
                  <a:lnTo>
                    <a:pt x="99427" y="725757"/>
                  </a:lnTo>
                  <a:lnTo>
                    <a:pt x="115998" y="713632"/>
                  </a:lnTo>
                  <a:lnTo>
                    <a:pt x="132570" y="701542"/>
                  </a:lnTo>
                  <a:lnTo>
                    <a:pt x="149141" y="689487"/>
                  </a:lnTo>
                  <a:lnTo>
                    <a:pt x="165712" y="677465"/>
                  </a:lnTo>
                  <a:lnTo>
                    <a:pt x="182283" y="665473"/>
                  </a:lnTo>
                  <a:lnTo>
                    <a:pt x="198855" y="653509"/>
                  </a:lnTo>
                  <a:lnTo>
                    <a:pt x="215426" y="641571"/>
                  </a:lnTo>
                  <a:lnTo>
                    <a:pt x="231997" y="629657"/>
                  </a:lnTo>
                  <a:lnTo>
                    <a:pt x="248568" y="617763"/>
                  </a:lnTo>
                  <a:lnTo>
                    <a:pt x="265140" y="605889"/>
                  </a:lnTo>
                  <a:lnTo>
                    <a:pt x="281711" y="594033"/>
                  </a:lnTo>
                  <a:lnTo>
                    <a:pt x="298282" y="582192"/>
                  </a:lnTo>
                  <a:lnTo>
                    <a:pt x="314853" y="570368"/>
                  </a:lnTo>
                  <a:lnTo>
                    <a:pt x="331425" y="558559"/>
                  </a:lnTo>
                  <a:lnTo>
                    <a:pt x="347996" y="546769"/>
                  </a:lnTo>
                  <a:lnTo>
                    <a:pt x="364567" y="535000"/>
                  </a:lnTo>
                  <a:lnTo>
                    <a:pt x="381139" y="523257"/>
                  </a:lnTo>
                  <a:lnTo>
                    <a:pt x="397710" y="511548"/>
                  </a:lnTo>
                  <a:lnTo>
                    <a:pt x="414281" y="499880"/>
                  </a:lnTo>
                  <a:lnTo>
                    <a:pt x="430852" y="488263"/>
                  </a:lnTo>
                  <a:lnTo>
                    <a:pt x="447424" y="476708"/>
                  </a:lnTo>
                  <a:lnTo>
                    <a:pt x="463995" y="465227"/>
                  </a:lnTo>
                  <a:lnTo>
                    <a:pt x="480566" y="453831"/>
                  </a:lnTo>
                  <a:lnTo>
                    <a:pt x="497137" y="442533"/>
                  </a:lnTo>
                  <a:lnTo>
                    <a:pt x="513709" y="431343"/>
                  </a:lnTo>
                  <a:lnTo>
                    <a:pt x="530280" y="420271"/>
                  </a:lnTo>
                  <a:lnTo>
                    <a:pt x="546851" y="409327"/>
                  </a:lnTo>
                  <a:lnTo>
                    <a:pt x="563422" y="398519"/>
                  </a:lnTo>
                  <a:lnTo>
                    <a:pt x="579994" y="387851"/>
                  </a:lnTo>
                  <a:lnTo>
                    <a:pt x="596565" y="377330"/>
                  </a:lnTo>
                  <a:lnTo>
                    <a:pt x="613136" y="366959"/>
                  </a:lnTo>
                  <a:lnTo>
                    <a:pt x="629707" y="356740"/>
                  </a:lnTo>
                  <a:lnTo>
                    <a:pt x="646279" y="346672"/>
                  </a:lnTo>
                  <a:lnTo>
                    <a:pt x="662850" y="336755"/>
                  </a:lnTo>
                  <a:lnTo>
                    <a:pt x="679421" y="326985"/>
                  </a:lnTo>
                  <a:lnTo>
                    <a:pt x="695992" y="317359"/>
                  </a:lnTo>
                  <a:lnTo>
                    <a:pt x="712564" y="307870"/>
                  </a:lnTo>
                  <a:lnTo>
                    <a:pt x="729135" y="298510"/>
                  </a:lnTo>
                  <a:lnTo>
                    <a:pt x="745706" y="289270"/>
                  </a:lnTo>
                  <a:lnTo>
                    <a:pt x="762278" y="280141"/>
                  </a:lnTo>
                  <a:lnTo>
                    <a:pt x="778849" y="271110"/>
                  </a:lnTo>
                  <a:lnTo>
                    <a:pt x="795420" y="262164"/>
                  </a:lnTo>
                  <a:lnTo>
                    <a:pt x="811991" y="253292"/>
                  </a:lnTo>
                  <a:lnTo>
                    <a:pt x="828563" y="244480"/>
                  </a:lnTo>
                  <a:lnTo>
                    <a:pt x="845134" y="235716"/>
                  </a:lnTo>
                  <a:lnTo>
                    <a:pt x="861705" y="226989"/>
                  </a:lnTo>
                  <a:lnTo>
                    <a:pt x="878276" y="218290"/>
                  </a:lnTo>
                  <a:lnTo>
                    <a:pt x="894848" y="209612"/>
                  </a:lnTo>
                  <a:lnTo>
                    <a:pt x="911419" y="200950"/>
                  </a:lnTo>
                  <a:lnTo>
                    <a:pt x="927990" y="192300"/>
                  </a:lnTo>
                  <a:lnTo>
                    <a:pt x="944561" y="183660"/>
                  </a:lnTo>
                  <a:lnTo>
                    <a:pt x="961133" y="175030"/>
                  </a:lnTo>
                  <a:lnTo>
                    <a:pt x="977704" y="166412"/>
                  </a:lnTo>
                  <a:lnTo>
                    <a:pt x="994275" y="157807"/>
                  </a:lnTo>
                  <a:lnTo>
                    <a:pt x="1010846" y="149217"/>
                  </a:lnTo>
                  <a:lnTo>
                    <a:pt x="1027418" y="140646"/>
                  </a:lnTo>
                  <a:lnTo>
                    <a:pt x="1043989" y="132096"/>
                  </a:lnTo>
                  <a:lnTo>
                    <a:pt x="1060560" y="123570"/>
                  </a:lnTo>
                  <a:lnTo>
                    <a:pt x="1077131" y="115071"/>
                  </a:lnTo>
                  <a:lnTo>
                    <a:pt x="1093703" y="106602"/>
                  </a:lnTo>
                  <a:lnTo>
                    <a:pt x="1110274" y="98163"/>
                  </a:lnTo>
                  <a:lnTo>
                    <a:pt x="1126845" y="89759"/>
                  </a:lnTo>
                  <a:lnTo>
                    <a:pt x="1143417" y="81391"/>
                  </a:lnTo>
                  <a:lnTo>
                    <a:pt x="1159988" y="73060"/>
                  </a:lnTo>
                  <a:lnTo>
                    <a:pt x="1176559" y="64769"/>
                  </a:lnTo>
                  <a:lnTo>
                    <a:pt x="1193130" y="56518"/>
                  </a:lnTo>
                  <a:lnTo>
                    <a:pt x="1209702" y="48310"/>
                  </a:lnTo>
                  <a:lnTo>
                    <a:pt x="1226273" y="40145"/>
                  </a:lnTo>
                  <a:lnTo>
                    <a:pt x="1242844" y="32024"/>
                  </a:lnTo>
                  <a:lnTo>
                    <a:pt x="1259415" y="23948"/>
                  </a:lnTo>
                  <a:lnTo>
                    <a:pt x="1275987" y="15918"/>
                  </a:lnTo>
                  <a:lnTo>
                    <a:pt x="1292558" y="7935"/>
                  </a:lnTo>
                  <a:lnTo>
                    <a:pt x="1309129" y="0"/>
                  </a:lnTo>
                  <a:lnTo>
                    <a:pt x="1309129" y="166830"/>
                  </a:lnTo>
                  <a:lnTo>
                    <a:pt x="1292558" y="167087"/>
                  </a:lnTo>
                  <a:lnTo>
                    <a:pt x="1275987" y="167597"/>
                  </a:lnTo>
                  <a:lnTo>
                    <a:pt x="1259415" y="168362"/>
                  </a:lnTo>
                  <a:lnTo>
                    <a:pt x="1242844" y="169380"/>
                  </a:lnTo>
                  <a:lnTo>
                    <a:pt x="1226273" y="170654"/>
                  </a:lnTo>
                  <a:lnTo>
                    <a:pt x="1209702" y="172184"/>
                  </a:lnTo>
                  <a:lnTo>
                    <a:pt x="1193130" y="173971"/>
                  </a:lnTo>
                  <a:lnTo>
                    <a:pt x="1176559" y="176017"/>
                  </a:lnTo>
                  <a:lnTo>
                    <a:pt x="1159988" y="178322"/>
                  </a:lnTo>
                  <a:lnTo>
                    <a:pt x="1143417" y="180888"/>
                  </a:lnTo>
                  <a:lnTo>
                    <a:pt x="1126845" y="183718"/>
                  </a:lnTo>
                  <a:lnTo>
                    <a:pt x="1110274" y="186811"/>
                  </a:lnTo>
                  <a:lnTo>
                    <a:pt x="1093703" y="190172"/>
                  </a:lnTo>
                  <a:lnTo>
                    <a:pt x="1077131" y="193801"/>
                  </a:lnTo>
                  <a:lnTo>
                    <a:pt x="1060560" y="197701"/>
                  </a:lnTo>
                  <a:lnTo>
                    <a:pt x="1043989" y="201875"/>
                  </a:lnTo>
                  <a:lnTo>
                    <a:pt x="1027418" y="206325"/>
                  </a:lnTo>
                  <a:lnTo>
                    <a:pt x="1010846" y="211055"/>
                  </a:lnTo>
                  <a:lnTo>
                    <a:pt x="994275" y="216066"/>
                  </a:lnTo>
                  <a:lnTo>
                    <a:pt x="977704" y="221363"/>
                  </a:lnTo>
                  <a:lnTo>
                    <a:pt x="961133" y="226946"/>
                  </a:lnTo>
                  <a:lnTo>
                    <a:pt x="944561" y="232819"/>
                  </a:lnTo>
                  <a:lnTo>
                    <a:pt x="927990" y="238982"/>
                  </a:lnTo>
                  <a:lnTo>
                    <a:pt x="911419" y="245435"/>
                  </a:lnTo>
                  <a:lnTo>
                    <a:pt x="894848" y="252176"/>
                  </a:lnTo>
                  <a:lnTo>
                    <a:pt x="878276" y="259202"/>
                  </a:lnTo>
                  <a:lnTo>
                    <a:pt x="861705" y="266508"/>
                  </a:lnTo>
                  <a:lnTo>
                    <a:pt x="845134" y="274087"/>
                  </a:lnTo>
                  <a:lnTo>
                    <a:pt x="828563" y="281928"/>
                  </a:lnTo>
                  <a:lnTo>
                    <a:pt x="811991" y="290022"/>
                  </a:lnTo>
                  <a:lnTo>
                    <a:pt x="795420" y="298356"/>
                  </a:lnTo>
                  <a:lnTo>
                    <a:pt x="778849" y="306917"/>
                  </a:lnTo>
                  <a:lnTo>
                    <a:pt x="762278" y="315693"/>
                  </a:lnTo>
                  <a:lnTo>
                    <a:pt x="745706" y="324671"/>
                  </a:lnTo>
                  <a:lnTo>
                    <a:pt x="729135" y="333840"/>
                  </a:lnTo>
                  <a:lnTo>
                    <a:pt x="712564" y="343189"/>
                  </a:lnTo>
                  <a:lnTo>
                    <a:pt x="695992" y="352709"/>
                  </a:lnTo>
                  <a:lnTo>
                    <a:pt x="679421" y="362392"/>
                  </a:lnTo>
                  <a:lnTo>
                    <a:pt x="662850" y="372232"/>
                  </a:lnTo>
                  <a:lnTo>
                    <a:pt x="646279" y="382226"/>
                  </a:lnTo>
                  <a:lnTo>
                    <a:pt x="629707" y="392369"/>
                  </a:lnTo>
                  <a:lnTo>
                    <a:pt x="613136" y="402660"/>
                  </a:lnTo>
                  <a:lnTo>
                    <a:pt x="596565" y="413101"/>
                  </a:lnTo>
                  <a:lnTo>
                    <a:pt x="579994" y="423692"/>
                  </a:lnTo>
                  <a:lnTo>
                    <a:pt x="563422" y="434438"/>
                  </a:lnTo>
                  <a:lnTo>
                    <a:pt x="546851" y="445342"/>
                  </a:lnTo>
                  <a:lnTo>
                    <a:pt x="530280" y="456411"/>
                  </a:lnTo>
                  <a:lnTo>
                    <a:pt x="513709" y="467654"/>
                  </a:lnTo>
                  <a:lnTo>
                    <a:pt x="497137" y="479078"/>
                  </a:lnTo>
                  <a:lnTo>
                    <a:pt x="480566" y="490695"/>
                  </a:lnTo>
                  <a:lnTo>
                    <a:pt x="463995" y="502515"/>
                  </a:lnTo>
                  <a:lnTo>
                    <a:pt x="447424" y="514549"/>
                  </a:lnTo>
                  <a:lnTo>
                    <a:pt x="430852" y="526811"/>
                  </a:lnTo>
                  <a:lnTo>
                    <a:pt x="414281" y="539310"/>
                  </a:lnTo>
                  <a:lnTo>
                    <a:pt x="397710" y="552059"/>
                  </a:lnTo>
                  <a:lnTo>
                    <a:pt x="381139" y="565067"/>
                  </a:lnTo>
                  <a:lnTo>
                    <a:pt x="364567" y="578343"/>
                  </a:lnTo>
                  <a:lnTo>
                    <a:pt x="347996" y="591892"/>
                  </a:lnTo>
                  <a:lnTo>
                    <a:pt x="331425" y="605721"/>
                  </a:lnTo>
                  <a:lnTo>
                    <a:pt x="314853" y="619831"/>
                  </a:lnTo>
                  <a:lnTo>
                    <a:pt x="298282" y="634226"/>
                  </a:lnTo>
                  <a:lnTo>
                    <a:pt x="281711" y="648906"/>
                  </a:lnTo>
                  <a:lnTo>
                    <a:pt x="265140" y="663870"/>
                  </a:lnTo>
                  <a:lnTo>
                    <a:pt x="248568" y="679117"/>
                  </a:lnTo>
                  <a:lnTo>
                    <a:pt x="231997" y="694646"/>
                  </a:lnTo>
                  <a:lnTo>
                    <a:pt x="215426" y="710453"/>
                  </a:lnTo>
                  <a:lnTo>
                    <a:pt x="198855" y="726538"/>
                  </a:lnTo>
                  <a:lnTo>
                    <a:pt x="182283" y="742897"/>
                  </a:lnTo>
                  <a:lnTo>
                    <a:pt x="165712" y="759528"/>
                  </a:lnTo>
                  <a:lnTo>
                    <a:pt x="149141" y="776429"/>
                  </a:lnTo>
                  <a:lnTo>
                    <a:pt x="132570" y="793598"/>
                  </a:lnTo>
                  <a:lnTo>
                    <a:pt x="115998" y="811034"/>
                  </a:lnTo>
                  <a:lnTo>
                    <a:pt x="99427" y="828733"/>
                  </a:lnTo>
                  <a:lnTo>
                    <a:pt x="82856" y="846696"/>
                  </a:lnTo>
                  <a:lnTo>
                    <a:pt x="66285" y="864919"/>
                  </a:lnTo>
                  <a:lnTo>
                    <a:pt x="49713" y="883402"/>
                  </a:lnTo>
                  <a:lnTo>
                    <a:pt x="33142" y="902144"/>
                  </a:lnTo>
                  <a:lnTo>
                    <a:pt x="16571" y="921143"/>
                  </a:lnTo>
                  <a:lnTo>
                    <a:pt x="0" y="94039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910" name="pl4910"/>
            <p:cNvSpPr/>
            <p:nvPr/>
          </p:nvSpPr>
          <p:spPr>
            <a:xfrm>
              <a:off x="7457963" y="3043524"/>
              <a:ext cx="1309129" cy="799352"/>
            </a:xfrm>
            <a:custGeom>
              <a:avLst/>
              <a:pathLst>
                <a:path w="1309129" h="799352">
                  <a:moveTo>
                    <a:pt x="0" y="799352"/>
                  </a:moveTo>
                  <a:lnTo>
                    <a:pt x="16571" y="786980"/>
                  </a:lnTo>
                  <a:lnTo>
                    <a:pt x="33142" y="774652"/>
                  </a:lnTo>
                  <a:lnTo>
                    <a:pt x="49713" y="762366"/>
                  </a:lnTo>
                  <a:lnTo>
                    <a:pt x="66285" y="750123"/>
                  </a:lnTo>
                  <a:lnTo>
                    <a:pt x="82856" y="737920"/>
                  </a:lnTo>
                  <a:lnTo>
                    <a:pt x="99427" y="725757"/>
                  </a:lnTo>
                  <a:lnTo>
                    <a:pt x="115998" y="713632"/>
                  </a:lnTo>
                  <a:lnTo>
                    <a:pt x="132570" y="701542"/>
                  </a:lnTo>
                  <a:lnTo>
                    <a:pt x="149141" y="689487"/>
                  </a:lnTo>
                  <a:lnTo>
                    <a:pt x="165712" y="677465"/>
                  </a:lnTo>
                  <a:lnTo>
                    <a:pt x="182283" y="665473"/>
                  </a:lnTo>
                  <a:lnTo>
                    <a:pt x="198855" y="653509"/>
                  </a:lnTo>
                  <a:lnTo>
                    <a:pt x="215426" y="641571"/>
                  </a:lnTo>
                  <a:lnTo>
                    <a:pt x="231997" y="629657"/>
                  </a:lnTo>
                  <a:lnTo>
                    <a:pt x="248568" y="617763"/>
                  </a:lnTo>
                  <a:lnTo>
                    <a:pt x="265140" y="605889"/>
                  </a:lnTo>
                  <a:lnTo>
                    <a:pt x="281711" y="594033"/>
                  </a:lnTo>
                  <a:lnTo>
                    <a:pt x="298282" y="582192"/>
                  </a:lnTo>
                  <a:lnTo>
                    <a:pt x="314853" y="570368"/>
                  </a:lnTo>
                  <a:lnTo>
                    <a:pt x="331425" y="558559"/>
                  </a:lnTo>
                  <a:lnTo>
                    <a:pt x="347996" y="546769"/>
                  </a:lnTo>
                  <a:lnTo>
                    <a:pt x="364567" y="535000"/>
                  </a:lnTo>
                  <a:lnTo>
                    <a:pt x="381139" y="523257"/>
                  </a:lnTo>
                  <a:lnTo>
                    <a:pt x="397710" y="511548"/>
                  </a:lnTo>
                  <a:lnTo>
                    <a:pt x="414281" y="499880"/>
                  </a:lnTo>
                  <a:lnTo>
                    <a:pt x="430852" y="488263"/>
                  </a:lnTo>
                  <a:lnTo>
                    <a:pt x="447424" y="476708"/>
                  </a:lnTo>
                  <a:lnTo>
                    <a:pt x="463995" y="465227"/>
                  </a:lnTo>
                  <a:lnTo>
                    <a:pt x="480566" y="453831"/>
                  </a:lnTo>
                  <a:lnTo>
                    <a:pt x="497137" y="442533"/>
                  </a:lnTo>
                  <a:lnTo>
                    <a:pt x="513709" y="431343"/>
                  </a:lnTo>
                  <a:lnTo>
                    <a:pt x="530280" y="420271"/>
                  </a:lnTo>
                  <a:lnTo>
                    <a:pt x="546851" y="409327"/>
                  </a:lnTo>
                  <a:lnTo>
                    <a:pt x="563422" y="398519"/>
                  </a:lnTo>
                  <a:lnTo>
                    <a:pt x="579994" y="387851"/>
                  </a:lnTo>
                  <a:lnTo>
                    <a:pt x="596565" y="377330"/>
                  </a:lnTo>
                  <a:lnTo>
                    <a:pt x="613136" y="366959"/>
                  </a:lnTo>
                  <a:lnTo>
                    <a:pt x="629707" y="356740"/>
                  </a:lnTo>
                  <a:lnTo>
                    <a:pt x="646279" y="346672"/>
                  </a:lnTo>
                  <a:lnTo>
                    <a:pt x="662850" y="336755"/>
                  </a:lnTo>
                  <a:lnTo>
                    <a:pt x="679421" y="326985"/>
                  </a:lnTo>
                  <a:lnTo>
                    <a:pt x="695992" y="317359"/>
                  </a:lnTo>
                  <a:lnTo>
                    <a:pt x="712564" y="307870"/>
                  </a:lnTo>
                  <a:lnTo>
                    <a:pt x="729135" y="298510"/>
                  </a:lnTo>
                  <a:lnTo>
                    <a:pt x="745706" y="289270"/>
                  </a:lnTo>
                  <a:lnTo>
                    <a:pt x="762278" y="280141"/>
                  </a:lnTo>
                  <a:lnTo>
                    <a:pt x="778849" y="271110"/>
                  </a:lnTo>
                  <a:lnTo>
                    <a:pt x="795420" y="262164"/>
                  </a:lnTo>
                  <a:lnTo>
                    <a:pt x="811991" y="253292"/>
                  </a:lnTo>
                  <a:lnTo>
                    <a:pt x="828563" y="244480"/>
                  </a:lnTo>
                  <a:lnTo>
                    <a:pt x="845134" y="235716"/>
                  </a:lnTo>
                  <a:lnTo>
                    <a:pt x="861705" y="226989"/>
                  </a:lnTo>
                  <a:lnTo>
                    <a:pt x="878276" y="218290"/>
                  </a:lnTo>
                  <a:lnTo>
                    <a:pt x="894848" y="209612"/>
                  </a:lnTo>
                  <a:lnTo>
                    <a:pt x="911419" y="200950"/>
                  </a:lnTo>
                  <a:lnTo>
                    <a:pt x="927990" y="192300"/>
                  </a:lnTo>
                  <a:lnTo>
                    <a:pt x="944561" y="183660"/>
                  </a:lnTo>
                  <a:lnTo>
                    <a:pt x="961133" y="175030"/>
                  </a:lnTo>
                  <a:lnTo>
                    <a:pt x="977704" y="166412"/>
                  </a:lnTo>
                  <a:lnTo>
                    <a:pt x="994275" y="157807"/>
                  </a:lnTo>
                  <a:lnTo>
                    <a:pt x="1010846" y="149217"/>
                  </a:lnTo>
                  <a:lnTo>
                    <a:pt x="1027418" y="140646"/>
                  </a:lnTo>
                  <a:lnTo>
                    <a:pt x="1043989" y="132096"/>
                  </a:lnTo>
                  <a:lnTo>
                    <a:pt x="1060560" y="123570"/>
                  </a:lnTo>
                  <a:lnTo>
                    <a:pt x="1077131" y="115071"/>
                  </a:lnTo>
                  <a:lnTo>
                    <a:pt x="1093703" y="106602"/>
                  </a:lnTo>
                  <a:lnTo>
                    <a:pt x="1110274" y="98163"/>
                  </a:lnTo>
                  <a:lnTo>
                    <a:pt x="1126845" y="89759"/>
                  </a:lnTo>
                  <a:lnTo>
                    <a:pt x="1143417" y="81391"/>
                  </a:lnTo>
                  <a:lnTo>
                    <a:pt x="1159988" y="73060"/>
                  </a:lnTo>
                  <a:lnTo>
                    <a:pt x="1176559" y="64769"/>
                  </a:lnTo>
                  <a:lnTo>
                    <a:pt x="1193130" y="56518"/>
                  </a:lnTo>
                  <a:lnTo>
                    <a:pt x="1209702" y="48310"/>
                  </a:lnTo>
                  <a:lnTo>
                    <a:pt x="1226273" y="40145"/>
                  </a:lnTo>
                  <a:lnTo>
                    <a:pt x="1242844" y="32024"/>
                  </a:lnTo>
                  <a:lnTo>
                    <a:pt x="1259415" y="23948"/>
                  </a:lnTo>
                  <a:lnTo>
                    <a:pt x="1275987" y="15918"/>
                  </a:lnTo>
                  <a:lnTo>
                    <a:pt x="1292558" y="7935"/>
                  </a:lnTo>
                  <a:lnTo>
                    <a:pt x="130912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11" name="pl4911"/>
            <p:cNvSpPr/>
            <p:nvPr/>
          </p:nvSpPr>
          <p:spPr>
            <a:xfrm>
              <a:off x="7457963" y="3210354"/>
              <a:ext cx="1309129" cy="773568"/>
            </a:xfrm>
            <a:custGeom>
              <a:avLst/>
              <a:pathLst>
                <a:path w="1309129" h="773568">
                  <a:moveTo>
                    <a:pt x="1309129" y="0"/>
                  </a:moveTo>
                  <a:lnTo>
                    <a:pt x="1292558" y="257"/>
                  </a:lnTo>
                  <a:lnTo>
                    <a:pt x="1275987" y="767"/>
                  </a:lnTo>
                  <a:lnTo>
                    <a:pt x="1259415" y="1531"/>
                  </a:lnTo>
                  <a:lnTo>
                    <a:pt x="1242844" y="2550"/>
                  </a:lnTo>
                  <a:lnTo>
                    <a:pt x="1226273" y="3824"/>
                  </a:lnTo>
                  <a:lnTo>
                    <a:pt x="1209702" y="5354"/>
                  </a:lnTo>
                  <a:lnTo>
                    <a:pt x="1193130" y="7141"/>
                  </a:lnTo>
                  <a:lnTo>
                    <a:pt x="1176559" y="9187"/>
                  </a:lnTo>
                  <a:lnTo>
                    <a:pt x="1159988" y="11492"/>
                  </a:lnTo>
                  <a:lnTo>
                    <a:pt x="1143417" y="14058"/>
                  </a:lnTo>
                  <a:lnTo>
                    <a:pt x="1126845" y="16888"/>
                  </a:lnTo>
                  <a:lnTo>
                    <a:pt x="1110274" y="19981"/>
                  </a:lnTo>
                  <a:lnTo>
                    <a:pt x="1093703" y="23342"/>
                  </a:lnTo>
                  <a:lnTo>
                    <a:pt x="1077131" y="26971"/>
                  </a:lnTo>
                  <a:lnTo>
                    <a:pt x="1060560" y="30871"/>
                  </a:lnTo>
                  <a:lnTo>
                    <a:pt x="1043989" y="35045"/>
                  </a:lnTo>
                  <a:lnTo>
                    <a:pt x="1027418" y="39495"/>
                  </a:lnTo>
                  <a:lnTo>
                    <a:pt x="1010846" y="44224"/>
                  </a:lnTo>
                  <a:lnTo>
                    <a:pt x="994275" y="49236"/>
                  </a:lnTo>
                  <a:lnTo>
                    <a:pt x="977704" y="54533"/>
                  </a:lnTo>
                  <a:lnTo>
                    <a:pt x="961133" y="60116"/>
                  </a:lnTo>
                  <a:lnTo>
                    <a:pt x="944561" y="65989"/>
                  </a:lnTo>
                  <a:lnTo>
                    <a:pt x="927990" y="72152"/>
                  </a:lnTo>
                  <a:lnTo>
                    <a:pt x="911419" y="78605"/>
                  </a:lnTo>
                  <a:lnTo>
                    <a:pt x="894848" y="85346"/>
                  </a:lnTo>
                  <a:lnTo>
                    <a:pt x="878276" y="92372"/>
                  </a:lnTo>
                  <a:lnTo>
                    <a:pt x="861705" y="99678"/>
                  </a:lnTo>
                  <a:lnTo>
                    <a:pt x="845134" y="107257"/>
                  </a:lnTo>
                  <a:lnTo>
                    <a:pt x="828563" y="115098"/>
                  </a:lnTo>
                  <a:lnTo>
                    <a:pt x="811991" y="123192"/>
                  </a:lnTo>
                  <a:lnTo>
                    <a:pt x="795420" y="131526"/>
                  </a:lnTo>
                  <a:lnTo>
                    <a:pt x="778849" y="140087"/>
                  </a:lnTo>
                  <a:lnTo>
                    <a:pt x="762278" y="148863"/>
                  </a:lnTo>
                  <a:lnTo>
                    <a:pt x="745706" y="157841"/>
                  </a:lnTo>
                  <a:lnTo>
                    <a:pt x="729135" y="167010"/>
                  </a:lnTo>
                  <a:lnTo>
                    <a:pt x="712564" y="176359"/>
                  </a:lnTo>
                  <a:lnTo>
                    <a:pt x="695992" y="185879"/>
                  </a:lnTo>
                  <a:lnTo>
                    <a:pt x="679421" y="195562"/>
                  </a:lnTo>
                  <a:lnTo>
                    <a:pt x="662850" y="205402"/>
                  </a:lnTo>
                  <a:lnTo>
                    <a:pt x="646279" y="215396"/>
                  </a:lnTo>
                  <a:lnTo>
                    <a:pt x="629707" y="225539"/>
                  </a:lnTo>
                  <a:lnTo>
                    <a:pt x="613136" y="235830"/>
                  </a:lnTo>
                  <a:lnTo>
                    <a:pt x="596565" y="246271"/>
                  </a:lnTo>
                  <a:lnTo>
                    <a:pt x="579994" y="256862"/>
                  </a:lnTo>
                  <a:lnTo>
                    <a:pt x="563422" y="267608"/>
                  </a:lnTo>
                  <a:lnTo>
                    <a:pt x="546851" y="278512"/>
                  </a:lnTo>
                  <a:lnTo>
                    <a:pt x="530280" y="289581"/>
                  </a:lnTo>
                  <a:lnTo>
                    <a:pt x="513709" y="300824"/>
                  </a:lnTo>
                  <a:lnTo>
                    <a:pt x="497137" y="312248"/>
                  </a:lnTo>
                  <a:lnTo>
                    <a:pt x="480566" y="323865"/>
                  </a:lnTo>
                  <a:lnTo>
                    <a:pt x="463995" y="335685"/>
                  </a:lnTo>
                  <a:lnTo>
                    <a:pt x="447424" y="347719"/>
                  </a:lnTo>
                  <a:lnTo>
                    <a:pt x="430852" y="359981"/>
                  </a:lnTo>
                  <a:lnTo>
                    <a:pt x="414281" y="372480"/>
                  </a:lnTo>
                  <a:lnTo>
                    <a:pt x="397710" y="385229"/>
                  </a:lnTo>
                  <a:lnTo>
                    <a:pt x="381139" y="398237"/>
                  </a:lnTo>
                  <a:lnTo>
                    <a:pt x="364567" y="411513"/>
                  </a:lnTo>
                  <a:lnTo>
                    <a:pt x="347996" y="425062"/>
                  </a:lnTo>
                  <a:lnTo>
                    <a:pt x="331425" y="438891"/>
                  </a:lnTo>
                  <a:lnTo>
                    <a:pt x="314853" y="453001"/>
                  </a:lnTo>
                  <a:lnTo>
                    <a:pt x="298282" y="467396"/>
                  </a:lnTo>
                  <a:lnTo>
                    <a:pt x="281711" y="482076"/>
                  </a:lnTo>
                  <a:lnTo>
                    <a:pt x="265140" y="497040"/>
                  </a:lnTo>
                  <a:lnTo>
                    <a:pt x="248568" y="512287"/>
                  </a:lnTo>
                  <a:lnTo>
                    <a:pt x="231997" y="527816"/>
                  </a:lnTo>
                  <a:lnTo>
                    <a:pt x="215426" y="543623"/>
                  </a:lnTo>
                  <a:lnTo>
                    <a:pt x="198855" y="559708"/>
                  </a:lnTo>
                  <a:lnTo>
                    <a:pt x="182283" y="576067"/>
                  </a:lnTo>
                  <a:lnTo>
                    <a:pt x="165712" y="592698"/>
                  </a:lnTo>
                  <a:lnTo>
                    <a:pt x="149141" y="609599"/>
                  </a:lnTo>
                  <a:lnTo>
                    <a:pt x="132570" y="626768"/>
                  </a:lnTo>
                  <a:lnTo>
                    <a:pt x="115998" y="644204"/>
                  </a:lnTo>
                  <a:lnTo>
                    <a:pt x="99427" y="661903"/>
                  </a:lnTo>
                  <a:lnTo>
                    <a:pt x="82856" y="679866"/>
                  </a:lnTo>
                  <a:lnTo>
                    <a:pt x="66285" y="698089"/>
                  </a:lnTo>
                  <a:lnTo>
                    <a:pt x="49713" y="716572"/>
                  </a:lnTo>
                  <a:lnTo>
                    <a:pt x="33142" y="735314"/>
                  </a:lnTo>
                  <a:lnTo>
                    <a:pt x="16571" y="754313"/>
                  </a:lnTo>
                  <a:lnTo>
                    <a:pt x="0" y="7735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12" name="pl4912"/>
            <p:cNvSpPr/>
            <p:nvPr/>
          </p:nvSpPr>
          <p:spPr>
            <a:xfrm>
              <a:off x="7457963" y="3126939"/>
              <a:ext cx="1309129" cy="786460"/>
            </a:xfrm>
            <a:custGeom>
              <a:avLst/>
              <a:pathLst>
                <a:path w="1309129" h="786460">
                  <a:moveTo>
                    <a:pt x="0" y="786460"/>
                  </a:moveTo>
                  <a:lnTo>
                    <a:pt x="16571" y="770646"/>
                  </a:lnTo>
                  <a:lnTo>
                    <a:pt x="33142" y="754983"/>
                  </a:lnTo>
                  <a:lnTo>
                    <a:pt x="49713" y="739469"/>
                  </a:lnTo>
                  <a:lnTo>
                    <a:pt x="66285" y="724106"/>
                  </a:lnTo>
                  <a:lnTo>
                    <a:pt x="82856" y="708893"/>
                  </a:lnTo>
                  <a:lnTo>
                    <a:pt x="99427" y="693830"/>
                  </a:lnTo>
                  <a:lnTo>
                    <a:pt x="115998" y="678918"/>
                  </a:lnTo>
                  <a:lnTo>
                    <a:pt x="132570" y="664155"/>
                  </a:lnTo>
                  <a:lnTo>
                    <a:pt x="149141" y="649543"/>
                  </a:lnTo>
                  <a:lnTo>
                    <a:pt x="165712" y="635081"/>
                  </a:lnTo>
                  <a:lnTo>
                    <a:pt x="182283" y="620770"/>
                  </a:lnTo>
                  <a:lnTo>
                    <a:pt x="198855" y="606608"/>
                  </a:lnTo>
                  <a:lnTo>
                    <a:pt x="215426" y="592597"/>
                  </a:lnTo>
                  <a:lnTo>
                    <a:pt x="231997" y="578736"/>
                  </a:lnTo>
                  <a:lnTo>
                    <a:pt x="248568" y="565025"/>
                  </a:lnTo>
                  <a:lnTo>
                    <a:pt x="265140" y="551465"/>
                  </a:lnTo>
                  <a:lnTo>
                    <a:pt x="281711" y="538055"/>
                  </a:lnTo>
                  <a:lnTo>
                    <a:pt x="298282" y="524794"/>
                  </a:lnTo>
                  <a:lnTo>
                    <a:pt x="314853" y="511685"/>
                  </a:lnTo>
                  <a:lnTo>
                    <a:pt x="331425" y="498725"/>
                  </a:lnTo>
                  <a:lnTo>
                    <a:pt x="347996" y="485915"/>
                  </a:lnTo>
                  <a:lnTo>
                    <a:pt x="364567" y="473256"/>
                  </a:lnTo>
                  <a:lnTo>
                    <a:pt x="381139" y="460747"/>
                  </a:lnTo>
                  <a:lnTo>
                    <a:pt x="397710" y="448389"/>
                  </a:lnTo>
                  <a:lnTo>
                    <a:pt x="414281" y="436180"/>
                  </a:lnTo>
                  <a:lnTo>
                    <a:pt x="430852" y="424122"/>
                  </a:lnTo>
                  <a:lnTo>
                    <a:pt x="447424" y="412214"/>
                  </a:lnTo>
                  <a:lnTo>
                    <a:pt x="463995" y="400456"/>
                  </a:lnTo>
                  <a:lnTo>
                    <a:pt x="480566" y="388848"/>
                  </a:lnTo>
                  <a:lnTo>
                    <a:pt x="497137" y="377391"/>
                  </a:lnTo>
                  <a:lnTo>
                    <a:pt x="513709" y="366083"/>
                  </a:lnTo>
                  <a:lnTo>
                    <a:pt x="530280" y="354926"/>
                  </a:lnTo>
                  <a:lnTo>
                    <a:pt x="546851" y="343920"/>
                  </a:lnTo>
                  <a:lnTo>
                    <a:pt x="563422" y="333063"/>
                  </a:lnTo>
                  <a:lnTo>
                    <a:pt x="579994" y="322357"/>
                  </a:lnTo>
                  <a:lnTo>
                    <a:pt x="596565" y="311801"/>
                  </a:lnTo>
                  <a:lnTo>
                    <a:pt x="613136" y="301395"/>
                  </a:lnTo>
                  <a:lnTo>
                    <a:pt x="629707" y="291139"/>
                  </a:lnTo>
                  <a:lnTo>
                    <a:pt x="646279" y="281034"/>
                  </a:lnTo>
                  <a:lnTo>
                    <a:pt x="662850" y="271079"/>
                  </a:lnTo>
                  <a:lnTo>
                    <a:pt x="679421" y="261274"/>
                  </a:lnTo>
                  <a:lnTo>
                    <a:pt x="695992" y="251619"/>
                  </a:lnTo>
                  <a:lnTo>
                    <a:pt x="712564" y="242114"/>
                  </a:lnTo>
                  <a:lnTo>
                    <a:pt x="729135" y="232760"/>
                  </a:lnTo>
                  <a:lnTo>
                    <a:pt x="745706" y="223556"/>
                  </a:lnTo>
                  <a:lnTo>
                    <a:pt x="762278" y="214502"/>
                  </a:lnTo>
                  <a:lnTo>
                    <a:pt x="778849" y="205598"/>
                  </a:lnTo>
                  <a:lnTo>
                    <a:pt x="795420" y="196845"/>
                  </a:lnTo>
                  <a:lnTo>
                    <a:pt x="811991" y="188242"/>
                  </a:lnTo>
                  <a:lnTo>
                    <a:pt x="828563" y="179789"/>
                  </a:lnTo>
                  <a:lnTo>
                    <a:pt x="845134" y="171486"/>
                  </a:lnTo>
                  <a:lnTo>
                    <a:pt x="861705" y="163334"/>
                  </a:lnTo>
                  <a:lnTo>
                    <a:pt x="878276" y="155331"/>
                  </a:lnTo>
                  <a:lnTo>
                    <a:pt x="894848" y="147479"/>
                  </a:lnTo>
                  <a:lnTo>
                    <a:pt x="911419" y="139777"/>
                  </a:lnTo>
                  <a:lnTo>
                    <a:pt x="927990" y="132226"/>
                  </a:lnTo>
                  <a:lnTo>
                    <a:pt x="944561" y="124824"/>
                  </a:lnTo>
                  <a:lnTo>
                    <a:pt x="961133" y="117573"/>
                  </a:lnTo>
                  <a:lnTo>
                    <a:pt x="977704" y="110472"/>
                  </a:lnTo>
                  <a:lnTo>
                    <a:pt x="994275" y="103521"/>
                  </a:lnTo>
                  <a:lnTo>
                    <a:pt x="1010846" y="96721"/>
                  </a:lnTo>
                  <a:lnTo>
                    <a:pt x="1027418" y="90071"/>
                  </a:lnTo>
                  <a:lnTo>
                    <a:pt x="1043989" y="83570"/>
                  </a:lnTo>
                  <a:lnTo>
                    <a:pt x="1060560" y="77221"/>
                  </a:lnTo>
                  <a:lnTo>
                    <a:pt x="1077131" y="71021"/>
                  </a:lnTo>
                  <a:lnTo>
                    <a:pt x="1093703" y="64972"/>
                  </a:lnTo>
                  <a:lnTo>
                    <a:pt x="1110274" y="59072"/>
                  </a:lnTo>
                  <a:lnTo>
                    <a:pt x="1126845" y="53323"/>
                  </a:lnTo>
                  <a:lnTo>
                    <a:pt x="1143417" y="47725"/>
                  </a:lnTo>
                  <a:lnTo>
                    <a:pt x="1159988" y="42276"/>
                  </a:lnTo>
                  <a:lnTo>
                    <a:pt x="1176559" y="36978"/>
                  </a:lnTo>
                  <a:lnTo>
                    <a:pt x="1193130" y="31830"/>
                  </a:lnTo>
                  <a:lnTo>
                    <a:pt x="1209702" y="26832"/>
                  </a:lnTo>
                  <a:lnTo>
                    <a:pt x="1226273" y="21984"/>
                  </a:lnTo>
                  <a:lnTo>
                    <a:pt x="1242844" y="17287"/>
                  </a:lnTo>
                  <a:lnTo>
                    <a:pt x="1259415" y="12740"/>
                  </a:lnTo>
                  <a:lnTo>
                    <a:pt x="1275987" y="8343"/>
                  </a:lnTo>
                  <a:lnTo>
                    <a:pt x="1292558" y="4096"/>
                  </a:lnTo>
                  <a:lnTo>
                    <a:pt x="1309129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3" name="tx4913"/>
            <p:cNvSpPr/>
            <p:nvPr/>
          </p:nvSpPr>
          <p:spPr>
            <a:xfrm>
              <a:off x="7466691" y="263277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4914" name="tx4914"/>
            <p:cNvSpPr/>
            <p:nvPr/>
          </p:nvSpPr>
          <p:spPr>
            <a:xfrm>
              <a:off x="7540437" y="260789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915" name="tx4915"/>
            <p:cNvSpPr/>
            <p:nvPr/>
          </p:nvSpPr>
          <p:spPr>
            <a:xfrm>
              <a:off x="7575047" y="269641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916" name="tx4916"/>
            <p:cNvSpPr/>
            <p:nvPr/>
          </p:nvSpPr>
          <p:spPr>
            <a:xfrm>
              <a:off x="7599399" y="266980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4917" name="tx4917"/>
            <p:cNvSpPr/>
            <p:nvPr/>
          </p:nvSpPr>
          <p:spPr>
            <a:xfrm>
              <a:off x="7651315" y="269641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918" name="tx4918"/>
            <p:cNvSpPr/>
            <p:nvPr/>
          </p:nvSpPr>
          <p:spPr>
            <a:xfrm>
              <a:off x="7675667" y="263143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4919" name="tx4919"/>
            <p:cNvSpPr/>
            <p:nvPr/>
          </p:nvSpPr>
          <p:spPr>
            <a:xfrm>
              <a:off x="7466691" y="2725769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4920" name="tx4920"/>
            <p:cNvSpPr/>
            <p:nvPr/>
          </p:nvSpPr>
          <p:spPr>
            <a:xfrm>
              <a:off x="7540437" y="270088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921" name="tx4921"/>
            <p:cNvSpPr/>
            <p:nvPr/>
          </p:nvSpPr>
          <p:spPr>
            <a:xfrm>
              <a:off x="7575047" y="278940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922" name="tx4922"/>
            <p:cNvSpPr/>
            <p:nvPr/>
          </p:nvSpPr>
          <p:spPr>
            <a:xfrm>
              <a:off x="7599399" y="276279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4923" name="tx4923"/>
            <p:cNvSpPr/>
            <p:nvPr/>
          </p:nvSpPr>
          <p:spPr>
            <a:xfrm>
              <a:off x="7651315" y="278940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924" name="tx4924"/>
            <p:cNvSpPr/>
            <p:nvPr/>
          </p:nvSpPr>
          <p:spPr>
            <a:xfrm>
              <a:off x="7675667" y="2724379"/>
              <a:ext cx="173025" cy="650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0.38</a:t>
              </a:r>
            </a:p>
          </p:txBody>
        </p:sp>
        <p:sp>
          <p:nvSpPr>
            <p:cNvPr id="4925" name="pl4925"/>
            <p:cNvSpPr/>
            <p:nvPr/>
          </p:nvSpPr>
          <p:spPr>
            <a:xfrm>
              <a:off x="7370688" y="621293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6" name="pl4926"/>
            <p:cNvSpPr/>
            <p:nvPr/>
          </p:nvSpPr>
          <p:spPr>
            <a:xfrm>
              <a:off x="7370688" y="584717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7" name="pl4927"/>
            <p:cNvSpPr/>
            <p:nvPr/>
          </p:nvSpPr>
          <p:spPr>
            <a:xfrm>
              <a:off x="7370688" y="548140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8" name="pl4928"/>
            <p:cNvSpPr/>
            <p:nvPr/>
          </p:nvSpPr>
          <p:spPr>
            <a:xfrm>
              <a:off x="7370688" y="511564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9" name="pl4929"/>
            <p:cNvSpPr/>
            <p:nvPr/>
          </p:nvSpPr>
          <p:spPr>
            <a:xfrm>
              <a:off x="7370688" y="474987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0" name="pl4930"/>
            <p:cNvSpPr/>
            <p:nvPr/>
          </p:nvSpPr>
          <p:spPr>
            <a:xfrm>
              <a:off x="7370688" y="6395818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1" name="pl4931"/>
            <p:cNvSpPr/>
            <p:nvPr/>
          </p:nvSpPr>
          <p:spPr>
            <a:xfrm>
              <a:off x="7370688" y="6030053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2" name="pl4932"/>
            <p:cNvSpPr/>
            <p:nvPr/>
          </p:nvSpPr>
          <p:spPr>
            <a:xfrm>
              <a:off x="7370688" y="566428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3" name="pl4933"/>
            <p:cNvSpPr/>
            <p:nvPr/>
          </p:nvSpPr>
          <p:spPr>
            <a:xfrm>
              <a:off x="7370688" y="5298524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4" name="pl4934"/>
            <p:cNvSpPr/>
            <p:nvPr/>
          </p:nvSpPr>
          <p:spPr>
            <a:xfrm>
              <a:off x="7370688" y="493275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5" name="pl4935"/>
            <p:cNvSpPr/>
            <p:nvPr/>
          </p:nvSpPr>
          <p:spPr>
            <a:xfrm>
              <a:off x="9328703" y="200169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6" name="pl4936"/>
            <p:cNvSpPr/>
            <p:nvPr/>
          </p:nvSpPr>
          <p:spPr>
            <a:xfrm>
              <a:off x="9328703" y="163593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7" name="pl4937"/>
            <p:cNvSpPr/>
            <p:nvPr/>
          </p:nvSpPr>
          <p:spPr>
            <a:xfrm>
              <a:off x="9328703" y="127016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8" name="pl4938"/>
            <p:cNvSpPr/>
            <p:nvPr/>
          </p:nvSpPr>
          <p:spPr>
            <a:xfrm>
              <a:off x="9328703" y="90440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9" name="pl4939"/>
            <p:cNvSpPr/>
            <p:nvPr/>
          </p:nvSpPr>
          <p:spPr>
            <a:xfrm>
              <a:off x="9328703" y="53863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0" name="pl4940"/>
            <p:cNvSpPr/>
            <p:nvPr/>
          </p:nvSpPr>
          <p:spPr>
            <a:xfrm>
              <a:off x="9665336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1" name="pl4941"/>
            <p:cNvSpPr/>
            <p:nvPr/>
          </p:nvSpPr>
          <p:spPr>
            <a:xfrm>
              <a:off x="10164052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2" name="pl4942"/>
            <p:cNvSpPr/>
            <p:nvPr/>
          </p:nvSpPr>
          <p:spPr>
            <a:xfrm>
              <a:off x="10662768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3" name="pl4943"/>
            <p:cNvSpPr/>
            <p:nvPr/>
          </p:nvSpPr>
          <p:spPr>
            <a:xfrm>
              <a:off x="11161484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4" name="pl4944"/>
            <p:cNvSpPr/>
            <p:nvPr/>
          </p:nvSpPr>
          <p:spPr>
            <a:xfrm>
              <a:off x="9328703" y="2184578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5" name="pl4945"/>
            <p:cNvSpPr/>
            <p:nvPr/>
          </p:nvSpPr>
          <p:spPr>
            <a:xfrm>
              <a:off x="9328703" y="1818813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6" name="pl4946"/>
            <p:cNvSpPr/>
            <p:nvPr/>
          </p:nvSpPr>
          <p:spPr>
            <a:xfrm>
              <a:off x="9328703" y="1453048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7" name="pl4947"/>
            <p:cNvSpPr/>
            <p:nvPr/>
          </p:nvSpPr>
          <p:spPr>
            <a:xfrm>
              <a:off x="9328703" y="1087284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8" name="pl4948"/>
            <p:cNvSpPr/>
            <p:nvPr/>
          </p:nvSpPr>
          <p:spPr>
            <a:xfrm>
              <a:off x="9328703" y="72151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9" name="pl4949"/>
            <p:cNvSpPr/>
            <p:nvPr/>
          </p:nvSpPr>
          <p:spPr>
            <a:xfrm>
              <a:off x="9415978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0" name="pl4950"/>
            <p:cNvSpPr/>
            <p:nvPr/>
          </p:nvSpPr>
          <p:spPr>
            <a:xfrm>
              <a:off x="9914694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1" name="pl4951"/>
            <p:cNvSpPr/>
            <p:nvPr/>
          </p:nvSpPr>
          <p:spPr>
            <a:xfrm>
              <a:off x="10413410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2" name="pl4952"/>
            <p:cNvSpPr/>
            <p:nvPr/>
          </p:nvSpPr>
          <p:spPr>
            <a:xfrm>
              <a:off x="10912126" y="40927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3" name="pt4953"/>
            <p:cNvSpPr/>
            <p:nvPr/>
          </p:nvSpPr>
          <p:spPr>
            <a:xfrm>
              <a:off x="9896643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4" name="pt4954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5" name="pt4955"/>
            <p:cNvSpPr/>
            <p:nvPr/>
          </p:nvSpPr>
          <p:spPr>
            <a:xfrm>
              <a:off x="9896643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6" name="pt4956"/>
            <p:cNvSpPr/>
            <p:nvPr/>
          </p:nvSpPr>
          <p:spPr>
            <a:xfrm>
              <a:off x="10146001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7" name="pt4957"/>
            <p:cNvSpPr/>
            <p:nvPr/>
          </p:nvSpPr>
          <p:spPr>
            <a:xfrm>
              <a:off x="10146001" y="123992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8" name="pt4958"/>
            <p:cNvSpPr/>
            <p:nvPr/>
          </p:nvSpPr>
          <p:spPr>
            <a:xfrm>
              <a:off x="10395359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9" name="pt4959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0" name="pt4960"/>
            <p:cNvSpPr/>
            <p:nvPr/>
          </p:nvSpPr>
          <p:spPr>
            <a:xfrm>
              <a:off x="9397927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1" name="pt4961"/>
            <p:cNvSpPr/>
            <p:nvPr/>
          </p:nvSpPr>
          <p:spPr>
            <a:xfrm>
              <a:off x="939792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2" name="pt4962"/>
            <p:cNvSpPr/>
            <p:nvPr/>
          </p:nvSpPr>
          <p:spPr>
            <a:xfrm>
              <a:off x="9647285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3" name="pt4963"/>
            <p:cNvSpPr/>
            <p:nvPr/>
          </p:nvSpPr>
          <p:spPr>
            <a:xfrm>
              <a:off x="9896643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4" name="pt4964"/>
            <p:cNvSpPr/>
            <p:nvPr/>
          </p:nvSpPr>
          <p:spPr>
            <a:xfrm>
              <a:off x="9647285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5" name="pt4965"/>
            <p:cNvSpPr/>
            <p:nvPr/>
          </p:nvSpPr>
          <p:spPr>
            <a:xfrm>
              <a:off x="101460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6" name="pt4966"/>
            <p:cNvSpPr/>
            <p:nvPr/>
          </p:nvSpPr>
          <p:spPr>
            <a:xfrm>
              <a:off x="9896643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7" name="pt4967"/>
            <p:cNvSpPr/>
            <p:nvPr/>
          </p:nvSpPr>
          <p:spPr>
            <a:xfrm>
              <a:off x="9771964" y="15325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8" name="pt4968"/>
            <p:cNvSpPr/>
            <p:nvPr/>
          </p:nvSpPr>
          <p:spPr>
            <a:xfrm>
              <a:off x="9397927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9" name="pt4969"/>
            <p:cNvSpPr/>
            <p:nvPr/>
          </p:nvSpPr>
          <p:spPr>
            <a:xfrm>
              <a:off x="964728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0" name="pt4970"/>
            <p:cNvSpPr/>
            <p:nvPr/>
          </p:nvSpPr>
          <p:spPr>
            <a:xfrm>
              <a:off x="9647285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1" name="pt4971"/>
            <p:cNvSpPr/>
            <p:nvPr/>
          </p:nvSpPr>
          <p:spPr>
            <a:xfrm>
              <a:off x="10395359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2" name="pt4972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3" name="pt4973"/>
            <p:cNvSpPr/>
            <p:nvPr/>
          </p:nvSpPr>
          <p:spPr>
            <a:xfrm>
              <a:off x="10395359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4" name="pt4974"/>
            <p:cNvSpPr/>
            <p:nvPr/>
          </p:nvSpPr>
          <p:spPr>
            <a:xfrm>
              <a:off x="1014600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5" name="pt4975"/>
            <p:cNvSpPr/>
            <p:nvPr/>
          </p:nvSpPr>
          <p:spPr>
            <a:xfrm>
              <a:off x="989664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6" name="pt4976"/>
            <p:cNvSpPr/>
            <p:nvPr/>
          </p:nvSpPr>
          <p:spPr>
            <a:xfrm>
              <a:off x="9397927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7" name="pt4977"/>
            <p:cNvSpPr/>
            <p:nvPr/>
          </p:nvSpPr>
          <p:spPr>
            <a:xfrm>
              <a:off x="10146001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8" name="pt4978"/>
            <p:cNvSpPr/>
            <p:nvPr/>
          </p:nvSpPr>
          <p:spPr>
            <a:xfrm>
              <a:off x="10520038" y="16910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9" name="pt4979"/>
            <p:cNvSpPr/>
            <p:nvPr/>
          </p:nvSpPr>
          <p:spPr>
            <a:xfrm>
              <a:off x="977196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0" name="pt4980"/>
            <p:cNvSpPr/>
            <p:nvPr/>
          </p:nvSpPr>
          <p:spPr>
            <a:xfrm>
              <a:off x="10270680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1" name="pt4981"/>
            <p:cNvSpPr/>
            <p:nvPr/>
          </p:nvSpPr>
          <p:spPr>
            <a:xfrm>
              <a:off x="1039535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2" name="pt4982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3" name="pt4983"/>
            <p:cNvSpPr/>
            <p:nvPr/>
          </p:nvSpPr>
          <p:spPr>
            <a:xfrm>
              <a:off x="1014600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4" name="pt4984"/>
            <p:cNvSpPr/>
            <p:nvPr/>
          </p:nvSpPr>
          <p:spPr>
            <a:xfrm>
              <a:off x="1014600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5" name="pt4985"/>
            <p:cNvSpPr/>
            <p:nvPr/>
          </p:nvSpPr>
          <p:spPr>
            <a:xfrm>
              <a:off x="1064471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6" name="pt4986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7" name="pt4987"/>
            <p:cNvSpPr/>
            <p:nvPr/>
          </p:nvSpPr>
          <p:spPr>
            <a:xfrm>
              <a:off x="101460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8" name="pt4988"/>
            <p:cNvSpPr/>
            <p:nvPr/>
          </p:nvSpPr>
          <p:spPr>
            <a:xfrm>
              <a:off x="9896643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9" name="pt4989"/>
            <p:cNvSpPr/>
            <p:nvPr/>
          </p:nvSpPr>
          <p:spPr>
            <a:xfrm>
              <a:off x="9896643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0" name="pt4990"/>
            <p:cNvSpPr/>
            <p:nvPr/>
          </p:nvSpPr>
          <p:spPr>
            <a:xfrm>
              <a:off x="939792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1" name="pt4991"/>
            <p:cNvSpPr/>
            <p:nvPr/>
          </p:nvSpPr>
          <p:spPr>
            <a:xfrm>
              <a:off x="9896643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2" name="pt4992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3" name="pt4993"/>
            <p:cNvSpPr/>
            <p:nvPr/>
          </p:nvSpPr>
          <p:spPr>
            <a:xfrm>
              <a:off x="10021322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4" name="pt4994"/>
            <p:cNvSpPr/>
            <p:nvPr/>
          </p:nvSpPr>
          <p:spPr>
            <a:xfrm>
              <a:off x="1064471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5" name="pt4995"/>
            <p:cNvSpPr/>
            <p:nvPr/>
          </p:nvSpPr>
          <p:spPr>
            <a:xfrm>
              <a:off x="9522606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6" name="pt4996"/>
            <p:cNvSpPr/>
            <p:nvPr/>
          </p:nvSpPr>
          <p:spPr>
            <a:xfrm>
              <a:off x="9647285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7" name="pt4997"/>
            <p:cNvSpPr/>
            <p:nvPr/>
          </p:nvSpPr>
          <p:spPr>
            <a:xfrm>
              <a:off x="9397927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8" name="pt4998"/>
            <p:cNvSpPr/>
            <p:nvPr/>
          </p:nvSpPr>
          <p:spPr>
            <a:xfrm>
              <a:off x="9397927" y="18251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9" name="pt4999"/>
            <p:cNvSpPr/>
            <p:nvPr/>
          </p:nvSpPr>
          <p:spPr>
            <a:xfrm>
              <a:off x="9647285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0" name="pt5000"/>
            <p:cNvSpPr/>
            <p:nvPr/>
          </p:nvSpPr>
          <p:spPr>
            <a:xfrm>
              <a:off x="9397927" y="21421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1" name="pt5001"/>
            <p:cNvSpPr/>
            <p:nvPr/>
          </p:nvSpPr>
          <p:spPr>
            <a:xfrm>
              <a:off x="9647285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2" name="pt5002"/>
            <p:cNvSpPr/>
            <p:nvPr/>
          </p:nvSpPr>
          <p:spPr>
            <a:xfrm>
              <a:off x="9397927" y="1569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3" name="pt5003"/>
            <p:cNvSpPr/>
            <p:nvPr/>
          </p:nvSpPr>
          <p:spPr>
            <a:xfrm>
              <a:off x="10021322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4" name="pt5004"/>
            <p:cNvSpPr/>
            <p:nvPr/>
          </p:nvSpPr>
          <p:spPr>
            <a:xfrm>
              <a:off x="10021322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5" name="pt5005"/>
            <p:cNvSpPr/>
            <p:nvPr/>
          </p:nvSpPr>
          <p:spPr>
            <a:xfrm>
              <a:off x="9397927" y="21177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6" name="pt5006"/>
            <p:cNvSpPr/>
            <p:nvPr/>
          </p:nvSpPr>
          <p:spPr>
            <a:xfrm>
              <a:off x="9896643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7" name="pt5007"/>
            <p:cNvSpPr/>
            <p:nvPr/>
          </p:nvSpPr>
          <p:spPr>
            <a:xfrm>
              <a:off x="9397927" y="20933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8" name="pt5008"/>
            <p:cNvSpPr/>
            <p:nvPr/>
          </p:nvSpPr>
          <p:spPr>
            <a:xfrm>
              <a:off x="9522606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9" name="pt5009"/>
            <p:cNvSpPr/>
            <p:nvPr/>
          </p:nvSpPr>
          <p:spPr>
            <a:xfrm>
              <a:off x="964728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0" name="pt5010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1" name="pt5011"/>
            <p:cNvSpPr/>
            <p:nvPr/>
          </p:nvSpPr>
          <p:spPr>
            <a:xfrm>
              <a:off x="9647285" y="18495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2" name="pt5012"/>
            <p:cNvSpPr/>
            <p:nvPr/>
          </p:nvSpPr>
          <p:spPr>
            <a:xfrm>
              <a:off x="9397927" y="18495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3" name="pt5013"/>
            <p:cNvSpPr/>
            <p:nvPr/>
          </p:nvSpPr>
          <p:spPr>
            <a:xfrm>
              <a:off x="9397927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4" name="pt5014"/>
            <p:cNvSpPr/>
            <p:nvPr/>
          </p:nvSpPr>
          <p:spPr>
            <a:xfrm>
              <a:off x="10021322" y="155691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5" name="pt5015"/>
            <p:cNvSpPr/>
            <p:nvPr/>
          </p:nvSpPr>
          <p:spPr>
            <a:xfrm>
              <a:off x="10021322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6" name="pt5016"/>
            <p:cNvSpPr/>
            <p:nvPr/>
          </p:nvSpPr>
          <p:spPr>
            <a:xfrm>
              <a:off x="989664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7" name="pt5017"/>
            <p:cNvSpPr/>
            <p:nvPr/>
          </p:nvSpPr>
          <p:spPr>
            <a:xfrm>
              <a:off x="1064471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8" name="pt5018"/>
            <p:cNvSpPr/>
            <p:nvPr/>
          </p:nvSpPr>
          <p:spPr>
            <a:xfrm>
              <a:off x="1039535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9" name="pt5019"/>
            <p:cNvSpPr/>
            <p:nvPr/>
          </p:nvSpPr>
          <p:spPr>
            <a:xfrm>
              <a:off x="1039535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0" name="pt5020"/>
            <p:cNvSpPr/>
            <p:nvPr/>
          </p:nvSpPr>
          <p:spPr>
            <a:xfrm>
              <a:off x="10146001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1" name="pt5021"/>
            <p:cNvSpPr/>
            <p:nvPr/>
          </p:nvSpPr>
          <p:spPr>
            <a:xfrm>
              <a:off x="9522606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2" name="pt5022"/>
            <p:cNvSpPr/>
            <p:nvPr/>
          </p:nvSpPr>
          <p:spPr>
            <a:xfrm>
              <a:off x="1101875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3" name="pt5023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4" name="pt5024"/>
            <p:cNvSpPr/>
            <p:nvPr/>
          </p:nvSpPr>
          <p:spPr>
            <a:xfrm>
              <a:off x="1039535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5" name="pt5025"/>
            <p:cNvSpPr/>
            <p:nvPr/>
          </p:nvSpPr>
          <p:spPr>
            <a:xfrm>
              <a:off x="10395359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6" name="pt5026"/>
            <p:cNvSpPr/>
            <p:nvPr/>
          </p:nvSpPr>
          <p:spPr>
            <a:xfrm>
              <a:off x="9771964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7" name="pt5027"/>
            <p:cNvSpPr/>
            <p:nvPr/>
          </p:nvSpPr>
          <p:spPr>
            <a:xfrm>
              <a:off x="10520038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8" name="pt5028"/>
            <p:cNvSpPr/>
            <p:nvPr/>
          </p:nvSpPr>
          <p:spPr>
            <a:xfrm>
              <a:off x="10520038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9" name="pt5029"/>
            <p:cNvSpPr/>
            <p:nvPr/>
          </p:nvSpPr>
          <p:spPr>
            <a:xfrm>
              <a:off x="964728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0" name="pt5030"/>
            <p:cNvSpPr/>
            <p:nvPr/>
          </p:nvSpPr>
          <p:spPr>
            <a:xfrm>
              <a:off x="9896643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1" name="pt5031"/>
            <p:cNvSpPr/>
            <p:nvPr/>
          </p:nvSpPr>
          <p:spPr>
            <a:xfrm>
              <a:off x="1064471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2" name="pt5032"/>
            <p:cNvSpPr/>
            <p:nvPr/>
          </p:nvSpPr>
          <p:spPr>
            <a:xfrm>
              <a:off x="964728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3" name="pt5033"/>
            <p:cNvSpPr/>
            <p:nvPr/>
          </p:nvSpPr>
          <p:spPr>
            <a:xfrm>
              <a:off x="9771964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4" name="pt5034"/>
            <p:cNvSpPr/>
            <p:nvPr/>
          </p:nvSpPr>
          <p:spPr>
            <a:xfrm>
              <a:off x="10395359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5" name="pt5035"/>
            <p:cNvSpPr/>
            <p:nvPr/>
          </p:nvSpPr>
          <p:spPr>
            <a:xfrm>
              <a:off x="10644717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6" name="pt5036"/>
            <p:cNvSpPr/>
            <p:nvPr/>
          </p:nvSpPr>
          <p:spPr>
            <a:xfrm>
              <a:off x="1064471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7" name="pt5037"/>
            <p:cNvSpPr/>
            <p:nvPr/>
          </p:nvSpPr>
          <p:spPr>
            <a:xfrm>
              <a:off x="10270680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8" name="pt5038"/>
            <p:cNvSpPr/>
            <p:nvPr/>
          </p:nvSpPr>
          <p:spPr>
            <a:xfrm>
              <a:off x="9647285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9" name="pt5039"/>
            <p:cNvSpPr/>
            <p:nvPr/>
          </p:nvSpPr>
          <p:spPr>
            <a:xfrm>
              <a:off x="9647285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0" name="pt5040"/>
            <p:cNvSpPr/>
            <p:nvPr/>
          </p:nvSpPr>
          <p:spPr>
            <a:xfrm>
              <a:off x="10270680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1" name="pt5041"/>
            <p:cNvSpPr/>
            <p:nvPr/>
          </p:nvSpPr>
          <p:spPr>
            <a:xfrm>
              <a:off x="1039535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2" name="pt5042"/>
            <p:cNvSpPr/>
            <p:nvPr/>
          </p:nvSpPr>
          <p:spPr>
            <a:xfrm>
              <a:off x="10146001" y="109361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3" name="pt5043"/>
            <p:cNvSpPr/>
            <p:nvPr/>
          </p:nvSpPr>
          <p:spPr>
            <a:xfrm>
              <a:off x="939792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4" name="pt5044"/>
            <p:cNvSpPr/>
            <p:nvPr/>
          </p:nvSpPr>
          <p:spPr>
            <a:xfrm>
              <a:off x="989664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5" name="pt5045"/>
            <p:cNvSpPr/>
            <p:nvPr/>
          </p:nvSpPr>
          <p:spPr>
            <a:xfrm>
              <a:off x="964728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6" name="pt5046"/>
            <p:cNvSpPr/>
            <p:nvPr/>
          </p:nvSpPr>
          <p:spPr>
            <a:xfrm>
              <a:off x="9397927" y="20811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7" name="pt5047"/>
            <p:cNvSpPr/>
            <p:nvPr/>
          </p:nvSpPr>
          <p:spPr>
            <a:xfrm>
              <a:off x="9647285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8" name="pt5048"/>
            <p:cNvSpPr/>
            <p:nvPr/>
          </p:nvSpPr>
          <p:spPr>
            <a:xfrm>
              <a:off x="1002132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9" name="pt5049"/>
            <p:cNvSpPr/>
            <p:nvPr/>
          </p:nvSpPr>
          <p:spPr>
            <a:xfrm>
              <a:off x="9397927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0" name="pt5050"/>
            <p:cNvSpPr/>
            <p:nvPr/>
          </p:nvSpPr>
          <p:spPr>
            <a:xfrm>
              <a:off x="9522606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1" name="pt5051"/>
            <p:cNvSpPr/>
            <p:nvPr/>
          </p:nvSpPr>
          <p:spPr>
            <a:xfrm>
              <a:off x="10021322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2" name="pt5052"/>
            <p:cNvSpPr/>
            <p:nvPr/>
          </p:nvSpPr>
          <p:spPr>
            <a:xfrm>
              <a:off x="9522606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3" name="pt5053"/>
            <p:cNvSpPr/>
            <p:nvPr/>
          </p:nvSpPr>
          <p:spPr>
            <a:xfrm>
              <a:off x="9896643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4" name="pt5054"/>
            <p:cNvSpPr/>
            <p:nvPr/>
          </p:nvSpPr>
          <p:spPr>
            <a:xfrm>
              <a:off x="10270680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5" name="pt5055"/>
            <p:cNvSpPr/>
            <p:nvPr/>
          </p:nvSpPr>
          <p:spPr>
            <a:xfrm>
              <a:off x="101460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6" name="pt5056"/>
            <p:cNvSpPr/>
            <p:nvPr/>
          </p:nvSpPr>
          <p:spPr>
            <a:xfrm>
              <a:off x="1014600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7" name="pt5057"/>
            <p:cNvSpPr/>
            <p:nvPr/>
          </p:nvSpPr>
          <p:spPr>
            <a:xfrm>
              <a:off x="101460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8" name="pt5058"/>
            <p:cNvSpPr/>
            <p:nvPr/>
          </p:nvSpPr>
          <p:spPr>
            <a:xfrm>
              <a:off x="1039535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9" name="pt5059"/>
            <p:cNvSpPr/>
            <p:nvPr/>
          </p:nvSpPr>
          <p:spPr>
            <a:xfrm>
              <a:off x="101460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0" name="pt5060"/>
            <p:cNvSpPr/>
            <p:nvPr/>
          </p:nvSpPr>
          <p:spPr>
            <a:xfrm>
              <a:off x="10146001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1" name="pt5061"/>
            <p:cNvSpPr/>
            <p:nvPr/>
          </p:nvSpPr>
          <p:spPr>
            <a:xfrm>
              <a:off x="1064471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2" name="pt5062"/>
            <p:cNvSpPr/>
            <p:nvPr/>
          </p:nvSpPr>
          <p:spPr>
            <a:xfrm>
              <a:off x="101460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3" name="pt5063"/>
            <p:cNvSpPr/>
            <p:nvPr/>
          </p:nvSpPr>
          <p:spPr>
            <a:xfrm>
              <a:off x="9647285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4" name="pt5064"/>
            <p:cNvSpPr/>
            <p:nvPr/>
          </p:nvSpPr>
          <p:spPr>
            <a:xfrm>
              <a:off x="10395359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5" name="pt5065"/>
            <p:cNvSpPr/>
            <p:nvPr/>
          </p:nvSpPr>
          <p:spPr>
            <a:xfrm>
              <a:off x="101460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6" name="pt5066"/>
            <p:cNvSpPr/>
            <p:nvPr/>
          </p:nvSpPr>
          <p:spPr>
            <a:xfrm>
              <a:off x="101460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7" name="pt5067"/>
            <p:cNvSpPr/>
            <p:nvPr/>
          </p:nvSpPr>
          <p:spPr>
            <a:xfrm>
              <a:off x="101460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8" name="pt5068"/>
            <p:cNvSpPr/>
            <p:nvPr/>
          </p:nvSpPr>
          <p:spPr>
            <a:xfrm>
              <a:off x="1014600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9" name="pt5069"/>
            <p:cNvSpPr/>
            <p:nvPr/>
          </p:nvSpPr>
          <p:spPr>
            <a:xfrm>
              <a:off x="977196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0" name="pt5070"/>
            <p:cNvSpPr/>
            <p:nvPr/>
          </p:nvSpPr>
          <p:spPr>
            <a:xfrm>
              <a:off x="1014600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1" name="pt5071"/>
            <p:cNvSpPr/>
            <p:nvPr/>
          </p:nvSpPr>
          <p:spPr>
            <a:xfrm>
              <a:off x="9896643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2" name="pt5072"/>
            <p:cNvSpPr/>
            <p:nvPr/>
          </p:nvSpPr>
          <p:spPr>
            <a:xfrm>
              <a:off x="989664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3" name="pt5073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4" name="pt5074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5" name="pt5075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6" name="pt5076"/>
            <p:cNvSpPr/>
            <p:nvPr/>
          </p:nvSpPr>
          <p:spPr>
            <a:xfrm>
              <a:off x="989664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7" name="pt5077"/>
            <p:cNvSpPr/>
            <p:nvPr/>
          </p:nvSpPr>
          <p:spPr>
            <a:xfrm>
              <a:off x="9896643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8" name="pt5078"/>
            <p:cNvSpPr/>
            <p:nvPr/>
          </p:nvSpPr>
          <p:spPr>
            <a:xfrm>
              <a:off x="1039535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9" name="pt5079"/>
            <p:cNvSpPr/>
            <p:nvPr/>
          </p:nvSpPr>
          <p:spPr>
            <a:xfrm>
              <a:off x="1014600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0" name="pt5080"/>
            <p:cNvSpPr/>
            <p:nvPr/>
          </p:nvSpPr>
          <p:spPr>
            <a:xfrm>
              <a:off x="1039535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1" name="pt5081"/>
            <p:cNvSpPr/>
            <p:nvPr/>
          </p:nvSpPr>
          <p:spPr>
            <a:xfrm>
              <a:off x="101460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2" name="pt5082"/>
            <p:cNvSpPr/>
            <p:nvPr/>
          </p:nvSpPr>
          <p:spPr>
            <a:xfrm>
              <a:off x="10146001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3" name="pt5083"/>
            <p:cNvSpPr/>
            <p:nvPr/>
          </p:nvSpPr>
          <p:spPr>
            <a:xfrm>
              <a:off x="10395359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4" name="pt5084"/>
            <p:cNvSpPr/>
            <p:nvPr/>
          </p:nvSpPr>
          <p:spPr>
            <a:xfrm>
              <a:off x="10769396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5" name="pt5085"/>
            <p:cNvSpPr/>
            <p:nvPr/>
          </p:nvSpPr>
          <p:spPr>
            <a:xfrm>
              <a:off x="101460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6" name="pt5086"/>
            <p:cNvSpPr/>
            <p:nvPr/>
          </p:nvSpPr>
          <p:spPr>
            <a:xfrm>
              <a:off x="1039535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7" name="pt5087"/>
            <p:cNvSpPr/>
            <p:nvPr/>
          </p:nvSpPr>
          <p:spPr>
            <a:xfrm>
              <a:off x="10395359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8" name="pt5088"/>
            <p:cNvSpPr/>
            <p:nvPr/>
          </p:nvSpPr>
          <p:spPr>
            <a:xfrm>
              <a:off x="10395359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9" name="pt5089"/>
            <p:cNvSpPr/>
            <p:nvPr/>
          </p:nvSpPr>
          <p:spPr>
            <a:xfrm>
              <a:off x="10395359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0" name="pt5090"/>
            <p:cNvSpPr/>
            <p:nvPr/>
          </p:nvSpPr>
          <p:spPr>
            <a:xfrm>
              <a:off x="9647285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1" name="pt5091"/>
            <p:cNvSpPr/>
            <p:nvPr/>
          </p:nvSpPr>
          <p:spPr>
            <a:xfrm>
              <a:off x="10395359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2" name="pt5092"/>
            <p:cNvSpPr/>
            <p:nvPr/>
          </p:nvSpPr>
          <p:spPr>
            <a:xfrm>
              <a:off x="1039535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3" name="pt5093"/>
            <p:cNvSpPr/>
            <p:nvPr/>
          </p:nvSpPr>
          <p:spPr>
            <a:xfrm>
              <a:off x="1014600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4" name="pt5094"/>
            <p:cNvSpPr/>
            <p:nvPr/>
          </p:nvSpPr>
          <p:spPr>
            <a:xfrm>
              <a:off x="1064471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5" name="pt5095"/>
            <p:cNvSpPr/>
            <p:nvPr/>
          </p:nvSpPr>
          <p:spPr>
            <a:xfrm>
              <a:off x="1039535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6" name="pt5096"/>
            <p:cNvSpPr/>
            <p:nvPr/>
          </p:nvSpPr>
          <p:spPr>
            <a:xfrm>
              <a:off x="101460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7" name="pt5097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8" name="pt5098"/>
            <p:cNvSpPr/>
            <p:nvPr/>
          </p:nvSpPr>
          <p:spPr>
            <a:xfrm>
              <a:off x="1002132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9" name="pt5099"/>
            <p:cNvSpPr/>
            <p:nvPr/>
          </p:nvSpPr>
          <p:spPr>
            <a:xfrm>
              <a:off x="1014600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0" name="pt5100"/>
            <p:cNvSpPr/>
            <p:nvPr/>
          </p:nvSpPr>
          <p:spPr>
            <a:xfrm>
              <a:off x="1039535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1" name="pt5101"/>
            <p:cNvSpPr/>
            <p:nvPr/>
          </p:nvSpPr>
          <p:spPr>
            <a:xfrm>
              <a:off x="1064471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2" name="pt5102"/>
            <p:cNvSpPr/>
            <p:nvPr/>
          </p:nvSpPr>
          <p:spPr>
            <a:xfrm>
              <a:off x="1064471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3" name="pt5103"/>
            <p:cNvSpPr/>
            <p:nvPr/>
          </p:nvSpPr>
          <p:spPr>
            <a:xfrm>
              <a:off x="1064471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4" name="pt5104"/>
            <p:cNvSpPr/>
            <p:nvPr/>
          </p:nvSpPr>
          <p:spPr>
            <a:xfrm>
              <a:off x="101460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5" name="pt5105"/>
            <p:cNvSpPr/>
            <p:nvPr/>
          </p:nvSpPr>
          <p:spPr>
            <a:xfrm>
              <a:off x="1039535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6" name="pt5106"/>
            <p:cNvSpPr/>
            <p:nvPr/>
          </p:nvSpPr>
          <p:spPr>
            <a:xfrm>
              <a:off x="9397927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7" name="pt5107"/>
            <p:cNvSpPr/>
            <p:nvPr/>
          </p:nvSpPr>
          <p:spPr>
            <a:xfrm>
              <a:off x="939792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8" name="pt5108"/>
            <p:cNvSpPr/>
            <p:nvPr/>
          </p:nvSpPr>
          <p:spPr>
            <a:xfrm>
              <a:off x="9896643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9" name="pt5109"/>
            <p:cNvSpPr/>
            <p:nvPr/>
          </p:nvSpPr>
          <p:spPr>
            <a:xfrm>
              <a:off x="1014600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0" name="pt5110"/>
            <p:cNvSpPr/>
            <p:nvPr/>
          </p:nvSpPr>
          <p:spPr>
            <a:xfrm>
              <a:off x="101460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1" name="pt5111"/>
            <p:cNvSpPr/>
            <p:nvPr/>
          </p:nvSpPr>
          <p:spPr>
            <a:xfrm>
              <a:off x="989664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2" name="pt5112"/>
            <p:cNvSpPr/>
            <p:nvPr/>
          </p:nvSpPr>
          <p:spPr>
            <a:xfrm>
              <a:off x="9896643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3" name="pt5113"/>
            <p:cNvSpPr/>
            <p:nvPr/>
          </p:nvSpPr>
          <p:spPr>
            <a:xfrm>
              <a:off x="9896643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4" name="pt5114"/>
            <p:cNvSpPr/>
            <p:nvPr/>
          </p:nvSpPr>
          <p:spPr>
            <a:xfrm>
              <a:off x="9896643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5" name="pt5115"/>
            <p:cNvSpPr/>
            <p:nvPr/>
          </p:nvSpPr>
          <p:spPr>
            <a:xfrm>
              <a:off x="9647285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6" name="pt5116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7" name="pt5117"/>
            <p:cNvSpPr/>
            <p:nvPr/>
          </p:nvSpPr>
          <p:spPr>
            <a:xfrm>
              <a:off x="9771964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8" name="pt5118"/>
            <p:cNvSpPr/>
            <p:nvPr/>
          </p:nvSpPr>
          <p:spPr>
            <a:xfrm>
              <a:off x="9647285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9" name="pt5119"/>
            <p:cNvSpPr/>
            <p:nvPr/>
          </p:nvSpPr>
          <p:spPr>
            <a:xfrm>
              <a:off x="9896643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0" name="pt5120"/>
            <p:cNvSpPr/>
            <p:nvPr/>
          </p:nvSpPr>
          <p:spPr>
            <a:xfrm>
              <a:off x="9647285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1" name="pt5121"/>
            <p:cNvSpPr/>
            <p:nvPr/>
          </p:nvSpPr>
          <p:spPr>
            <a:xfrm>
              <a:off x="9896643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2" name="pt5122"/>
            <p:cNvSpPr/>
            <p:nvPr/>
          </p:nvSpPr>
          <p:spPr>
            <a:xfrm>
              <a:off x="989664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3" name="pt5123"/>
            <p:cNvSpPr/>
            <p:nvPr/>
          </p:nvSpPr>
          <p:spPr>
            <a:xfrm>
              <a:off x="10894075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4" name="pt5124"/>
            <p:cNvSpPr/>
            <p:nvPr/>
          </p:nvSpPr>
          <p:spPr>
            <a:xfrm>
              <a:off x="1039535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5" name="pt5125"/>
            <p:cNvSpPr/>
            <p:nvPr/>
          </p:nvSpPr>
          <p:spPr>
            <a:xfrm>
              <a:off x="1064471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6" name="pt5126"/>
            <p:cNvSpPr/>
            <p:nvPr/>
          </p:nvSpPr>
          <p:spPr>
            <a:xfrm>
              <a:off x="1014600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7" name="pt5127"/>
            <p:cNvSpPr/>
            <p:nvPr/>
          </p:nvSpPr>
          <p:spPr>
            <a:xfrm>
              <a:off x="9896643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8" name="pt5128"/>
            <p:cNvSpPr/>
            <p:nvPr/>
          </p:nvSpPr>
          <p:spPr>
            <a:xfrm>
              <a:off x="1014600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9" name="pt5129"/>
            <p:cNvSpPr/>
            <p:nvPr/>
          </p:nvSpPr>
          <p:spPr>
            <a:xfrm>
              <a:off x="1014600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0" name="pt5130"/>
            <p:cNvSpPr/>
            <p:nvPr/>
          </p:nvSpPr>
          <p:spPr>
            <a:xfrm>
              <a:off x="9647285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1" name="pt5131"/>
            <p:cNvSpPr/>
            <p:nvPr/>
          </p:nvSpPr>
          <p:spPr>
            <a:xfrm>
              <a:off x="1039535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2" name="pt5132"/>
            <p:cNvSpPr/>
            <p:nvPr/>
          </p:nvSpPr>
          <p:spPr>
            <a:xfrm>
              <a:off x="10270680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3" name="pt5133"/>
            <p:cNvSpPr/>
            <p:nvPr/>
          </p:nvSpPr>
          <p:spPr>
            <a:xfrm>
              <a:off x="10270680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4" name="pt5134"/>
            <p:cNvSpPr/>
            <p:nvPr/>
          </p:nvSpPr>
          <p:spPr>
            <a:xfrm>
              <a:off x="10146001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5" name="pt5135"/>
            <p:cNvSpPr/>
            <p:nvPr/>
          </p:nvSpPr>
          <p:spPr>
            <a:xfrm>
              <a:off x="1014600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6" name="pt5136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7" name="pt5137"/>
            <p:cNvSpPr/>
            <p:nvPr/>
          </p:nvSpPr>
          <p:spPr>
            <a:xfrm>
              <a:off x="964728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8" name="pt5138"/>
            <p:cNvSpPr/>
            <p:nvPr/>
          </p:nvSpPr>
          <p:spPr>
            <a:xfrm>
              <a:off x="10769396" y="10082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9" name="pt5139"/>
            <p:cNvSpPr/>
            <p:nvPr/>
          </p:nvSpPr>
          <p:spPr>
            <a:xfrm>
              <a:off x="1052003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0" name="pt5140"/>
            <p:cNvSpPr/>
            <p:nvPr/>
          </p:nvSpPr>
          <p:spPr>
            <a:xfrm>
              <a:off x="1089407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1" name="pt5141"/>
            <p:cNvSpPr/>
            <p:nvPr/>
          </p:nvSpPr>
          <p:spPr>
            <a:xfrm>
              <a:off x="1089407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2" name="pt5142"/>
            <p:cNvSpPr/>
            <p:nvPr/>
          </p:nvSpPr>
          <p:spPr>
            <a:xfrm>
              <a:off x="1089407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3" name="pt5143"/>
            <p:cNvSpPr/>
            <p:nvPr/>
          </p:nvSpPr>
          <p:spPr>
            <a:xfrm>
              <a:off x="1089407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4" name="pt5144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5" name="pt5145"/>
            <p:cNvSpPr/>
            <p:nvPr/>
          </p:nvSpPr>
          <p:spPr>
            <a:xfrm>
              <a:off x="10146001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6" name="pt5146"/>
            <p:cNvSpPr/>
            <p:nvPr/>
          </p:nvSpPr>
          <p:spPr>
            <a:xfrm>
              <a:off x="989664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7" name="pt5147"/>
            <p:cNvSpPr/>
            <p:nvPr/>
          </p:nvSpPr>
          <p:spPr>
            <a:xfrm>
              <a:off x="989664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8" name="pt5148"/>
            <p:cNvSpPr/>
            <p:nvPr/>
          </p:nvSpPr>
          <p:spPr>
            <a:xfrm>
              <a:off x="989664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9" name="pt5149"/>
            <p:cNvSpPr/>
            <p:nvPr/>
          </p:nvSpPr>
          <p:spPr>
            <a:xfrm>
              <a:off x="964728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0" name="pt5150"/>
            <p:cNvSpPr/>
            <p:nvPr/>
          </p:nvSpPr>
          <p:spPr>
            <a:xfrm>
              <a:off x="101460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1" name="pt5151"/>
            <p:cNvSpPr/>
            <p:nvPr/>
          </p:nvSpPr>
          <p:spPr>
            <a:xfrm>
              <a:off x="10021322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2" name="pt5152"/>
            <p:cNvSpPr/>
            <p:nvPr/>
          </p:nvSpPr>
          <p:spPr>
            <a:xfrm>
              <a:off x="101460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3" name="pt5153"/>
            <p:cNvSpPr/>
            <p:nvPr/>
          </p:nvSpPr>
          <p:spPr>
            <a:xfrm>
              <a:off x="1052003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4" name="pt5154"/>
            <p:cNvSpPr/>
            <p:nvPr/>
          </p:nvSpPr>
          <p:spPr>
            <a:xfrm>
              <a:off x="1039535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5" name="pt5155"/>
            <p:cNvSpPr/>
            <p:nvPr/>
          </p:nvSpPr>
          <p:spPr>
            <a:xfrm>
              <a:off x="10520038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6" name="pt5156"/>
            <p:cNvSpPr/>
            <p:nvPr/>
          </p:nvSpPr>
          <p:spPr>
            <a:xfrm>
              <a:off x="10395359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7" name="pt5157"/>
            <p:cNvSpPr/>
            <p:nvPr/>
          </p:nvSpPr>
          <p:spPr>
            <a:xfrm>
              <a:off x="10395359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8" name="pt5158"/>
            <p:cNvSpPr/>
            <p:nvPr/>
          </p:nvSpPr>
          <p:spPr>
            <a:xfrm>
              <a:off x="1014600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9" name="pt5159"/>
            <p:cNvSpPr/>
            <p:nvPr/>
          </p:nvSpPr>
          <p:spPr>
            <a:xfrm>
              <a:off x="1064471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0" name="pt5160"/>
            <p:cNvSpPr/>
            <p:nvPr/>
          </p:nvSpPr>
          <p:spPr>
            <a:xfrm>
              <a:off x="1064471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1" name="pt5161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2" name="pt5162"/>
            <p:cNvSpPr/>
            <p:nvPr/>
          </p:nvSpPr>
          <p:spPr>
            <a:xfrm>
              <a:off x="1064471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3" name="pt5163"/>
            <p:cNvSpPr/>
            <p:nvPr/>
          </p:nvSpPr>
          <p:spPr>
            <a:xfrm>
              <a:off x="9896643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4" name="pt5164"/>
            <p:cNvSpPr/>
            <p:nvPr/>
          </p:nvSpPr>
          <p:spPr>
            <a:xfrm>
              <a:off x="10270680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5" name="pt5165"/>
            <p:cNvSpPr/>
            <p:nvPr/>
          </p:nvSpPr>
          <p:spPr>
            <a:xfrm>
              <a:off x="10146001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6" name="pt5166"/>
            <p:cNvSpPr/>
            <p:nvPr/>
          </p:nvSpPr>
          <p:spPr>
            <a:xfrm>
              <a:off x="10395359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7" name="pt5167"/>
            <p:cNvSpPr/>
            <p:nvPr/>
          </p:nvSpPr>
          <p:spPr>
            <a:xfrm>
              <a:off x="9896643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8" name="pt5168"/>
            <p:cNvSpPr/>
            <p:nvPr/>
          </p:nvSpPr>
          <p:spPr>
            <a:xfrm>
              <a:off x="989664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9" name="pt5169"/>
            <p:cNvSpPr/>
            <p:nvPr/>
          </p:nvSpPr>
          <p:spPr>
            <a:xfrm>
              <a:off x="10395359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0" name="pt5170"/>
            <p:cNvSpPr/>
            <p:nvPr/>
          </p:nvSpPr>
          <p:spPr>
            <a:xfrm>
              <a:off x="10395359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1" name="pt5171"/>
            <p:cNvSpPr/>
            <p:nvPr/>
          </p:nvSpPr>
          <p:spPr>
            <a:xfrm>
              <a:off x="9896643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2" name="pt5172"/>
            <p:cNvSpPr/>
            <p:nvPr/>
          </p:nvSpPr>
          <p:spPr>
            <a:xfrm>
              <a:off x="939792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3" name="pt5173"/>
            <p:cNvSpPr/>
            <p:nvPr/>
          </p:nvSpPr>
          <p:spPr>
            <a:xfrm>
              <a:off x="964728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4" name="pt5174"/>
            <p:cNvSpPr/>
            <p:nvPr/>
          </p:nvSpPr>
          <p:spPr>
            <a:xfrm>
              <a:off x="9896643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5" name="pt5175"/>
            <p:cNvSpPr/>
            <p:nvPr/>
          </p:nvSpPr>
          <p:spPr>
            <a:xfrm>
              <a:off x="964728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6" name="pt5176"/>
            <p:cNvSpPr/>
            <p:nvPr/>
          </p:nvSpPr>
          <p:spPr>
            <a:xfrm>
              <a:off x="939792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7" name="pt5177"/>
            <p:cNvSpPr/>
            <p:nvPr/>
          </p:nvSpPr>
          <p:spPr>
            <a:xfrm>
              <a:off x="939792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8" name="pt5178"/>
            <p:cNvSpPr/>
            <p:nvPr/>
          </p:nvSpPr>
          <p:spPr>
            <a:xfrm>
              <a:off x="939792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9" name="pt5179"/>
            <p:cNvSpPr/>
            <p:nvPr/>
          </p:nvSpPr>
          <p:spPr>
            <a:xfrm>
              <a:off x="939792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0" name="pt5180"/>
            <p:cNvSpPr/>
            <p:nvPr/>
          </p:nvSpPr>
          <p:spPr>
            <a:xfrm>
              <a:off x="939792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1" name="pt5181"/>
            <p:cNvSpPr/>
            <p:nvPr/>
          </p:nvSpPr>
          <p:spPr>
            <a:xfrm>
              <a:off x="939792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2" name="pt5182"/>
            <p:cNvSpPr/>
            <p:nvPr/>
          </p:nvSpPr>
          <p:spPr>
            <a:xfrm>
              <a:off x="10146001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3" name="pt5183"/>
            <p:cNvSpPr/>
            <p:nvPr/>
          </p:nvSpPr>
          <p:spPr>
            <a:xfrm>
              <a:off x="10520038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4" name="pt5184"/>
            <p:cNvSpPr/>
            <p:nvPr/>
          </p:nvSpPr>
          <p:spPr>
            <a:xfrm>
              <a:off x="10520038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5" name="pt5185"/>
            <p:cNvSpPr/>
            <p:nvPr/>
          </p:nvSpPr>
          <p:spPr>
            <a:xfrm>
              <a:off x="10769396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6" name="pt5186"/>
            <p:cNvSpPr/>
            <p:nvPr/>
          </p:nvSpPr>
          <p:spPr>
            <a:xfrm>
              <a:off x="989664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7" name="pt5187"/>
            <p:cNvSpPr/>
            <p:nvPr/>
          </p:nvSpPr>
          <p:spPr>
            <a:xfrm>
              <a:off x="10520038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8" name="pt5188"/>
            <p:cNvSpPr/>
            <p:nvPr/>
          </p:nvSpPr>
          <p:spPr>
            <a:xfrm>
              <a:off x="9896643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9" name="pt5189"/>
            <p:cNvSpPr/>
            <p:nvPr/>
          </p:nvSpPr>
          <p:spPr>
            <a:xfrm>
              <a:off x="10395359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0" name="pt5190"/>
            <p:cNvSpPr/>
            <p:nvPr/>
          </p:nvSpPr>
          <p:spPr>
            <a:xfrm>
              <a:off x="9896643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1" name="pt5191"/>
            <p:cNvSpPr/>
            <p:nvPr/>
          </p:nvSpPr>
          <p:spPr>
            <a:xfrm>
              <a:off x="10146001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2" name="pt5192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3" name="pt5193"/>
            <p:cNvSpPr/>
            <p:nvPr/>
          </p:nvSpPr>
          <p:spPr>
            <a:xfrm>
              <a:off x="1014600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4" name="pt5194"/>
            <p:cNvSpPr/>
            <p:nvPr/>
          </p:nvSpPr>
          <p:spPr>
            <a:xfrm>
              <a:off x="10894075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5" name="pt5195"/>
            <p:cNvSpPr/>
            <p:nvPr/>
          </p:nvSpPr>
          <p:spPr>
            <a:xfrm>
              <a:off x="1014600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6" name="pt5196"/>
            <p:cNvSpPr/>
            <p:nvPr/>
          </p:nvSpPr>
          <p:spPr>
            <a:xfrm>
              <a:off x="1014600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7" name="pt5197"/>
            <p:cNvSpPr/>
            <p:nvPr/>
          </p:nvSpPr>
          <p:spPr>
            <a:xfrm>
              <a:off x="989664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8" name="pt5198"/>
            <p:cNvSpPr/>
            <p:nvPr/>
          </p:nvSpPr>
          <p:spPr>
            <a:xfrm>
              <a:off x="1014600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9" name="pt5199"/>
            <p:cNvSpPr/>
            <p:nvPr/>
          </p:nvSpPr>
          <p:spPr>
            <a:xfrm>
              <a:off x="101460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0" name="pt5200"/>
            <p:cNvSpPr/>
            <p:nvPr/>
          </p:nvSpPr>
          <p:spPr>
            <a:xfrm>
              <a:off x="101460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1" name="pt5201"/>
            <p:cNvSpPr/>
            <p:nvPr/>
          </p:nvSpPr>
          <p:spPr>
            <a:xfrm>
              <a:off x="10395359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2" name="pt5202"/>
            <p:cNvSpPr/>
            <p:nvPr/>
          </p:nvSpPr>
          <p:spPr>
            <a:xfrm>
              <a:off x="101460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3" name="pt5203"/>
            <p:cNvSpPr/>
            <p:nvPr/>
          </p:nvSpPr>
          <p:spPr>
            <a:xfrm>
              <a:off x="9896643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4" name="pt5204"/>
            <p:cNvSpPr/>
            <p:nvPr/>
          </p:nvSpPr>
          <p:spPr>
            <a:xfrm>
              <a:off x="9896643" y="1057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5" name="pt5205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6" name="pt5206"/>
            <p:cNvSpPr/>
            <p:nvPr/>
          </p:nvSpPr>
          <p:spPr>
            <a:xfrm>
              <a:off x="1064471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7" name="pt5207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8" name="pt5208"/>
            <p:cNvSpPr/>
            <p:nvPr/>
          </p:nvSpPr>
          <p:spPr>
            <a:xfrm>
              <a:off x="1014600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9" name="pt5209"/>
            <p:cNvSpPr/>
            <p:nvPr/>
          </p:nvSpPr>
          <p:spPr>
            <a:xfrm>
              <a:off x="10395359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0" name="pt5210"/>
            <p:cNvSpPr/>
            <p:nvPr/>
          </p:nvSpPr>
          <p:spPr>
            <a:xfrm>
              <a:off x="1064471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1" name="pt5211"/>
            <p:cNvSpPr/>
            <p:nvPr/>
          </p:nvSpPr>
          <p:spPr>
            <a:xfrm>
              <a:off x="1064471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2" name="pt5212"/>
            <p:cNvSpPr/>
            <p:nvPr/>
          </p:nvSpPr>
          <p:spPr>
            <a:xfrm>
              <a:off x="9397927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3" name="pt5213"/>
            <p:cNvSpPr/>
            <p:nvPr/>
          </p:nvSpPr>
          <p:spPr>
            <a:xfrm>
              <a:off x="964728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4" name="pt5214"/>
            <p:cNvSpPr/>
            <p:nvPr/>
          </p:nvSpPr>
          <p:spPr>
            <a:xfrm>
              <a:off x="939792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5" name="pt5215"/>
            <p:cNvSpPr/>
            <p:nvPr/>
          </p:nvSpPr>
          <p:spPr>
            <a:xfrm>
              <a:off x="1039535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6" name="pt5216"/>
            <p:cNvSpPr/>
            <p:nvPr/>
          </p:nvSpPr>
          <p:spPr>
            <a:xfrm>
              <a:off x="9647285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7" name="pt5217"/>
            <p:cNvSpPr/>
            <p:nvPr/>
          </p:nvSpPr>
          <p:spPr>
            <a:xfrm>
              <a:off x="9647285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8" name="pt5218"/>
            <p:cNvSpPr/>
            <p:nvPr/>
          </p:nvSpPr>
          <p:spPr>
            <a:xfrm>
              <a:off x="101460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9" name="pt5219"/>
            <p:cNvSpPr/>
            <p:nvPr/>
          </p:nvSpPr>
          <p:spPr>
            <a:xfrm>
              <a:off x="10146001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0" name="pt5220"/>
            <p:cNvSpPr/>
            <p:nvPr/>
          </p:nvSpPr>
          <p:spPr>
            <a:xfrm>
              <a:off x="9647285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1" name="pt5221"/>
            <p:cNvSpPr/>
            <p:nvPr/>
          </p:nvSpPr>
          <p:spPr>
            <a:xfrm>
              <a:off x="9896643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2" name="pt5222"/>
            <p:cNvSpPr/>
            <p:nvPr/>
          </p:nvSpPr>
          <p:spPr>
            <a:xfrm>
              <a:off x="1014600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3" name="pt5223"/>
            <p:cNvSpPr/>
            <p:nvPr/>
          </p:nvSpPr>
          <p:spPr>
            <a:xfrm>
              <a:off x="989664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4" name="pt5224"/>
            <p:cNvSpPr/>
            <p:nvPr/>
          </p:nvSpPr>
          <p:spPr>
            <a:xfrm>
              <a:off x="10146001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5" name="pt5225"/>
            <p:cNvSpPr/>
            <p:nvPr/>
          </p:nvSpPr>
          <p:spPr>
            <a:xfrm>
              <a:off x="10395359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6" name="pt5226"/>
            <p:cNvSpPr/>
            <p:nvPr/>
          </p:nvSpPr>
          <p:spPr>
            <a:xfrm>
              <a:off x="9896643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7" name="pt5227"/>
            <p:cNvSpPr/>
            <p:nvPr/>
          </p:nvSpPr>
          <p:spPr>
            <a:xfrm>
              <a:off x="10146001" y="1569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8" name="pt5228"/>
            <p:cNvSpPr/>
            <p:nvPr/>
          </p:nvSpPr>
          <p:spPr>
            <a:xfrm>
              <a:off x="9397927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9" name="pt5229"/>
            <p:cNvSpPr/>
            <p:nvPr/>
          </p:nvSpPr>
          <p:spPr>
            <a:xfrm>
              <a:off x="9896643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0" name="pt5230"/>
            <p:cNvSpPr/>
            <p:nvPr/>
          </p:nvSpPr>
          <p:spPr>
            <a:xfrm>
              <a:off x="9896643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1" name="pt5231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2" name="pt5232"/>
            <p:cNvSpPr/>
            <p:nvPr/>
          </p:nvSpPr>
          <p:spPr>
            <a:xfrm>
              <a:off x="9896643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3" name="pt5233"/>
            <p:cNvSpPr/>
            <p:nvPr/>
          </p:nvSpPr>
          <p:spPr>
            <a:xfrm>
              <a:off x="989664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4" name="pt5234"/>
            <p:cNvSpPr/>
            <p:nvPr/>
          </p:nvSpPr>
          <p:spPr>
            <a:xfrm>
              <a:off x="1064471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5" name="pt5235"/>
            <p:cNvSpPr/>
            <p:nvPr/>
          </p:nvSpPr>
          <p:spPr>
            <a:xfrm>
              <a:off x="1039535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6" name="pt5236"/>
            <p:cNvSpPr/>
            <p:nvPr/>
          </p:nvSpPr>
          <p:spPr>
            <a:xfrm>
              <a:off x="10146001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7" name="pt5237"/>
            <p:cNvSpPr/>
            <p:nvPr/>
          </p:nvSpPr>
          <p:spPr>
            <a:xfrm>
              <a:off x="9896643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8" name="pt5238"/>
            <p:cNvSpPr/>
            <p:nvPr/>
          </p:nvSpPr>
          <p:spPr>
            <a:xfrm>
              <a:off x="1014600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9" name="pt5239"/>
            <p:cNvSpPr/>
            <p:nvPr/>
          </p:nvSpPr>
          <p:spPr>
            <a:xfrm>
              <a:off x="9397927" y="20933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0" name="pt5240"/>
            <p:cNvSpPr/>
            <p:nvPr/>
          </p:nvSpPr>
          <p:spPr>
            <a:xfrm>
              <a:off x="9397927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1" name="pt5241"/>
            <p:cNvSpPr/>
            <p:nvPr/>
          </p:nvSpPr>
          <p:spPr>
            <a:xfrm>
              <a:off x="9397927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2" name="pt5242"/>
            <p:cNvSpPr/>
            <p:nvPr/>
          </p:nvSpPr>
          <p:spPr>
            <a:xfrm>
              <a:off x="9397927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3" name="pt5243"/>
            <p:cNvSpPr/>
            <p:nvPr/>
          </p:nvSpPr>
          <p:spPr>
            <a:xfrm>
              <a:off x="939792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4" name="pt5244"/>
            <p:cNvSpPr/>
            <p:nvPr/>
          </p:nvSpPr>
          <p:spPr>
            <a:xfrm>
              <a:off x="9397927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5" name="pt5245"/>
            <p:cNvSpPr/>
            <p:nvPr/>
          </p:nvSpPr>
          <p:spPr>
            <a:xfrm>
              <a:off x="9397927" y="131307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6" name="pt5246"/>
            <p:cNvSpPr/>
            <p:nvPr/>
          </p:nvSpPr>
          <p:spPr>
            <a:xfrm>
              <a:off x="9397927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7" name="pt5247"/>
            <p:cNvSpPr/>
            <p:nvPr/>
          </p:nvSpPr>
          <p:spPr>
            <a:xfrm>
              <a:off x="10644717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8" name="pt5248"/>
            <p:cNvSpPr/>
            <p:nvPr/>
          </p:nvSpPr>
          <p:spPr>
            <a:xfrm>
              <a:off x="1014600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9" name="pt5249"/>
            <p:cNvSpPr/>
            <p:nvPr/>
          </p:nvSpPr>
          <p:spPr>
            <a:xfrm>
              <a:off x="1014600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0" name="pt5250"/>
            <p:cNvSpPr/>
            <p:nvPr/>
          </p:nvSpPr>
          <p:spPr>
            <a:xfrm>
              <a:off x="1014600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1" name="pt5251"/>
            <p:cNvSpPr/>
            <p:nvPr/>
          </p:nvSpPr>
          <p:spPr>
            <a:xfrm>
              <a:off x="1014600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2" name="pt5252"/>
            <p:cNvSpPr/>
            <p:nvPr/>
          </p:nvSpPr>
          <p:spPr>
            <a:xfrm>
              <a:off x="9896643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3" name="pt5253"/>
            <p:cNvSpPr/>
            <p:nvPr/>
          </p:nvSpPr>
          <p:spPr>
            <a:xfrm>
              <a:off x="10146001" y="1800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4" name="pt5254"/>
            <p:cNvSpPr/>
            <p:nvPr/>
          </p:nvSpPr>
          <p:spPr>
            <a:xfrm>
              <a:off x="10395359" y="1800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5" name="pt5255"/>
            <p:cNvSpPr/>
            <p:nvPr/>
          </p:nvSpPr>
          <p:spPr>
            <a:xfrm>
              <a:off x="10146001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6" name="pt5256"/>
            <p:cNvSpPr/>
            <p:nvPr/>
          </p:nvSpPr>
          <p:spPr>
            <a:xfrm>
              <a:off x="10395359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7" name="pt5257"/>
            <p:cNvSpPr/>
            <p:nvPr/>
          </p:nvSpPr>
          <p:spPr>
            <a:xfrm>
              <a:off x="10146001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8" name="pt5258"/>
            <p:cNvSpPr/>
            <p:nvPr/>
          </p:nvSpPr>
          <p:spPr>
            <a:xfrm>
              <a:off x="10395359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9" name="pt5259"/>
            <p:cNvSpPr/>
            <p:nvPr/>
          </p:nvSpPr>
          <p:spPr>
            <a:xfrm>
              <a:off x="989664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0" name="pt5260"/>
            <p:cNvSpPr/>
            <p:nvPr/>
          </p:nvSpPr>
          <p:spPr>
            <a:xfrm>
              <a:off x="10395359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1" name="pt5261"/>
            <p:cNvSpPr/>
            <p:nvPr/>
          </p:nvSpPr>
          <p:spPr>
            <a:xfrm>
              <a:off x="1014600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2" name="pt5262"/>
            <p:cNvSpPr/>
            <p:nvPr/>
          </p:nvSpPr>
          <p:spPr>
            <a:xfrm>
              <a:off x="10520038" y="1349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3" name="pt5263"/>
            <p:cNvSpPr/>
            <p:nvPr/>
          </p:nvSpPr>
          <p:spPr>
            <a:xfrm>
              <a:off x="9647285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4" name="pt5264"/>
            <p:cNvSpPr/>
            <p:nvPr/>
          </p:nvSpPr>
          <p:spPr>
            <a:xfrm>
              <a:off x="9896643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5" name="pt5265"/>
            <p:cNvSpPr/>
            <p:nvPr/>
          </p:nvSpPr>
          <p:spPr>
            <a:xfrm>
              <a:off x="9896643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6" name="pt5266"/>
            <p:cNvSpPr/>
            <p:nvPr/>
          </p:nvSpPr>
          <p:spPr>
            <a:xfrm>
              <a:off x="9647285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7" name="pt5267"/>
            <p:cNvSpPr/>
            <p:nvPr/>
          </p:nvSpPr>
          <p:spPr>
            <a:xfrm>
              <a:off x="964728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8" name="pt5268"/>
            <p:cNvSpPr/>
            <p:nvPr/>
          </p:nvSpPr>
          <p:spPr>
            <a:xfrm>
              <a:off x="1064471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9" name="pt5269"/>
            <p:cNvSpPr/>
            <p:nvPr/>
          </p:nvSpPr>
          <p:spPr>
            <a:xfrm>
              <a:off x="10395359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0" name="pt5270"/>
            <p:cNvSpPr/>
            <p:nvPr/>
          </p:nvSpPr>
          <p:spPr>
            <a:xfrm>
              <a:off x="10520038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1" name="pt5271"/>
            <p:cNvSpPr/>
            <p:nvPr/>
          </p:nvSpPr>
          <p:spPr>
            <a:xfrm>
              <a:off x="9896643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2" name="pt5272"/>
            <p:cNvSpPr/>
            <p:nvPr/>
          </p:nvSpPr>
          <p:spPr>
            <a:xfrm>
              <a:off x="101460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3" name="pt5273"/>
            <p:cNvSpPr/>
            <p:nvPr/>
          </p:nvSpPr>
          <p:spPr>
            <a:xfrm>
              <a:off x="10146001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4" name="pt5274"/>
            <p:cNvSpPr/>
            <p:nvPr/>
          </p:nvSpPr>
          <p:spPr>
            <a:xfrm>
              <a:off x="9397927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5" name="pt5275"/>
            <p:cNvSpPr/>
            <p:nvPr/>
          </p:nvSpPr>
          <p:spPr>
            <a:xfrm>
              <a:off x="964728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6" name="pt5276"/>
            <p:cNvSpPr/>
            <p:nvPr/>
          </p:nvSpPr>
          <p:spPr>
            <a:xfrm>
              <a:off x="9647285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7" name="pt5277"/>
            <p:cNvSpPr/>
            <p:nvPr/>
          </p:nvSpPr>
          <p:spPr>
            <a:xfrm>
              <a:off x="9647285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8" name="pt5278"/>
            <p:cNvSpPr/>
            <p:nvPr/>
          </p:nvSpPr>
          <p:spPr>
            <a:xfrm>
              <a:off x="9397927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9" name="pt5279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0" name="pt5280"/>
            <p:cNvSpPr/>
            <p:nvPr/>
          </p:nvSpPr>
          <p:spPr>
            <a:xfrm>
              <a:off x="9896643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1" name="pt5281"/>
            <p:cNvSpPr/>
            <p:nvPr/>
          </p:nvSpPr>
          <p:spPr>
            <a:xfrm>
              <a:off x="964728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2" name="pt5282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3" name="pt5283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4" name="pt5284"/>
            <p:cNvSpPr/>
            <p:nvPr/>
          </p:nvSpPr>
          <p:spPr>
            <a:xfrm>
              <a:off x="101460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5" name="pt5285"/>
            <p:cNvSpPr/>
            <p:nvPr/>
          </p:nvSpPr>
          <p:spPr>
            <a:xfrm>
              <a:off x="989664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6" name="pt5286"/>
            <p:cNvSpPr/>
            <p:nvPr/>
          </p:nvSpPr>
          <p:spPr>
            <a:xfrm>
              <a:off x="1064471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7" name="pt5287"/>
            <p:cNvSpPr/>
            <p:nvPr/>
          </p:nvSpPr>
          <p:spPr>
            <a:xfrm>
              <a:off x="101460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8" name="pt5288"/>
            <p:cNvSpPr/>
            <p:nvPr/>
          </p:nvSpPr>
          <p:spPr>
            <a:xfrm>
              <a:off x="1039535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9" name="pt5289"/>
            <p:cNvSpPr/>
            <p:nvPr/>
          </p:nvSpPr>
          <p:spPr>
            <a:xfrm>
              <a:off x="1014600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0" name="pt5290"/>
            <p:cNvSpPr/>
            <p:nvPr/>
          </p:nvSpPr>
          <p:spPr>
            <a:xfrm>
              <a:off x="1039535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1" name="pt5291"/>
            <p:cNvSpPr/>
            <p:nvPr/>
          </p:nvSpPr>
          <p:spPr>
            <a:xfrm>
              <a:off x="10395359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2" name="pt5292"/>
            <p:cNvSpPr/>
            <p:nvPr/>
          </p:nvSpPr>
          <p:spPr>
            <a:xfrm>
              <a:off x="989664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3" name="pt5293"/>
            <p:cNvSpPr/>
            <p:nvPr/>
          </p:nvSpPr>
          <p:spPr>
            <a:xfrm>
              <a:off x="101460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4" name="pt5294"/>
            <p:cNvSpPr/>
            <p:nvPr/>
          </p:nvSpPr>
          <p:spPr>
            <a:xfrm>
              <a:off x="101460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5" name="pt5295"/>
            <p:cNvSpPr/>
            <p:nvPr/>
          </p:nvSpPr>
          <p:spPr>
            <a:xfrm>
              <a:off x="1014600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6" name="pt5296"/>
            <p:cNvSpPr/>
            <p:nvPr/>
          </p:nvSpPr>
          <p:spPr>
            <a:xfrm>
              <a:off x="101460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7" name="pt5297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8" name="pt5298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9" name="pt5299"/>
            <p:cNvSpPr/>
            <p:nvPr/>
          </p:nvSpPr>
          <p:spPr>
            <a:xfrm>
              <a:off x="9896643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0" name="pt5300"/>
            <p:cNvSpPr/>
            <p:nvPr/>
          </p:nvSpPr>
          <p:spPr>
            <a:xfrm>
              <a:off x="9896643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1" name="pt5301"/>
            <p:cNvSpPr/>
            <p:nvPr/>
          </p:nvSpPr>
          <p:spPr>
            <a:xfrm>
              <a:off x="9647285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2" name="pt5302"/>
            <p:cNvSpPr/>
            <p:nvPr/>
          </p:nvSpPr>
          <p:spPr>
            <a:xfrm>
              <a:off x="939792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3" name="pt5303"/>
            <p:cNvSpPr/>
            <p:nvPr/>
          </p:nvSpPr>
          <p:spPr>
            <a:xfrm>
              <a:off x="9896643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4" name="pt5304"/>
            <p:cNvSpPr/>
            <p:nvPr/>
          </p:nvSpPr>
          <p:spPr>
            <a:xfrm>
              <a:off x="939792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5" name="pt5305"/>
            <p:cNvSpPr/>
            <p:nvPr/>
          </p:nvSpPr>
          <p:spPr>
            <a:xfrm>
              <a:off x="939792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6" name="pt5306"/>
            <p:cNvSpPr/>
            <p:nvPr/>
          </p:nvSpPr>
          <p:spPr>
            <a:xfrm>
              <a:off x="9397927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7" name="pt5307"/>
            <p:cNvSpPr/>
            <p:nvPr/>
          </p:nvSpPr>
          <p:spPr>
            <a:xfrm>
              <a:off x="9896643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8" name="pt5308"/>
            <p:cNvSpPr/>
            <p:nvPr/>
          </p:nvSpPr>
          <p:spPr>
            <a:xfrm>
              <a:off x="9896643" y="19836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9" name="pt5309"/>
            <p:cNvSpPr/>
            <p:nvPr/>
          </p:nvSpPr>
          <p:spPr>
            <a:xfrm>
              <a:off x="9896643" y="19470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0" name="pt5310"/>
            <p:cNvSpPr/>
            <p:nvPr/>
          </p:nvSpPr>
          <p:spPr>
            <a:xfrm>
              <a:off x="9647285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1" name="pt5311"/>
            <p:cNvSpPr/>
            <p:nvPr/>
          </p:nvSpPr>
          <p:spPr>
            <a:xfrm>
              <a:off x="9896643" y="19470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2" name="pt5312"/>
            <p:cNvSpPr/>
            <p:nvPr/>
          </p:nvSpPr>
          <p:spPr>
            <a:xfrm>
              <a:off x="9647285" y="20080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3" name="pt5313"/>
            <p:cNvSpPr/>
            <p:nvPr/>
          </p:nvSpPr>
          <p:spPr>
            <a:xfrm>
              <a:off x="9397927" y="19104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4" name="pt5314"/>
            <p:cNvSpPr/>
            <p:nvPr/>
          </p:nvSpPr>
          <p:spPr>
            <a:xfrm>
              <a:off x="989664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5" name="pt5315"/>
            <p:cNvSpPr/>
            <p:nvPr/>
          </p:nvSpPr>
          <p:spPr>
            <a:xfrm>
              <a:off x="9397927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6" name="pt5316"/>
            <p:cNvSpPr/>
            <p:nvPr/>
          </p:nvSpPr>
          <p:spPr>
            <a:xfrm>
              <a:off x="9647285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7" name="pt5317"/>
            <p:cNvSpPr/>
            <p:nvPr/>
          </p:nvSpPr>
          <p:spPr>
            <a:xfrm>
              <a:off x="939792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8" name="pt5318"/>
            <p:cNvSpPr/>
            <p:nvPr/>
          </p:nvSpPr>
          <p:spPr>
            <a:xfrm>
              <a:off x="9647285" y="102046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9" name="pt5319"/>
            <p:cNvSpPr/>
            <p:nvPr/>
          </p:nvSpPr>
          <p:spPr>
            <a:xfrm>
              <a:off x="9647285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0" name="pt5320"/>
            <p:cNvSpPr/>
            <p:nvPr/>
          </p:nvSpPr>
          <p:spPr>
            <a:xfrm>
              <a:off x="977196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1" name="pt5321"/>
            <p:cNvSpPr/>
            <p:nvPr/>
          </p:nvSpPr>
          <p:spPr>
            <a:xfrm>
              <a:off x="101460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2" name="pt5322"/>
            <p:cNvSpPr/>
            <p:nvPr/>
          </p:nvSpPr>
          <p:spPr>
            <a:xfrm>
              <a:off x="10520038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3" name="pt5323"/>
            <p:cNvSpPr/>
            <p:nvPr/>
          </p:nvSpPr>
          <p:spPr>
            <a:xfrm>
              <a:off x="10146001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4" name="pt5324"/>
            <p:cNvSpPr/>
            <p:nvPr/>
          </p:nvSpPr>
          <p:spPr>
            <a:xfrm>
              <a:off x="1014600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5" name="pt5325"/>
            <p:cNvSpPr/>
            <p:nvPr/>
          </p:nvSpPr>
          <p:spPr>
            <a:xfrm>
              <a:off x="1064471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6" name="pt5326"/>
            <p:cNvSpPr/>
            <p:nvPr/>
          </p:nvSpPr>
          <p:spPr>
            <a:xfrm>
              <a:off x="9397927" y="18739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7" name="pt5327"/>
            <p:cNvSpPr/>
            <p:nvPr/>
          </p:nvSpPr>
          <p:spPr>
            <a:xfrm>
              <a:off x="9397927" y="1739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8" name="pt5328"/>
            <p:cNvSpPr/>
            <p:nvPr/>
          </p:nvSpPr>
          <p:spPr>
            <a:xfrm>
              <a:off x="964728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9" name="pt5329"/>
            <p:cNvSpPr/>
            <p:nvPr/>
          </p:nvSpPr>
          <p:spPr>
            <a:xfrm>
              <a:off x="9647285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0" name="pt5330"/>
            <p:cNvSpPr/>
            <p:nvPr/>
          </p:nvSpPr>
          <p:spPr>
            <a:xfrm>
              <a:off x="9647285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1" name="pt5331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2" name="pt5332"/>
            <p:cNvSpPr/>
            <p:nvPr/>
          </p:nvSpPr>
          <p:spPr>
            <a:xfrm>
              <a:off x="1014600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3" name="pt5333"/>
            <p:cNvSpPr/>
            <p:nvPr/>
          </p:nvSpPr>
          <p:spPr>
            <a:xfrm>
              <a:off x="1064471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4" name="pt5334"/>
            <p:cNvSpPr/>
            <p:nvPr/>
          </p:nvSpPr>
          <p:spPr>
            <a:xfrm>
              <a:off x="1089407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5" name="pt5335"/>
            <p:cNvSpPr/>
            <p:nvPr/>
          </p:nvSpPr>
          <p:spPr>
            <a:xfrm>
              <a:off x="9647285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6" name="pt5336"/>
            <p:cNvSpPr/>
            <p:nvPr/>
          </p:nvSpPr>
          <p:spPr>
            <a:xfrm>
              <a:off x="1039535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7" name="pt5337"/>
            <p:cNvSpPr/>
            <p:nvPr/>
          </p:nvSpPr>
          <p:spPr>
            <a:xfrm>
              <a:off x="101460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8" name="pt5338"/>
            <p:cNvSpPr/>
            <p:nvPr/>
          </p:nvSpPr>
          <p:spPr>
            <a:xfrm>
              <a:off x="101460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9" name="pt5339"/>
            <p:cNvSpPr/>
            <p:nvPr/>
          </p:nvSpPr>
          <p:spPr>
            <a:xfrm>
              <a:off x="9896643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0" name="pt5340"/>
            <p:cNvSpPr/>
            <p:nvPr/>
          </p:nvSpPr>
          <p:spPr>
            <a:xfrm>
              <a:off x="9397927" y="17641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1" name="pt5341"/>
            <p:cNvSpPr/>
            <p:nvPr/>
          </p:nvSpPr>
          <p:spPr>
            <a:xfrm>
              <a:off x="9647285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2" name="pt5342"/>
            <p:cNvSpPr/>
            <p:nvPr/>
          </p:nvSpPr>
          <p:spPr>
            <a:xfrm>
              <a:off x="989664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3" name="pt5343"/>
            <p:cNvSpPr/>
            <p:nvPr/>
          </p:nvSpPr>
          <p:spPr>
            <a:xfrm>
              <a:off x="9647285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4" name="pt5344"/>
            <p:cNvSpPr/>
            <p:nvPr/>
          </p:nvSpPr>
          <p:spPr>
            <a:xfrm>
              <a:off x="964728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5" name="pt5345"/>
            <p:cNvSpPr/>
            <p:nvPr/>
          </p:nvSpPr>
          <p:spPr>
            <a:xfrm>
              <a:off x="9647285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6" name="pt5346"/>
            <p:cNvSpPr/>
            <p:nvPr/>
          </p:nvSpPr>
          <p:spPr>
            <a:xfrm>
              <a:off x="9397927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7" name="pt5347"/>
            <p:cNvSpPr/>
            <p:nvPr/>
          </p:nvSpPr>
          <p:spPr>
            <a:xfrm>
              <a:off x="989664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8" name="pt5348"/>
            <p:cNvSpPr/>
            <p:nvPr/>
          </p:nvSpPr>
          <p:spPr>
            <a:xfrm>
              <a:off x="1014600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9" name="pt5349"/>
            <p:cNvSpPr/>
            <p:nvPr/>
          </p:nvSpPr>
          <p:spPr>
            <a:xfrm>
              <a:off x="101460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0" name="pt5350"/>
            <p:cNvSpPr/>
            <p:nvPr/>
          </p:nvSpPr>
          <p:spPr>
            <a:xfrm>
              <a:off x="1014600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1" name="pt5351"/>
            <p:cNvSpPr/>
            <p:nvPr/>
          </p:nvSpPr>
          <p:spPr>
            <a:xfrm>
              <a:off x="1014600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2" name="pt5352"/>
            <p:cNvSpPr/>
            <p:nvPr/>
          </p:nvSpPr>
          <p:spPr>
            <a:xfrm>
              <a:off x="9896643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3" name="pt5353"/>
            <p:cNvSpPr/>
            <p:nvPr/>
          </p:nvSpPr>
          <p:spPr>
            <a:xfrm>
              <a:off x="9647285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4" name="pt5354"/>
            <p:cNvSpPr/>
            <p:nvPr/>
          </p:nvSpPr>
          <p:spPr>
            <a:xfrm>
              <a:off x="9647285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5" name="pt5355"/>
            <p:cNvSpPr/>
            <p:nvPr/>
          </p:nvSpPr>
          <p:spPr>
            <a:xfrm>
              <a:off x="939792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6" name="pt5356"/>
            <p:cNvSpPr/>
            <p:nvPr/>
          </p:nvSpPr>
          <p:spPr>
            <a:xfrm>
              <a:off x="939792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7" name="pt5357"/>
            <p:cNvSpPr/>
            <p:nvPr/>
          </p:nvSpPr>
          <p:spPr>
            <a:xfrm>
              <a:off x="1014600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8" name="pt5358"/>
            <p:cNvSpPr/>
            <p:nvPr/>
          </p:nvSpPr>
          <p:spPr>
            <a:xfrm>
              <a:off x="101460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9" name="pt5359"/>
            <p:cNvSpPr/>
            <p:nvPr/>
          </p:nvSpPr>
          <p:spPr>
            <a:xfrm>
              <a:off x="101460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0" name="pt5360"/>
            <p:cNvSpPr/>
            <p:nvPr/>
          </p:nvSpPr>
          <p:spPr>
            <a:xfrm>
              <a:off x="1014600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1" name="pt5361"/>
            <p:cNvSpPr/>
            <p:nvPr/>
          </p:nvSpPr>
          <p:spPr>
            <a:xfrm>
              <a:off x="9896643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2" name="pt5362"/>
            <p:cNvSpPr/>
            <p:nvPr/>
          </p:nvSpPr>
          <p:spPr>
            <a:xfrm>
              <a:off x="9896643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3" name="pt5363"/>
            <p:cNvSpPr/>
            <p:nvPr/>
          </p:nvSpPr>
          <p:spPr>
            <a:xfrm>
              <a:off x="10146001" y="1057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4" name="pt5364"/>
            <p:cNvSpPr/>
            <p:nvPr/>
          </p:nvSpPr>
          <p:spPr>
            <a:xfrm>
              <a:off x="9397927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5" name="pt5365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6" name="pt5366"/>
            <p:cNvSpPr/>
            <p:nvPr/>
          </p:nvSpPr>
          <p:spPr>
            <a:xfrm>
              <a:off x="10894075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7" name="pt5367"/>
            <p:cNvSpPr/>
            <p:nvPr/>
          </p:nvSpPr>
          <p:spPr>
            <a:xfrm>
              <a:off x="9896643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8" name="pt5368"/>
            <p:cNvSpPr/>
            <p:nvPr/>
          </p:nvSpPr>
          <p:spPr>
            <a:xfrm>
              <a:off x="101460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9" name="pt5369"/>
            <p:cNvSpPr/>
            <p:nvPr/>
          </p:nvSpPr>
          <p:spPr>
            <a:xfrm>
              <a:off x="10395359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0" name="pt5370"/>
            <p:cNvSpPr/>
            <p:nvPr/>
          </p:nvSpPr>
          <p:spPr>
            <a:xfrm>
              <a:off x="9896643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1" name="pt5371"/>
            <p:cNvSpPr/>
            <p:nvPr/>
          </p:nvSpPr>
          <p:spPr>
            <a:xfrm>
              <a:off x="9647285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2" name="pt5372"/>
            <p:cNvSpPr/>
            <p:nvPr/>
          </p:nvSpPr>
          <p:spPr>
            <a:xfrm>
              <a:off x="9397927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3" name="pt5373"/>
            <p:cNvSpPr/>
            <p:nvPr/>
          </p:nvSpPr>
          <p:spPr>
            <a:xfrm>
              <a:off x="10146001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4" name="pt5374"/>
            <p:cNvSpPr/>
            <p:nvPr/>
          </p:nvSpPr>
          <p:spPr>
            <a:xfrm>
              <a:off x="10146001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5" name="pt5375"/>
            <p:cNvSpPr/>
            <p:nvPr/>
          </p:nvSpPr>
          <p:spPr>
            <a:xfrm>
              <a:off x="10146001" y="109361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6" name="pt5376"/>
            <p:cNvSpPr/>
            <p:nvPr/>
          </p:nvSpPr>
          <p:spPr>
            <a:xfrm>
              <a:off x="10021322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7" name="pt5377"/>
            <p:cNvSpPr/>
            <p:nvPr/>
          </p:nvSpPr>
          <p:spPr>
            <a:xfrm>
              <a:off x="9896643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8" name="pt5378"/>
            <p:cNvSpPr/>
            <p:nvPr/>
          </p:nvSpPr>
          <p:spPr>
            <a:xfrm>
              <a:off x="9397927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9" name="pt5379"/>
            <p:cNvSpPr/>
            <p:nvPr/>
          </p:nvSpPr>
          <p:spPr>
            <a:xfrm>
              <a:off x="939792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0" name="pt5380"/>
            <p:cNvSpPr/>
            <p:nvPr/>
          </p:nvSpPr>
          <p:spPr>
            <a:xfrm>
              <a:off x="9896643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1" name="pt5381"/>
            <p:cNvSpPr/>
            <p:nvPr/>
          </p:nvSpPr>
          <p:spPr>
            <a:xfrm>
              <a:off x="9896643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2" name="pt5382"/>
            <p:cNvSpPr/>
            <p:nvPr/>
          </p:nvSpPr>
          <p:spPr>
            <a:xfrm>
              <a:off x="9896643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3" name="pt5383"/>
            <p:cNvSpPr/>
            <p:nvPr/>
          </p:nvSpPr>
          <p:spPr>
            <a:xfrm>
              <a:off x="9896643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4" name="pt5384"/>
            <p:cNvSpPr/>
            <p:nvPr/>
          </p:nvSpPr>
          <p:spPr>
            <a:xfrm>
              <a:off x="9896643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5" name="pt5385"/>
            <p:cNvSpPr/>
            <p:nvPr/>
          </p:nvSpPr>
          <p:spPr>
            <a:xfrm>
              <a:off x="9896643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6" name="pt5386"/>
            <p:cNvSpPr/>
            <p:nvPr/>
          </p:nvSpPr>
          <p:spPr>
            <a:xfrm>
              <a:off x="989664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7" name="pt5387"/>
            <p:cNvSpPr/>
            <p:nvPr/>
          </p:nvSpPr>
          <p:spPr>
            <a:xfrm>
              <a:off x="939792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8" name="pt5388"/>
            <p:cNvSpPr/>
            <p:nvPr/>
          </p:nvSpPr>
          <p:spPr>
            <a:xfrm>
              <a:off x="10270680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9" name="pt5389"/>
            <p:cNvSpPr/>
            <p:nvPr/>
          </p:nvSpPr>
          <p:spPr>
            <a:xfrm>
              <a:off x="101460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0" name="pt5390"/>
            <p:cNvSpPr/>
            <p:nvPr/>
          </p:nvSpPr>
          <p:spPr>
            <a:xfrm>
              <a:off x="10395359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1" name="pt5391"/>
            <p:cNvSpPr/>
            <p:nvPr/>
          </p:nvSpPr>
          <p:spPr>
            <a:xfrm>
              <a:off x="989664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2" name="pt5392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3" name="pt5393"/>
            <p:cNvSpPr/>
            <p:nvPr/>
          </p:nvSpPr>
          <p:spPr>
            <a:xfrm>
              <a:off x="9896643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4" name="pt5394"/>
            <p:cNvSpPr/>
            <p:nvPr/>
          </p:nvSpPr>
          <p:spPr>
            <a:xfrm>
              <a:off x="989664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5" name="pt5395"/>
            <p:cNvSpPr/>
            <p:nvPr/>
          </p:nvSpPr>
          <p:spPr>
            <a:xfrm>
              <a:off x="9647285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6" name="pt5396"/>
            <p:cNvSpPr/>
            <p:nvPr/>
          </p:nvSpPr>
          <p:spPr>
            <a:xfrm>
              <a:off x="9896643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7" name="pt5397"/>
            <p:cNvSpPr/>
            <p:nvPr/>
          </p:nvSpPr>
          <p:spPr>
            <a:xfrm>
              <a:off x="9896643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8" name="pt5398"/>
            <p:cNvSpPr/>
            <p:nvPr/>
          </p:nvSpPr>
          <p:spPr>
            <a:xfrm>
              <a:off x="1039535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9" name="pt5399"/>
            <p:cNvSpPr/>
            <p:nvPr/>
          </p:nvSpPr>
          <p:spPr>
            <a:xfrm>
              <a:off x="1014600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0" name="pt5400"/>
            <p:cNvSpPr/>
            <p:nvPr/>
          </p:nvSpPr>
          <p:spPr>
            <a:xfrm>
              <a:off x="939792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1" name="pt5401"/>
            <p:cNvSpPr/>
            <p:nvPr/>
          </p:nvSpPr>
          <p:spPr>
            <a:xfrm>
              <a:off x="9397927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2" name="pt5402"/>
            <p:cNvSpPr/>
            <p:nvPr/>
          </p:nvSpPr>
          <p:spPr>
            <a:xfrm>
              <a:off x="964728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3" name="pt5403"/>
            <p:cNvSpPr/>
            <p:nvPr/>
          </p:nvSpPr>
          <p:spPr>
            <a:xfrm>
              <a:off x="9647285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4" name="pt5404"/>
            <p:cNvSpPr/>
            <p:nvPr/>
          </p:nvSpPr>
          <p:spPr>
            <a:xfrm>
              <a:off x="9647285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5" name="pt5405"/>
            <p:cNvSpPr/>
            <p:nvPr/>
          </p:nvSpPr>
          <p:spPr>
            <a:xfrm>
              <a:off x="964728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6" name="pt5406"/>
            <p:cNvSpPr/>
            <p:nvPr/>
          </p:nvSpPr>
          <p:spPr>
            <a:xfrm>
              <a:off x="10395359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7" name="pt5407"/>
            <p:cNvSpPr/>
            <p:nvPr/>
          </p:nvSpPr>
          <p:spPr>
            <a:xfrm>
              <a:off x="9896643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8" name="pt5408"/>
            <p:cNvSpPr/>
            <p:nvPr/>
          </p:nvSpPr>
          <p:spPr>
            <a:xfrm>
              <a:off x="10146001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9" name="pt5409"/>
            <p:cNvSpPr/>
            <p:nvPr/>
          </p:nvSpPr>
          <p:spPr>
            <a:xfrm>
              <a:off x="10644717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0" name="pt5410"/>
            <p:cNvSpPr/>
            <p:nvPr/>
          </p:nvSpPr>
          <p:spPr>
            <a:xfrm>
              <a:off x="9647285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1" name="pt5411"/>
            <p:cNvSpPr/>
            <p:nvPr/>
          </p:nvSpPr>
          <p:spPr>
            <a:xfrm>
              <a:off x="101460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2" name="pt5412"/>
            <p:cNvSpPr/>
            <p:nvPr/>
          </p:nvSpPr>
          <p:spPr>
            <a:xfrm>
              <a:off x="9896643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3" name="pt5413"/>
            <p:cNvSpPr/>
            <p:nvPr/>
          </p:nvSpPr>
          <p:spPr>
            <a:xfrm>
              <a:off x="964728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4" name="pt5414"/>
            <p:cNvSpPr/>
            <p:nvPr/>
          </p:nvSpPr>
          <p:spPr>
            <a:xfrm>
              <a:off x="989664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5" name="pt5415"/>
            <p:cNvSpPr/>
            <p:nvPr/>
          </p:nvSpPr>
          <p:spPr>
            <a:xfrm>
              <a:off x="9647285" y="155691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6" name="pt5416"/>
            <p:cNvSpPr/>
            <p:nvPr/>
          </p:nvSpPr>
          <p:spPr>
            <a:xfrm>
              <a:off x="9397927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7" name="pt5417"/>
            <p:cNvSpPr/>
            <p:nvPr/>
          </p:nvSpPr>
          <p:spPr>
            <a:xfrm>
              <a:off x="9647285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8" name="pt5418"/>
            <p:cNvSpPr/>
            <p:nvPr/>
          </p:nvSpPr>
          <p:spPr>
            <a:xfrm>
              <a:off x="9647285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9" name="pt5419"/>
            <p:cNvSpPr/>
            <p:nvPr/>
          </p:nvSpPr>
          <p:spPr>
            <a:xfrm>
              <a:off x="10021322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0" name="pt5420"/>
            <p:cNvSpPr/>
            <p:nvPr/>
          </p:nvSpPr>
          <p:spPr>
            <a:xfrm>
              <a:off x="10146001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1" name="pt5421"/>
            <p:cNvSpPr/>
            <p:nvPr/>
          </p:nvSpPr>
          <p:spPr>
            <a:xfrm>
              <a:off x="9896643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2" name="pt5422"/>
            <p:cNvSpPr/>
            <p:nvPr/>
          </p:nvSpPr>
          <p:spPr>
            <a:xfrm>
              <a:off x="9647285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3" name="pt5423"/>
            <p:cNvSpPr/>
            <p:nvPr/>
          </p:nvSpPr>
          <p:spPr>
            <a:xfrm>
              <a:off x="9647285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4" name="pt5424"/>
            <p:cNvSpPr/>
            <p:nvPr/>
          </p:nvSpPr>
          <p:spPr>
            <a:xfrm>
              <a:off x="9896643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5" name="pt5425"/>
            <p:cNvSpPr/>
            <p:nvPr/>
          </p:nvSpPr>
          <p:spPr>
            <a:xfrm>
              <a:off x="9896643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6" name="pt5426"/>
            <p:cNvSpPr/>
            <p:nvPr/>
          </p:nvSpPr>
          <p:spPr>
            <a:xfrm>
              <a:off x="9397927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7" name="pt5427"/>
            <p:cNvSpPr/>
            <p:nvPr/>
          </p:nvSpPr>
          <p:spPr>
            <a:xfrm>
              <a:off x="939792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8" name="pt5428"/>
            <p:cNvSpPr/>
            <p:nvPr/>
          </p:nvSpPr>
          <p:spPr>
            <a:xfrm>
              <a:off x="1039535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9" name="pt5429"/>
            <p:cNvSpPr/>
            <p:nvPr/>
          </p:nvSpPr>
          <p:spPr>
            <a:xfrm>
              <a:off x="10395359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0" name="pt5430"/>
            <p:cNvSpPr/>
            <p:nvPr/>
          </p:nvSpPr>
          <p:spPr>
            <a:xfrm>
              <a:off x="1039535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1" name="pt5431"/>
            <p:cNvSpPr/>
            <p:nvPr/>
          </p:nvSpPr>
          <p:spPr>
            <a:xfrm>
              <a:off x="9397927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2" name="pt5432"/>
            <p:cNvSpPr/>
            <p:nvPr/>
          </p:nvSpPr>
          <p:spPr>
            <a:xfrm>
              <a:off x="939792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3" name="pt5433"/>
            <p:cNvSpPr/>
            <p:nvPr/>
          </p:nvSpPr>
          <p:spPr>
            <a:xfrm>
              <a:off x="939792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4" name="pt5434"/>
            <p:cNvSpPr/>
            <p:nvPr/>
          </p:nvSpPr>
          <p:spPr>
            <a:xfrm>
              <a:off x="939792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5" name="pt5435"/>
            <p:cNvSpPr/>
            <p:nvPr/>
          </p:nvSpPr>
          <p:spPr>
            <a:xfrm>
              <a:off x="9397927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6" name="pt5436"/>
            <p:cNvSpPr/>
            <p:nvPr/>
          </p:nvSpPr>
          <p:spPr>
            <a:xfrm>
              <a:off x="964728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7" name="pt5437"/>
            <p:cNvSpPr/>
            <p:nvPr/>
          </p:nvSpPr>
          <p:spPr>
            <a:xfrm>
              <a:off x="9896643" y="11667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8" name="pt5438"/>
            <p:cNvSpPr/>
            <p:nvPr/>
          </p:nvSpPr>
          <p:spPr>
            <a:xfrm>
              <a:off x="9896643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9" name="pt5439"/>
            <p:cNvSpPr/>
            <p:nvPr/>
          </p:nvSpPr>
          <p:spPr>
            <a:xfrm>
              <a:off x="9397927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0" name="pt5440"/>
            <p:cNvSpPr/>
            <p:nvPr/>
          </p:nvSpPr>
          <p:spPr>
            <a:xfrm>
              <a:off x="101460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1" name="pt5441"/>
            <p:cNvSpPr/>
            <p:nvPr/>
          </p:nvSpPr>
          <p:spPr>
            <a:xfrm>
              <a:off x="9647285" y="1130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2" name="pt5442"/>
            <p:cNvSpPr/>
            <p:nvPr/>
          </p:nvSpPr>
          <p:spPr>
            <a:xfrm>
              <a:off x="9397927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3" name="pt5443"/>
            <p:cNvSpPr/>
            <p:nvPr/>
          </p:nvSpPr>
          <p:spPr>
            <a:xfrm>
              <a:off x="9896643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4" name="pt5444"/>
            <p:cNvSpPr/>
            <p:nvPr/>
          </p:nvSpPr>
          <p:spPr>
            <a:xfrm>
              <a:off x="9647285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5" name="pt5445"/>
            <p:cNvSpPr/>
            <p:nvPr/>
          </p:nvSpPr>
          <p:spPr>
            <a:xfrm>
              <a:off x="1014600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6" name="pt5446"/>
            <p:cNvSpPr/>
            <p:nvPr/>
          </p:nvSpPr>
          <p:spPr>
            <a:xfrm>
              <a:off x="964728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7" name="pt5447"/>
            <p:cNvSpPr/>
            <p:nvPr/>
          </p:nvSpPr>
          <p:spPr>
            <a:xfrm>
              <a:off x="989664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8" name="pt5448"/>
            <p:cNvSpPr/>
            <p:nvPr/>
          </p:nvSpPr>
          <p:spPr>
            <a:xfrm>
              <a:off x="9397927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9" name="pt5449"/>
            <p:cNvSpPr/>
            <p:nvPr/>
          </p:nvSpPr>
          <p:spPr>
            <a:xfrm>
              <a:off x="1014600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0" name="pt5450"/>
            <p:cNvSpPr/>
            <p:nvPr/>
          </p:nvSpPr>
          <p:spPr>
            <a:xfrm>
              <a:off x="9647285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1" name="pt5451"/>
            <p:cNvSpPr/>
            <p:nvPr/>
          </p:nvSpPr>
          <p:spPr>
            <a:xfrm>
              <a:off x="10395359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2" name="pt5452"/>
            <p:cNvSpPr/>
            <p:nvPr/>
          </p:nvSpPr>
          <p:spPr>
            <a:xfrm>
              <a:off x="9397927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3" name="pt5453"/>
            <p:cNvSpPr/>
            <p:nvPr/>
          </p:nvSpPr>
          <p:spPr>
            <a:xfrm>
              <a:off x="939792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4" name="pt5454"/>
            <p:cNvSpPr/>
            <p:nvPr/>
          </p:nvSpPr>
          <p:spPr>
            <a:xfrm>
              <a:off x="939792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5" name="pt5455"/>
            <p:cNvSpPr/>
            <p:nvPr/>
          </p:nvSpPr>
          <p:spPr>
            <a:xfrm>
              <a:off x="9771964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6" name="pt5456"/>
            <p:cNvSpPr/>
            <p:nvPr/>
          </p:nvSpPr>
          <p:spPr>
            <a:xfrm>
              <a:off x="9397927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7" name="pt5457"/>
            <p:cNvSpPr/>
            <p:nvPr/>
          </p:nvSpPr>
          <p:spPr>
            <a:xfrm>
              <a:off x="9397927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8" name="pt5458"/>
            <p:cNvSpPr/>
            <p:nvPr/>
          </p:nvSpPr>
          <p:spPr>
            <a:xfrm>
              <a:off x="9397927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9" name="pt5459"/>
            <p:cNvSpPr/>
            <p:nvPr/>
          </p:nvSpPr>
          <p:spPr>
            <a:xfrm>
              <a:off x="9397927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0" name="pt5460"/>
            <p:cNvSpPr/>
            <p:nvPr/>
          </p:nvSpPr>
          <p:spPr>
            <a:xfrm>
              <a:off x="939792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1" name="pt5461"/>
            <p:cNvSpPr/>
            <p:nvPr/>
          </p:nvSpPr>
          <p:spPr>
            <a:xfrm>
              <a:off x="9397927" y="138622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2" name="pt5462"/>
            <p:cNvSpPr/>
            <p:nvPr/>
          </p:nvSpPr>
          <p:spPr>
            <a:xfrm>
              <a:off x="9647285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3" name="pt5463"/>
            <p:cNvSpPr/>
            <p:nvPr/>
          </p:nvSpPr>
          <p:spPr>
            <a:xfrm>
              <a:off x="9647285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4" name="pt5464"/>
            <p:cNvSpPr/>
            <p:nvPr/>
          </p:nvSpPr>
          <p:spPr>
            <a:xfrm>
              <a:off x="9896643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5" name="pt5465"/>
            <p:cNvSpPr/>
            <p:nvPr/>
          </p:nvSpPr>
          <p:spPr>
            <a:xfrm>
              <a:off x="9397927" y="1410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6" name="pt5466"/>
            <p:cNvSpPr/>
            <p:nvPr/>
          </p:nvSpPr>
          <p:spPr>
            <a:xfrm>
              <a:off x="10395359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7" name="pt5467"/>
            <p:cNvSpPr/>
            <p:nvPr/>
          </p:nvSpPr>
          <p:spPr>
            <a:xfrm>
              <a:off x="101460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8" name="pt5468"/>
            <p:cNvSpPr/>
            <p:nvPr/>
          </p:nvSpPr>
          <p:spPr>
            <a:xfrm>
              <a:off x="101460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9" name="pt5469"/>
            <p:cNvSpPr/>
            <p:nvPr/>
          </p:nvSpPr>
          <p:spPr>
            <a:xfrm>
              <a:off x="9647285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0" name="pt5470"/>
            <p:cNvSpPr/>
            <p:nvPr/>
          </p:nvSpPr>
          <p:spPr>
            <a:xfrm>
              <a:off x="964728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1" name="pt5471"/>
            <p:cNvSpPr/>
            <p:nvPr/>
          </p:nvSpPr>
          <p:spPr>
            <a:xfrm>
              <a:off x="10146001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2" name="pt5472"/>
            <p:cNvSpPr/>
            <p:nvPr/>
          </p:nvSpPr>
          <p:spPr>
            <a:xfrm>
              <a:off x="9896643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3" name="pt5473"/>
            <p:cNvSpPr/>
            <p:nvPr/>
          </p:nvSpPr>
          <p:spPr>
            <a:xfrm>
              <a:off x="10021322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4" name="pt5474"/>
            <p:cNvSpPr/>
            <p:nvPr/>
          </p:nvSpPr>
          <p:spPr>
            <a:xfrm>
              <a:off x="9522606" y="9229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5" name="pt5475"/>
            <p:cNvSpPr/>
            <p:nvPr/>
          </p:nvSpPr>
          <p:spPr>
            <a:xfrm>
              <a:off x="9647285" y="10692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6" name="pt5476"/>
            <p:cNvSpPr/>
            <p:nvPr/>
          </p:nvSpPr>
          <p:spPr>
            <a:xfrm>
              <a:off x="9896643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7" name="pt5477"/>
            <p:cNvSpPr/>
            <p:nvPr/>
          </p:nvSpPr>
          <p:spPr>
            <a:xfrm>
              <a:off x="9896643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8" name="pt5478"/>
            <p:cNvSpPr/>
            <p:nvPr/>
          </p:nvSpPr>
          <p:spPr>
            <a:xfrm>
              <a:off x="9896643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9" name="pt5479"/>
            <p:cNvSpPr/>
            <p:nvPr/>
          </p:nvSpPr>
          <p:spPr>
            <a:xfrm>
              <a:off x="10146001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0" name="pt5480"/>
            <p:cNvSpPr/>
            <p:nvPr/>
          </p:nvSpPr>
          <p:spPr>
            <a:xfrm>
              <a:off x="939792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1" name="pt5481"/>
            <p:cNvSpPr/>
            <p:nvPr/>
          </p:nvSpPr>
          <p:spPr>
            <a:xfrm>
              <a:off x="9397927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2" name="pt5482"/>
            <p:cNvSpPr/>
            <p:nvPr/>
          </p:nvSpPr>
          <p:spPr>
            <a:xfrm>
              <a:off x="9397927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3" name="pt5483"/>
            <p:cNvSpPr/>
            <p:nvPr/>
          </p:nvSpPr>
          <p:spPr>
            <a:xfrm>
              <a:off x="964728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4" name="pt5484"/>
            <p:cNvSpPr/>
            <p:nvPr/>
          </p:nvSpPr>
          <p:spPr>
            <a:xfrm>
              <a:off x="9896643" y="1191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5" name="pt5485"/>
            <p:cNvSpPr/>
            <p:nvPr/>
          </p:nvSpPr>
          <p:spPr>
            <a:xfrm>
              <a:off x="10146001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6" name="pt5486"/>
            <p:cNvSpPr/>
            <p:nvPr/>
          </p:nvSpPr>
          <p:spPr>
            <a:xfrm>
              <a:off x="10520038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7" name="pt5487"/>
            <p:cNvSpPr/>
            <p:nvPr/>
          </p:nvSpPr>
          <p:spPr>
            <a:xfrm>
              <a:off x="10395359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8" name="pt5488"/>
            <p:cNvSpPr/>
            <p:nvPr/>
          </p:nvSpPr>
          <p:spPr>
            <a:xfrm>
              <a:off x="10395359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9" name="pt5489"/>
            <p:cNvSpPr/>
            <p:nvPr/>
          </p:nvSpPr>
          <p:spPr>
            <a:xfrm>
              <a:off x="10146001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0" name="pt5490"/>
            <p:cNvSpPr/>
            <p:nvPr/>
          </p:nvSpPr>
          <p:spPr>
            <a:xfrm>
              <a:off x="101460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1" name="pt5491"/>
            <p:cNvSpPr/>
            <p:nvPr/>
          </p:nvSpPr>
          <p:spPr>
            <a:xfrm>
              <a:off x="10270680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2" name="pt5492"/>
            <p:cNvSpPr/>
            <p:nvPr/>
          </p:nvSpPr>
          <p:spPr>
            <a:xfrm>
              <a:off x="10146001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3" name="pt5493"/>
            <p:cNvSpPr/>
            <p:nvPr/>
          </p:nvSpPr>
          <p:spPr>
            <a:xfrm>
              <a:off x="1039535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4" name="pt5494"/>
            <p:cNvSpPr/>
            <p:nvPr/>
          </p:nvSpPr>
          <p:spPr>
            <a:xfrm>
              <a:off x="10146001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5" name="pt5495"/>
            <p:cNvSpPr/>
            <p:nvPr/>
          </p:nvSpPr>
          <p:spPr>
            <a:xfrm>
              <a:off x="10146001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6" name="pt5496"/>
            <p:cNvSpPr/>
            <p:nvPr/>
          </p:nvSpPr>
          <p:spPr>
            <a:xfrm>
              <a:off x="9896643" y="16788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7" name="pt5497"/>
            <p:cNvSpPr/>
            <p:nvPr/>
          </p:nvSpPr>
          <p:spPr>
            <a:xfrm>
              <a:off x="9647285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8" name="pt5498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9" name="pt5499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0" name="pt5500"/>
            <p:cNvSpPr/>
            <p:nvPr/>
          </p:nvSpPr>
          <p:spPr>
            <a:xfrm>
              <a:off x="9896643" y="18373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1" name="pt5501"/>
            <p:cNvSpPr/>
            <p:nvPr/>
          </p:nvSpPr>
          <p:spPr>
            <a:xfrm>
              <a:off x="10894075" y="169103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2" name="pt5502"/>
            <p:cNvSpPr/>
            <p:nvPr/>
          </p:nvSpPr>
          <p:spPr>
            <a:xfrm>
              <a:off x="9397927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3" name="pt5503"/>
            <p:cNvSpPr/>
            <p:nvPr/>
          </p:nvSpPr>
          <p:spPr>
            <a:xfrm>
              <a:off x="10644717" y="115457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4" name="pt5504"/>
            <p:cNvSpPr/>
            <p:nvPr/>
          </p:nvSpPr>
          <p:spPr>
            <a:xfrm>
              <a:off x="10146001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5" name="pt5505"/>
            <p:cNvSpPr/>
            <p:nvPr/>
          </p:nvSpPr>
          <p:spPr>
            <a:xfrm>
              <a:off x="10270680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6" name="pt5506"/>
            <p:cNvSpPr/>
            <p:nvPr/>
          </p:nvSpPr>
          <p:spPr>
            <a:xfrm>
              <a:off x="1039535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7" name="pt5507"/>
            <p:cNvSpPr/>
            <p:nvPr/>
          </p:nvSpPr>
          <p:spPr>
            <a:xfrm>
              <a:off x="1064471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8" name="pt5508"/>
            <p:cNvSpPr/>
            <p:nvPr/>
          </p:nvSpPr>
          <p:spPr>
            <a:xfrm>
              <a:off x="9647285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9" name="pt5509"/>
            <p:cNvSpPr/>
            <p:nvPr/>
          </p:nvSpPr>
          <p:spPr>
            <a:xfrm>
              <a:off x="939792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0" name="pt5510"/>
            <p:cNvSpPr/>
            <p:nvPr/>
          </p:nvSpPr>
          <p:spPr>
            <a:xfrm>
              <a:off x="10395359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1" name="pt5511"/>
            <p:cNvSpPr/>
            <p:nvPr/>
          </p:nvSpPr>
          <p:spPr>
            <a:xfrm>
              <a:off x="964728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2" name="pt5512"/>
            <p:cNvSpPr/>
            <p:nvPr/>
          </p:nvSpPr>
          <p:spPr>
            <a:xfrm>
              <a:off x="964728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3" name="pt5513"/>
            <p:cNvSpPr/>
            <p:nvPr/>
          </p:nvSpPr>
          <p:spPr>
            <a:xfrm>
              <a:off x="9896643" y="1495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4" name="pt5514"/>
            <p:cNvSpPr/>
            <p:nvPr/>
          </p:nvSpPr>
          <p:spPr>
            <a:xfrm>
              <a:off x="9647285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5" name="pt5515"/>
            <p:cNvSpPr/>
            <p:nvPr/>
          </p:nvSpPr>
          <p:spPr>
            <a:xfrm>
              <a:off x="9522606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6" name="pt5516"/>
            <p:cNvSpPr/>
            <p:nvPr/>
          </p:nvSpPr>
          <p:spPr>
            <a:xfrm>
              <a:off x="9647285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7" name="pt5517"/>
            <p:cNvSpPr/>
            <p:nvPr/>
          </p:nvSpPr>
          <p:spPr>
            <a:xfrm>
              <a:off x="939792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8" name="pt5518"/>
            <p:cNvSpPr/>
            <p:nvPr/>
          </p:nvSpPr>
          <p:spPr>
            <a:xfrm>
              <a:off x="9647285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9" name="pt5519"/>
            <p:cNvSpPr/>
            <p:nvPr/>
          </p:nvSpPr>
          <p:spPr>
            <a:xfrm>
              <a:off x="989664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0" name="pt5520"/>
            <p:cNvSpPr/>
            <p:nvPr/>
          </p:nvSpPr>
          <p:spPr>
            <a:xfrm>
              <a:off x="9522606" y="1203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1" name="pt5521"/>
            <p:cNvSpPr/>
            <p:nvPr/>
          </p:nvSpPr>
          <p:spPr>
            <a:xfrm>
              <a:off x="10270680" y="1349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2" name="pt5522"/>
            <p:cNvSpPr/>
            <p:nvPr/>
          </p:nvSpPr>
          <p:spPr>
            <a:xfrm>
              <a:off x="10644717" y="11058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3" name="pt5523"/>
            <p:cNvSpPr/>
            <p:nvPr/>
          </p:nvSpPr>
          <p:spPr>
            <a:xfrm>
              <a:off x="939792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4" name="pt5524"/>
            <p:cNvSpPr/>
            <p:nvPr/>
          </p:nvSpPr>
          <p:spPr>
            <a:xfrm>
              <a:off x="9896643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5" name="pt5525"/>
            <p:cNvSpPr/>
            <p:nvPr/>
          </p:nvSpPr>
          <p:spPr>
            <a:xfrm>
              <a:off x="9896643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6" name="pt5526"/>
            <p:cNvSpPr/>
            <p:nvPr/>
          </p:nvSpPr>
          <p:spPr>
            <a:xfrm>
              <a:off x="989664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7" name="pt5527"/>
            <p:cNvSpPr/>
            <p:nvPr/>
          </p:nvSpPr>
          <p:spPr>
            <a:xfrm>
              <a:off x="9896643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8" name="pt5528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9" name="pt5529"/>
            <p:cNvSpPr/>
            <p:nvPr/>
          </p:nvSpPr>
          <p:spPr>
            <a:xfrm>
              <a:off x="9896643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0" name="pt5530"/>
            <p:cNvSpPr/>
            <p:nvPr/>
          </p:nvSpPr>
          <p:spPr>
            <a:xfrm>
              <a:off x="10146001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1" name="pt5531"/>
            <p:cNvSpPr/>
            <p:nvPr/>
          </p:nvSpPr>
          <p:spPr>
            <a:xfrm>
              <a:off x="10146001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2" name="pt5532"/>
            <p:cNvSpPr/>
            <p:nvPr/>
          </p:nvSpPr>
          <p:spPr>
            <a:xfrm>
              <a:off x="10146001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3" name="pt5533"/>
            <p:cNvSpPr/>
            <p:nvPr/>
          </p:nvSpPr>
          <p:spPr>
            <a:xfrm>
              <a:off x="9647285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4" name="pt5534"/>
            <p:cNvSpPr/>
            <p:nvPr/>
          </p:nvSpPr>
          <p:spPr>
            <a:xfrm>
              <a:off x="9397927" y="13740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5" name="pt5535"/>
            <p:cNvSpPr/>
            <p:nvPr/>
          </p:nvSpPr>
          <p:spPr>
            <a:xfrm>
              <a:off x="9397927" y="122773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6" name="pt5536"/>
            <p:cNvSpPr/>
            <p:nvPr/>
          </p:nvSpPr>
          <p:spPr>
            <a:xfrm>
              <a:off x="10395359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7" name="pt5537"/>
            <p:cNvSpPr/>
            <p:nvPr/>
          </p:nvSpPr>
          <p:spPr>
            <a:xfrm>
              <a:off x="9896643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8" name="pt5538"/>
            <p:cNvSpPr/>
            <p:nvPr/>
          </p:nvSpPr>
          <p:spPr>
            <a:xfrm>
              <a:off x="10146001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9" name="pt5539"/>
            <p:cNvSpPr/>
            <p:nvPr/>
          </p:nvSpPr>
          <p:spPr>
            <a:xfrm>
              <a:off x="9647285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0" name="pt5540"/>
            <p:cNvSpPr/>
            <p:nvPr/>
          </p:nvSpPr>
          <p:spPr>
            <a:xfrm>
              <a:off x="10146001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1" name="pt5541"/>
            <p:cNvSpPr/>
            <p:nvPr/>
          </p:nvSpPr>
          <p:spPr>
            <a:xfrm>
              <a:off x="10395359" y="108142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2" name="pt5542"/>
            <p:cNvSpPr/>
            <p:nvPr/>
          </p:nvSpPr>
          <p:spPr>
            <a:xfrm>
              <a:off x="9397927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3" name="pt5543"/>
            <p:cNvSpPr/>
            <p:nvPr/>
          </p:nvSpPr>
          <p:spPr>
            <a:xfrm>
              <a:off x="9397927" y="1483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4" name="pt5544"/>
            <p:cNvSpPr/>
            <p:nvPr/>
          </p:nvSpPr>
          <p:spPr>
            <a:xfrm>
              <a:off x="101460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5" name="pt5545"/>
            <p:cNvSpPr/>
            <p:nvPr/>
          </p:nvSpPr>
          <p:spPr>
            <a:xfrm>
              <a:off x="9647285" y="14593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6" name="pt5546"/>
            <p:cNvSpPr/>
            <p:nvPr/>
          </p:nvSpPr>
          <p:spPr>
            <a:xfrm>
              <a:off x="9397927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7" name="pt5547"/>
            <p:cNvSpPr/>
            <p:nvPr/>
          </p:nvSpPr>
          <p:spPr>
            <a:xfrm>
              <a:off x="9647285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8" name="pt5548"/>
            <p:cNvSpPr/>
            <p:nvPr/>
          </p:nvSpPr>
          <p:spPr>
            <a:xfrm>
              <a:off x="9647285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9" name="pt5549"/>
            <p:cNvSpPr/>
            <p:nvPr/>
          </p:nvSpPr>
          <p:spPr>
            <a:xfrm>
              <a:off x="9896643" y="16178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0" name="pt5550"/>
            <p:cNvSpPr/>
            <p:nvPr/>
          </p:nvSpPr>
          <p:spPr>
            <a:xfrm>
              <a:off x="9771964" y="15813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1" name="pt5551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2" name="pt5552"/>
            <p:cNvSpPr/>
            <p:nvPr/>
          </p:nvSpPr>
          <p:spPr>
            <a:xfrm>
              <a:off x="9397927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3" name="pt5553"/>
            <p:cNvSpPr/>
            <p:nvPr/>
          </p:nvSpPr>
          <p:spPr>
            <a:xfrm>
              <a:off x="9647285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4" name="pt5554"/>
            <p:cNvSpPr/>
            <p:nvPr/>
          </p:nvSpPr>
          <p:spPr>
            <a:xfrm>
              <a:off x="9647285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5" name="pt5555"/>
            <p:cNvSpPr/>
            <p:nvPr/>
          </p:nvSpPr>
          <p:spPr>
            <a:xfrm>
              <a:off x="9647285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6" name="pt5556"/>
            <p:cNvSpPr/>
            <p:nvPr/>
          </p:nvSpPr>
          <p:spPr>
            <a:xfrm>
              <a:off x="9397927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7" name="pt5557"/>
            <p:cNvSpPr/>
            <p:nvPr/>
          </p:nvSpPr>
          <p:spPr>
            <a:xfrm>
              <a:off x="9896643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8" name="pt5558"/>
            <p:cNvSpPr/>
            <p:nvPr/>
          </p:nvSpPr>
          <p:spPr>
            <a:xfrm>
              <a:off x="9647285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9" name="pt5559"/>
            <p:cNvSpPr/>
            <p:nvPr/>
          </p:nvSpPr>
          <p:spPr>
            <a:xfrm>
              <a:off x="101460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0" name="pt5560"/>
            <p:cNvSpPr/>
            <p:nvPr/>
          </p:nvSpPr>
          <p:spPr>
            <a:xfrm>
              <a:off x="9647285" y="1508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1" name="pt5561"/>
            <p:cNvSpPr/>
            <p:nvPr/>
          </p:nvSpPr>
          <p:spPr>
            <a:xfrm>
              <a:off x="9647285" y="15325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2" name="pt5562"/>
            <p:cNvSpPr/>
            <p:nvPr/>
          </p:nvSpPr>
          <p:spPr>
            <a:xfrm>
              <a:off x="939792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3" name="pt5563"/>
            <p:cNvSpPr/>
            <p:nvPr/>
          </p:nvSpPr>
          <p:spPr>
            <a:xfrm>
              <a:off x="9397927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4" name="pt5564"/>
            <p:cNvSpPr/>
            <p:nvPr/>
          </p:nvSpPr>
          <p:spPr>
            <a:xfrm>
              <a:off x="9647285" y="16300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5" name="pt5565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6" name="pt5566"/>
            <p:cNvSpPr/>
            <p:nvPr/>
          </p:nvSpPr>
          <p:spPr>
            <a:xfrm>
              <a:off x="9896643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7" name="pt5567"/>
            <p:cNvSpPr/>
            <p:nvPr/>
          </p:nvSpPr>
          <p:spPr>
            <a:xfrm>
              <a:off x="9647285" y="13618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8" name="pt5568"/>
            <p:cNvSpPr/>
            <p:nvPr/>
          </p:nvSpPr>
          <p:spPr>
            <a:xfrm>
              <a:off x="10146001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9" name="pt5569"/>
            <p:cNvSpPr/>
            <p:nvPr/>
          </p:nvSpPr>
          <p:spPr>
            <a:xfrm>
              <a:off x="9397927" y="20567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0" name="pt5570"/>
            <p:cNvSpPr/>
            <p:nvPr/>
          </p:nvSpPr>
          <p:spPr>
            <a:xfrm>
              <a:off x="9397927" y="19836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1" name="pt5571"/>
            <p:cNvSpPr/>
            <p:nvPr/>
          </p:nvSpPr>
          <p:spPr>
            <a:xfrm>
              <a:off x="10520038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2" name="pt5572"/>
            <p:cNvSpPr/>
            <p:nvPr/>
          </p:nvSpPr>
          <p:spPr>
            <a:xfrm>
              <a:off x="10146001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3" name="pt5573"/>
            <p:cNvSpPr/>
            <p:nvPr/>
          </p:nvSpPr>
          <p:spPr>
            <a:xfrm>
              <a:off x="9397927" y="1422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4" name="pt5574"/>
            <p:cNvSpPr/>
            <p:nvPr/>
          </p:nvSpPr>
          <p:spPr>
            <a:xfrm>
              <a:off x="9896643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5" name="pt5575"/>
            <p:cNvSpPr/>
            <p:nvPr/>
          </p:nvSpPr>
          <p:spPr>
            <a:xfrm>
              <a:off x="9397927" y="1337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6" name="pt5576"/>
            <p:cNvSpPr/>
            <p:nvPr/>
          </p:nvSpPr>
          <p:spPr>
            <a:xfrm>
              <a:off x="9397927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7" name="pt5577"/>
            <p:cNvSpPr/>
            <p:nvPr/>
          </p:nvSpPr>
          <p:spPr>
            <a:xfrm>
              <a:off x="9397927" y="12521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8" name="pt5578"/>
            <p:cNvSpPr/>
            <p:nvPr/>
          </p:nvSpPr>
          <p:spPr>
            <a:xfrm>
              <a:off x="10146001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9" name="pt5579"/>
            <p:cNvSpPr/>
            <p:nvPr/>
          </p:nvSpPr>
          <p:spPr>
            <a:xfrm>
              <a:off x="9896643" y="117896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0" name="pt5580"/>
            <p:cNvSpPr/>
            <p:nvPr/>
          </p:nvSpPr>
          <p:spPr>
            <a:xfrm>
              <a:off x="9397927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1" name="pt5581"/>
            <p:cNvSpPr/>
            <p:nvPr/>
          </p:nvSpPr>
          <p:spPr>
            <a:xfrm>
              <a:off x="10146001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2" name="pt5582"/>
            <p:cNvSpPr/>
            <p:nvPr/>
          </p:nvSpPr>
          <p:spPr>
            <a:xfrm>
              <a:off x="9896643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3" name="pt5583"/>
            <p:cNvSpPr/>
            <p:nvPr/>
          </p:nvSpPr>
          <p:spPr>
            <a:xfrm>
              <a:off x="9397927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4" name="pt5584"/>
            <p:cNvSpPr/>
            <p:nvPr/>
          </p:nvSpPr>
          <p:spPr>
            <a:xfrm>
              <a:off x="9647285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5" name="pt5585"/>
            <p:cNvSpPr/>
            <p:nvPr/>
          </p:nvSpPr>
          <p:spPr>
            <a:xfrm>
              <a:off x="9896643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6" name="pt5586"/>
            <p:cNvSpPr/>
            <p:nvPr/>
          </p:nvSpPr>
          <p:spPr>
            <a:xfrm>
              <a:off x="9771964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7" name="pt5587"/>
            <p:cNvSpPr/>
            <p:nvPr/>
          </p:nvSpPr>
          <p:spPr>
            <a:xfrm>
              <a:off x="9397927" y="139842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8" name="pt5588"/>
            <p:cNvSpPr/>
            <p:nvPr/>
          </p:nvSpPr>
          <p:spPr>
            <a:xfrm>
              <a:off x="9771964" y="19714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9" name="pt5589"/>
            <p:cNvSpPr/>
            <p:nvPr/>
          </p:nvSpPr>
          <p:spPr>
            <a:xfrm>
              <a:off x="10021322" y="1276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0" name="pt5590"/>
            <p:cNvSpPr/>
            <p:nvPr/>
          </p:nvSpPr>
          <p:spPr>
            <a:xfrm>
              <a:off x="10395359" y="1032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1" name="pt5591"/>
            <p:cNvSpPr/>
            <p:nvPr/>
          </p:nvSpPr>
          <p:spPr>
            <a:xfrm>
              <a:off x="9397927" y="15203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2" name="pt5592"/>
            <p:cNvSpPr/>
            <p:nvPr/>
          </p:nvSpPr>
          <p:spPr>
            <a:xfrm>
              <a:off x="9647285" y="15934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3" name="pt5593"/>
            <p:cNvSpPr/>
            <p:nvPr/>
          </p:nvSpPr>
          <p:spPr>
            <a:xfrm>
              <a:off x="9397927" y="1288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4" name="pt5594"/>
            <p:cNvSpPr/>
            <p:nvPr/>
          </p:nvSpPr>
          <p:spPr>
            <a:xfrm>
              <a:off x="9647285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5" name="pt5595"/>
            <p:cNvSpPr/>
            <p:nvPr/>
          </p:nvSpPr>
          <p:spPr>
            <a:xfrm>
              <a:off x="9647285" y="132526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6" name="pt5596"/>
            <p:cNvSpPr/>
            <p:nvPr/>
          </p:nvSpPr>
          <p:spPr>
            <a:xfrm>
              <a:off x="10146001" y="1044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7" name="pt5597"/>
            <p:cNvSpPr/>
            <p:nvPr/>
          </p:nvSpPr>
          <p:spPr>
            <a:xfrm>
              <a:off x="10395359" y="14349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8" name="pt5598"/>
            <p:cNvSpPr/>
            <p:nvPr/>
          </p:nvSpPr>
          <p:spPr>
            <a:xfrm>
              <a:off x="10520038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9" name="pt5599"/>
            <p:cNvSpPr/>
            <p:nvPr/>
          </p:nvSpPr>
          <p:spPr>
            <a:xfrm>
              <a:off x="10395359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0" name="pt5600"/>
            <p:cNvSpPr/>
            <p:nvPr/>
          </p:nvSpPr>
          <p:spPr>
            <a:xfrm>
              <a:off x="9896643" y="14471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1" name="pt5601"/>
            <p:cNvSpPr/>
            <p:nvPr/>
          </p:nvSpPr>
          <p:spPr>
            <a:xfrm>
              <a:off x="10644717" y="163007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2" name="pt5602"/>
            <p:cNvSpPr/>
            <p:nvPr/>
          </p:nvSpPr>
          <p:spPr>
            <a:xfrm>
              <a:off x="10395359" y="147157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3" name="pt5603"/>
            <p:cNvSpPr/>
            <p:nvPr/>
          </p:nvSpPr>
          <p:spPr>
            <a:xfrm>
              <a:off x="9896643" y="114238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4" name="pt5604"/>
            <p:cNvSpPr/>
            <p:nvPr/>
          </p:nvSpPr>
          <p:spPr>
            <a:xfrm>
              <a:off x="9896643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5" name="pt5605"/>
            <p:cNvSpPr/>
            <p:nvPr/>
          </p:nvSpPr>
          <p:spPr>
            <a:xfrm>
              <a:off x="9647285" y="154472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6" name="pt5606"/>
            <p:cNvSpPr/>
            <p:nvPr/>
          </p:nvSpPr>
          <p:spPr>
            <a:xfrm>
              <a:off x="10146001" y="17276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7" name="pt5607"/>
            <p:cNvSpPr/>
            <p:nvPr/>
          </p:nvSpPr>
          <p:spPr>
            <a:xfrm>
              <a:off x="9397927" y="16666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8" name="pt5608"/>
            <p:cNvSpPr/>
            <p:nvPr/>
          </p:nvSpPr>
          <p:spPr>
            <a:xfrm>
              <a:off x="9771964" y="99608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9" name="pt5609"/>
            <p:cNvSpPr/>
            <p:nvPr/>
          </p:nvSpPr>
          <p:spPr>
            <a:xfrm>
              <a:off x="9397927" y="17154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0" name="pt5610"/>
            <p:cNvSpPr/>
            <p:nvPr/>
          </p:nvSpPr>
          <p:spPr>
            <a:xfrm>
              <a:off x="9397927" y="17519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1" name="pt5611"/>
            <p:cNvSpPr/>
            <p:nvPr/>
          </p:nvSpPr>
          <p:spPr>
            <a:xfrm>
              <a:off x="9896643" y="959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2" name="pt5612"/>
            <p:cNvSpPr/>
            <p:nvPr/>
          </p:nvSpPr>
          <p:spPr>
            <a:xfrm>
              <a:off x="9397927" y="16544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3" name="pt5613"/>
            <p:cNvSpPr/>
            <p:nvPr/>
          </p:nvSpPr>
          <p:spPr>
            <a:xfrm>
              <a:off x="9896643" y="19592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4" name="pt5614"/>
            <p:cNvSpPr/>
            <p:nvPr/>
          </p:nvSpPr>
          <p:spPr>
            <a:xfrm>
              <a:off x="10146001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5" name="pt5615"/>
            <p:cNvSpPr/>
            <p:nvPr/>
          </p:nvSpPr>
          <p:spPr>
            <a:xfrm>
              <a:off x="10395359" y="13008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6" name="pt5616"/>
            <p:cNvSpPr/>
            <p:nvPr/>
          </p:nvSpPr>
          <p:spPr>
            <a:xfrm>
              <a:off x="9896643" y="1642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7" name="pt5617"/>
            <p:cNvSpPr/>
            <p:nvPr/>
          </p:nvSpPr>
          <p:spPr>
            <a:xfrm>
              <a:off x="9397927" y="121553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8" name="pt5618"/>
            <p:cNvSpPr/>
            <p:nvPr/>
          </p:nvSpPr>
          <p:spPr>
            <a:xfrm>
              <a:off x="9397927" y="1118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9" name="pt5619"/>
            <p:cNvSpPr/>
            <p:nvPr/>
          </p:nvSpPr>
          <p:spPr>
            <a:xfrm>
              <a:off x="10146001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0" name="pt5620"/>
            <p:cNvSpPr/>
            <p:nvPr/>
          </p:nvSpPr>
          <p:spPr>
            <a:xfrm>
              <a:off x="9397927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1" name="pt5621"/>
            <p:cNvSpPr/>
            <p:nvPr/>
          </p:nvSpPr>
          <p:spPr>
            <a:xfrm>
              <a:off x="9397927" y="9229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2" name="pt5622"/>
            <p:cNvSpPr/>
            <p:nvPr/>
          </p:nvSpPr>
          <p:spPr>
            <a:xfrm>
              <a:off x="10894075" y="1203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3" name="pt5623"/>
            <p:cNvSpPr/>
            <p:nvPr/>
          </p:nvSpPr>
          <p:spPr>
            <a:xfrm>
              <a:off x="9647285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4" name="pt5624"/>
            <p:cNvSpPr/>
            <p:nvPr/>
          </p:nvSpPr>
          <p:spPr>
            <a:xfrm>
              <a:off x="10395359" y="18861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5" name="pt5625"/>
            <p:cNvSpPr/>
            <p:nvPr/>
          </p:nvSpPr>
          <p:spPr>
            <a:xfrm>
              <a:off x="9896643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6" name="pt5626"/>
            <p:cNvSpPr/>
            <p:nvPr/>
          </p:nvSpPr>
          <p:spPr>
            <a:xfrm>
              <a:off x="9647285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7" name="pt5627"/>
            <p:cNvSpPr/>
            <p:nvPr/>
          </p:nvSpPr>
          <p:spPr>
            <a:xfrm>
              <a:off x="9397927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8" name="pt5628"/>
            <p:cNvSpPr/>
            <p:nvPr/>
          </p:nvSpPr>
          <p:spPr>
            <a:xfrm>
              <a:off x="9896643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9" name="pt5629"/>
            <p:cNvSpPr/>
            <p:nvPr/>
          </p:nvSpPr>
          <p:spPr>
            <a:xfrm>
              <a:off x="10270680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0" name="pt5630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1" name="pt5631"/>
            <p:cNvSpPr/>
            <p:nvPr/>
          </p:nvSpPr>
          <p:spPr>
            <a:xfrm>
              <a:off x="10270680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2" name="pt5632"/>
            <p:cNvSpPr/>
            <p:nvPr/>
          </p:nvSpPr>
          <p:spPr>
            <a:xfrm>
              <a:off x="10146001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3" name="pt5633"/>
            <p:cNvSpPr/>
            <p:nvPr/>
          </p:nvSpPr>
          <p:spPr>
            <a:xfrm>
              <a:off x="10021322" y="1788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4" name="pt5634"/>
            <p:cNvSpPr/>
            <p:nvPr/>
          </p:nvSpPr>
          <p:spPr>
            <a:xfrm>
              <a:off x="9397927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5" name="pt5635"/>
            <p:cNvSpPr/>
            <p:nvPr/>
          </p:nvSpPr>
          <p:spPr>
            <a:xfrm>
              <a:off x="9397927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6" name="pt5636"/>
            <p:cNvSpPr/>
            <p:nvPr/>
          </p:nvSpPr>
          <p:spPr>
            <a:xfrm>
              <a:off x="9397927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7" name="pt5637"/>
            <p:cNvSpPr/>
            <p:nvPr/>
          </p:nvSpPr>
          <p:spPr>
            <a:xfrm>
              <a:off x="10021322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8" name="pt5638"/>
            <p:cNvSpPr/>
            <p:nvPr/>
          </p:nvSpPr>
          <p:spPr>
            <a:xfrm>
              <a:off x="10769396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9" name="pt5639"/>
            <p:cNvSpPr/>
            <p:nvPr/>
          </p:nvSpPr>
          <p:spPr>
            <a:xfrm>
              <a:off x="9647285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0" name="pt5640"/>
            <p:cNvSpPr/>
            <p:nvPr/>
          </p:nvSpPr>
          <p:spPr>
            <a:xfrm>
              <a:off x="9647285" y="10692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1" name="pt5641"/>
            <p:cNvSpPr/>
            <p:nvPr/>
          </p:nvSpPr>
          <p:spPr>
            <a:xfrm>
              <a:off x="9397927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2" name="pt5642"/>
            <p:cNvSpPr/>
            <p:nvPr/>
          </p:nvSpPr>
          <p:spPr>
            <a:xfrm>
              <a:off x="9771964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3" name="pt5643"/>
            <p:cNvSpPr/>
            <p:nvPr/>
          </p:nvSpPr>
          <p:spPr>
            <a:xfrm>
              <a:off x="9397927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4" name="pt5644"/>
            <p:cNvSpPr/>
            <p:nvPr/>
          </p:nvSpPr>
          <p:spPr>
            <a:xfrm>
              <a:off x="9647285" y="16666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5" name="pt5645"/>
            <p:cNvSpPr/>
            <p:nvPr/>
          </p:nvSpPr>
          <p:spPr>
            <a:xfrm>
              <a:off x="10146001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6" name="pt5646"/>
            <p:cNvSpPr/>
            <p:nvPr/>
          </p:nvSpPr>
          <p:spPr>
            <a:xfrm>
              <a:off x="9771964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7" name="pt5647"/>
            <p:cNvSpPr/>
            <p:nvPr/>
          </p:nvSpPr>
          <p:spPr>
            <a:xfrm>
              <a:off x="9647285" y="20567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8" name="pt5648"/>
            <p:cNvSpPr/>
            <p:nvPr/>
          </p:nvSpPr>
          <p:spPr>
            <a:xfrm>
              <a:off x="10146001" y="155691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9" name="pt5649"/>
            <p:cNvSpPr/>
            <p:nvPr/>
          </p:nvSpPr>
          <p:spPr>
            <a:xfrm>
              <a:off x="10644717" y="131307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0" name="pt5650"/>
            <p:cNvSpPr/>
            <p:nvPr/>
          </p:nvSpPr>
          <p:spPr>
            <a:xfrm>
              <a:off x="10146001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1" name="pt5651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2" name="pt5652"/>
            <p:cNvSpPr/>
            <p:nvPr/>
          </p:nvSpPr>
          <p:spPr>
            <a:xfrm>
              <a:off x="10395359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3" name="pt5653"/>
            <p:cNvSpPr/>
            <p:nvPr/>
          </p:nvSpPr>
          <p:spPr>
            <a:xfrm>
              <a:off x="10146001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4" name="pt5654"/>
            <p:cNvSpPr/>
            <p:nvPr/>
          </p:nvSpPr>
          <p:spPr>
            <a:xfrm>
              <a:off x="9647285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5" name="pt5655"/>
            <p:cNvSpPr/>
            <p:nvPr/>
          </p:nvSpPr>
          <p:spPr>
            <a:xfrm>
              <a:off x="10146001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6" name="pt5656"/>
            <p:cNvSpPr/>
            <p:nvPr/>
          </p:nvSpPr>
          <p:spPr>
            <a:xfrm>
              <a:off x="10395359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7" name="pt5657"/>
            <p:cNvSpPr/>
            <p:nvPr/>
          </p:nvSpPr>
          <p:spPr>
            <a:xfrm>
              <a:off x="9522606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8" name="pt5658"/>
            <p:cNvSpPr/>
            <p:nvPr/>
          </p:nvSpPr>
          <p:spPr>
            <a:xfrm>
              <a:off x="10395359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9" name="pt5659"/>
            <p:cNvSpPr/>
            <p:nvPr/>
          </p:nvSpPr>
          <p:spPr>
            <a:xfrm>
              <a:off x="10894075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0" name="pt5660"/>
            <p:cNvSpPr/>
            <p:nvPr/>
          </p:nvSpPr>
          <p:spPr>
            <a:xfrm>
              <a:off x="10146001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1" name="pt5661"/>
            <p:cNvSpPr/>
            <p:nvPr/>
          </p:nvSpPr>
          <p:spPr>
            <a:xfrm>
              <a:off x="9397927" y="18617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2" name="pt5662"/>
            <p:cNvSpPr/>
            <p:nvPr/>
          </p:nvSpPr>
          <p:spPr>
            <a:xfrm>
              <a:off x="10146001" y="1569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3" name="pt5663"/>
            <p:cNvSpPr/>
            <p:nvPr/>
          </p:nvSpPr>
          <p:spPr>
            <a:xfrm>
              <a:off x="9896643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4" name="pt5664"/>
            <p:cNvSpPr/>
            <p:nvPr/>
          </p:nvSpPr>
          <p:spPr>
            <a:xfrm>
              <a:off x="10395359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5" name="pt5665"/>
            <p:cNvSpPr/>
            <p:nvPr/>
          </p:nvSpPr>
          <p:spPr>
            <a:xfrm>
              <a:off x="9647285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6" name="pt5666"/>
            <p:cNvSpPr/>
            <p:nvPr/>
          </p:nvSpPr>
          <p:spPr>
            <a:xfrm>
              <a:off x="10395359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7" name="pt5667"/>
            <p:cNvSpPr/>
            <p:nvPr/>
          </p:nvSpPr>
          <p:spPr>
            <a:xfrm>
              <a:off x="10395359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8" name="pt5668"/>
            <p:cNvSpPr/>
            <p:nvPr/>
          </p:nvSpPr>
          <p:spPr>
            <a:xfrm>
              <a:off x="10644717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9" name="pt5669"/>
            <p:cNvSpPr/>
            <p:nvPr/>
          </p:nvSpPr>
          <p:spPr>
            <a:xfrm>
              <a:off x="989664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0" name="pt5670"/>
            <p:cNvSpPr/>
            <p:nvPr/>
          </p:nvSpPr>
          <p:spPr>
            <a:xfrm>
              <a:off x="9771964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1" name="pt5671"/>
            <p:cNvSpPr/>
            <p:nvPr/>
          </p:nvSpPr>
          <p:spPr>
            <a:xfrm>
              <a:off x="9397927" y="20324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2" name="pt5672"/>
            <p:cNvSpPr/>
            <p:nvPr/>
          </p:nvSpPr>
          <p:spPr>
            <a:xfrm>
              <a:off x="10146001" y="16056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3" name="pt5673"/>
            <p:cNvSpPr/>
            <p:nvPr/>
          </p:nvSpPr>
          <p:spPr>
            <a:xfrm>
              <a:off x="9397927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4" name="pt5674"/>
            <p:cNvSpPr/>
            <p:nvPr/>
          </p:nvSpPr>
          <p:spPr>
            <a:xfrm>
              <a:off x="9896643" y="1569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5" name="pt5675"/>
            <p:cNvSpPr/>
            <p:nvPr/>
          </p:nvSpPr>
          <p:spPr>
            <a:xfrm>
              <a:off x="10395359" y="13862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6" name="pt5676"/>
            <p:cNvSpPr/>
            <p:nvPr/>
          </p:nvSpPr>
          <p:spPr>
            <a:xfrm>
              <a:off x="10146001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7" name="pt5677"/>
            <p:cNvSpPr/>
            <p:nvPr/>
          </p:nvSpPr>
          <p:spPr>
            <a:xfrm>
              <a:off x="10644717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8" name="pt5678"/>
            <p:cNvSpPr/>
            <p:nvPr/>
          </p:nvSpPr>
          <p:spPr>
            <a:xfrm>
              <a:off x="9647285" y="18251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9" name="pt5679"/>
            <p:cNvSpPr/>
            <p:nvPr/>
          </p:nvSpPr>
          <p:spPr>
            <a:xfrm>
              <a:off x="10270680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0" name="pt5680"/>
            <p:cNvSpPr/>
            <p:nvPr/>
          </p:nvSpPr>
          <p:spPr>
            <a:xfrm>
              <a:off x="10146001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1" name="pt5681"/>
            <p:cNvSpPr/>
            <p:nvPr/>
          </p:nvSpPr>
          <p:spPr>
            <a:xfrm>
              <a:off x="9896643" y="15325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2" name="pt5682"/>
            <p:cNvSpPr/>
            <p:nvPr/>
          </p:nvSpPr>
          <p:spPr>
            <a:xfrm>
              <a:off x="9647285" y="1715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3" name="pt5683"/>
            <p:cNvSpPr/>
            <p:nvPr/>
          </p:nvSpPr>
          <p:spPr>
            <a:xfrm>
              <a:off x="9397927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4" name="pt5684"/>
            <p:cNvSpPr/>
            <p:nvPr/>
          </p:nvSpPr>
          <p:spPr>
            <a:xfrm>
              <a:off x="10520038" y="109361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5" name="pt5685"/>
            <p:cNvSpPr/>
            <p:nvPr/>
          </p:nvSpPr>
          <p:spPr>
            <a:xfrm>
              <a:off x="10146001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6" name="pt5686"/>
            <p:cNvSpPr/>
            <p:nvPr/>
          </p:nvSpPr>
          <p:spPr>
            <a:xfrm>
              <a:off x="10395359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7" name="pt5687"/>
            <p:cNvSpPr/>
            <p:nvPr/>
          </p:nvSpPr>
          <p:spPr>
            <a:xfrm>
              <a:off x="9397927" y="17519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8" name="pt5688"/>
            <p:cNvSpPr/>
            <p:nvPr/>
          </p:nvSpPr>
          <p:spPr>
            <a:xfrm>
              <a:off x="9896643" y="18617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9" name="pt5689"/>
            <p:cNvSpPr/>
            <p:nvPr/>
          </p:nvSpPr>
          <p:spPr>
            <a:xfrm>
              <a:off x="10021322" y="21177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0" name="pt5690"/>
            <p:cNvSpPr/>
            <p:nvPr/>
          </p:nvSpPr>
          <p:spPr>
            <a:xfrm>
              <a:off x="9647285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1" name="pt5691"/>
            <p:cNvSpPr/>
            <p:nvPr/>
          </p:nvSpPr>
          <p:spPr>
            <a:xfrm>
              <a:off x="10395359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2" name="pt5692"/>
            <p:cNvSpPr/>
            <p:nvPr/>
          </p:nvSpPr>
          <p:spPr>
            <a:xfrm>
              <a:off x="10644717" y="1118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3" name="pt5693"/>
            <p:cNvSpPr/>
            <p:nvPr/>
          </p:nvSpPr>
          <p:spPr>
            <a:xfrm>
              <a:off x="10644717" y="144719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4" name="pt5694"/>
            <p:cNvSpPr/>
            <p:nvPr/>
          </p:nvSpPr>
          <p:spPr>
            <a:xfrm>
              <a:off x="10644717" y="10814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5" name="pt5695"/>
            <p:cNvSpPr/>
            <p:nvPr/>
          </p:nvSpPr>
          <p:spPr>
            <a:xfrm>
              <a:off x="10146001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6" name="pt5696"/>
            <p:cNvSpPr/>
            <p:nvPr/>
          </p:nvSpPr>
          <p:spPr>
            <a:xfrm>
              <a:off x="10395359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7" name="pt5697"/>
            <p:cNvSpPr/>
            <p:nvPr/>
          </p:nvSpPr>
          <p:spPr>
            <a:xfrm>
              <a:off x="9522606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8" name="pt5698"/>
            <p:cNvSpPr/>
            <p:nvPr/>
          </p:nvSpPr>
          <p:spPr>
            <a:xfrm>
              <a:off x="10146001" y="1495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9" name="pt5699"/>
            <p:cNvSpPr/>
            <p:nvPr/>
          </p:nvSpPr>
          <p:spPr>
            <a:xfrm>
              <a:off x="10395359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0" name="pt5700"/>
            <p:cNvSpPr/>
            <p:nvPr/>
          </p:nvSpPr>
          <p:spPr>
            <a:xfrm>
              <a:off x="9522606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1" name="pt5701"/>
            <p:cNvSpPr/>
            <p:nvPr/>
          </p:nvSpPr>
          <p:spPr>
            <a:xfrm>
              <a:off x="10021322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2" name="pt5702"/>
            <p:cNvSpPr/>
            <p:nvPr/>
          </p:nvSpPr>
          <p:spPr>
            <a:xfrm>
              <a:off x="9522606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3" name="pt5703"/>
            <p:cNvSpPr/>
            <p:nvPr/>
          </p:nvSpPr>
          <p:spPr>
            <a:xfrm>
              <a:off x="9647285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4" name="pt5704"/>
            <p:cNvSpPr/>
            <p:nvPr/>
          </p:nvSpPr>
          <p:spPr>
            <a:xfrm>
              <a:off x="10395359" y="1203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5" name="pt5705"/>
            <p:cNvSpPr/>
            <p:nvPr/>
          </p:nvSpPr>
          <p:spPr>
            <a:xfrm>
              <a:off x="10146001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6" name="pt5706"/>
            <p:cNvSpPr/>
            <p:nvPr/>
          </p:nvSpPr>
          <p:spPr>
            <a:xfrm>
              <a:off x="9397927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7" name="pt5707"/>
            <p:cNvSpPr/>
            <p:nvPr/>
          </p:nvSpPr>
          <p:spPr>
            <a:xfrm>
              <a:off x="10146001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8" name="pt5708"/>
            <p:cNvSpPr/>
            <p:nvPr/>
          </p:nvSpPr>
          <p:spPr>
            <a:xfrm>
              <a:off x="9647285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9" name="pt5709"/>
            <p:cNvSpPr/>
            <p:nvPr/>
          </p:nvSpPr>
          <p:spPr>
            <a:xfrm>
              <a:off x="9896643" y="16300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0" name="pt5710"/>
            <p:cNvSpPr/>
            <p:nvPr/>
          </p:nvSpPr>
          <p:spPr>
            <a:xfrm>
              <a:off x="9397927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1" name="pt5711"/>
            <p:cNvSpPr/>
            <p:nvPr/>
          </p:nvSpPr>
          <p:spPr>
            <a:xfrm>
              <a:off x="9397927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2" name="pt5712"/>
            <p:cNvSpPr/>
            <p:nvPr/>
          </p:nvSpPr>
          <p:spPr>
            <a:xfrm>
              <a:off x="10894075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3" name="pt5713"/>
            <p:cNvSpPr/>
            <p:nvPr/>
          </p:nvSpPr>
          <p:spPr>
            <a:xfrm>
              <a:off x="10146001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4" name="pt5714"/>
            <p:cNvSpPr/>
            <p:nvPr/>
          </p:nvSpPr>
          <p:spPr>
            <a:xfrm>
              <a:off x="9397927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5" name="pt5715"/>
            <p:cNvSpPr/>
            <p:nvPr/>
          </p:nvSpPr>
          <p:spPr>
            <a:xfrm>
              <a:off x="9896643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6" name="pt5716"/>
            <p:cNvSpPr/>
            <p:nvPr/>
          </p:nvSpPr>
          <p:spPr>
            <a:xfrm>
              <a:off x="9647285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7" name="pt5717"/>
            <p:cNvSpPr/>
            <p:nvPr/>
          </p:nvSpPr>
          <p:spPr>
            <a:xfrm>
              <a:off x="10395359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8" name="pt5718"/>
            <p:cNvSpPr/>
            <p:nvPr/>
          </p:nvSpPr>
          <p:spPr>
            <a:xfrm>
              <a:off x="11143433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9" name="pt5719"/>
            <p:cNvSpPr/>
            <p:nvPr/>
          </p:nvSpPr>
          <p:spPr>
            <a:xfrm>
              <a:off x="9397927" y="19653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0" name="pt5720"/>
            <p:cNvSpPr/>
            <p:nvPr/>
          </p:nvSpPr>
          <p:spPr>
            <a:xfrm>
              <a:off x="9647285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1" name="pt5721"/>
            <p:cNvSpPr/>
            <p:nvPr/>
          </p:nvSpPr>
          <p:spPr>
            <a:xfrm>
              <a:off x="10395359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2" name="pt5722"/>
            <p:cNvSpPr/>
            <p:nvPr/>
          </p:nvSpPr>
          <p:spPr>
            <a:xfrm>
              <a:off x="9896643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3" name="pt5723"/>
            <p:cNvSpPr/>
            <p:nvPr/>
          </p:nvSpPr>
          <p:spPr>
            <a:xfrm>
              <a:off x="10021322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4" name="pt5724"/>
            <p:cNvSpPr/>
            <p:nvPr/>
          </p:nvSpPr>
          <p:spPr>
            <a:xfrm>
              <a:off x="9771964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5" name="pt5725"/>
            <p:cNvSpPr/>
            <p:nvPr/>
          </p:nvSpPr>
          <p:spPr>
            <a:xfrm>
              <a:off x="10021322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6" name="pt5726"/>
            <p:cNvSpPr/>
            <p:nvPr/>
          </p:nvSpPr>
          <p:spPr>
            <a:xfrm>
              <a:off x="9397927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7" name="pt5727"/>
            <p:cNvSpPr/>
            <p:nvPr/>
          </p:nvSpPr>
          <p:spPr>
            <a:xfrm>
              <a:off x="9896643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8" name="pt5728"/>
            <p:cNvSpPr/>
            <p:nvPr/>
          </p:nvSpPr>
          <p:spPr>
            <a:xfrm>
              <a:off x="10146001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9" name="pt5729"/>
            <p:cNvSpPr/>
            <p:nvPr/>
          </p:nvSpPr>
          <p:spPr>
            <a:xfrm>
              <a:off x="10146001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0" name="pt5730"/>
            <p:cNvSpPr/>
            <p:nvPr/>
          </p:nvSpPr>
          <p:spPr>
            <a:xfrm>
              <a:off x="9647285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1" name="pt5731"/>
            <p:cNvSpPr/>
            <p:nvPr/>
          </p:nvSpPr>
          <p:spPr>
            <a:xfrm>
              <a:off x="10146001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2" name="pt5732"/>
            <p:cNvSpPr/>
            <p:nvPr/>
          </p:nvSpPr>
          <p:spPr>
            <a:xfrm>
              <a:off x="10146001" y="12521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3" name="pt5733"/>
            <p:cNvSpPr/>
            <p:nvPr/>
          </p:nvSpPr>
          <p:spPr>
            <a:xfrm>
              <a:off x="9397927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4" name="pt5734"/>
            <p:cNvSpPr/>
            <p:nvPr/>
          </p:nvSpPr>
          <p:spPr>
            <a:xfrm>
              <a:off x="9896643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5" name="pt5735"/>
            <p:cNvSpPr/>
            <p:nvPr/>
          </p:nvSpPr>
          <p:spPr>
            <a:xfrm>
              <a:off x="9647285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6" name="pt5736"/>
            <p:cNvSpPr/>
            <p:nvPr/>
          </p:nvSpPr>
          <p:spPr>
            <a:xfrm>
              <a:off x="1014600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7" name="pt5737"/>
            <p:cNvSpPr/>
            <p:nvPr/>
          </p:nvSpPr>
          <p:spPr>
            <a:xfrm>
              <a:off x="9397927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8" name="pt5738"/>
            <p:cNvSpPr/>
            <p:nvPr/>
          </p:nvSpPr>
          <p:spPr>
            <a:xfrm>
              <a:off x="10395359" y="11058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9" name="pt5739"/>
            <p:cNvSpPr/>
            <p:nvPr/>
          </p:nvSpPr>
          <p:spPr>
            <a:xfrm>
              <a:off x="10270680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0" name="pt5740"/>
            <p:cNvSpPr/>
            <p:nvPr/>
          </p:nvSpPr>
          <p:spPr>
            <a:xfrm>
              <a:off x="9397927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1" name="pt5741"/>
            <p:cNvSpPr/>
            <p:nvPr/>
          </p:nvSpPr>
          <p:spPr>
            <a:xfrm>
              <a:off x="9397927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2" name="pt5742"/>
            <p:cNvSpPr/>
            <p:nvPr/>
          </p:nvSpPr>
          <p:spPr>
            <a:xfrm>
              <a:off x="9647285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3" name="pt5743"/>
            <p:cNvSpPr/>
            <p:nvPr/>
          </p:nvSpPr>
          <p:spPr>
            <a:xfrm>
              <a:off x="9397927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4" name="pt5744"/>
            <p:cNvSpPr/>
            <p:nvPr/>
          </p:nvSpPr>
          <p:spPr>
            <a:xfrm>
              <a:off x="10395359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5" name="pt5745"/>
            <p:cNvSpPr/>
            <p:nvPr/>
          </p:nvSpPr>
          <p:spPr>
            <a:xfrm>
              <a:off x="9896643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6" name="pt5746"/>
            <p:cNvSpPr/>
            <p:nvPr/>
          </p:nvSpPr>
          <p:spPr>
            <a:xfrm>
              <a:off x="989664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7" name="pt5747"/>
            <p:cNvSpPr/>
            <p:nvPr/>
          </p:nvSpPr>
          <p:spPr>
            <a:xfrm>
              <a:off x="9896643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8" name="pt5748"/>
            <p:cNvSpPr/>
            <p:nvPr/>
          </p:nvSpPr>
          <p:spPr>
            <a:xfrm>
              <a:off x="9397927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9" name="pt5749"/>
            <p:cNvSpPr/>
            <p:nvPr/>
          </p:nvSpPr>
          <p:spPr>
            <a:xfrm>
              <a:off x="10395359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0" name="pt5750"/>
            <p:cNvSpPr/>
            <p:nvPr/>
          </p:nvSpPr>
          <p:spPr>
            <a:xfrm>
              <a:off x="10395359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1" name="pt5751"/>
            <p:cNvSpPr/>
            <p:nvPr/>
          </p:nvSpPr>
          <p:spPr>
            <a:xfrm>
              <a:off x="9647285" y="17032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2" name="pt5752"/>
            <p:cNvSpPr/>
            <p:nvPr/>
          </p:nvSpPr>
          <p:spPr>
            <a:xfrm>
              <a:off x="10146001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3" name="pt5753"/>
            <p:cNvSpPr/>
            <p:nvPr/>
          </p:nvSpPr>
          <p:spPr>
            <a:xfrm>
              <a:off x="9397927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4" name="pt5754"/>
            <p:cNvSpPr/>
            <p:nvPr/>
          </p:nvSpPr>
          <p:spPr>
            <a:xfrm>
              <a:off x="9397927" y="20324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5" name="pt5755"/>
            <p:cNvSpPr/>
            <p:nvPr/>
          </p:nvSpPr>
          <p:spPr>
            <a:xfrm>
              <a:off x="9397927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6" name="pt5756"/>
            <p:cNvSpPr/>
            <p:nvPr/>
          </p:nvSpPr>
          <p:spPr>
            <a:xfrm>
              <a:off x="9397927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7" name="pt5757"/>
            <p:cNvSpPr/>
            <p:nvPr/>
          </p:nvSpPr>
          <p:spPr>
            <a:xfrm>
              <a:off x="9397927" y="21177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8" name="pt5758"/>
            <p:cNvSpPr/>
            <p:nvPr/>
          </p:nvSpPr>
          <p:spPr>
            <a:xfrm>
              <a:off x="9397927" y="20446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9" name="pt5759"/>
            <p:cNvSpPr/>
            <p:nvPr/>
          </p:nvSpPr>
          <p:spPr>
            <a:xfrm>
              <a:off x="10146001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0" name="pt5760"/>
            <p:cNvSpPr/>
            <p:nvPr/>
          </p:nvSpPr>
          <p:spPr>
            <a:xfrm>
              <a:off x="10644717" y="18007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1" name="pt5761"/>
            <p:cNvSpPr/>
            <p:nvPr/>
          </p:nvSpPr>
          <p:spPr>
            <a:xfrm>
              <a:off x="10146001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2" name="pt5762"/>
            <p:cNvSpPr/>
            <p:nvPr/>
          </p:nvSpPr>
          <p:spPr>
            <a:xfrm>
              <a:off x="10146001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3" name="pt5763"/>
            <p:cNvSpPr/>
            <p:nvPr/>
          </p:nvSpPr>
          <p:spPr>
            <a:xfrm>
              <a:off x="10146001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4" name="pt5764"/>
            <p:cNvSpPr/>
            <p:nvPr/>
          </p:nvSpPr>
          <p:spPr>
            <a:xfrm>
              <a:off x="9397927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5" name="pt5765"/>
            <p:cNvSpPr/>
            <p:nvPr/>
          </p:nvSpPr>
          <p:spPr>
            <a:xfrm>
              <a:off x="10146001" y="169103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6" name="pt5766"/>
            <p:cNvSpPr/>
            <p:nvPr/>
          </p:nvSpPr>
          <p:spPr>
            <a:xfrm>
              <a:off x="10146001" y="170322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7" name="pt5767"/>
            <p:cNvSpPr/>
            <p:nvPr/>
          </p:nvSpPr>
          <p:spPr>
            <a:xfrm>
              <a:off x="9647285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8" name="pt5768"/>
            <p:cNvSpPr/>
            <p:nvPr/>
          </p:nvSpPr>
          <p:spPr>
            <a:xfrm>
              <a:off x="9397927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9" name="pt5769"/>
            <p:cNvSpPr/>
            <p:nvPr/>
          </p:nvSpPr>
          <p:spPr>
            <a:xfrm>
              <a:off x="9896643" y="13252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0" name="pt5770"/>
            <p:cNvSpPr/>
            <p:nvPr/>
          </p:nvSpPr>
          <p:spPr>
            <a:xfrm>
              <a:off x="10395359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1" name="pt5771"/>
            <p:cNvSpPr/>
            <p:nvPr/>
          </p:nvSpPr>
          <p:spPr>
            <a:xfrm>
              <a:off x="9397927" y="20811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2" name="pt5772"/>
            <p:cNvSpPr/>
            <p:nvPr/>
          </p:nvSpPr>
          <p:spPr>
            <a:xfrm>
              <a:off x="9397927" y="20202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3" name="pt5773"/>
            <p:cNvSpPr/>
            <p:nvPr/>
          </p:nvSpPr>
          <p:spPr>
            <a:xfrm>
              <a:off x="10395359" y="11545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4" name="pt5774"/>
            <p:cNvSpPr/>
            <p:nvPr/>
          </p:nvSpPr>
          <p:spPr>
            <a:xfrm>
              <a:off x="9647285" y="19104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5" name="pt5775"/>
            <p:cNvSpPr/>
            <p:nvPr/>
          </p:nvSpPr>
          <p:spPr>
            <a:xfrm>
              <a:off x="9896643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6" name="pt5776"/>
            <p:cNvSpPr/>
            <p:nvPr/>
          </p:nvSpPr>
          <p:spPr>
            <a:xfrm>
              <a:off x="9896643" y="13740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7" name="pt5777"/>
            <p:cNvSpPr/>
            <p:nvPr/>
          </p:nvSpPr>
          <p:spPr>
            <a:xfrm>
              <a:off x="9647285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8" name="pt5778"/>
            <p:cNvSpPr/>
            <p:nvPr/>
          </p:nvSpPr>
          <p:spPr>
            <a:xfrm>
              <a:off x="10520038" y="11545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9" name="pt5779"/>
            <p:cNvSpPr/>
            <p:nvPr/>
          </p:nvSpPr>
          <p:spPr>
            <a:xfrm>
              <a:off x="9397927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0" name="pt5780"/>
            <p:cNvSpPr/>
            <p:nvPr/>
          </p:nvSpPr>
          <p:spPr>
            <a:xfrm>
              <a:off x="10395359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1" name="pt5781"/>
            <p:cNvSpPr/>
            <p:nvPr/>
          </p:nvSpPr>
          <p:spPr>
            <a:xfrm>
              <a:off x="9397927" y="1715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2" name="pt5782"/>
            <p:cNvSpPr/>
            <p:nvPr/>
          </p:nvSpPr>
          <p:spPr>
            <a:xfrm>
              <a:off x="9397927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3" name="pt5783"/>
            <p:cNvSpPr/>
            <p:nvPr/>
          </p:nvSpPr>
          <p:spPr>
            <a:xfrm>
              <a:off x="1014600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4" name="pt5784"/>
            <p:cNvSpPr/>
            <p:nvPr/>
          </p:nvSpPr>
          <p:spPr>
            <a:xfrm>
              <a:off x="10146001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5" name="pt5785"/>
            <p:cNvSpPr/>
            <p:nvPr/>
          </p:nvSpPr>
          <p:spPr>
            <a:xfrm>
              <a:off x="10644717" y="959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6" name="pt5786"/>
            <p:cNvSpPr/>
            <p:nvPr/>
          </p:nvSpPr>
          <p:spPr>
            <a:xfrm>
              <a:off x="10395359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7" name="pt5787"/>
            <p:cNvSpPr/>
            <p:nvPr/>
          </p:nvSpPr>
          <p:spPr>
            <a:xfrm>
              <a:off x="10644717" y="14593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8" name="pt5788"/>
            <p:cNvSpPr/>
            <p:nvPr/>
          </p:nvSpPr>
          <p:spPr>
            <a:xfrm>
              <a:off x="9896643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9" name="pt5789"/>
            <p:cNvSpPr/>
            <p:nvPr/>
          </p:nvSpPr>
          <p:spPr>
            <a:xfrm>
              <a:off x="10146001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0" name="pt5790"/>
            <p:cNvSpPr/>
            <p:nvPr/>
          </p:nvSpPr>
          <p:spPr>
            <a:xfrm>
              <a:off x="9896643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1" name="pt5791"/>
            <p:cNvSpPr/>
            <p:nvPr/>
          </p:nvSpPr>
          <p:spPr>
            <a:xfrm>
              <a:off x="9896643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2" name="pt5792"/>
            <p:cNvSpPr/>
            <p:nvPr/>
          </p:nvSpPr>
          <p:spPr>
            <a:xfrm>
              <a:off x="10021322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3" name="pt5793"/>
            <p:cNvSpPr/>
            <p:nvPr/>
          </p:nvSpPr>
          <p:spPr>
            <a:xfrm>
              <a:off x="9771964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4" name="pt5794"/>
            <p:cNvSpPr/>
            <p:nvPr/>
          </p:nvSpPr>
          <p:spPr>
            <a:xfrm>
              <a:off x="9896643" y="18739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5" name="pt5795"/>
            <p:cNvSpPr/>
            <p:nvPr/>
          </p:nvSpPr>
          <p:spPr>
            <a:xfrm>
              <a:off x="10644717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6" name="pt5796"/>
            <p:cNvSpPr/>
            <p:nvPr/>
          </p:nvSpPr>
          <p:spPr>
            <a:xfrm>
              <a:off x="10644717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7" name="pt5797"/>
            <p:cNvSpPr/>
            <p:nvPr/>
          </p:nvSpPr>
          <p:spPr>
            <a:xfrm>
              <a:off x="9896643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8" name="pt5798"/>
            <p:cNvSpPr/>
            <p:nvPr/>
          </p:nvSpPr>
          <p:spPr>
            <a:xfrm>
              <a:off x="9896643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9" name="pt5799"/>
            <p:cNvSpPr/>
            <p:nvPr/>
          </p:nvSpPr>
          <p:spPr>
            <a:xfrm>
              <a:off x="9397927" y="14593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0" name="pt5800"/>
            <p:cNvSpPr/>
            <p:nvPr/>
          </p:nvSpPr>
          <p:spPr>
            <a:xfrm>
              <a:off x="9397927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1" name="pt5801"/>
            <p:cNvSpPr/>
            <p:nvPr/>
          </p:nvSpPr>
          <p:spPr>
            <a:xfrm>
              <a:off x="10146001" y="1495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2" name="pt5802"/>
            <p:cNvSpPr/>
            <p:nvPr/>
          </p:nvSpPr>
          <p:spPr>
            <a:xfrm>
              <a:off x="9896643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3" name="pt5803"/>
            <p:cNvSpPr/>
            <p:nvPr/>
          </p:nvSpPr>
          <p:spPr>
            <a:xfrm>
              <a:off x="10644717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4" name="pt5804"/>
            <p:cNvSpPr/>
            <p:nvPr/>
          </p:nvSpPr>
          <p:spPr>
            <a:xfrm>
              <a:off x="10146001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5" name="pt5805"/>
            <p:cNvSpPr/>
            <p:nvPr/>
          </p:nvSpPr>
          <p:spPr>
            <a:xfrm>
              <a:off x="9397927" y="1812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6" name="pt5806"/>
            <p:cNvSpPr/>
            <p:nvPr/>
          </p:nvSpPr>
          <p:spPr>
            <a:xfrm>
              <a:off x="9397927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7" name="pt5807"/>
            <p:cNvSpPr/>
            <p:nvPr/>
          </p:nvSpPr>
          <p:spPr>
            <a:xfrm>
              <a:off x="10395359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8" name="pt5808"/>
            <p:cNvSpPr/>
            <p:nvPr/>
          </p:nvSpPr>
          <p:spPr>
            <a:xfrm>
              <a:off x="10644717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9" name="pt5809"/>
            <p:cNvSpPr/>
            <p:nvPr/>
          </p:nvSpPr>
          <p:spPr>
            <a:xfrm>
              <a:off x="1014600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0" name="pt5810"/>
            <p:cNvSpPr/>
            <p:nvPr/>
          </p:nvSpPr>
          <p:spPr>
            <a:xfrm>
              <a:off x="10146001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1" name="pt5811"/>
            <p:cNvSpPr/>
            <p:nvPr/>
          </p:nvSpPr>
          <p:spPr>
            <a:xfrm>
              <a:off x="10270680" y="147157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2" name="pt5812"/>
            <p:cNvSpPr/>
            <p:nvPr/>
          </p:nvSpPr>
          <p:spPr>
            <a:xfrm>
              <a:off x="10021322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3" name="pt5813"/>
            <p:cNvSpPr/>
            <p:nvPr/>
          </p:nvSpPr>
          <p:spPr>
            <a:xfrm>
              <a:off x="9896643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4" name="pt5814"/>
            <p:cNvSpPr/>
            <p:nvPr/>
          </p:nvSpPr>
          <p:spPr>
            <a:xfrm>
              <a:off x="9896643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5" name="pt5815"/>
            <p:cNvSpPr/>
            <p:nvPr/>
          </p:nvSpPr>
          <p:spPr>
            <a:xfrm>
              <a:off x="9896643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6" name="pt5816"/>
            <p:cNvSpPr/>
            <p:nvPr/>
          </p:nvSpPr>
          <p:spPr>
            <a:xfrm>
              <a:off x="989664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7" name="pt5817"/>
            <p:cNvSpPr/>
            <p:nvPr/>
          </p:nvSpPr>
          <p:spPr>
            <a:xfrm>
              <a:off x="10894075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8" name="pt5818"/>
            <p:cNvSpPr/>
            <p:nvPr/>
          </p:nvSpPr>
          <p:spPr>
            <a:xfrm>
              <a:off x="9647285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9" name="pt5819"/>
            <p:cNvSpPr/>
            <p:nvPr/>
          </p:nvSpPr>
          <p:spPr>
            <a:xfrm>
              <a:off x="10520038" y="12277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0" name="pt5820"/>
            <p:cNvSpPr/>
            <p:nvPr/>
          </p:nvSpPr>
          <p:spPr>
            <a:xfrm>
              <a:off x="9397927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1" name="pt5821"/>
            <p:cNvSpPr/>
            <p:nvPr/>
          </p:nvSpPr>
          <p:spPr>
            <a:xfrm>
              <a:off x="10146001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2" name="pt5822"/>
            <p:cNvSpPr/>
            <p:nvPr/>
          </p:nvSpPr>
          <p:spPr>
            <a:xfrm>
              <a:off x="10395359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3" name="pt5823"/>
            <p:cNvSpPr/>
            <p:nvPr/>
          </p:nvSpPr>
          <p:spPr>
            <a:xfrm>
              <a:off x="10146001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4" name="pt5824"/>
            <p:cNvSpPr/>
            <p:nvPr/>
          </p:nvSpPr>
          <p:spPr>
            <a:xfrm>
              <a:off x="9771964" y="16422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5" name="pt5825"/>
            <p:cNvSpPr/>
            <p:nvPr/>
          </p:nvSpPr>
          <p:spPr>
            <a:xfrm>
              <a:off x="9896643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6" name="pt5826"/>
            <p:cNvSpPr/>
            <p:nvPr/>
          </p:nvSpPr>
          <p:spPr>
            <a:xfrm>
              <a:off x="9397927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7" name="pt5827"/>
            <p:cNvSpPr/>
            <p:nvPr/>
          </p:nvSpPr>
          <p:spPr>
            <a:xfrm>
              <a:off x="10146001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8" name="pt5828"/>
            <p:cNvSpPr/>
            <p:nvPr/>
          </p:nvSpPr>
          <p:spPr>
            <a:xfrm>
              <a:off x="9522606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9" name="pt5829"/>
            <p:cNvSpPr/>
            <p:nvPr/>
          </p:nvSpPr>
          <p:spPr>
            <a:xfrm>
              <a:off x="9397927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0" name="pt5830"/>
            <p:cNvSpPr/>
            <p:nvPr/>
          </p:nvSpPr>
          <p:spPr>
            <a:xfrm>
              <a:off x="10021322" y="17519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1" name="pt5831"/>
            <p:cNvSpPr/>
            <p:nvPr/>
          </p:nvSpPr>
          <p:spPr>
            <a:xfrm>
              <a:off x="9896643" y="1032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2" name="pt5832"/>
            <p:cNvSpPr/>
            <p:nvPr/>
          </p:nvSpPr>
          <p:spPr>
            <a:xfrm>
              <a:off x="10270680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3" name="pt5833"/>
            <p:cNvSpPr/>
            <p:nvPr/>
          </p:nvSpPr>
          <p:spPr>
            <a:xfrm>
              <a:off x="9647285" y="20567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4" name="pt5834"/>
            <p:cNvSpPr/>
            <p:nvPr/>
          </p:nvSpPr>
          <p:spPr>
            <a:xfrm>
              <a:off x="10395359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5" name="pt5835"/>
            <p:cNvSpPr/>
            <p:nvPr/>
          </p:nvSpPr>
          <p:spPr>
            <a:xfrm>
              <a:off x="10270680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6" name="pt5836"/>
            <p:cNvSpPr/>
            <p:nvPr/>
          </p:nvSpPr>
          <p:spPr>
            <a:xfrm>
              <a:off x="9647285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7" name="pt5837"/>
            <p:cNvSpPr/>
            <p:nvPr/>
          </p:nvSpPr>
          <p:spPr>
            <a:xfrm>
              <a:off x="9397927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8" name="pt5838"/>
            <p:cNvSpPr/>
            <p:nvPr/>
          </p:nvSpPr>
          <p:spPr>
            <a:xfrm>
              <a:off x="9397927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9" name="pt5839"/>
            <p:cNvSpPr/>
            <p:nvPr/>
          </p:nvSpPr>
          <p:spPr>
            <a:xfrm>
              <a:off x="9397927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0" name="pt5840"/>
            <p:cNvSpPr/>
            <p:nvPr/>
          </p:nvSpPr>
          <p:spPr>
            <a:xfrm>
              <a:off x="10395359" y="19104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1" name="pt5841"/>
            <p:cNvSpPr/>
            <p:nvPr/>
          </p:nvSpPr>
          <p:spPr>
            <a:xfrm>
              <a:off x="10395359" y="15934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2" name="pt5842"/>
            <p:cNvSpPr/>
            <p:nvPr/>
          </p:nvSpPr>
          <p:spPr>
            <a:xfrm>
              <a:off x="10021322" y="18373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3" name="pt5843"/>
            <p:cNvSpPr/>
            <p:nvPr/>
          </p:nvSpPr>
          <p:spPr>
            <a:xfrm>
              <a:off x="9522606" y="19714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4" name="pt5844"/>
            <p:cNvSpPr/>
            <p:nvPr/>
          </p:nvSpPr>
          <p:spPr>
            <a:xfrm>
              <a:off x="9647285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5" name="pt5845"/>
            <p:cNvSpPr/>
            <p:nvPr/>
          </p:nvSpPr>
          <p:spPr>
            <a:xfrm>
              <a:off x="10644717" y="9229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6" name="pt5846"/>
            <p:cNvSpPr/>
            <p:nvPr/>
          </p:nvSpPr>
          <p:spPr>
            <a:xfrm>
              <a:off x="9397927" y="19958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7" name="pt5847"/>
            <p:cNvSpPr/>
            <p:nvPr/>
          </p:nvSpPr>
          <p:spPr>
            <a:xfrm>
              <a:off x="10395359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8" name="pt5848"/>
            <p:cNvSpPr/>
            <p:nvPr/>
          </p:nvSpPr>
          <p:spPr>
            <a:xfrm>
              <a:off x="9647285" y="1422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9" name="pt5849"/>
            <p:cNvSpPr/>
            <p:nvPr/>
          </p:nvSpPr>
          <p:spPr>
            <a:xfrm>
              <a:off x="10395359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0" name="pt5850"/>
            <p:cNvSpPr/>
            <p:nvPr/>
          </p:nvSpPr>
          <p:spPr>
            <a:xfrm>
              <a:off x="10395359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1" name="pt5851"/>
            <p:cNvSpPr/>
            <p:nvPr/>
          </p:nvSpPr>
          <p:spPr>
            <a:xfrm>
              <a:off x="9397927" y="184953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2" name="pt5852"/>
            <p:cNvSpPr/>
            <p:nvPr/>
          </p:nvSpPr>
          <p:spPr>
            <a:xfrm>
              <a:off x="9896643" y="1337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3" name="pt5853"/>
            <p:cNvSpPr/>
            <p:nvPr/>
          </p:nvSpPr>
          <p:spPr>
            <a:xfrm>
              <a:off x="10021322" y="1288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4" name="pt5854"/>
            <p:cNvSpPr/>
            <p:nvPr/>
          </p:nvSpPr>
          <p:spPr>
            <a:xfrm>
              <a:off x="9896643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5" name="pt5855"/>
            <p:cNvSpPr/>
            <p:nvPr/>
          </p:nvSpPr>
          <p:spPr>
            <a:xfrm>
              <a:off x="10395359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6" name="pt5856"/>
            <p:cNvSpPr/>
            <p:nvPr/>
          </p:nvSpPr>
          <p:spPr>
            <a:xfrm>
              <a:off x="10769396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7" name="pt5857"/>
            <p:cNvSpPr/>
            <p:nvPr/>
          </p:nvSpPr>
          <p:spPr>
            <a:xfrm>
              <a:off x="10146001" y="109361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8" name="pt5858"/>
            <p:cNvSpPr/>
            <p:nvPr/>
          </p:nvSpPr>
          <p:spPr>
            <a:xfrm>
              <a:off x="10644717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9" name="pt5859"/>
            <p:cNvSpPr/>
            <p:nvPr/>
          </p:nvSpPr>
          <p:spPr>
            <a:xfrm>
              <a:off x="10270680" y="16788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0" name="pt5860"/>
            <p:cNvSpPr/>
            <p:nvPr/>
          </p:nvSpPr>
          <p:spPr>
            <a:xfrm>
              <a:off x="10644717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1" name="pt5861"/>
            <p:cNvSpPr/>
            <p:nvPr/>
          </p:nvSpPr>
          <p:spPr>
            <a:xfrm>
              <a:off x="9647285" y="17763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2" name="pt5862"/>
            <p:cNvSpPr/>
            <p:nvPr/>
          </p:nvSpPr>
          <p:spPr>
            <a:xfrm>
              <a:off x="9896643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3" name="pt5863"/>
            <p:cNvSpPr/>
            <p:nvPr/>
          </p:nvSpPr>
          <p:spPr>
            <a:xfrm>
              <a:off x="10520038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4" name="pt5864"/>
            <p:cNvSpPr/>
            <p:nvPr/>
          </p:nvSpPr>
          <p:spPr>
            <a:xfrm>
              <a:off x="10146001" y="17641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5" name="pt5865"/>
            <p:cNvSpPr/>
            <p:nvPr/>
          </p:nvSpPr>
          <p:spPr>
            <a:xfrm>
              <a:off x="10644717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6" name="pt5866"/>
            <p:cNvSpPr/>
            <p:nvPr/>
          </p:nvSpPr>
          <p:spPr>
            <a:xfrm>
              <a:off x="9397927" y="19226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7" name="pt5867"/>
            <p:cNvSpPr/>
            <p:nvPr/>
          </p:nvSpPr>
          <p:spPr>
            <a:xfrm>
              <a:off x="9397927" y="19714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8" name="pt5868"/>
            <p:cNvSpPr/>
            <p:nvPr/>
          </p:nvSpPr>
          <p:spPr>
            <a:xfrm>
              <a:off x="9397927" y="21055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9" name="pt5869"/>
            <p:cNvSpPr/>
            <p:nvPr/>
          </p:nvSpPr>
          <p:spPr>
            <a:xfrm>
              <a:off x="9397927" y="20933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0" name="pt5870"/>
            <p:cNvSpPr/>
            <p:nvPr/>
          </p:nvSpPr>
          <p:spPr>
            <a:xfrm>
              <a:off x="10395359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1" name="pt5871"/>
            <p:cNvSpPr/>
            <p:nvPr/>
          </p:nvSpPr>
          <p:spPr>
            <a:xfrm>
              <a:off x="9896643" y="152034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2" name="pt5872"/>
            <p:cNvSpPr/>
            <p:nvPr/>
          </p:nvSpPr>
          <p:spPr>
            <a:xfrm>
              <a:off x="10146001" y="121553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3" name="pt5873"/>
            <p:cNvSpPr/>
            <p:nvPr/>
          </p:nvSpPr>
          <p:spPr>
            <a:xfrm>
              <a:off x="10146001" y="177637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4" name="pt5874"/>
            <p:cNvSpPr/>
            <p:nvPr/>
          </p:nvSpPr>
          <p:spPr>
            <a:xfrm>
              <a:off x="10270680" y="139842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5" name="pt5875"/>
            <p:cNvSpPr/>
            <p:nvPr/>
          </p:nvSpPr>
          <p:spPr>
            <a:xfrm>
              <a:off x="9647285" y="1361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6" name="pt5876"/>
            <p:cNvSpPr/>
            <p:nvPr/>
          </p:nvSpPr>
          <p:spPr>
            <a:xfrm>
              <a:off x="9896643" y="19470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7" name="pt5877"/>
            <p:cNvSpPr/>
            <p:nvPr/>
          </p:nvSpPr>
          <p:spPr>
            <a:xfrm>
              <a:off x="9397927" y="1727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8" name="pt5878"/>
            <p:cNvSpPr/>
            <p:nvPr/>
          </p:nvSpPr>
          <p:spPr>
            <a:xfrm>
              <a:off x="9397927" y="16178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9" name="pt5879"/>
            <p:cNvSpPr/>
            <p:nvPr/>
          </p:nvSpPr>
          <p:spPr>
            <a:xfrm>
              <a:off x="10146001" y="1434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0" name="pt5880"/>
            <p:cNvSpPr/>
            <p:nvPr/>
          </p:nvSpPr>
          <p:spPr>
            <a:xfrm>
              <a:off x="9397927" y="21543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1" name="pt5881"/>
            <p:cNvSpPr/>
            <p:nvPr/>
          </p:nvSpPr>
          <p:spPr>
            <a:xfrm>
              <a:off x="9647285" y="100827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2" name="pt5882"/>
            <p:cNvSpPr/>
            <p:nvPr/>
          </p:nvSpPr>
          <p:spPr>
            <a:xfrm>
              <a:off x="11018754" y="99608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3" name="pt5883"/>
            <p:cNvSpPr/>
            <p:nvPr/>
          </p:nvSpPr>
          <p:spPr>
            <a:xfrm>
              <a:off x="9896643" y="114238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4" name="pt5884"/>
            <p:cNvSpPr/>
            <p:nvPr/>
          </p:nvSpPr>
          <p:spPr>
            <a:xfrm>
              <a:off x="10021322" y="11789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5" name="pt5885"/>
            <p:cNvSpPr/>
            <p:nvPr/>
          </p:nvSpPr>
          <p:spPr>
            <a:xfrm>
              <a:off x="10146001" y="130088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6" name="pt5886"/>
            <p:cNvSpPr/>
            <p:nvPr/>
          </p:nvSpPr>
          <p:spPr>
            <a:xfrm>
              <a:off x="9397927" y="21299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7" name="pt5887"/>
            <p:cNvSpPr/>
            <p:nvPr/>
          </p:nvSpPr>
          <p:spPr>
            <a:xfrm>
              <a:off x="10146001" y="1654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8" name="pt5888"/>
            <p:cNvSpPr/>
            <p:nvPr/>
          </p:nvSpPr>
          <p:spPr>
            <a:xfrm>
              <a:off x="10146001" y="1508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9" name="pt5889"/>
            <p:cNvSpPr/>
            <p:nvPr/>
          </p:nvSpPr>
          <p:spPr>
            <a:xfrm>
              <a:off x="9522606" y="1581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0" name="pt5890"/>
            <p:cNvSpPr/>
            <p:nvPr/>
          </p:nvSpPr>
          <p:spPr>
            <a:xfrm>
              <a:off x="9522606" y="16666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1" name="pt5891"/>
            <p:cNvSpPr/>
            <p:nvPr/>
          </p:nvSpPr>
          <p:spPr>
            <a:xfrm>
              <a:off x="9397927" y="21665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2" name="pt5892"/>
            <p:cNvSpPr/>
            <p:nvPr/>
          </p:nvSpPr>
          <p:spPr>
            <a:xfrm>
              <a:off x="9647285" y="1812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3" name="pt5893"/>
            <p:cNvSpPr/>
            <p:nvPr/>
          </p:nvSpPr>
          <p:spPr>
            <a:xfrm>
              <a:off x="9397927" y="206899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4" name="pt5894"/>
            <p:cNvSpPr/>
            <p:nvPr/>
          </p:nvSpPr>
          <p:spPr>
            <a:xfrm>
              <a:off x="9522606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5" name="pt5895"/>
            <p:cNvSpPr/>
            <p:nvPr/>
          </p:nvSpPr>
          <p:spPr>
            <a:xfrm>
              <a:off x="9647285" y="154472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6" name="pt5896"/>
            <p:cNvSpPr/>
            <p:nvPr/>
          </p:nvSpPr>
          <p:spPr>
            <a:xfrm>
              <a:off x="9397927" y="200802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7" name="pt5897"/>
            <p:cNvSpPr/>
            <p:nvPr/>
          </p:nvSpPr>
          <p:spPr>
            <a:xfrm>
              <a:off x="9522606" y="1739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8" name="pg5898"/>
            <p:cNvSpPr/>
            <p:nvPr/>
          </p:nvSpPr>
          <p:spPr>
            <a:xfrm>
              <a:off x="9415978" y="896871"/>
              <a:ext cx="1745506" cy="956158"/>
            </a:xfrm>
            <a:custGeom>
              <a:avLst/>
              <a:pathLst>
                <a:path w="1745506" h="956158">
                  <a:moveTo>
                    <a:pt x="0" y="824876"/>
                  </a:moveTo>
                  <a:lnTo>
                    <a:pt x="22095" y="821458"/>
                  </a:lnTo>
                  <a:lnTo>
                    <a:pt x="44190" y="817703"/>
                  </a:lnTo>
                  <a:lnTo>
                    <a:pt x="66285" y="813600"/>
                  </a:lnTo>
                  <a:lnTo>
                    <a:pt x="88380" y="809143"/>
                  </a:lnTo>
                  <a:lnTo>
                    <a:pt x="110475" y="804326"/>
                  </a:lnTo>
                  <a:lnTo>
                    <a:pt x="132570" y="799148"/>
                  </a:lnTo>
                  <a:lnTo>
                    <a:pt x="154665" y="793610"/>
                  </a:lnTo>
                  <a:lnTo>
                    <a:pt x="176760" y="787721"/>
                  </a:lnTo>
                  <a:lnTo>
                    <a:pt x="198855" y="781494"/>
                  </a:lnTo>
                  <a:lnTo>
                    <a:pt x="220950" y="774949"/>
                  </a:lnTo>
                  <a:lnTo>
                    <a:pt x="243045" y="768109"/>
                  </a:lnTo>
                  <a:lnTo>
                    <a:pt x="265140" y="761002"/>
                  </a:lnTo>
                  <a:lnTo>
                    <a:pt x="287235" y="753659"/>
                  </a:lnTo>
                  <a:lnTo>
                    <a:pt x="309330" y="746112"/>
                  </a:lnTo>
                  <a:lnTo>
                    <a:pt x="331425" y="738392"/>
                  </a:lnTo>
                  <a:lnTo>
                    <a:pt x="353520" y="730530"/>
                  </a:lnTo>
                  <a:lnTo>
                    <a:pt x="375615" y="722554"/>
                  </a:lnTo>
                  <a:lnTo>
                    <a:pt x="397710" y="714489"/>
                  </a:lnTo>
                  <a:lnTo>
                    <a:pt x="419805" y="706358"/>
                  </a:lnTo>
                  <a:lnTo>
                    <a:pt x="441900" y="698181"/>
                  </a:lnTo>
                  <a:lnTo>
                    <a:pt x="463995" y="689976"/>
                  </a:lnTo>
                  <a:lnTo>
                    <a:pt x="486090" y="681755"/>
                  </a:lnTo>
                  <a:lnTo>
                    <a:pt x="508185" y="673530"/>
                  </a:lnTo>
                  <a:lnTo>
                    <a:pt x="530280" y="665312"/>
                  </a:lnTo>
                  <a:lnTo>
                    <a:pt x="552375" y="657106"/>
                  </a:lnTo>
                  <a:lnTo>
                    <a:pt x="574470" y="648918"/>
                  </a:lnTo>
                  <a:lnTo>
                    <a:pt x="596565" y="640751"/>
                  </a:lnTo>
                  <a:lnTo>
                    <a:pt x="618660" y="632605"/>
                  </a:lnTo>
                  <a:lnTo>
                    <a:pt x="640755" y="624481"/>
                  </a:lnTo>
                  <a:lnTo>
                    <a:pt x="662850" y="616376"/>
                  </a:lnTo>
                  <a:lnTo>
                    <a:pt x="684945" y="608286"/>
                  </a:lnTo>
                  <a:lnTo>
                    <a:pt x="707040" y="600205"/>
                  </a:lnTo>
                  <a:lnTo>
                    <a:pt x="729135" y="592124"/>
                  </a:lnTo>
                  <a:lnTo>
                    <a:pt x="751230" y="584036"/>
                  </a:lnTo>
                  <a:lnTo>
                    <a:pt x="773325" y="575927"/>
                  </a:lnTo>
                  <a:lnTo>
                    <a:pt x="795420" y="567785"/>
                  </a:lnTo>
                  <a:lnTo>
                    <a:pt x="817515" y="559593"/>
                  </a:lnTo>
                  <a:lnTo>
                    <a:pt x="839610" y="551333"/>
                  </a:lnTo>
                  <a:lnTo>
                    <a:pt x="861705" y="542986"/>
                  </a:lnTo>
                  <a:lnTo>
                    <a:pt x="883800" y="534529"/>
                  </a:lnTo>
                  <a:lnTo>
                    <a:pt x="905895" y="525939"/>
                  </a:lnTo>
                  <a:lnTo>
                    <a:pt x="927990" y="517192"/>
                  </a:lnTo>
                  <a:lnTo>
                    <a:pt x="950085" y="508262"/>
                  </a:lnTo>
                  <a:lnTo>
                    <a:pt x="972180" y="499124"/>
                  </a:lnTo>
                  <a:lnTo>
                    <a:pt x="994275" y="489754"/>
                  </a:lnTo>
                  <a:lnTo>
                    <a:pt x="1016370" y="480129"/>
                  </a:lnTo>
                  <a:lnTo>
                    <a:pt x="1038465" y="470230"/>
                  </a:lnTo>
                  <a:lnTo>
                    <a:pt x="1060560" y="460040"/>
                  </a:lnTo>
                  <a:lnTo>
                    <a:pt x="1082655" y="449544"/>
                  </a:lnTo>
                  <a:lnTo>
                    <a:pt x="1104750" y="438735"/>
                  </a:lnTo>
                  <a:lnTo>
                    <a:pt x="1126845" y="427604"/>
                  </a:lnTo>
                  <a:lnTo>
                    <a:pt x="1148940" y="416150"/>
                  </a:lnTo>
                  <a:lnTo>
                    <a:pt x="1171035" y="404373"/>
                  </a:lnTo>
                  <a:lnTo>
                    <a:pt x="1193130" y="392273"/>
                  </a:lnTo>
                  <a:lnTo>
                    <a:pt x="1215225" y="379856"/>
                  </a:lnTo>
                  <a:lnTo>
                    <a:pt x="1237320" y="367127"/>
                  </a:lnTo>
                  <a:lnTo>
                    <a:pt x="1259415" y="354090"/>
                  </a:lnTo>
                  <a:lnTo>
                    <a:pt x="1281510" y="340753"/>
                  </a:lnTo>
                  <a:lnTo>
                    <a:pt x="1303605" y="327121"/>
                  </a:lnTo>
                  <a:lnTo>
                    <a:pt x="1325700" y="313202"/>
                  </a:lnTo>
                  <a:lnTo>
                    <a:pt x="1347795" y="299000"/>
                  </a:lnTo>
                  <a:lnTo>
                    <a:pt x="1369890" y="284523"/>
                  </a:lnTo>
                  <a:lnTo>
                    <a:pt x="1391985" y="269775"/>
                  </a:lnTo>
                  <a:lnTo>
                    <a:pt x="1414080" y="254761"/>
                  </a:lnTo>
                  <a:lnTo>
                    <a:pt x="1436175" y="239487"/>
                  </a:lnTo>
                  <a:lnTo>
                    <a:pt x="1458270" y="223955"/>
                  </a:lnTo>
                  <a:lnTo>
                    <a:pt x="1480366" y="208170"/>
                  </a:lnTo>
                  <a:lnTo>
                    <a:pt x="1502461" y="192136"/>
                  </a:lnTo>
                  <a:lnTo>
                    <a:pt x="1524556" y="175855"/>
                  </a:lnTo>
                  <a:lnTo>
                    <a:pt x="1546651" y="159330"/>
                  </a:lnTo>
                  <a:lnTo>
                    <a:pt x="1568746" y="142565"/>
                  </a:lnTo>
                  <a:lnTo>
                    <a:pt x="1590841" y="125561"/>
                  </a:lnTo>
                  <a:lnTo>
                    <a:pt x="1612936" y="108320"/>
                  </a:lnTo>
                  <a:lnTo>
                    <a:pt x="1635031" y="90844"/>
                  </a:lnTo>
                  <a:lnTo>
                    <a:pt x="1657126" y="73135"/>
                  </a:lnTo>
                  <a:lnTo>
                    <a:pt x="1679221" y="55195"/>
                  </a:lnTo>
                  <a:lnTo>
                    <a:pt x="1701316" y="37025"/>
                  </a:lnTo>
                  <a:lnTo>
                    <a:pt x="1723411" y="18626"/>
                  </a:lnTo>
                  <a:lnTo>
                    <a:pt x="1745506" y="0"/>
                  </a:lnTo>
                  <a:lnTo>
                    <a:pt x="1745506" y="453641"/>
                  </a:lnTo>
                  <a:lnTo>
                    <a:pt x="1723411" y="454602"/>
                  </a:lnTo>
                  <a:lnTo>
                    <a:pt x="1701316" y="455721"/>
                  </a:lnTo>
                  <a:lnTo>
                    <a:pt x="1679221" y="456996"/>
                  </a:lnTo>
                  <a:lnTo>
                    <a:pt x="1657126" y="458430"/>
                  </a:lnTo>
                  <a:lnTo>
                    <a:pt x="1635031" y="460024"/>
                  </a:lnTo>
                  <a:lnTo>
                    <a:pt x="1612936" y="461780"/>
                  </a:lnTo>
                  <a:lnTo>
                    <a:pt x="1590841" y="463699"/>
                  </a:lnTo>
                  <a:lnTo>
                    <a:pt x="1568746" y="465783"/>
                  </a:lnTo>
                  <a:lnTo>
                    <a:pt x="1546651" y="468034"/>
                  </a:lnTo>
                  <a:lnTo>
                    <a:pt x="1524556" y="470455"/>
                  </a:lnTo>
                  <a:lnTo>
                    <a:pt x="1502461" y="473049"/>
                  </a:lnTo>
                  <a:lnTo>
                    <a:pt x="1480366" y="475817"/>
                  </a:lnTo>
                  <a:lnTo>
                    <a:pt x="1458270" y="478764"/>
                  </a:lnTo>
                  <a:lnTo>
                    <a:pt x="1436175" y="481892"/>
                  </a:lnTo>
                  <a:lnTo>
                    <a:pt x="1414080" y="485205"/>
                  </a:lnTo>
                  <a:lnTo>
                    <a:pt x="1391985" y="488708"/>
                  </a:lnTo>
                  <a:lnTo>
                    <a:pt x="1369890" y="492406"/>
                  </a:lnTo>
                  <a:lnTo>
                    <a:pt x="1347795" y="496303"/>
                  </a:lnTo>
                  <a:lnTo>
                    <a:pt x="1325700" y="500404"/>
                  </a:lnTo>
                  <a:lnTo>
                    <a:pt x="1303605" y="504716"/>
                  </a:lnTo>
                  <a:lnTo>
                    <a:pt x="1281510" y="509244"/>
                  </a:lnTo>
                  <a:lnTo>
                    <a:pt x="1259415" y="513995"/>
                  </a:lnTo>
                  <a:lnTo>
                    <a:pt x="1237320" y="518975"/>
                  </a:lnTo>
                  <a:lnTo>
                    <a:pt x="1215225" y="524191"/>
                  </a:lnTo>
                  <a:lnTo>
                    <a:pt x="1193130" y="529648"/>
                  </a:lnTo>
                  <a:lnTo>
                    <a:pt x="1171035" y="535351"/>
                  </a:lnTo>
                  <a:lnTo>
                    <a:pt x="1148940" y="541305"/>
                  </a:lnTo>
                  <a:lnTo>
                    <a:pt x="1126845" y="547510"/>
                  </a:lnTo>
                  <a:lnTo>
                    <a:pt x="1104750" y="553968"/>
                  </a:lnTo>
                  <a:lnTo>
                    <a:pt x="1082655" y="560675"/>
                  </a:lnTo>
                  <a:lnTo>
                    <a:pt x="1060560" y="567625"/>
                  </a:lnTo>
                  <a:lnTo>
                    <a:pt x="1038465" y="574809"/>
                  </a:lnTo>
                  <a:lnTo>
                    <a:pt x="1016370" y="582212"/>
                  </a:lnTo>
                  <a:lnTo>
                    <a:pt x="994275" y="589819"/>
                  </a:lnTo>
                  <a:lnTo>
                    <a:pt x="972180" y="597608"/>
                  </a:lnTo>
                  <a:lnTo>
                    <a:pt x="950085" y="605559"/>
                  </a:lnTo>
                  <a:lnTo>
                    <a:pt x="927990" y="613645"/>
                  </a:lnTo>
                  <a:lnTo>
                    <a:pt x="905895" y="621843"/>
                  </a:lnTo>
                  <a:lnTo>
                    <a:pt x="883800" y="630128"/>
                  </a:lnTo>
                  <a:lnTo>
                    <a:pt x="861705" y="638473"/>
                  </a:lnTo>
                  <a:lnTo>
                    <a:pt x="839610" y="646857"/>
                  </a:lnTo>
                  <a:lnTo>
                    <a:pt x="817515" y="655257"/>
                  </a:lnTo>
                  <a:lnTo>
                    <a:pt x="795420" y="663653"/>
                  </a:lnTo>
                  <a:lnTo>
                    <a:pt x="773325" y="672027"/>
                  </a:lnTo>
                  <a:lnTo>
                    <a:pt x="751230" y="680364"/>
                  </a:lnTo>
                  <a:lnTo>
                    <a:pt x="729135" y="688649"/>
                  </a:lnTo>
                  <a:lnTo>
                    <a:pt x="707040" y="696871"/>
                  </a:lnTo>
                  <a:lnTo>
                    <a:pt x="684945" y="705021"/>
                  </a:lnTo>
                  <a:lnTo>
                    <a:pt x="662850" y="713090"/>
                  </a:lnTo>
                  <a:lnTo>
                    <a:pt x="640755" y="721073"/>
                  </a:lnTo>
                  <a:lnTo>
                    <a:pt x="618660" y="728966"/>
                  </a:lnTo>
                  <a:lnTo>
                    <a:pt x="596565" y="736766"/>
                  </a:lnTo>
                  <a:lnTo>
                    <a:pt x="574470" y="744472"/>
                  </a:lnTo>
                  <a:lnTo>
                    <a:pt x="552375" y="752086"/>
                  </a:lnTo>
                  <a:lnTo>
                    <a:pt x="530280" y="759611"/>
                  </a:lnTo>
                  <a:lnTo>
                    <a:pt x="508185" y="767052"/>
                  </a:lnTo>
                  <a:lnTo>
                    <a:pt x="486090" y="774416"/>
                  </a:lnTo>
                  <a:lnTo>
                    <a:pt x="463995" y="781712"/>
                  </a:lnTo>
                  <a:lnTo>
                    <a:pt x="441900" y="788951"/>
                  </a:lnTo>
                  <a:lnTo>
                    <a:pt x="419805" y="796148"/>
                  </a:lnTo>
                  <a:lnTo>
                    <a:pt x="397710" y="803319"/>
                  </a:lnTo>
                  <a:lnTo>
                    <a:pt x="375615" y="810485"/>
                  </a:lnTo>
                  <a:lnTo>
                    <a:pt x="353520" y="817668"/>
                  </a:lnTo>
                  <a:lnTo>
                    <a:pt x="331425" y="824894"/>
                  </a:lnTo>
                  <a:lnTo>
                    <a:pt x="309330" y="832191"/>
                  </a:lnTo>
                  <a:lnTo>
                    <a:pt x="287235" y="839589"/>
                  </a:lnTo>
                  <a:lnTo>
                    <a:pt x="265140" y="847120"/>
                  </a:lnTo>
                  <a:lnTo>
                    <a:pt x="243045" y="854815"/>
                  </a:lnTo>
                  <a:lnTo>
                    <a:pt x="220950" y="862706"/>
                  </a:lnTo>
                  <a:lnTo>
                    <a:pt x="198855" y="870820"/>
                  </a:lnTo>
                  <a:lnTo>
                    <a:pt x="176760" y="879181"/>
                  </a:lnTo>
                  <a:lnTo>
                    <a:pt x="154665" y="887809"/>
                  </a:lnTo>
                  <a:lnTo>
                    <a:pt x="132570" y="896716"/>
                  </a:lnTo>
                  <a:lnTo>
                    <a:pt x="110475" y="905911"/>
                  </a:lnTo>
                  <a:lnTo>
                    <a:pt x="88380" y="915396"/>
                  </a:lnTo>
                  <a:lnTo>
                    <a:pt x="66285" y="925170"/>
                  </a:lnTo>
                  <a:lnTo>
                    <a:pt x="44190" y="935227"/>
                  </a:lnTo>
                  <a:lnTo>
                    <a:pt x="22095" y="945559"/>
                  </a:lnTo>
                  <a:lnTo>
                    <a:pt x="0" y="95615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899" name="pl5899"/>
            <p:cNvSpPr/>
            <p:nvPr/>
          </p:nvSpPr>
          <p:spPr>
            <a:xfrm>
              <a:off x="9415978" y="896871"/>
              <a:ext cx="1745506" cy="824876"/>
            </a:xfrm>
            <a:custGeom>
              <a:avLst/>
              <a:pathLst>
                <a:path w="1745506" h="824876">
                  <a:moveTo>
                    <a:pt x="0" y="824876"/>
                  </a:moveTo>
                  <a:lnTo>
                    <a:pt x="22095" y="821458"/>
                  </a:lnTo>
                  <a:lnTo>
                    <a:pt x="44190" y="817703"/>
                  </a:lnTo>
                  <a:lnTo>
                    <a:pt x="66285" y="813600"/>
                  </a:lnTo>
                  <a:lnTo>
                    <a:pt x="88380" y="809143"/>
                  </a:lnTo>
                  <a:lnTo>
                    <a:pt x="110475" y="804326"/>
                  </a:lnTo>
                  <a:lnTo>
                    <a:pt x="132570" y="799148"/>
                  </a:lnTo>
                  <a:lnTo>
                    <a:pt x="154665" y="793610"/>
                  </a:lnTo>
                  <a:lnTo>
                    <a:pt x="176760" y="787721"/>
                  </a:lnTo>
                  <a:lnTo>
                    <a:pt x="198855" y="781494"/>
                  </a:lnTo>
                  <a:lnTo>
                    <a:pt x="220950" y="774949"/>
                  </a:lnTo>
                  <a:lnTo>
                    <a:pt x="243045" y="768109"/>
                  </a:lnTo>
                  <a:lnTo>
                    <a:pt x="265140" y="761002"/>
                  </a:lnTo>
                  <a:lnTo>
                    <a:pt x="287235" y="753659"/>
                  </a:lnTo>
                  <a:lnTo>
                    <a:pt x="309330" y="746112"/>
                  </a:lnTo>
                  <a:lnTo>
                    <a:pt x="331425" y="738392"/>
                  </a:lnTo>
                  <a:lnTo>
                    <a:pt x="353520" y="730530"/>
                  </a:lnTo>
                  <a:lnTo>
                    <a:pt x="375615" y="722554"/>
                  </a:lnTo>
                  <a:lnTo>
                    <a:pt x="397710" y="714489"/>
                  </a:lnTo>
                  <a:lnTo>
                    <a:pt x="419805" y="706358"/>
                  </a:lnTo>
                  <a:lnTo>
                    <a:pt x="441900" y="698181"/>
                  </a:lnTo>
                  <a:lnTo>
                    <a:pt x="463995" y="689976"/>
                  </a:lnTo>
                  <a:lnTo>
                    <a:pt x="486090" y="681755"/>
                  </a:lnTo>
                  <a:lnTo>
                    <a:pt x="508185" y="673530"/>
                  </a:lnTo>
                  <a:lnTo>
                    <a:pt x="530280" y="665312"/>
                  </a:lnTo>
                  <a:lnTo>
                    <a:pt x="552375" y="657106"/>
                  </a:lnTo>
                  <a:lnTo>
                    <a:pt x="574470" y="648918"/>
                  </a:lnTo>
                  <a:lnTo>
                    <a:pt x="596565" y="640751"/>
                  </a:lnTo>
                  <a:lnTo>
                    <a:pt x="618660" y="632605"/>
                  </a:lnTo>
                  <a:lnTo>
                    <a:pt x="640755" y="624481"/>
                  </a:lnTo>
                  <a:lnTo>
                    <a:pt x="662850" y="616376"/>
                  </a:lnTo>
                  <a:lnTo>
                    <a:pt x="684945" y="608286"/>
                  </a:lnTo>
                  <a:lnTo>
                    <a:pt x="707040" y="600205"/>
                  </a:lnTo>
                  <a:lnTo>
                    <a:pt x="729135" y="592124"/>
                  </a:lnTo>
                  <a:lnTo>
                    <a:pt x="751230" y="584036"/>
                  </a:lnTo>
                  <a:lnTo>
                    <a:pt x="773325" y="575927"/>
                  </a:lnTo>
                  <a:lnTo>
                    <a:pt x="795420" y="567785"/>
                  </a:lnTo>
                  <a:lnTo>
                    <a:pt x="817515" y="559593"/>
                  </a:lnTo>
                  <a:lnTo>
                    <a:pt x="839610" y="551333"/>
                  </a:lnTo>
                  <a:lnTo>
                    <a:pt x="861705" y="542986"/>
                  </a:lnTo>
                  <a:lnTo>
                    <a:pt x="883800" y="534529"/>
                  </a:lnTo>
                  <a:lnTo>
                    <a:pt x="905895" y="525939"/>
                  </a:lnTo>
                  <a:lnTo>
                    <a:pt x="927990" y="517192"/>
                  </a:lnTo>
                  <a:lnTo>
                    <a:pt x="950085" y="508262"/>
                  </a:lnTo>
                  <a:lnTo>
                    <a:pt x="972180" y="499124"/>
                  </a:lnTo>
                  <a:lnTo>
                    <a:pt x="994275" y="489754"/>
                  </a:lnTo>
                  <a:lnTo>
                    <a:pt x="1016370" y="480129"/>
                  </a:lnTo>
                  <a:lnTo>
                    <a:pt x="1038465" y="470230"/>
                  </a:lnTo>
                  <a:lnTo>
                    <a:pt x="1060560" y="460040"/>
                  </a:lnTo>
                  <a:lnTo>
                    <a:pt x="1082655" y="449544"/>
                  </a:lnTo>
                  <a:lnTo>
                    <a:pt x="1104750" y="438735"/>
                  </a:lnTo>
                  <a:lnTo>
                    <a:pt x="1126845" y="427604"/>
                  </a:lnTo>
                  <a:lnTo>
                    <a:pt x="1148940" y="416150"/>
                  </a:lnTo>
                  <a:lnTo>
                    <a:pt x="1171035" y="404373"/>
                  </a:lnTo>
                  <a:lnTo>
                    <a:pt x="1193130" y="392273"/>
                  </a:lnTo>
                  <a:lnTo>
                    <a:pt x="1215225" y="379856"/>
                  </a:lnTo>
                  <a:lnTo>
                    <a:pt x="1237320" y="367127"/>
                  </a:lnTo>
                  <a:lnTo>
                    <a:pt x="1259415" y="354090"/>
                  </a:lnTo>
                  <a:lnTo>
                    <a:pt x="1281510" y="340753"/>
                  </a:lnTo>
                  <a:lnTo>
                    <a:pt x="1303605" y="327121"/>
                  </a:lnTo>
                  <a:lnTo>
                    <a:pt x="1325700" y="313202"/>
                  </a:lnTo>
                  <a:lnTo>
                    <a:pt x="1347795" y="299000"/>
                  </a:lnTo>
                  <a:lnTo>
                    <a:pt x="1369890" y="284523"/>
                  </a:lnTo>
                  <a:lnTo>
                    <a:pt x="1391985" y="269775"/>
                  </a:lnTo>
                  <a:lnTo>
                    <a:pt x="1414080" y="254761"/>
                  </a:lnTo>
                  <a:lnTo>
                    <a:pt x="1436175" y="239487"/>
                  </a:lnTo>
                  <a:lnTo>
                    <a:pt x="1458270" y="223955"/>
                  </a:lnTo>
                  <a:lnTo>
                    <a:pt x="1480366" y="208170"/>
                  </a:lnTo>
                  <a:lnTo>
                    <a:pt x="1502461" y="192136"/>
                  </a:lnTo>
                  <a:lnTo>
                    <a:pt x="1524556" y="175855"/>
                  </a:lnTo>
                  <a:lnTo>
                    <a:pt x="1546651" y="159330"/>
                  </a:lnTo>
                  <a:lnTo>
                    <a:pt x="1568746" y="142565"/>
                  </a:lnTo>
                  <a:lnTo>
                    <a:pt x="1590841" y="125561"/>
                  </a:lnTo>
                  <a:lnTo>
                    <a:pt x="1612936" y="108320"/>
                  </a:lnTo>
                  <a:lnTo>
                    <a:pt x="1635031" y="90844"/>
                  </a:lnTo>
                  <a:lnTo>
                    <a:pt x="1657126" y="73135"/>
                  </a:lnTo>
                  <a:lnTo>
                    <a:pt x="1679221" y="55195"/>
                  </a:lnTo>
                  <a:lnTo>
                    <a:pt x="1701316" y="37025"/>
                  </a:lnTo>
                  <a:lnTo>
                    <a:pt x="1723411" y="18626"/>
                  </a:lnTo>
                  <a:lnTo>
                    <a:pt x="174550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00" name="pl5900"/>
            <p:cNvSpPr/>
            <p:nvPr/>
          </p:nvSpPr>
          <p:spPr>
            <a:xfrm>
              <a:off x="9415978" y="1350513"/>
              <a:ext cx="1745506" cy="502517"/>
            </a:xfrm>
            <a:custGeom>
              <a:avLst/>
              <a:pathLst>
                <a:path w="1745506" h="502517">
                  <a:moveTo>
                    <a:pt x="1745506" y="0"/>
                  </a:moveTo>
                  <a:lnTo>
                    <a:pt x="1723411" y="961"/>
                  </a:lnTo>
                  <a:lnTo>
                    <a:pt x="1701316" y="2079"/>
                  </a:lnTo>
                  <a:lnTo>
                    <a:pt x="1679221" y="3355"/>
                  </a:lnTo>
                  <a:lnTo>
                    <a:pt x="1657126" y="4789"/>
                  </a:lnTo>
                  <a:lnTo>
                    <a:pt x="1635031" y="6383"/>
                  </a:lnTo>
                  <a:lnTo>
                    <a:pt x="1612936" y="8139"/>
                  </a:lnTo>
                  <a:lnTo>
                    <a:pt x="1590841" y="10058"/>
                  </a:lnTo>
                  <a:lnTo>
                    <a:pt x="1568746" y="12142"/>
                  </a:lnTo>
                  <a:lnTo>
                    <a:pt x="1546651" y="14393"/>
                  </a:lnTo>
                  <a:lnTo>
                    <a:pt x="1524556" y="16814"/>
                  </a:lnTo>
                  <a:lnTo>
                    <a:pt x="1502461" y="19408"/>
                  </a:lnTo>
                  <a:lnTo>
                    <a:pt x="1480366" y="22176"/>
                  </a:lnTo>
                  <a:lnTo>
                    <a:pt x="1458270" y="25122"/>
                  </a:lnTo>
                  <a:lnTo>
                    <a:pt x="1436175" y="28251"/>
                  </a:lnTo>
                  <a:lnTo>
                    <a:pt x="1414080" y="31564"/>
                  </a:lnTo>
                  <a:lnTo>
                    <a:pt x="1391985" y="35067"/>
                  </a:lnTo>
                  <a:lnTo>
                    <a:pt x="1369890" y="38765"/>
                  </a:lnTo>
                  <a:lnTo>
                    <a:pt x="1347795" y="42662"/>
                  </a:lnTo>
                  <a:lnTo>
                    <a:pt x="1325700" y="46763"/>
                  </a:lnTo>
                  <a:lnTo>
                    <a:pt x="1303605" y="51075"/>
                  </a:lnTo>
                  <a:lnTo>
                    <a:pt x="1281510" y="55603"/>
                  </a:lnTo>
                  <a:lnTo>
                    <a:pt x="1259415" y="60354"/>
                  </a:lnTo>
                  <a:lnTo>
                    <a:pt x="1237320" y="65334"/>
                  </a:lnTo>
                  <a:lnTo>
                    <a:pt x="1215225" y="70550"/>
                  </a:lnTo>
                  <a:lnTo>
                    <a:pt x="1193130" y="76007"/>
                  </a:lnTo>
                  <a:lnTo>
                    <a:pt x="1171035" y="81710"/>
                  </a:lnTo>
                  <a:lnTo>
                    <a:pt x="1148940" y="87663"/>
                  </a:lnTo>
                  <a:lnTo>
                    <a:pt x="1126845" y="93869"/>
                  </a:lnTo>
                  <a:lnTo>
                    <a:pt x="1104750" y="100327"/>
                  </a:lnTo>
                  <a:lnTo>
                    <a:pt x="1082655" y="107034"/>
                  </a:lnTo>
                  <a:lnTo>
                    <a:pt x="1060560" y="113984"/>
                  </a:lnTo>
                  <a:lnTo>
                    <a:pt x="1038465" y="121168"/>
                  </a:lnTo>
                  <a:lnTo>
                    <a:pt x="1016370" y="128571"/>
                  </a:lnTo>
                  <a:lnTo>
                    <a:pt x="994275" y="136178"/>
                  </a:lnTo>
                  <a:lnTo>
                    <a:pt x="972180" y="143967"/>
                  </a:lnTo>
                  <a:lnTo>
                    <a:pt x="950085" y="151918"/>
                  </a:lnTo>
                  <a:lnTo>
                    <a:pt x="927990" y="160004"/>
                  </a:lnTo>
                  <a:lnTo>
                    <a:pt x="905895" y="168202"/>
                  </a:lnTo>
                  <a:lnTo>
                    <a:pt x="883800" y="176487"/>
                  </a:lnTo>
                  <a:lnTo>
                    <a:pt x="861705" y="184832"/>
                  </a:lnTo>
                  <a:lnTo>
                    <a:pt x="839610" y="193216"/>
                  </a:lnTo>
                  <a:lnTo>
                    <a:pt x="817515" y="201616"/>
                  </a:lnTo>
                  <a:lnTo>
                    <a:pt x="795420" y="210012"/>
                  </a:lnTo>
                  <a:lnTo>
                    <a:pt x="773325" y="218386"/>
                  </a:lnTo>
                  <a:lnTo>
                    <a:pt x="751230" y="226723"/>
                  </a:lnTo>
                  <a:lnTo>
                    <a:pt x="729135" y="235008"/>
                  </a:lnTo>
                  <a:lnTo>
                    <a:pt x="707040" y="243230"/>
                  </a:lnTo>
                  <a:lnTo>
                    <a:pt x="684945" y="251380"/>
                  </a:lnTo>
                  <a:lnTo>
                    <a:pt x="662850" y="259449"/>
                  </a:lnTo>
                  <a:lnTo>
                    <a:pt x="640755" y="267432"/>
                  </a:lnTo>
                  <a:lnTo>
                    <a:pt x="618660" y="275325"/>
                  </a:lnTo>
                  <a:lnTo>
                    <a:pt x="596565" y="283124"/>
                  </a:lnTo>
                  <a:lnTo>
                    <a:pt x="574470" y="290831"/>
                  </a:lnTo>
                  <a:lnTo>
                    <a:pt x="552375" y="298445"/>
                  </a:lnTo>
                  <a:lnTo>
                    <a:pt x="530280" y="305970"/>
                  </a:lnTo>
                  <a:lnTo>
                    <a:pt x="508185" y="313411"/>
                  </a:lnTo>
                  <a:lnTo>
                    <a:pt x="486090" y="320775"/>
                  </a:lnTo>
                  <a:lnTo>
                    <a:pt x="463995" y="328071"/>
                  </a:lnTo>
                  <a:lnTo>
                    <a:pt x="441900" y="335310"/>
                  </a:lnTo>
                  <a:lnTo>
                    <a:pt x="419805" y="342507"/>
                  </a:lnTo>
                  <a:lnTo>
                    <a:pt x="397710" y="349678"/>
                  </a:lnTo>
                  <a:lnTo>
                    <a:pt x="375615" y="356844"/>
                  </a:lnTo>
                  <a:lnTo>
                    <a:pt x="353520" y="364027"/>
                  </a:lnTo>
                  <a:lnTo>
                    <a:pt x="331425" y="371253"/>
                  </a:lnTo>
                  <a:lnTo>
                    <a:pt x="309330" y="378550"/>
                  </a:lnTo>
                  <a:lnTo>
                    <a:pt x="287235" y="385948"/>
                  </a:lnTo>
                  <a:lnTo>
                    <a:pt x="265140" y="393479"/>
                  </a:lnTo>
                  <a:lnTo>
                    <a:pt x="243045" y="401174"/>
                  </a:lnTo>
                  <a:lnTo>
                    <a:pt x="220950" y="409065"/>
                  </a:lnTo>
                  <a:lnTo>
                    <a:pt x="198855" y="417179"/>
                  </a:lnTo>
                  <a:lnTo>
                    <a:pt x="176760" y="425540"/>
                  </a:lnTo>
                  <a:lnTo>
                    <a:pt x="154665" y="434168"/>
                  </a:lnTo>
                  <a:lnTo>
                    <a:pt x="132570" y="443075"/>
                  </a:lnTo>
                  <a:lnTo>
                    <a:pt x="110475" y="452270"/>
                  </a:lnTo>
                  <a:lnTo>
                    <a:pt x="88380" y="461755"/>
                  </a:lnTo>
                  <a:lnTo>
                    <a:pt x="66285" y="471529"/>
                  </a:lnTo>
                  <a:lnTo>
                    <a:pt x="44190" y="481586"/>
                  </a:lnTo>
                  <a:lnTo>
                    <a:pt x="22095" y="491918"/>
                  </a:lnTo>
                  <a:lnTo>
                    <a:pt x="0" y="5025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01" name="pl5901"/>
            <p:cNvSpPr/>
            <p:nvPr/>
          </p:nvSpPr>
          <p:spPr>
            <a:xfrm>
              <a:off x="9415978" y="1123692"/>
              <a:ext cx="1745506" cy="663696"/>
            </a:xfrm>
            <a:custGeom>
              <a:avLst/>
              <a:pathLst>
                <a:path w="1745506" h="663696">
                  <a:moveTo>
                    <a:pt x="0" y="663696"/>
                  </a:moveTo>
                  <a:lnTo>
                    <a:pt x="22095" y="656688"/>
                  </a:lnTo>
                  <a:lnTo>
                    <a:pt x="44190" y="649644"/>
                  </a:lnTo>
                  <a:lnTo>
                    <a:pt x="66285" y="642565"/>
                  </a:lnTo>
                  <a:lnTo>
                    <a:pt x="88380" y="635449"/>
                  </a:lnTo>
                  <a:lnTo>
                    <a:pt x="110475" y="628298"/>
                  </a:lnTo>
                  <a:lnTo>
                    <a:pt x="132570" y="621111"/>
                  </a:lnTo>
                  <a:lnTo>
                    <a:pt x="154665" y="613889"/>
                  </a:lnTo>
                  <a:lnTo>
                    <a:pt x="176760" y="606631"/>
                  </a:lnTo>
                  <a:lnTo>
                    <a:pt x="198855" y="599337"/>
                  </a:lnTo>
                  <a:lnTo>
                    <a:pt x="220950" y="592007"/>
                  </a:lnTo>
                  <a:lnTo>
                    <a:pt x="243045" y="584642"/>
                  </a:lnTo>
                  <a:lnTo>
                    <a:pt x="265140" y="577240"/>
                  </a:lnTo>
                  <a:lnTo>
                    <a:pt x="287235" y="569804"/>
                  </a:lnTo>
                  <a:lnTo>
                    <a:pt x="309330" y="562331"/>
                  </a:lnTo>
                  <a:lnTo>
                    <a:pt x="331425" y="554823"/>
                  </a:lnTo>
                  <a:lnTo>
                    <a:pt x="353520" y="547279"/>
                  </a:lnTo>
                  <a:lnTo>
                    <a:pt x="375615" y="539699"/>
                  </a:lnTo>
                  <a:lnTo>
                    <a:pt x="397710" y="532084"/>
                  </a:lnTo>
                  <a:lnTo>
                    <a:pt x="419805" y="524433"/>
                  </a:lnTo>
                  <a:lnTo>
                    <a:pt x="441900" y="516746"/>
                  </a:lnTo>
                  <a:lnTo>
                    <a:pt x="463995" y="509023"/>
                  </a:lnTo>
                  <a:lnTo>
                    <a:pt x="486090" y="501265"/>
                  </a:lnTo>
                  <a:lnTo>
                    <a:pt x="508185" y="493471"/>
                  </a:lnTo>
                  <a:lnTo>
                    <a:pt x="530280" y="485641"/>
                  </a:lnTo>
                  <a:lnTo>
                    <a:pt x="552375" y="477776"/>
                  </a:lnTo>
                  <a:lnTo>
                    <a:pt x="574470" y="469874"/>
                  </a:lnTo>
                  <a:lnTo>
                    <a:pt x="596565" y="461938"/>
                  </a:lnTo>
                  <a:lnTo>
                    <a:pt x="618660" y="453965"/>
                  </a:lnTo>
                  <a:lnTo>
                    <a:pt x="640755" y="445957"/>
                  </a:lnTo>
                  <a:lnTo>
                    <a:pt x="662850" y="437913"/>
                  </a:lnTo>
                  <a:lnTo>
                    <a:pt x="684945" y="429833"/>
                  </a:lnTo>
                  <a:lnTo>
                    <a:pt x="707040" y="421717"/>
                  </a:lnTo>
                  <a:lnTo>
                    <a:pt x="729135" y="413566"/>
                  </a:lnTo>
                  <a:lnTo>
                    <a:pt x="751230" y="405379"/>
                  </a:lnTo>
                  <a:lnTo>
                    <a:pt x="773325" y="397157"/>
                  </a:lnTo>
                  <a:lnTo>
                    <a:pt x="795420" y="388898"/>
                  </a:lnTo>
                  <a:lnTo>
                    <a:pt x="817515" y="380604"/>
                  </a:lnTo>
                  <a:lnTo>
                    <a:pt x="839610" y="372274"/>
                  </a:lnTo>
                  <a:lnTo>
                    <a:pt x="861705" y="363909"/>
                  </a:lnTo>
                  <a:lnTo>
                    <a:pt x="883800" y="355508"/>
                  </a:lnTo>
                  <a:lnTo>
                    <a:pt x="905895" y="347071"/>
                  </a:lnTo>
                  <a:lnTo>
                    <a:pt x="927990" y="338598"/>
                  </a:lnTo>
                  <a:lnTo>
                    <a:pt x="950085" y="330090"/>
                  </a:lnTo>
                  <a:lnTo>
                    <a:pt x="972180" y="321546"/>
                  </a:lnTo>
                  <a:lnTo>
                    <a:pt x="994275" y="312966"/>
                  </a:lnTo>
                  <a:lnTo>
                    <a:pt x="1016370" y="304350"/>
                  </a:lnTo>
                  <a:lnTo>
                    <a:pt x="1038465" y="295699"/>
                  </a:lnTo>
                  <a:lnTo>
                    <a:pt x="1060560" y="287012"/>
                  </a:lnTo>
                  <a:lnTo>
                    <a:pt x="1082655" y="278289"/>
                  </a:lnTo>
                  <a:lnTo>
                    <a:pt x="1104750" y="269531"/>
                  </a:lnTo>
                  <a:lnTo>
                    <a:pt x="1126845" y="260737"/>
                  </a:lnTo>
                  <a:lnTo>
                    <a:pt x="1148940" y="251907"/>
                  </a:lnTo>
                  <a:lnTo>
                    <a:pt x="1171035" y="243041"/>
                  </a:lnTo>
                  <a:lnTo>
                    <a:pt x="1193130" y="234140"/>
                  </a:lnTo>
                  <a:lnTo>
                    <a:pt x="1215225" y="225203"/>
                  </a:lnTo>
                  <a:lnTo>
                    <a:pt x="1237320" y="216230"/>
                  </a:lnTo>
                  <a:lnTo>
                    <a:pt x="1259415" y="207222"/>
                  </a:lnTo>
                  <a:lnTo>
                    <a:pt x="1281510" y="198178"/>
                  </a:lnTo>
                  <a:lnTo>
                    <a:pt x="1303605" y="189098"/>
                  </a:lnTo>
                  <a:lnTo>
                    <a:pt x="1325700" y="179982"/>
                  </a:lnTo>
                  <a:lnTo>
                    <a:pt x="1347795" y="170831"/>
                  </a:lnTo>
                  <a:lnTo>
                    <a:pt x="1369890" y="161644"/>
                  </a:lnTo>
                  <a:lnTo>
                    <a:pt x="1391985" y="152421"/>
                  </a:lnTo>
                  <a:lnTo>
                    <a:pt x="1414080" y="143163"/>
                  </a:lnTo>
                  <a:lnTo>
                    <a:pt x="1436175" y="133869"/>
                  </a:lnTo>
                  <a:lnTo>
                    <a:pt x="1458270" y="124539"/>
                  </a:lnTo>
                  <a:lnTo>
                    <a:pt x="1480366" y="115173"/>
                  </a:lnTo>
                  <a:lnTo>
                    <a:pt x="1502461" y="105772"/>
                  </a:lnTo>
                  <a:lnTo>
                    <a:pt x="1524556" y="96335"/>
                  </a:lnTo>
                  <a:lnTo>
                    <a:pt x="1546651" y="86862"/>
                  </a:lnTo>
                  <a:lnTo>
                    <a:pt x="1568746" y="77353"/>
                  </a:lnTo>
                  <a:lnTo>
                    <a:pt x="1590841" y="67809"/>
                  </a:lnTo>
                  <a:lnTo>
                    <a:pt x="1612936" y="58229"/>
                  </a:lnTo>
                  <a:lnTo>
                    <a:pt x="1635031" y="48614"/>
                  </a:lnTo>
                  <a:lnTo>
                    <a:pt x="1657126" y="38962"/>
                  </a:lnTo>
                  <a:lnTo>
                    <a:pt x="1679221" y="29275"/>
                  </a:lnTo>
                  <a:lnTo>
                    <a:pt x="1701316" y="19552"/>
                  </a:lnTo>
                  <a:lnTo>
                    <a:pt x="1723411" y="9794"/>
                  </a:lnTo>
                  <a:lnTo>
                    <a:pt x="1745506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2" name="pg5902"/>
            <p:cNvSpPr/>
            <p:nvPr/>
          </p:nvSpPr>
          <p:spPr>
            <a:xfrm>
              <a:off x="9415978" y="1123452"/>
              <a:ext cx="1620827" cy="345712"/>
            </a:xfrm>
            <a:custGeom>
              <a:avLst/>
              <a:pathLst>
                <a:path w="1620827" h="345712">
                  <a:moveTo>
                    <a:pt x="0" y="268145"/>
                  </a:moveTo>
                  <a:lnTo>
                    <a:pt x="20516" y="265019"/>
                  </a:lnTo>
                  <a:lnTo>
                    <a:pt x="41033" y="261822"/>
                  </a:lnTo>
                  <a:lnTo>
                    <a:pt x="61550" y="258550"/>
                  </a:lnTo>
                  <a:lnTo>
                    <a:pt x="82067" y="255199"/>
                  </a:lnTo>
                  <a:lnTo>
                    <a:pt x="102583" y="251766"/>
                  </a:lnTo>
                  <a:lnTo>
                    <a:pt x="123100" y="248248"/>
                  </a:lnTo>
                  <a:lnTo>
                    <a:pt x="143617" y="244643"/>
                  </a:lnTo>
                  <a:lnTo>
                    <a:pt x="164134" y="240952"/>
                  </a:lnTo>
                  <a:lnTo>
                    <a:pt x="184651" y="237175"/>
                  </a:lnTo>
                  <a:lnTo>
                    <a:pt x="205167" y="233318"/>
                  </a:lnTo>
                  <a:lnTo>
                    <a:pt x="225684" y="229387"/>
                  </a:lnTo>
                  <a:lnTo>
                    <a:pt x="246201" y="225390"/>
                  </a:lnTo>
                  <a:lnTo>
                    <a:pt x="266718" y="221340"/>
                  </a:lnTo>
                  <a:lnTo>
                    <a:pt x="287235" y="217248"/>
                  </a:lnTo>
                  <a:lnTo>
                    <a:pt x="307751" y="213129"/>
                  </a:lnTo>
                  <a:lnTo>
                    <a:pt x="328268" y="208998"/>
                  </a:lnTo>
                  <a:lnTo>
                    <a:pt x="348785" y="204868"/>
                  </a:lnTo>
                  <a:lnTo>
                    <a:pt x="369302" y="200755"/>
                  </a:lnTo>
                  <a:lnTo>
                    <a:pt x="389819" y="196672"/>
                  </a:lnTo>
                  <a:lnTo>
                    <a:pt x="410335" y="192631"/>
                  </a:lnTo>
                  <a:lnTo>
                    <a:pt x="430852" y="188643"/>
                  </a:lnTo>
                  <a:lnTo>
                    <a:pt x="451369" y="184717"/>
                  </a:lnTo>
                  <a:lnTo>
                    <a:pt x="471886" y="180862"/>
                  </a:lnTo>
                  <a:lnTo>
                    <a:pt x="492403" y="177085"/>
                  </a:lnTo>
                  <a:lnTo>
                    <a:pt x="512919" y="173391"/>
                  </a:lnTo>
                  <a:lnTo>
                    <a:pt x="533436" y="169786"/>
                  </a:lnTo>
                  <a:lnTo>
                    <a:pt x="553953" y="166272"/>
                  </a:lnTo>
                  <a:lnTo>
                    <a:pt x="574470" y="162852"/>
                  </a:lnTo>
                  <a:lnTo>
                    <a:pt x="594987" y="159526"/>
                  </a:lnTo>
                  <a:lnTo>
                    <a:pt x="615503" y="156297"/>
                  </a:lnTo>
                  <a:lnTo>
                    <a:pt x="636020" y="153161"/>
                  </a:lnTo>
                  <a:lnTo>
                    <a:pt x="656537" y="150119"/>
                  </a:lnTo>
                  <a:lnTo>
                    <a:pt x="677054" y="147167"/>
                  </a:lnTo>
                  <a:lnTo>
                    <a:pt x="697571" y="144301"/>
                  </a:lnTo>
                  <a:lnTo>
                    <a:pt x="718087" y="141518"/>
                  </a:lnTo>
                  <a:lnTo>
                    <a:pt x="738604" y="138811"/>
                  </a:lnTo>
                  <a:lnTo>
                    <a:pt x="759121" y="136174"/>
                  </a:lnTo>
                  <a:lnTo>
                    <a:pt x="779638" y="133598"/>
                  </a:lnTo>
                  <a:lnTo>
                    <a:pt x="800155" y="131074"/>
                  </a:lnTo>
                  <a:lnTo>
                    <a:pt x="820671" y="128593"/>
                  </a:lnTo>
                  <a:lnTo>
                    <a:pt x="841188" y="126144"/>
                  </a:lnTo>
                  <a:lnTo>
                    <a:pt x="861705" y="123714"/>
                  </a:lnTo>
                  <a:lnTo>
                    <a:pt x="882222" y="121292"/>
                  </a:lnTo>
                  <a:lnTo>
                    <a:pt x="902739" y="118864"/>
                  </a:lnTo>
                  <a:lnTo>
                    <a:pt x="923255" y="116419"/>
                  </a:lnTo>
                  <a:lnTo>
                    <a:pt x="943772" y="113944"/>
                  </a:lnTo>
                  <a:lnTo>
                    <a:pt x="964289" y="111429"/>
                  </a:lnTo>
                  <a:lnTo>
                    <a:pt x="984806" y="108862"/>
                  </a:lnTo>
                  <a:lnTo>
                    <a:pt x="1005323" y="106237"/>
                  </a:lnTo>
                  <a:lnTo>
                    <a:pt x="1025839" y="103546"/>
                  </a:lnTo>
                  <a:lnTo>
                    <a:pt x="1046356" y="100785"/>
                  </a:lnTo>
                  <a:lnTo>
                    <a:pt x="1066873" y="97952"/>
                  </a:lnTo>
                  <a:lnTo>
                    <a:pt x="1087390" y="95043"/>
                  </a:lnTo>
                  <a:lnTo>
                    <a:pt x="1107907" y="92060"/>
                  </a:lnTo>
                  <a:lnTo>
                    <a:pt x="1128423" y="89004"/>
                  </a:lnTo>
                  <a:lnTo>
                    <a:pt x="1148940" y="85875"/>
                  </a:lnTo>
                  <a:lnTo>
                    <a:pt x="1169457" y="82678"/>
                  </a:lnTo>
                  <a:lnTo>
                    <a:pt x="1189974" y="79414"/>
                  </a:lnTo>
                  <a:lnTo>
                    <a:pt x="1210491" y="76087"/>
                  </a:lnTo>
                  <a:lnTo>
                    <a:pt x="1231007" y="72700"/>
                  </a:lnTo>
                  <a:lnTo>
                    <a:pt x="1251524" y="69255"/>
                  </a:lnTo>
                  <a:lnTo>
                    <a:pt x="1272041" y="65756"/>
                  </a:lnTo>
                  <a:lnTo>
                    <a:pt x="1292558" y="62206"/>
                  </a:lnTo>
                  <a:lnTo>
                    <a:pt x="1313075" y="58607"/>
                  </a:lnTo>
                  <a:lnTo>
                    <a:pt x="1333591" y="54961"/>
                  </a:lnTo>
                  <a:lnTo>
                    <a:pt x="1354108" y="51272"/>
                  </a:lnTo>
                  <a:lnTo>
                    <a:pt x="1374625" y="47540"/>
                  </a:lnTo>
                  <a:lnTo>
                    <a:pt x="1395142" y="43768"/>
                  </a:lnTo>
                  <a:lnTo>
                    <a:pt x="1415659" y="39957"/>
                  </a:lnTo>
                  <a:lnTo>
                    <a:pt x="1436175" y="36109"/>
                  </a:lnTo>
                  <a:lnTo>
                    <a:pt x="1456692" y="32225"/>
                  </a:lnTo>
                  <a:lnTo>
                    <a:pt x="1477209" y="28307"/>
                  </a:lnTo>
                  <a:lnTo>
                    <a:pt x="1497726" y="24356"/>
                  </a:lnTo>
                  <a:lnTo>
                    <a:pt x="1518243" y="20372"/>
                  </a:lnTo>
                  <a:lnTo>
                    <a:pt x="1538759" y="16357"/>
                  </a:lnTo>
                  <a:lnTo>
                    <a:pt x="1559276" y="12312"/>
                  </a:lnTo>
                  <a:lnTo>
                    <a:pt x="1579793" y="8237"/>
                  </a:lnTo>
                  <a:lnTo>
                    <a:pt x="1600310" y="4132"/>
                  </a:lnTo>
                  <a:lnTo>
                    <a:pt x="1620827" y="0"/>
                  </a:lnTo>
                  <a:lnTo>
                    <a:pt x="1620827" y="223884"/>
                  </a:lnTo>
                  <a:lnTo>
                    <a:pt x="1600310" y="219142"/>
                  </a:lnTo>
                  <a:lnTo>
                    <a:pt x="1579793" y="214571"/>
                  </a:lnTo>
                  <a:lnTo>
                    <a:pt x="1559276" y="210172"/>
                  </a:lnTo>
                  <a:lnTo>
                    <a:pt x="1538759" y="205944"/>
                  </a:lnTo>
                  <a:lnTo>
                    <a:pt x="1518243" y="201889"/>
                  </a:lnTo>
                  <a:lnTo>
                    <a:pt x="1497726" y="198008"/>
                  </a:lnTo>
                  <a:lnTo>
                    <a:pt x="1477209" y="194301"/>
                  </a:lnTo>
                  <a:lnTo>
                    <a:pt x="1456692" y="190769"/>
                  </a:lnTo>
                  <a:lnTo>
                    <a:pt x="1436175" y="187415"/>
                  </a:lnTo>
                  <a:lnTo>
                    <a:pt x="1415659" y="184238"/>
                  </a:lnTo>
                  <a:lnTo>
                    <a:pt x="1395142" y="181240"/>
                  </a:lnTo>
                  <a:lnTo>
                    <a:pt x="1374625" y="178423"/>
                  </a:lnTo>
                  <a:lnTo>
                    <a:pt x="1354108" y="175788"/>
                  </a:lnTo>
                  <a:lnTo>
                    <a:pt x="1333591" y="173338"/>
                  </a:lnTo>
                  <a:lnTo>
                    <a:pt x="1313075" y="171075"/>
                  </a:lnTo>
                  <a:lnTo>
                    <a:pt x="1292558" y="168999"/>
                  </a:lnTo>
                  <a:lnTo>
                    <a:pt x="1272041" y="167115"/>
                  </a:lnTo>
                  <a:lnTo>
                    <a:pt x="1251524" y="165425"/>
                  </a:lnTo>
                  <a:lnTo>
                    <a:pt x="1231007" y="163931"/>
                  </a:lnTo>
                  <a:lnTo>
                    <a:pt x="1210491" y="162636"/>
                  </a:lnTo>
                  <a:lnTo>
                    <a:pt x="1189974" y="161544"/>
                  </a:lnTo>
                  <a:lnTo>
                    <a:pt x="1169457" y="160658"/>
                  </a:lnTo>
                  <a:lnTo>
                    <a:pt x="1148940" y="159979"/>
                  </a:lnTo>
                  <a:lnTo>
                    <a:pt x="1128423" y="159513"/>
                  </a:lnTo>
                  <a:lnTo>
                    <a:pt x="1107907" y="159260"/>
                  </a:lnTo>
                  <a:lnTo>
                    <a:pt x="1087390" y="159223"/>
                  </a:lnTo>
                  <a:lnTo>
                    <a:pt x="1066873" y="159402"/>
                  </a:lnTo>
                  <a:lnTo>
                    <a:pt x="1046356" y="159799"/>
                  </a:lnTo>
                  <a:lnTo>
                    <a:pt x="1025839" y="160410"/>
                  </a:lnTo>
                  <a:lnTo>
                    <a:pt x="1005323" y="161234"/>
                  </a:lnTo>
                  <a:lnTo>
                    <a:pt x="984806" y="162265"/>
                  </a:lnTo>
                  <a:lnTo>
                    <a:pt x="964289" y="163498"/>
                  </a:lnTo>
                  <a:lnTo>
                    <a:pt x="943772" y="164923"/>
                  </a:lnTo>
                  <a:lnTo>
                    <a:pt x="923255" y="166532"/>
                  </a:lnTo>
                  <a:lnTo>
                    <a:pt x="902739" y="168312"/>
                  </a:lnTo>
                  <a:lnTo>
                    <a:pt x="882222" y="170252"/>
                  </a:lnTo>
                  <a:lnTo>
                    <a:pt x="861705" y="172340"/>
                  </a:lnTo>
                  <a:lnTo>
                    <a:pt x="841188" y="174562"/>
                  </a:lnTo>
                  <a:lnTo>
                    <a:pt x="820671" y="176907"/>
                  </a:lnTo>
                  <a:lnTo>
                    <a:pt x="800155" y="179362"/>
                  </a:lnTo>
                  <a:lnTo>
                    <a:pt x="779638" y="181917"/>
                  </a:lnTo>
                  <a:lnTo>
                    <a:pt x="759121" y="184562"/>
                  </a:lnTo>
                  <a:lnTo>
                    <a:pt x="738604" y="187288"/>
                  </a:lnTo>
                  <a:lnTo>
                    <a:pt x="718087" y="190086"/>
                  </a:lnTo>
                  <a:lnTo>
                    <a:pt x="697571" y="192950"/>
                  </a:lnTo>
                  <a:lnTo>
                    <a:pt x="677054" y="195874"/>
                  </a:lnTo>
                  <a:lnTo>
                    <a:pt x="656537" y="198853"/>
                  </a:lnTo>
                  <a:lnTo>
                    <a:pt x="636020" y="201885"/>
                  </a:lnTo>
                  <a:lnTo>
                    <a:pt x="615503" y="204966"/>
                  </a:lnTo>
                  <a:lnTo>
                    <a:pt x="594987" y="208094"/>
                  </a:lnTo>
                  <a:lnTo>
                    <a:pt x="574470" y="211269"/>
                  </a:lnTo>
                  <a:lnTo>
                    <a:pt x="553953" y="214491"/>
                  </a:lnTo>
                  <a:lnTo>
                    <a:pt x="533436" y="217762"/>
                  </a:lnTo>
                  <a:lnTo>
                    <a:pt x="512919" y="221083"/>
                  </a:lnTo>
                  <a:lnTo>
                    <a:pt x="492403" y="224459"/>
                  </a:lnTo>
                  <a:lnTo>
                    <a:pt x="471886" y="227893"/>
                  </a:lnTo>
                  <a:lnTo>
                    <a:pt x="451369" y="231392"/>
                  </a:lnTo>
                  <a:lnTo>
                    <a:pt x="430852" y="234962"/>
                  </a:lnTo>
                  <a:lnTo>
                    <a:pt x="410335" y="238611"/>
                  </a:lnTo>
                  <a:lnTo>
                    <a:pt x="389819" y="242350"/>
                  </a:lnTo>
                  <a:lnTo>
                    <a:pt x="369302" y="246189"/>
                  </a:lnTo>
                  <a:lnTo>
                    <a:pt x="348785" y="250140"/>
                  </a:lnTo>
                  <a:lnTo>
                    <a:pt x="328268" y="254217"/>
                  </a:lnTo>
                  <a:lnTo>
                    <a:pt x="307751" y="258435"/>
                  </a:lnTo>
                  <a:lnTo>
                    <a:pt x="287235" y="262807"/>
                  </a:lnTo>
                  <a:lnTo>
                    <a:pt x="266718" y="267348"/>
                  </a:lnTo>
                  <a:lnTo>
                    <a:pt x="246201" y="272073"/>
                  </a:lnTo>
                  <a:lnTo>
                    <a:pt x="225684" y="276994"/>
                  </a:lnTo>
                  <a:lnTo>
                    <a:pt x="205167" y="282122"/>
                  </a:lnTo>
                  <a:lnTo>
                    <a:pt x="184651" y="287467"/>
                  </a:lnTo>
                  <a:lnTo>
                    <a:pt x="164134" y="293034"/>
                  </a:lnTo>
                  <a:lnTo>
                    <a:pt x="143617" y="298829"/>
                  </a:lnTo>
                  <a:lnTo>
                    <a:pt x="123100" y="304852"/>
                  </a:lnTo>
                  <a:lnTo>
                    <a:pt x="102583" y="311105"/>
                  </a:lnTo>
                  <a:lnTo>
                    <a:pt x="82067" y="317585"/>
                  </a:lnTo>
                  <a:lnTo>
                    <a:pt x="61550" y="324289"/>
                  </a:lnTo>
                  <a:lnTo>
                    <a:pt x="41033" y="331214"/>
                  </a:lnTo>
                  <a:lnTo>
                    <a:pt x="20516" y="338357"/>
                  </a:lnTo>
                  <a:lnTo>
                    <a:pt x="0" y="34571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5903" name="pl5903"/>
            <p:cNvSpPr/>
            <p:nvPr/>
          </p:nvSpPr>
          <p:spPr>
            <a:xfrm>
              <a:off x="9415978" y="1123452"/>
              <a:ext cx="1620827" cy="268145"/>
            </a:xfrm>
            <a:custGeom>
              <a:avLst/>
              <a:pathLst>
                <a:path w="1620827" h="268145">
                  <a:moveTo>
                    <a:pt x="0" y="268145"/>
                  </a:moveTo>
                  <a:lnTo>
                    <a:pt x="20516" y="265019"/>
                  </a:lnTo>
                  <a:lnTo>
                    <a:pt x="41033" y="261822"/>
                  </a:lnTo>
                  <a:lnTo>
                    <a:pt x="61550" y="258550"/>
                  </a:lnTo>
                  <a:lnTo>
                    <a:pt x="82067" y="255199"/>
                  </a:lnTo>
                  <a:lnTo>
                    <a:pt x="102583" y="251766"/>
                  </a:lnTo>
                  <a:lnTo>
                    <a:pt x="123100" y="248248"/>
                  </a:lnTo>
                  <a:lnTo>
                    <a:pt x="143617" y="244643"/>
                  </a:lnTo>
                  <a:lnTo>
                    <a:pt x="164134" y="240952"/>
                  </a:lnTo>
                  <a:lnTo>
                    <a:pt x="184651" y="237175"/>
                  </a:lnTo>
                  <a:lnTo>
                    <a:pt x="205167" y="233318"/>
                  </a:lnTo>
                  <a:lnTo>
                    <a:pt x="225684" y="229387"/>
                  </a:lnTo>
                  <a:lnTo>
                    <a:pt x="246201" y="225390"/>
                  </a:lnTo>
                  <a:lnTo>
                    <a:pt x="266718" y="221340"/>
                  </a:lnTo>
                  <a:lnTo>
                    <a:pt x="287235" y="217248"/>
                  </a:lnTo>
                  <a:lnTo>
                    <a:pt x="307751" y="213129"/>
                  </a:lnTo>
                  <a:lnTo>
                    <a:pt x="328268" y="208998"/>
                  </a:lnTo>
                  <a:lnTo>
                    <a:pt x="348785" y="204868"/>
                  </a:lnTo>
                  <a:lnTo>
                    <a:pt x="369302" y="200755"/>
                  </a:lnTo>
                  <a:lnTo>
                    <a:pt x="389819" y="196672"/>
                  </a:lnTo>
                  <a:lnTo>
                    <a:pt x="410335" y="192631"/>
                  </a:lnTo>
                  <a:lnTo>
                    <a:pt x="430852" y="188643"/>
                  </a:lnTo>
                  <a:lnTo>
                    <a:pt x="451369" y="184717"/>
                  </a:lnTo>
                  <a:lnTo>
                    <a:pt x="471886" y="180862"/>
                  </a:lnTo>
                  <a:lnTo>
                    <a:pt x="492403" y="177085"/>
                  </a:lnTo>
                  <a:lnTo>
                    <a:pt x="512919" y="173391"/>
                  </a:lnTo>
                  <a:lnTo>
                    <a:pt x="533436" y="169786"/>
                  </a:lnTo>
                  <a:lnTo>
                    <a:pt x="553953" y="166272"/>
                  </a:lnTo>
                  <a:lnTo>
                    <a:pt x="574470" y="162852"/>
                  </a:lnTo>
                  <a:lnTo>
                    <a:pt x="594987" y="159526"/>
                  </a:lnTo>
                  <a:lnTo>
                    <a:pt x="615503" y="156297"/>
                  </a:lnTo>
                  <a:lnTo>
                    <a:pt x="636020" y="153161"/>
                  </a:lnTo>
                  <a:lnTo>
                    <a:pt x="656537" y="150119"/>
                  </a:lnTo>
                  <a:lnTo>
                    <a:pt x="677054" y="147167"/>
                  </a:lnTo>
                  <a:lnTo>
                    <a:pt x="697571" y="144301"/>
                  </a:lnTo>
                  <a:lnTo>
                    <a:pt x="718087" y="141518"/>
                  </a:lnTo>
                  <a:lnTo>
                    <a:pt x="738604" y="138811"/>
                  </a:lnTo>
                  <a:lnTo>
                    <a:pt x="759121" y="136174"/>
                  </a:lnTo>
                  <a:lnTo>
                    <a:pt x="779638" y="133598"/>
                  </a:lnTo>
                  <a:lnTo>
                    <a:pt x="800155" y="131074"/>
                  </a:lnTo>
                  <a:lnTo>
                    <a:pt x="820671" y="128593"/>
                  </a:lnTo>
                  <a:lnTo>
                    <a:pt x="841188" y="126144"/>
                  </a:lnTo>
                  <a:lnTo>
                    <a:pt x="861705" y="123714"/>
                  </a:lnTo>
                  <a:lnTo>
                    <a:pt x="882222" y="121292"/>
                  </a:lnTo>
                  <a:lnTo>
                    <a:pt x="902739" y="118864"/>
                  </a:lnTo>
                  <a:lnTo>
                    <a:pt x="923255" y="116419"/>
                  </a:lnTo>
                  <a:lnTo>
                    <a:pt x="943772" y="113944"/>
                  </a:lnTo>
                  <a:lnTo>
                    <a:pt x="964289" y="111429"/>
                  </a:lnTo>
                  <a:lnTo>
                    <a:pt x="984806" y="108862"/>
                  </a:lnTo>
                  <a:lnTo>
                    <a:pt x="1005323" y="106237"/>
                  </a:lnTo>
                  <a:lnTo>
                    <a:pt x="1025839" y="103546"/>
                  </a:lnTo>
                  <a:lnTo>
                    <a:pt x="1046356" y="100785"/>
                  </a:lnTo>
                  <a:lnTo>
                    <a:pt x="1066873" y="97952"/>
                  </a:lnTo>
                  <a:lnTo>
                    <a:pt x="1087390" y="95043"/>
                  </a:lnTo>
                  <a:lnTo>
                    <a:pt x="1107907" y="92060"/>
                  </a:lnTo>
                  <a:lnTo>
                    <a:pt x="1128423" y="89004"/>
                  </a:lnTo>
                  <a:lnTo>
                    <a:pt x="1148940" y="85875"/>
                  </a:lnTo>
                  <a:lnTo>
                    <a:pt x="1169457" y="82678"/>
                  </a:lnTo>
                  <a:lnTo>
                    <a:pt x="1189974" y="79414"/>
                  </a:lnTo>
                  <a:lnTo>
                    <a:pt x="1210491" y="76087"/>
                  </a:lnTo>
                  <a:lnTo>
                    <a:pt x="1231007" y="72700"/>
                  </a:lnTo>
                  <a:lnTo>
                    <a:pt x="1251524" y="69255"/>
                  </a:lnTo>
                  <a:lnTo>
                    <a:pt x="1272041" y="65756"/>
                  </a:lnTo>
                  <a:lnTo>
                    <a:pt x="1292558" y="62206"/>
                  </a:lnTo>
                  <a:lnTo>
                    <a:pt x="1313075" y="58607"/>
                  </a:lnTo>
                  <a:lnTo>
                    <a:pt x="1333591" y="54961"/>
                  </a:lnTo>
                  <a:lnTo>
                    <a:pt x="1354108" y="51272"/>
                  </a:lnTo>
                  <a:lnTo>
                    <a:pt x="1374625" y="47540"/>
                  </a:lnTo>
                  <a:lnTo>
                    <a:pt x="1395142" y="43768"/>
                  </a:lnTo>
                  <a:lnTo>
                    <a:pt x="1415659" y="39957"/>
                  </a:lnTo>
                  <a:lnTo>
                    <a:pt x="1436175" y="36109"/>
                  </a:lnTo>
                  <a:lnTo>
                    <a:pt x="1456692" y="32225"/>
                  </a:lnTo>
                  <a:lnTo>
                    <a:pt x="1477209" y="28307"/>
                  </a:lnTo>
                  <a:lnTo>
                    <a:pt x="1497726" y="24356"/>
                  </a:lnTo>
                  <a:lnTo>
                    <a:pt x="1518243" y="20372"/>
                  </a:lnTo>
                  <a:lnTo>
                    <a:pt x="1538759" y="16357"/>
                  </a:lnTo>
                  <a:lnTo>
                    <a:pt x="1559276" y="12312"/>
                  </a:lnTo>
                  <a:lnTo>
                    <a:pt x="1579793" y="8237"/>
                  </a:lnTo>
                  <a:lnTo>
                    <a:pt x="1600310" y="4132"/>
                  </a:lnTo>
                  <a:lnTo>
                    <a:pt x="162082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04" name="pl5904"/>
            <p:cNvSpPr/>
            <p:nvPr/>
          </p:nvSpPr>
          <p:spPr>
            <a:xfrm>
              <a:off x="9415978" y="1282675"/>
              <a:ext cx="1620827" cy="186488"/>
            </a:xfrm>
            <a:custGeom>
              <a:avLst/>
              <a:pathLst>
                <a:path w="1620827" h="186488">
                  <a:moveTo>
                    <a:pt x="1620827" y="64661"/>
                  </a:moveTo>
                  <a:lnTo>
                    <a:pt x="1600310" y="59919"/>
                  </a:lnTo>
                  <a:lnTo>
                    <a:pt x="1579793" y="55348"/>
                  </a:lnTo>
                  <a:lnTo>
                    <a:pt x="1559276" y="50949"/>
                  </a:lnTo>
                  <a:lnTo>
                    <a:pt x="1538759" y="46721"/>
                  </a:lnTo>
                  <a:lnTo>
                    <a:pt x="1518243" y="42666"/>
                  </a:lnTo>
                  <a:lnTo>
                    <a:pt x="1497726" y="38785"/>
                  </a:lnTo>
                  <a:lnTo>
                    <a:pt x="1477209" y="35078"/>
                  </a:lnTo>
                  <a:lnTo>
                    <a:pt x="1456692" y="31546"/>
                  </a:lnTo>
                  <a:lnTo>
                    <a:pt x="1436175" y="28191"/>
                  </a:lnTo>
                  <a:lnTo>
                    <a:pt x="1415659" y="25014"/>
                  </a:lnTo>
                  <a:lnTo>
                    <a:pt x="1395142" y="22017"/>
                  </a:lnTo>
                  <a:lnTo>
                    <a:pt x="1374625" y="19200"/>
                  </a:lnTo>
                  <a:lnTo>
                    <a:pt x="1354108" y="16565"/>
                  </a:lnTo>
                  <a:lnTo>
                    <a:pt x="1333591" y="14115"/>
                  </a:lnTo>
                  <a:lnTo>
                    <a:pt x="1313075" y="11851"/>
                  </a:lnTo>
                  <a:lnTo>
                    <a:pt x="1292558" y="9776"/>
                  </a:lnTo>
                  <a:lnTo>
                    <a:pt x="1272041" y="7892"/>
                  </a:lnTo>
                  <a:lnTo>
                    <a:pt x="1251524" y="6202"/>
                  </a:lnTo>
                  <a:lnTo>
                    <a:pt x="1231007" y="4708"/>
                  </a:lnTo>
                  <a:lnTo>
                    <a:pt x="1210491" y="3413"/>
                  </a:lnTo>
                  <a:lnTo>
                    <a:pt x="1189974" y="2321"/>
                  </a:lnTo>
                  <a:lnTo>
                    <a:pt x="1169457" y="1434"/>
                  </a:lnTo>
                  <a:lnTo>
                    <a:pt x="1148940" y="756"/>
                  </a:lnTo>
                  <a:lnTo>
                    <a:pt x="1128423" y="290"/>
                  </a:lnTo>
                  <a:lnTo>
                    <a:pt x="1107907" y="37"/>
                  </a:lnTo>
                  <a:lnTo>
                    <a:pt x="1087390" y="0"/>
                  </a:lnTo>
                  <a:lnTo>
                    <a:pt x="1066873" y="179"/>
                  </a:lnTo>
                  <a:lnTo>
                    <a:pt x="1046356" y="575"/>
                  </a:lnTo>
                  <a:lnTo>
                    <a:pt x="1025839" y="1187"/>
                  </a:lnTo>
                  <a:lnTo>
                    <a:pt x="1005323" y="2011"/>
                  </a:lnTo>
                  <a:lnTo>
                    <a:pt x="984806" y="3042"/>
                  </a:lnTo>
                  <a:lnTo>
                    <a:pt x="964289" y="4275"/>
                  </a:lnTo>
                  <a:lnTo>
                    <a:pt x="943772" y="5700"/>
                  </a:lnTo>
                  <a:lnTo>
                    <a:pt x="923255" y="7309"/>
                  </a:lnTo>
                  <a:lnTo>
                    <a:pt x="902739" y="9089"/>
                  </a:lnTo>
                  <a:lnTo>
                    <a:pt x="882222" y="11029"/>
                  </a:lnTo>
                  <a:lnTo>
                    <a:pt x="861705" y="13117"/>
                  </a:lnTo>
                  <a:lnTo>
                    <a:pt x="841188" y="15339"/>
                  </a:lnTo>
                  <a:lnTo>
                    <a:pt x="820671" y="17684"/>
                  </a:lnTo>
                  <a:lnTo>
                    <a:pt x="800155" y="20139"/>
                  </a:lnTo>
                  <a:lnTo>
                    <a:pt x="779638" y="22694"/>
                  </a:lnTo>
                  <a:lnTo>
                    <a:pt x="759121" y="25339"/>
                  </a:lnTo>
                  <a:lnTo>
                    <a:pt x="738604" y="28064"/>
                  </a:lnTo>
                  <a:lnTo>
                    <a:pt x="718087" y="30862"/>
                  </a:lnTo>
                  <a:lnTo>
                    <a:pt x="697571" y="33726"/>
                  </a:lnTo>
                  <a:lnTo>
                    <a:pt x="677054" y="36651"/>
                  </a:lnTo>
                  <a:lnTo>
                    <a:pt x="656537" y="39630"/>
                  </a:lnTo>
                  <a:lnTo>
                    <a:pt x="636020" y="42662"/>
                  </a:lnTo>
                  <a:lnTo>
                    <a:pt x="615503" y="45742"/>
                  </a:lnTo>
                  <a:lnTo>
                    <a:pt x="594987" y="48871"/>
                  </a:lnTo>
                  <a:lnTo>
                    <a:pt x="574470" y="52046"/>
                  </a:lnTo>
                  <a:lnTo>
                    <a:pt x="553953" y="55268"/>
                  </a:lnTo>
                  <a:lnTo>
                    <a:pt x="533436" y="58539"/>
                  </a:lnTo>
                  <a:lnTo>
                    <a:pt x="512919" y="61860"/>
                  </a:lnTo>
                  <a:lnTo>
                    <a:pt x="492403" y="65236"/>
                  </a:lnTo>
                  <a:lnTo>
                    <a:pt x="471886" y="68670"/>
                  </a:lnTo>
                  <a:lnTo>
                    <a:pt x="451369" y="72169"/>
                  </a:lnTo>
                  <a:lnTo>
                    <a:pt x="430852" y="75738"/>
                  </a:lnTo>
                  <a:lnTo>
                    <a:pt x="410335" y="79388"/>
                  </a:lnTo>
                  <a:lnTo>
                    <a:pt x="389819" y="83127"/>
                  </a:lnTo>
                  <a:lnTo>
                    <a:pt x="369302" y="86966"/>
                  </a:lnTo>
                  <a:lnTo>
                    <a:pt x="348785" y="90917"/>
                  </a:lnTo>
                  <a:lnTo>
                    <a:pt x="328268" y="94994"/>
                  </a:lnTo>
                  <a:lnTo>
                    <a:pt x="307751" y="99212"/>
                  </a:lnTo>
                  <a:lnTo>
                    <a:pt x="287235" y="103584"/>
                  </a:lnTo>
                  <a:lnTo>
                    <a:pt x="266718" y="108125"/>
                  </a:lnTo>
                  <a:lnTo>
                    <a:pt x="246201" y="112850"/>
                  </a:lnTo>
                  <a:lnTo>
                    <a:pt x="225684" y="117771"/>
                  </a:lnTo>
                  <a:lnTo>
                    <a:pt x="205167" y="122899"/>
                  </a:lnTo>
                  <a:lnTo>
                    <a:pt x="184651" y="128244"/>
                  </a:lnTo>
                  <a:lnTo>
                    <a:pt x="164134" y="133811"/>
                  </a:lnTo>
                  <a:lnTo>
                    <a:pt x="143617" y="139606"/>
                  </a:lnTo>
                  <a:lnTo>
                    <a:pt x="123100" y="145629"/>
                  </a:lnTo>
                  <a:lnTo>
                    <a:pt x="102583" y="151882"/>
                  </a:lnTo>
                  <a:lnTo>
                    <a:pt x="82067" y="158361"/>
                  </a:lnTo>
                  <a:lnTo>
                    <a:pt x="61550" y="165066"/>
                  </a:lnTo>
                  <a:lnTo>
                    <a:pt x="41033" y="171991"/>
                  </a:lnTo>
                  <a:lnTo>
                    <a:pt x="20516" y="179133"/>
                  </a:lnTo>
                  <a:lnTo>
                    <a:pt x="0" y="1864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05" name="pl5905"/>
            <p:cNvSpPr/>
            <p:nvPr/>
          </p:nvSpPr>
          <p:spPr>
            <a:xfrm>
              <a:off x="9415978" y="1234583"/>
              <a:ext cx="1620827" cy="195797"/>
            </a:xfrm>
            <a:custGeom>
              <a:avLst/>
              <a:pathLst>
                <a:path w="1620827" h="195797">
                  <a:moveTo>
                    <a:pt x="0" y="195797"/>
                  </a:moveTo>
                  <a:lnTo>
                    <a:pt x="20516" y="190556"/>
                  </a:lnTo>
                  <a:lnTo>
                    <a:pt x="41033" y="185387"/>
                  </a:lnTo>
                  <a:lnTo>
                    <a:pt x="61550" y="180288"/>
                  </a:lnTo>
                  <a:lnTo>
                    <a:pt x="82067" y="175261"/>
                  </a:lnTo>
                  <a:lnTo>
                    <a:pt x="102583" y="170304"/>
                  </a:lnTo>
                  <a:lnTo>
                    <a:pt x="123100" y="165419"/>
                  </a:lnTo>
                  <a:lnTo>
                    <a:pt x="143617" y="160605"/>
                  </a:lnTo>
                  <a:lnTo>
                    <a:pt x="164134" y="155862"/>
                  </a:lnTo>
                  <a:lnTo>
                    <a:pt x="184651" y="151190"/>
                  </a:lnTo>
                  <a:lnTo>
                    <a:pt x="205167" y="146589"/>
                  </a:lnTo>
                  <a:lnTo>
                    <a:pt x="225684" y="142059"/>
                  </a:lnTo>
                  <a:lnTo>
                    <a:pt x="246201" y="137600"/>
                  </a:lnTo>
                  <a:lnTo>
                    <a:pt x="266718" y="133213"/>
                  </a:lnTo>
                  <a:lnTo>
                    <a:pt x="287235" y="128896"/>
                  </a:lnTo>
                  <a:lnTo>
                    <a:pt x="307751" y="124651"/>
                  </a:lnTo>
                  <a:lnTo>
                    <a:pt x="328268" y="120476"/>
                  </a:lnTo>
                  <a:lnTo>
                    <a:pt x="348785" y="116373"/>
                  </a:lnTo>
                  <a:lnTo>
                    <a:pt x="369302" y="112341"/>
                  </a:lnTo>
                  <a:lnTo>
                    <a:pt x="389819" y="108380"/>
                  </a:lnTo>
                  <a:lnTo>
                    <a:pt x="410335" y="104490"/>
                  </a:lnTo>
                  <a:lnTo>
                    <a:pt x="430852" y="100671"/>
                  </a:lnTo>
                  <a:lnTo>
                    <a:pt x="451369" y="96923"/>
                  </a:lnTo>
                  <a:lnTo>
                    <a:pt x="471886" y="93246"/>
                  </a:lnTo>
                  <a:lnTo>
                    <a:pt x="492403" y="89641"/>
                  </a:lnTo>
                  <a:lnTo>
                    <a:pt x="512919" y="86106"/>
                  </a:lnTo>
                  <a:lnTo>
                    <a:pt x="533436" y="82643"/>
                  </a:lnTo>
                  <a:lnTo>
                    <a:pt x="553953" y="79250"/>
                  </a:lnTo>
                  <a:lnTo>
                    <a:pt x="574470" y="75929"/>
                  </a:lnTo>
                  <a:lnTo>
                    <a:pt x="594987" y="72679"/>
                  </a:lnTo>
                  <a:lnTo>
                    <a:pt x="615503" y="69500"/>
                  </a:lnTo>
                  <a:lnTo>
                    <a:pt x="636020" y="66392"/>
                  </a:lnTo>
                  <a:lnTo>
                    <a:pt x="656537" y="63355"/>
                  </a:lnTo>
                  <a:lnTo>
                    <a:pt x="677054" y="60389"/>
                  </a:lnTo>
                  <a:lnTo>
                    <a:pt x="697571" y="57494"/>
                  </a:lnTo>
                  <a:lnTo>
                    <a:pt x="718087" y="54671"/>
                  </a:lnTo>
                  <a:lnTo>
                    <a:pt x="738604" y="51918"/>
                  </a:lnTo>
                  <a:lnTo>
                    <a:pt x="759121" y="49237"/>
                  </a:lnTo>
                  <a:lnTo>
                    <a:pt x="779638" y="46626"/>
                  </a:lnTo>
                  <a:lnTo>
                    <a:pt x="800155" y="44087"/>
                  </a:lnTo>
                  <a:lnTo>
                    <a:pt x="820671" y="41619"/>
                  </a:lnTo>
                  <a:lnTo>
                    <a:pt x="841188" y="39222"/>
                  </a:lnTo>
                  <a:lnTo>
                    <a:pt x="861705" y="36896"/>
                  </a:lnTo>
                  <a:lnTo>
                    <a:pt x="882222" y="34641"/>
                  </a:lnTo>
                  <a:lnTo>
                    <a:pt x="902739" y="32457"/>
                  </a:lnTo>
                  <a:lnTo>
                    <a:pt x="923255" y="30344"/>
                  </a:lnTo>
                  <a:lnTo>
                    <a:pt x="943772" y="28303"/>
                  </a:lnTo>
                  <a:lnTo>
                    <a:pt x="964289" y="26332"/>
                  </a:lnTo>
                  <a:lnTo>
                    <a:pt x="984806" y="24433"/>
                  </a:lnTo>
                  <a:lnTo>
                    <a:pt x="1005323" y="22604"/>
                  </a:lnTo>
                  <a:lnTo>
                    <a:pt x="1025839" y="20847"/>
                  </a:lnTo>
                  <a:lnTo>
                    <a:pt x="1046356" y="19161"/>
                  </a:lnTo>
                  <a:lnTo>
                    <a:pt x="1066873" y="17546"/>
                  </a:lnTo>
                  <a:lnTo>
                    <a:pt x="1087390" y="16002"/>
                  </a:lnTo>
                  <a:lnTo>
                    <a:pt x="1107907" y="14529"/>
                  </a:lnTo>
                  <a:lnTo>
                    <a:pt x="1128423" y="13127"/>
                  </a:lnTo>
                  <a:lnTo>
                    <a:pt x="1148940" y="11796"/>
                  </a:lnTo>
                  <a:lnTo>
                    <a:pt x="1169457" y="10537"/>
                  </a:lnTo>
                  <a:lnTo>
                    <a:pt x="1189974" y="9348"/>
                  </a:lnTo>
                  <a:lnTo>
                    <a:pt x="1210491" y="8231"/>
                  </a:lnTo>
                  <a:lnTo>
                    <a:pt x="1231007" y="7184"/>
                  </a:lnTo>
                  <a:lnTo>
                    <a:pt x="1251524" y="6209"/>
                  </a:lnTo>
                  <a:lnTo>
                    <a:pt x="1272041" y="5305"/>
                  </a:lnTo>
                  <a:lnTo>
                    <a:pt x="1292558" y="4472"/>
                  </a:lnTo>
                  <a:lnTo>
                    <a:pt x="1313075" y="3710"/>
                  </a:lnTo>
                  <a:lnTo>
                    <a:pt x="1333591" y="3019"/>
                  </a:lnTo>
                  <a:lnTo>
                    <a:pt x="1354108" y="2399"/>
                  </a:lnTo>
                  <a:lnTo>
                    <a:pt x="1374625" y="1850"/>
                  </a:lnTo>
                  <a:lnTo>
                    <a:pt x="1395142" y="1372"/>
                  </a:lnTo>
                  <a:lnTo>
                    <a:pt x="1415659" y="966"/>
                  </a:lnTo>
                  <a:lnTo>
                    <a:pt x="1436175" y="630"/>
                  </a:lnTo>
                  <a:lnTo>
                    <a:pt x="1456692" y="366"/>
                  </a:lnTo>
                  <a:lnTo>
                    <a:pt x="1477209" y="173"/>
                  </a:lnTo>
                  <a:lnTo>
                    <a:pt x="1497726" y="51"/>
                  </a:lnTo>
                  <a:lnTo>
                    <a:pt x="1518243" y="0"/>
                  </a:lnTo>
                  <a:lnTo>
                    <a:pt x="1538759" y="19"/>
                  </a:lnTo>
                  <a:lnTo>
                    <a:pt x="1559276" y="111"/>
                  </a:lnTo>
                  <a:lnTo>
                    <a:pt x="1579793" y="273"/>
                  </a:lnTo>
                  <a:lnTo>
                    <a:pt x="1600310" y="506"/>
                  </a:lnTo>
                  <a:lnTo>
                    <a:pt x="1620827" y="81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6" name="tx5906"/>
            <p:cNvSpPr/>
            <p:nvPr/>
          </p:nvSpPr>
          <p:spPr>
            <a:xfrm>
              <a:off x="9424705" y="52715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5907" name="tx5907"/>
            <p:cNvSpPr/>
            <p:nvPr/>
          </p:nvSpPr>
          <p:spPr>
            <a:xfrm>
              <a:off x="9498452" y="50227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908" name="tx5908"/>
            <p:cNvSpPr/>
            <p:nvPr/>
          </p:nvSpPr>
          <p:spPr>
            <a:xfrm>
              <a:off x="9533061" y="59079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909" name="tx5909"/>
            <p:cNvSpPr/>
            <p:nvPr/>
          </p:nvSpPr>
          <p:spPr>
            <a:xfrm>
              <a:off x="9557413" y="56418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5910" name="tx5910"/>
            <p:cNvSpPr/>
            <p:nvPr/>
          </p:nvSpPr>
          <p:spPr>
            <a:xfrm>
              <a:off x="9609329" y="59079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911" name="tx5911"/>
            <p:cNvSpPr/>
            <p:nvPr/>
          </p:nvSpPr>
          <p:spPr>
            <a:xfrm>
              <a:off x="9633681" y="52581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0.22</a:t>
              </a:r>
            </a:p>
          </p:txBody>
        </p:sp>
        <p:sp>
          <p:nvSpPr>
            <p:cNvPr id="5912" name="tx5912"/>
            <p:cNvSpPr/>
            <p:nvPr/>
          </p:nvSpPr>
          <p:spPr>
            <a:xfrm>
              <a:off x="9424705" y="620148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5913" name="tx5913"/>
            <p:cNvSpPr/>
            <p:nvPr/>
          </p:nvSpPr>
          <p:spPr>
            <a:xfrm>
              <a:off x="9498452" y="59526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914" name="tx5914"/>
            <p:cNvSpPr/>
            <p:nvPr/>
          </p:nvSpPr>
          <p:spPr>
            <a:xfrm>
              <a:off x="9533061" y="6837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915" name="tx5915"/>
            <p:cNvSpPr/>
            <p:nvPr/>
          </p:nvSpPr>
          <p:spPr>
            <a:xfrm>
              <a:off x="9557413" y="65717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5916" name="tx5916"/>
            <p:cNvSpPr/>
            <p:nvPr/>
          </p:nvSpPr>
          <p:spPr>
            <a:xfrm>
              <a:off x="9609329" y="68378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917" name="tx5917"/>
            <p:cNvSpPr/>
            <p:nvPr/>
          </p:nvSpPr>
          <p:spPr>
            <a:xfrm>
              <a:off x="9633681" y="618803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5918" name="pl5918"/>
            <p:cNvSpPr/>
            <p:nvPr/>
          </p:nvSpPr>
          <p:spPr>
            <a:xfrm>
              <a:off x="9328703" y="410731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9" name="pl5919"/>
            <p:cNvSpPr/>
            <p:nvPr/>
          </p:nvSpPr>
          <p:spPr>
            <a:xfrm>
              <a:off x="9328703" y="374155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0" name="pl5920"/>
            <p:cNvSpPr/>
            <p:nvPr/>
          </p:nvSpPr>
          <p:spPr>
            <a:xfrm>
              <a:off x="9328703" y="337578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1" name="pl5921"/>
            <p:cNvSpPr/>
            <p:nvPr/>
          </p:nvSpPr>
          <p:spPr>
            <a:xfrm>
              <a:off x="9328703" y="301002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2" name="pl5922"/>
            <p:cNvSpPr/>
            <p:nvPr/>
          </p:nvSpPr>
          <p:spPr>
            <a:xfrm>
              <a:off x="9328703" y="264425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3" name="pl5923"/>
            <p:cNvSpPr/>
            <p:nvPr/>
          </p:nvSpPr>
          <p:spPr>
            <a:xfrm>
              <a:off x="9706896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4" name="pl5924"/>
            <p:cNvSpPr/>
            <p:nvPr/>
          </p:nvSpPr>
          <p:spPr>
            <a:xfrm>
              <a:off x="10288731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5" name="pl5925"/>
            <p:cNvSpPr/>
            <p:nvPr/>
          </p:nvSpPr>
          <p:spPr>
            <a:xfrm>
              <a:off x="10870566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6" name="pl5926"/>
            <p:cNvSpPr/>
            <p:nvPr/>
          </p:nvSpPr>
          <p:spPr>
            <a:xfrm>
              <a:off x="9328703" y="4290198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7" name="pl5927"/>
            <p:cNvSpPr/>
            <p:nvPr/>
          </p:nvSpPr>
          <p:spPr>
            <a:xfrm>
              <a:off x="9328703" y="3924433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8" name="pl5928"/>
            <p:cNvSpPr/>
            <p:nvPr/>
          </p:nvSpPr>
          <p:spPr>
            <a:xfrm>
              <a:off x="9328703" y="355866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9" name="pl5929"/>
            <p:cNvSpPr/>
            <p:nvPr/>
          </p:nvSpPr>
          <p:spPr>
            <a:xfrm>
              <a:off x="9328703" y="3192904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0" name="pl5930"/>
            <p:cNvSpPr/>
            <p:nvPr/>
          </p:nvSpPr>
          <p:spPr>
            <a:xfrm>
              <a:off x="9328703" y="282713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1" name="pl5931"/>
            <p:cNvSpPr/>
            <p:nvPr/>
          </p:nvSpPr>
          <p:spPr>
            <a:xfrm>
              <a:off x="9415978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2" name="pl5932"/>
            <p:cNvSpPr/>
            <p:nvPr/>
          </p:nvSpPr>
          <p:spPr>
            <a:xfrm>
              <a:off x="9997813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3" name="pl5933"/>
            <p:cNvSpPr/>
            <p:nvPr/>
          </p:nvSpPr>
          <p:spPr>
            <a:xfrm>
              <a:off x="10579649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4" name="pl5934"/>
            <p:cNvSpPr/>
            <p:nvPr/>
          </p:nvSpPr>
          <p:spPr>
            <a:xfrm>
              <a:off x="11161484" y="251489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5" name="pt5935"/>
            <p:cNvSpPr/>
            <p:nvPr/>
          </p:nvSpPr>
          <p:spPr>
            <a:xfrm>
              <a:off x="9979763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6" name="pt5936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7" name="pt5937"/>
            <p:cNvSpPr/>
            <p:nvPr/>
          </p:nvSpPr>
          <p:spPr>
            <a:xfrm>
              <a:off x="9979763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8" name="pt5938"/>
            <p:cNvSpPr/>
            <p:nvPr/>
          </p:nvSpPr>
          <p:spPr>
            <a:xfrm>
              <a:off x="9979763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9" name="pt5939"/>
            <p:cNvSpPr/>
            <p:nvPr/>
          </p:nvSpPr>
          <p:spPr>
            <a:xfrm>
              <a:off x="9688845" y="334554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0" name="pt5940"/>
            <p:cNvSpPr/>
            <p:nvPr/>
          </p:nvSpPr>
          <p:spPr>
            <a:xfrm>
              <a:off x="9979763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1" name="pt5941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2" name="pt5942"/>
            <p:cNvSpPr/>
            <p:nvPr/>
          </p:nvSpPr>
          <p:spPr>
            <a:xfrm>
              <a:off x="9979763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3" name="pt5943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4" name="pt5944"/>
            <p:cNvSpPr/>
            <p:nvPr/>
          </p:nvSpPr>
          <p:spPr>
            <a:xfrm>
              <a:off x="9688845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5" name="pt5945"/>
            <p:cNvSpPr/>
            <p:nvPr/>
          </p:nvSpPr>
          <p:spPr>
            <a:xfrm>
              <a:off x="939792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6" name="pt5946"/>
            <p:cNvSpPr/>
            <p:nvPr/>
          </p:nvSpPr>
          <p:spPr>
            <a:xfrm>
              <a:off x="9979763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7" name="pt5947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8" name="pt5948"/>
            <p:cNvSpPr/>
            <p:nvPr/>
          </p:nvSpPr>
          <p:spPr>
            <a:xfrm>
              <a:off x="9688845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9" name="pt5949"/>
            <p:cNvSpPr/>
            <p:nvPr/>
          </p:nvSpPr>
          <p:spPr>
            <a:xfrm>
              <a:off x="9979763" y="3638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0" name="pt5950"/>
            <p:cNvSpPr/>
            <p:nvPr/>
          </p:nvSpPr>
          <p:spPr>
            <a:xfrm>
              <a:off x="9397927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1" name="pt5951"/>
            <p:cNvSpPr/>
            <p:nvPr/>
          </p:nvSpPr>
          <p:spPr>
            <a:xfrm>
              <a:off x="9397927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2" name="pt5952"/>
            <p:cNvSpPr/>
            <p:nvPr/>
          </p:nvSpPr>
          <p:spPr>
            <a:xfrm>
              <a:off x="968884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3" name="pt5953"/>
            <p:cNvSpPr/>
            <p:nvPr/>
          </p:nvSpPr>
          <p:spPr>
            <a:xfrm>
              <a:off x="9979763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4" name="pt5954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5" name="pt5955"/>
            <p:cNvSpPr/>
            <p:nvPr/>
          </p:nvSpPr>
          <p:spPr>
            <a:xfrm>
              <a:off x="9979763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6" name="pt5956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7" name="pt5957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8" name="pt5958"/>
            <p:cNvSpPr/>
            <p:nvPr/>
          </p:nvSpPr>
          <p:spPr>
            <a:xfrm>
              <a:off x="9688845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9" name="pt5959"/>
            <p:cNvSpPr/>
            <p:nvPr/>
          </p:nvSpPr>
          <p:spPr>
            <a:xfrm>
              <a:off x="9979763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0" name="pt5960"/>
            <p:cNvSpPr/>
            <p:nvPr/>
          </p:nvSpPr>
          <p:spPr>
            <a:xfrm>
              <a:off x="9979763" y="3796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1" name="pt5961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2" name="pt5962"/>
            <p:cNvSpPr/>
            <p:nvPr/>
          </p:nvSpPr>
          <p:spPr>
            <a:xfrm>
              <a:off x="9979763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3" name="pt5963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4" name="pt5964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5" name="pt5965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6" name="pt5966"/>
            <p:cNvSpPr/>
            <p:nvPr/>
          </p:nvSpPr>
          <p:spPr>
            <a:xfrm>
              <a:off x="968884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7" name="pt5967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8" name="pt5968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9" name="pt5969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0" name="pt5970"/>
            <p:cNvSpPr/>
            <p:nvPr/>
          </p:nvSpPr>
          <p:spPr>
            <a:xfrm>
              <a:off x="9688845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1" name="pt5971"/>
            <p:cNvSpPr/>
            <p:nvPr/>
          </p:nvSpPr>
          <p:spPr>
            <a:xfrm>
              <a:off x="9397927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2" name="pt5972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3" name="pt5973"/>
            <p:cNvSpPr/>
            <p:nvPr/>
          </p:nvSpPr>
          <p:spPr>
            <a:xfrm>
              <a:off x="9979763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4" name="pt5974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5" name="pt5975"/>
            <p:cNvSpPr/>
            <p:nvPr/>
          </p:nvSpPr>
          <p:spPr>
            <a:xfrm>
              <a:off x="9688845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6" name="pt5976"/>
            <p:cNvSpPr/>
            <p:nvPr/>
          </p:nvSpPr>
          <p:spPr>
            <a:xfrm>
              <a:off x="10561598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7" name="pt5977"/>
            <p:cNvSpPr/>
            <p:nvPr/>
          </p:nvSpPr>
          <p:spPr>
            <a:xfrm>
              <a:off x="9688845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8" name="pt5978"/>
            <p:cNvSpPr/>
            <p:nvPr/>
          </p:nvSpPr>
          <p:spPr>
            <a:xfrm>
              <a:off x="9688845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9" name="pt5979"/>
            <p:cNvSpPr/>
            <p:nvPr/>
          </p:nvSpPr>
          <p:spPr>
            <a:xfrm>
              <a:off x="9397927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0" name="pt5980"/>
            <p:cNvSpPr/>
            <p:nvPr/>
          </p:nvSpPr>
          <p:spPr>
            <a:xfrm>
              <a:off x="9397927" y="39307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1" name="pt5981"/>
            <p:cNvSpPr/>
            <p:nvPr/>
          </p:nvSpPr>
          <p:spPr>
            <a:xfrm>
              <a:off x="9397927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2" name="pt5982"/>
            <p:cNvSpPr/>
            <p:nvPr/>
          </p:nvSpPr>
          <p:spPr>
            <a:xfrm>
              <a:off x="9397927" y="42477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3" name="pt5983"/>
            <p:cNvSpPr/>
            <p:nvPr/>
          </p:nvSpPr>
          <p:spPr>
            <a:xfrm>
              <a:off x="9688845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4" name="pt5984"/>
            <p:cNvSpPr/>
            <p:nvPr/>
          </p:nvSpPr>
          <p:spPr>
            <a:xfrm>
              <a:off x="9397927" y="3674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5" name="pt5985"/>
            <p:cNvSpPr/>
            <p:nvPr/>
          </p:nvSpPr>
          <p:spPr>
            <a:xfrm>
              <a:off x="9397927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6" name="pt5986"/>
            <p:cNvSpPr/>
            <p:nvPr/>
          </p:nvSpPr>
          <p:spPr>
            <a:xfrm>
              <a:off x="968884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7" name="pt5987"/>
            <p:cNvSpPr/>
            <p:nvPr/>
          </p:nvSpPr>
          <p:spPr>
            <a:xfrm>
              <a:off x="9397927" y="42233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8" name="pt5988"/>
            <p:cNvSpPr/>
            <p:nvPr/>
          </p:nvSpPr>
          <p:spPr>
            <a:xfrm>
              <a:off x="9688845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9" name="pt5989"/>
            <p:cNvSpPr/>
            <p:nvPr/>
          </p:nvSpPr>
          <p:spPr>
            <a:xfrm>
              <a:off x="9397927" y="41989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0" name="pt5990"/>
            <p:cNvSpPr/>
            <p:nvPr/>
          </p:nvSpPr>
          <p:spPr>
            <a:xfrm>
              <a:off x="9397927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1" name="pt5991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2" name="pt5992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3" name="pt5993"/>
            <p:cNvSpPr/>
            <p:nvPr/>
          </p:nvSpPr>
          <p:spPr>
            <a:xfrm>
              <a:off x="9688845" y="3955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4" name="pt5994"/>
            <p:cNvSpPr/>
            <p:nvPr/>
          </p:nvSpPr>
          <p:spPr>
            <a:xfrm>
              <a:off x="9397927" y="39551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5" name="pt5995"/>
            <p:cNvSpPr/>
            <p:nvPr/>
          </p:nvSpPr>
          <p:spPr>
            <a:xfrm>
              <a:off x="9397927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6" name="pt5996"/>
            <p:cNvSpPr/>
            <p:nvPr/>
          </p:nvSpPr>
          <p:spPr>
            <a:xfrm>
              <a:off x="9688845" y="36625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7" name="pt5997"/>
            <p:cNvSpPr/>
            <p:nvPr/>
          </p:nvSpPr>
          <p:spPr>
            <a:xfrm>
              <a:off x="9397927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8" name="pt5998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9" name="pt5999"/>
            <p:cNvSpPr/>
            <p:nvPr/>
          </p:nvSpPr>
          <p:spPr>
            <a:xfrm>
              <a:off x="10270680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0" name="pt6000"/>
            <p:cNvSpPr/>
            <p:nvPr/>
          </p:nvSpPr>
          <p:spPr>
            <a:xfrm>
              <a:off x="9979763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1" name="pt6001"/>
            <p:cNvSpPr/>
            <p:nvPr/>
          </p:nvSpPr>
          <p:spPr>
            <a:xfrm>
              <a:off x="10270680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2" name="pt6002"/>
            <p:cNvSpPr/>
            <p:nvPr/>
          </p:nvSpPr>
          <p:spPr>
            <a:xfrm>
              <a:off x="10561598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3" name="pt6003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4" name="pt6004"/>
            <p:cNvSpPr/>
            <p:nvPr/>
          </p:nvSpPr>
          <p:spPr>
            <a:xfrm>
              <a:off x="10561598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5" name="pt6005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6" name="pt6006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7" name="pt6007"/>
            <p:cNvSpPr/>
            <p:nvPr/>
          </p:nvSpPr>
          <p:spPr>
            <a:xfrm>
              <a:off x="10270680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8" name="pt6008"/>
            <p:cNvSpPr/>
            <p:nvPr/>
          </p:nvSpPr>
          <p:spPr>
            <a:xfrm>
              <a:off x="9979763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9" name="pt6009"/>
            <p:cNvSpPr/>
            <p:nvPr/>
          </p:nvSpPr>
          <p:spPr>
            <a:xfrm>
              <a:off x="9979763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0" name="pt6010"/>
            <p:cNvSpPr/>
            <p:nvPr/>
          </p:nvSpPr>
          <p:spPr>
            <a:xfrm>
              <a:off x="9688845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1" name="pt6011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2" name="pt6012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3" name="pt6013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4" name="pt6014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5" name="pt6015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6" name="pt6016"/>
            <p:cNvSpPr/>
            <p:nvPr/>
          </p:nvSpPr>
          <p:spPr>
            <a:xfrm>
              <a:off x="9979763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7" name="pt6017"/>
            <p:cNvSpPr/>
            <p:nvPr/>
          </p:nvSpPr>
          <p:spPr>
            <a:xfrm>
              <a:off x="10270680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8" name="pt6018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9" name="pt6019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0" name="pt6020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1" name="pt6021"/>
            <p:cNvSpPr/>
            <p:nvPr/>
          </p:nvSpPr>
          <p:spPr>
            <a:xfrm>
              <a:off x="968884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2" name="pt6022"/>
            <p:cNvSpPr/>
            <p:nvPr/>
          </p:nvSpPr>
          <p:spPr>
            <a:xfrm>
              <a:off x="9979763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3" name="pt6023"/>
            <p:cNvSpPr/>
            <p:nvPr/>
          </p:nvSpPr>
          <p:spPr>
            <a:xfrm>
              <a:off x="10270680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4" name="pt6024"/>
            <p:cNvSpPr/>
            <p:nvPr/>
          </p:nvSpPr>
          <p:spPr>
            <a:xfrm>
              <a:off x="9688845" y="31992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5" name="pt6025"/>
            <p:cNvSpPr/>
            <p:nvPr/>
          </p:nvSpPr>
          <p:spPr>
            <a:xfrm>
              <a:off x="9397927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6" name="pt6026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7" name="pt6027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8" name="pt6028"/>
            <p:cNvSpPr/>
            <p:nvPr/>
          </p:nvSpPr>
          <p:spPr>
            <a:xfrm>
              <a:off x="9397927" y="41868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9" name="pt6029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0" name="pt6030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1" name="pt6031"/>
            <p:cNvSpPr/>
            <p:nvPr/>
          </p:nvSpPr>
          <p:spPr>
            <a:xfrm>
              <a:off x="10561598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2" name="pt6032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3" name="pt6033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4" name="pt6034"/>
            <p:cNvSpPr/>
            <p:nvPr/>
          </p:nvSpPr>
          <p:spPr>
            <a:xfrm>
              <a:off x="9688845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5" name="pt6035"/>
            <p:cNvSpPr/>
            <p:nvPr/>
          </p:nvSpPr>
          <p:spPr>
            <a:xfrm>
              <a:off x="9979763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6" name="pt6036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7" name="pt6037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8" name="pt6038"/>
            <p:cNvSpPr/>
            <p:nvPr/>
          </p:nvSpPr>
          <p:spPr>
            <a:xfrm>
              <a:off x="1027068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9" name="pt6039"/>
            <p:cNvSpPr/>
            <p:nvPr/>
          </p:nvSpPr>
          <p:spPr>
            <a:xfrm>
              <a:off x="10270680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0" name="pt6040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1" name="pt6041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2" name="pt6042"/>
            <p:cNvSpPr/>
            <p:nvPr/>
          </p:nvSpPr>
          <p:spPr>
            <a:xfrm>
              <a:off x="9979763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3" name="pt6043"/>
            <p:cNvSpPr/>
            <p:nvPr/>
          </p:nvSpPr>
          <p:spPr>
            <a:xfrm>
              <a:off x="10270680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4" name="pt6044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5" name="pt6045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6" name="pt6046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7" name="pt6047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8" name="pt6048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9" name="pt6049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0" name="pt6050"/>
            <p:cNvSpPr/>
            <p:nvPr/>
          </p:nvSpPr>
          <p:spPr>
            <a:xfrm>
              <a:off x="9979763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1" name="pt6051"/>
            <p:cNvSpPr/>
            <p:nvPr/>
          </p:nvSpPr>
          <p:spPr>
            <a:xfrm>
              <a:off x="1027068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2" name="pt6052"/>
            <p:cNvSpPr/>
            <p:nvPr/>
          </p:nvSpPr>
          <p:spPr>
            <a:xfrm>
              <a:off x="9979763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3" name="pt6053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4" name="pt6054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5" name="pt6055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6" name="pt6056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7" name="pt6057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8" name="pt6058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9" name="pt6059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0" name="pt6060"/>
            <p:cNvSpPr/>
            <p:nvPr/>
          </p:nvSpPr>
          <p:spPr>
            <a:xfrm>
              <a:off x="9979763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1" name="pt6061"/>
            <p:cNvSpPr/>
            <p:nvPr/>
          </p:nvSpPr>
          <p:spPr>
            <a:xfrm>
              <a:off x="1027068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2" name="pt6062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3" name="pt6063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4" name="pt6064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5" name="pt6065"/>
            <p:cNvSpPr/>
            <p:nvPr/>
          </p:nvSpPr>
          <p:spPr>
            <a:xfrm>
              <a:off x="9979763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6" name="pt6066"/>
            <p:cNvSpPr/>
            <p:nvPr/>
          </p:nvSpPr>
          <p:spPr>
            <a:xfrm>
              <a:off x="10270680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7" name="pt6067"/>
            <p:cNvSpPr/>
            <p:nvPr/>
          </p:nvSpPr>
          <p:spPr>
            <a:xfrm>
              <a:off x="10270680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8" name="pt6068"/>
            <p:cNvSpPr/>
            <p:nvPr/>
          </p:nvSpPr>
          <p:spPr>
            <a:xfrm>
              <a:off x="9979763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9" name="pt6069"/>
            <p:cNvSpPr/>
            <p:nvPr/>
          </p:nvSpPr>
          <p:spPr>
            <a:xfrm>
              <a:off x="9979763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0" name="pt6070"/>
            <p:cNvSpPr/>
            <p:nvPr/>
          </p:nvSpPr>
          <p:spPr>
            <a:xfrm>
              <a:off x="9979763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1" name="pt6071"/>
            <p:cNvSpPr/>
            <p:nvPr/>
          </p:nvSpPr>
          <p:spPr>
            <a:xfrm>
              <a:off x="10270680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2" name="pt6072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3" name="pt6073"/>
            <p:cNvSpPr/>
            <p:nvPr/>
          </p:nvSpPr>
          <p:spPr>
            <a:xfrm>
              <a:off x="9979763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4" name="pt6074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5" name="pt6075"/>
            <p:cNvSpPr/>
            <p:nvPr/>
          </p:nvSpPr>
          <p:spPr>
            <a:xfrm>
              <a:off x="9979763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6" name="pt6076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7" name="pt6077"/>
            <p:cNvSpPr/>
            <p:nvPr/>
          </p:nvSpPr>
          <p:spPr>
            <a:xfrm>
              <a:off x="9979763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8" name="pt6078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9" name="pt6079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0" name="pt6080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1" name="pt6081"/>
            <p:cNvSpPr/>
            <p:nvPr/>
          </p:nvSpPr>
          <p:spPr>
            <a:xfrm>
              <a:off x="10270680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2" name="pt6082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3" name="pt6083"/>
            <p:cNvSpPr/>
            <p:nvPr/>
          </p:nvSpPr>
          <p:spPr>
            <a:xfrm>
              <a:off x="9979763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4" name="pt6084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5" name="pt6085"/>
            <p:cNvSpPr/>
            <p:nvPr/>
          </p:nvSpPr>
          <p:spPr>
            <a:xfrm>
              <a:off x="10270680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6" name="pt6086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7" name="pt6087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8" name="pt6088"/>
            <p:cNvSpPr/>
            <p:nvPr/>
          </p:nvSpPr>
          <p:spPr>
            <a:xfrm>
              <a:off x="9688845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9" name="pt6089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0" name="pt6090"/>
            <p:cNvSpPr/>
            <p:nvPr/>
          </p:nvSpPr>
          <p:spPr>
            <a:xfrm>
              <a:off x="9688845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1" name="pt6091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2" name="pt6092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3" name="pt6093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4" name="pt6094"/>
            <p:cNvSpPr/>
            <p:nvPr/>
          </p:nvSpPr>
          <p:spPr>
            <a:xfrm>
              <a:off x="9688845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5" name="pt6095"/>
            <p:cNvSpPr/>
            <p:nvPr/>
          </p:nvSpPr>
          <p:spPr>
            <a:xfrm>
              <a:off x="9688845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6" name="pt6096"/>
            <p:cNvSpPr/>
            <p:nvPr/>
          </p:nvSpPr>
          <p:spPr>
            <a:xfrm>
              <a:off x="968884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7" name="pt6097"/>
            <p:cNvSpPr/>
            <p:nvPr/>
          </p:nvSpPr>
          <p:spPr>
            <a:xfrm>
              <a:off x="9979763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8" name="pt6098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9" name="pt6099"/>
            <p:cNvSpPr/>
            <p:nvPr/>
          </p:nvSpPr>
          <p:spPr>
            <a:xfrm>
              <a:off x="9688845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0" name="pt6100"/>
            <p:cNvSpPr/>
            <p:nvPr/>
          </p:nvSpPr>
          <p:spPr>
            <a:xfrm>
              <a:off x="9397927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1" name="pt6101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2" name="pt6102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3" name="pt6103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4" name="pt6104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5" name="pt6105"/>
            <p:cNvSpPr/>
            <p:nvPr/>
          </p:nvSpPr>
          <p:spPr>
            <a:xfrm>
              <a:off x="9979763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6" name="pt6106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7" name="pt6107"/>
            <p:cNvSpPr/>
            <p:nvPr/>
          </p:nvSpPr>
          <p:spPr>
            <a:xfrm>
              <a:off x="10270680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8" name="pt6108"/>
            <p:cNvSpPr/>
            <p:nvPr/>
          </p:nvSpPr>
          <p:spPr>
            <a:xfrm>
              <a:off x="9979763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9" name="pt6109"/>
            <p:cNvSpPr/>
            <p:nvPr/>
          </p:nvSpPr>
          <p:spPr>
            <a:xfrm>
              <a:off x="9979763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0" name="pt6110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1" name="pt6111"/>
            <p:cNvSpPr/>
            <p:nvPr/>
          </p:nvSpPr>
          <p:spPr>
            <a:xfrm>
              <a:off x="9979763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2" name="pt6112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3" name="pt6113"/>
            <p:cNvSpPr/>
            <p:nvPr/>
          </p:nvSpPr>
          <p:spPr>
            <a:xfrm>
              <a:off x="10270680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4" name="pt6114"/>
            <p:cNvSpPr/>
            <p:nvPr/>
          </p:nvSpPr>
          <p:spPr>
            <a:xfrm>
              <a:off x="1027068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5" name="pt6115"/>
            <p:cNvSpPr/>
            <p:nvPr/>
          </p:nvSpPr>
          <p:spPr>
            <a:xfrm>
              <a:off x="10270680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6" name="pt6116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7" name="pt6117"/>
            <p:cNvSpPr/>
            <p:nvPr/>
          </p:nvSpPr>
          <p:spPr>
            <a:xfrm>
              <a:off x="10270680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8" name="pt6118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9" name="pt6119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0" name="pt6120"/>
            <p:cNvSpPr/>
            <p:nvPr/>
          </p:nvSpPr>
          <p:spPr>
            <a:xfrm>
              <a:off x="9979763" y="31138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1" name="pt6121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2" name="pt6122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3" name="pt6123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4" name="pt6124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5" name="pt6125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6" name="pt6126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7" name="pt6127"/>
            <p:cNvSpPr/>
            <p:nvPr/>
          </p:nvSpPr>
          <p:spPr>
            <a:xfrm>
              <a:off x="9979763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8" name="pt6128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9" name="pt6129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0" name="pt6130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1" name="pt6131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2" name="pt6132"/>
            <p:cNvSpPr/>
            <p:nvPr/>
          </p:nvSpPr>
          <p:spPr>
            <a:xfrm>
              <a:off x="9979763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3" name="pt6133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4" name="pt6134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5" name="pt6135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6" name="pt6136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7" name="pt6137"/>
            <p:cNvSpPr/>
            <p:nvPr/>
          </p:nvSpPr>
          <p:spPr>
            <a:xfrm>
              <a:off x="9979763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8" name="pt6138"/>
            <p:cNvSpPr/>
            <p:nvPr/>
          </p:nvSpPr>
          <p:spPr>
            <a:xfrm>
              <a:off x="9979763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9" name="pt6139"/>
            <p:cNvSpPr/>
            <p:nvPr/>
          </p:nvSpPr>
          <p:spPr>
            <a:xfrm>
              <a:off x="9979763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0" name="pt6140"/>
            <p:cNvSpPr/>
            <p:nvPr/>
          </p:nvSpPr>
          <p:spPr>
            <a:xfrm>
              <a:off x="9979763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1" name="pt6141"/>
            <p:cNvSpPr/>
            <p:nvPr/>
          </p:nvSpPr>
          <p:spPr>
            <a:xfrm>
              <a:off x="9979763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2" name="pt6142"/>
            <p:cNvSpPr/>
            <p:nvPr/>
          </p:nvSpPr>
          <p:spPr>
            <a:xfrm>
              <a:off x="968884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3" name="pt6143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4" name="pt6144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5" name="pt6145"/>
            <p:cNvSpPr/>
            <p:nvPr/>
          </p:nvSpPr>
          <p:spPr>
            <a:xfrm>
              <a:off x="9688845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6" name="pt6146"/>
            <p:cNvSpPr/>
            <p:nvPr/>
          </p:nvSpPr>
          <p:spPr>
            <a:xfrm>
              <a:off x="9688845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7" name="pt6147"/>
            <p:cNvSpPr/>
            <p:nvPr/>
          </p:nvSpPr>
          <p:spPr>
            <a:xfrm>
              <a:off x="9688845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8" name="pt6148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9" name="pt6149"/>
            <p:cNvSpPr/>
            <p:nvPr/>
          </p:nvSpPr>
          <p:spPr>
            <a:xfrm>
              <a:off x="9688845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0" name="pt6150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1" name="pt6151"/>
            <p:cNvSpPr/>
            <p:nvPr/>
          </p:nvSpPr>
          <p:spPr>
            <a:xfrm>
              <a:off x="9979763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2" name="pt6152"/>
            <p:cNvSpPr/>
            <p:nvPr/>
          </p:nvSpPr>
          <p:spPr>
            <a:xfrm>
              <a:off x="968884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3" name="pt6153"/>
            <p:cNvSpPr/>
            <p:nvPr/>
          </p:nvSpPr>
          <p:spPr>
            <a:xfrm>
              <a:off x="9688845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4" name="pt6154"/>
            <p:cNvSpPr/>
            <p:nvPr/>
          </p:nvSpPr>
          <p:spPr>
            <a:xfrm>
              <a:off x="9979763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5" name="pt6155"/>
            <p:cNvSpPr/>
            <p:nvPr/>
          </p:nvSpPr>
          <p:spPr>
            <a:xfrm>
              <a:off x="9979763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6" name="pt6156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7" name="pt6157"/>
            <p:cNvSpPr/>
            <p:nvPr/>
          </p:nvSpPr>
          <p:spPr>
            <a:xfrm>
              <a:off x="939792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8" name="pt6158"/>
            <p:cNvSpPr/>
            <p:nvPr/>
          </p:nvSpPr>
          <p:spPr>
            <a:xfrm>
              <a:off x="939792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9" name="pt6159"/>
            <p:cNvSpPr/>
            <p:nvPr/>
          </p:nvSpPr>
          <p:spPr>
            <a:xfrm>
              <a:off x="939792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0" name="pt6160"/>
            <p:cNvSpPr/>
            <p:nvPr/>
          </p:nvSpPr>
          <p:spPr>
            <a:xfrm>
              <a:off x="939792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1" name="pt6161"/>
            <p:cNvSpPr/>
            <p:nvPr/>
          </p:nvSpPr>
          <p:spPr>
            <a:xfrm>
              <a:off x="939792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2" name="pt6162"/>
            <p:cNvSpPr/>
            <p:nvPr/>
          </p:nvSpPr>
          <p:spPr>
            <a:xfrm>
              <a:off x="939792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3" name="pt6163"/>
            <p:cNvSpPr/>
            <p:nvPr/>
          </p:nvSpPr>
          <p:spPr>
            <a:xfrm>
              <a:off x="9397927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4" name="pt6164"/>
            <p:cNvSpPr/>
            <p:nvPr/>
          </p:nvSpPr>
          <p:spPr>
            <a:xfrm>
              <a:off x="9979763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5" name="pt6165"/>
            <p:cNvSpPr/>
            <p:nvPr/>
          </p:nvSpPr>
          <p:spPr>
            <a:xfrm>
              <a:off x="9979763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6" name="pt6166"/>
            <p:cNvSpPr/>
            <p:nvPr/>
          </p:nvSpPr>
          <p:spPr>
            <a:xfrm>
              <a:off x="10270680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7" name="pt6167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8" name="pt6168"/>
            <p:cNvSpPr/>
            <p:nvPr/>
          </p:nvSpPr>
          <p:spPr>
            <a:xfrm>
              <a:off x="10270680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9" name="pt6169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0" name="pt6170"/>
            <p:cNvSpPr/>
            <p:nvPr/>
          </p:nvSpPr>
          <p:spPr>
            <a:xfrm>
              <a:off x="9979763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1" name="pt6171"/>
            <p:cNvSpPr/>
            <p:nvPr/>
          </p:nvSpPr>
          <p:spPr>
            <a:xfrm>
              <a:off x="9979763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2" name="pt6172"/>
            <p:cNvSpPr/>
            <p:nvPr/>
          </p:nvSpPr>
          <p:spPr>
            <a:xfrm>
              <a:off x="10270680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3" name="pt6173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4" name="pt6174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5" name="pt6175"/>
            <p:cNvSpPr/>
            <p:nvPr/>
          </p:nvSpPr>
          <p:spPr>
            <a:xfrm>
              <a:off x="9979763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6" name="pt6176"/>
            <p:cNvSpPr/>
            <p:nvPr/>
          </p:nvSpPr>
          <p:spPr>
            <a:xfrm>
              <a:off x="9979763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7" name="pt6177"/>
            <p:cNvSpPr/>
            <p:nvPr/>
          </p:nvSpPr>
          <p:spPr>
            <a:xfrm>
              <a:off x="9979763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8" name="pt6178"/>
            <p:cNvSpPr/>
            <p:nvPr/>
          </p:nvSpPr>
          <p:spPr>
            <a:xfrm>
              <a:off x="9979763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9" name="pt6179"/>
            <p:cNvSpPr/>
            <p:nvPr/>
          </p:nvSpPr>
          <p:spPr>
            <a:xfrm>
              <a:off x="9688845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0" name="pt6180"/>
            <p:cNvSpPr/>
            <p:nvPr/>
          </p:nvSpPr>
          <p:spPr>
            <a:xfrm>
              <a:off x="9979763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1" name="pt6181"/>
            <p:cNvSpPr/>
            <p:nvPr/>
          </p:nvSpPr>
          <p:spPr>
            <a:xfrm>
              <a:off x="9979763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2" name="pt6182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3" name="pt6183"/>
            <p:cNvSpPr/>
            <p:nvPr/>
          </p:nvSpPr>
          <p:spPr>
            <a:xfrm>
              <a:off x="968884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4" name="pt6184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5" name="pt6185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6" name="pt6186"/>
            <p:cNvSpPr/>
            <p:nvPr/>
          </p:nvSpPr>
          <p:spPr>
            <a:xfrm>
              <a:off x="9688845" y="3162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7" name="pt6187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8" name="pt6188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9" name="pt6189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0" name="pt6190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1" name="pt6191"/>
            <p:cNvSpPr/>
            <p:nvPr/>
          </p:nvSpPr>
          <p:spPr>
            <a:xfrm>
              <a:off x="9979763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2" name="pt6192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3" name="pt6193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4" name="pt6194"/>
            <p:cNvSpPr/>
            <p:nvPr/>
          </p:nvSpPr>
          <p:spPr>
            <a:xfrm>
              <a:off x="9397927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5" name="pt6195"/>
            <p:cNvSpPr/>
            <p:nvPr/>
          </p:nvSpPr>
          <p:spPr>
            <a:xfrm>
              <a:off x="939792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6" name="pt6196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7" name="pt6197"/>
            <p:cNvSpPr/>
            <p:nvPr/>
          </p:nvSpPr>
          <p:spPr>
            <a:xfrm>
              <a:off x="968884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8" name="pt6198"/>
            <p:cNvSpPr/>
            <p:nvPr/>
          </p:nvSpPr>
          <p:spPr>
            <a:xfrm>
              <a:off x="968884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9" name="pt6199"/>
            <p:cNvSpPr/>
            <p:nvPr/>
          </p:nvSpPr>
          <p:spPr>
            <a:xfrm>
              <a:off x="10270680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0" name="pt6200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1" name="pt6201"/>
            <p:cNvSpPr/>
            <p:nvPr/>
          </p:nvSpPr>
          <p:spPr>
            <a:xfrm>
              <a:off x="968884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2" name="pt6202"/>
            <p:cNvSpPr/>
            <p:nvPr/>
          </p:nvSpPr>
          <p:spPr>
            <a:xfrm>
              <a:off x="9979763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3" name="pt6203"/>
            <p:cNvSpPr/>
            <p:nvPr/>
          </p:nvSpPr>
          <p:spPr>
            <a:xfrm>
              <a:off x="9979763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4" name="pt6204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5" name="pt6205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6" name="pt6206"/>
            <p:cNvSpPr/>
            <p:nvPr/>
          </p:nvSpPr>
          <p:spPr>
            <a:xfrm>
              <a:off x="968884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7" name="pt6207"/>
            <p:cNvSpPr/>
            <p:nvPr/>
          </p:nvSpPr>
          <p:spPr>
            <a:xfrm>
              <a:off x="10270680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8" name="pt6208"/>
            <p:cNvSpPr/>
            <p:nvPr/>
          </p:nvSpPr>
          <p:spPr>
            <a:xfrm>
              <a:off x="10270680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9" name="pt6209"/>
            <p:cNvSpPr/>
            <p:nvPr/>
          </p:nvSpPr>
          <p:spPr>
            <a:xfrm>
              <a:off x="9688845" y="3674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0" name="pt6210"/>
            <p:cNvSpPr/>
            <p:nvPr/>
          </p:nvSpPr>
          <p:spPr>
            <a:xfrm>
              <a:off x="9979763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1" name="pt6211"/>
            <p:cNvSpPr/>
            <p:nvPr/>
          </p:nvSpPr>
          <p:spPr>
            <a:xfrm>
              <a:off x="9688845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2" name="pt6212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3" name="pt6213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4" name="pt6214"/>
            <p:cNvSpPr/>
            <p:nvPr/>
          </p:nvSpPr>
          <p:spPr>
            <a:xfrm>
              <a:off x="968884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5" name="pt6215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6" name="pt6216"/>
            <p:cNvSpPr/>
            <p:nvPr/>
          </p:nvSpPr>
          <p:spPr>
            <a:xfrm>
              <a:off x="10270680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7" name="pt6217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8" name="pt6218"/>
            <p:cNvSpPr/>
            <p:nvPr/>
          </p:nvSpPr>
          <p:spPr>
            <a:xfrm>
              <a:off x="9979763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9" name="pt6219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0" name="pt6220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1" name="pt6221"/>
            <p:cNvSpPr/>
            <p:nvPr/>
          </p:nvSpPr>
          <p:spPr>
            <a:xfrm>
              <a:off x="9397927" y="41989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2" name="pt6222"/>
            <p:cNvSpPr/>
            <p:nvPr/>
          </p:nvSpPr>
          <p:spPr>
            <a:xfrm>
              <a:off x="9397927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3" name="pt6223"/>
            <p:cNvSpPr/>
            <p:nvPr/>
          </p:nvSpPr>
          <p:spPr>
            <a:xfrm>
              <a:off x="9397927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4" name="pt6224"/>
            <p:cNvSpPr/>
            <p:nvPr/>
          </p:nvSpPr>
          <p:spPr>
            <a:xfrm>
              <a:off x="9397927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5" name="pt6225"/>
            <p:cNvSpPr/>
            <p:nvPr/>
          </p:nvSpPr>
          <p:spPr>
            <a:xfrm>
              <a:off x="9397927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6" name="pt6226"/>
            <p:cNvSpPr/>
            <p:nvPr/>
          </p:nvSpPr>
          <p:spPr>
            <a:xfrm>
              <a:off x="9397927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7" name="pt6227"/>
            <p:cNvSpPr/>
            <p:nvPr/>
          </p:nvSpPr>
          <p:spPr>
            <a:xfrm>
              <a:off x="9397927" y="341869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8" name="pt6228"/>
            <p:cNvSpPr/>
            <p:nvPr/>
          </p:nvSpPr>
          <p:spPr>
            <a:xfrm>
              <a:off x="9397927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9" name="pt6229"/>
            <p:cNvSpPr/>
            <p:nvPr/>
          </p:nvSpPr>
          <p:spPr>
            <a:xfrm>
              <a:off x="9979763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0" name="pt6230"/>
            <p:cNvSpPr/>
            <p:nvPr/>
          </p:nvSpPr>
          <p:spPr>
            <a:xfrm>
              <a:off x="9979763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1" name="pt6231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2" name="pt6232"/>
            <p:cNvSpPr/>
            <p:nvPr/>
          </p:nvSpPr>
          <p:spPr>
            <a:xfrm>
              <a:off x="968884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3" name="pt6233"/>
            <p:cNvSpPr/>
            <p:nvPr/>
          </p:nvSpPr>
          <p:spPr>
            <a:xfrm>
              <a:off x="968884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4" name="pt6234"/>
            <p:cNvSpPr/>
            <p:nvPr/>
          </p:nvSpPr>
          <p:spPr>
            <a:xfrm>
              <a:off x="9397927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5" name="pt6235"/>
            <p:cNvSpPr/>
            <p:nvPr/>
          </p:nvSpPr>
          <p:spPr>
            <a:xfrm>
              <a:off x="9688845" y="3906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6" name="pt6236"/>
            <p:cNvSpPr/>
            <p:nvPr/>
          </p:nvSpPr>
          <p:spPr>
            <a:xfrm>
              <a:off x="9688845" y="3906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7" name="pt6237"/>
            <p:cNvSpPr/>
            <p:nvPr/>
          </p:nvSpPr>
          <p:spPr>
            <a:xfrm>
              <a:off x="9688845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8" name="pt6238"/>
            <p:cNvSpPr/>
            <p:nvPr/>
          </p:nvSpPr>
          <p:spPr>
            <a:xfrm>
              <a:off x="9397927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9" name="pt6239"/>
            <p:cNvSpPr/>
            <p:nvPr/>
          </p:nvSpPr>
          <p:spPr>
            <a:xfrm>
              <a:off x="9688845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0" name="pt6240"/>
            <p:cNvSpPr/>
            <p:nvPr/>
          </p:nvSpPr>
          <p:spPr>
            <a:xfrm>
              <a:off x="9397927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1" name="pt6241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2" name="pt6242"/>
            <p:cNvSpPr/>
            <p:nvPr/>
          </p:nvSpPr>
          <p:spPr>
            <a:xfrm>
              <a:off x="9688845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3" name="pt6243"/>
            <p:cNvSpPr/>
            <p:nvPr/>
          </p:nvSpPr>
          <p:spPr>
            <a:xfrm>
              <a:off x="968884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4" name="pt6244"/>
            <p:cNvSpPr/>
            <p:nvPr/>
          </p:nvSpPr>
          <p:spPr>
            <a:xfrm>
              <a:off x="9688845" y="3455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5" name="pt6245"/>
            <p:cNvSpPr/>
            <p:nvPr/>
          </p:nvSpPr>
          <p:spPr>
            <a:xfrm>
              <a:off x="9397927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6" name="pt6246"/>
            <p:cNvSpPr/>
            <p:nvPr/>
          </p:nvSpPr>
          <p:spPr>
            <a:xfrm>
              <a:off x="9688845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7" name="pt6247"/>
            <p:cNvSpPr/>
            <p:nvPr/>
          </p:nvSpPr>
          <p:spPr>
            <a:xfrm>
              <a:off x="9397927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8" name="pt6248"/>
            <p:cNvSpPr/>
            <p:nvPr/>
          </p:nvSpPr>
          <p:spPr>
            <a:xfrm>
              <a:off x="9397927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9" name="pt6249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0" name="pt6250"/>
            <p:cNvSpPr/>
            <p:nvPr/>
          </p:nvSpPr>
          <p:spPr>
            <a:xfrm>
              <a:off x="968884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1" name="pt6251"/>
            <p:cNvSpPr/>
            <p:nvPr/>
          </p:nvSpPr>
          <p:spPr>
            <a:xfrm>
              <a:off x="9688845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2" name="pt6252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3" name="pt6253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4" name="pt6254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5" name="pt6255"/>
            <p:cNvSpPr/>
            <p:nvPr/>
          </p:nvSpPr>
          <p:spPr>
            <a:xfrm>
              <a:off x="9688845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6" name="pt6256"/>
            <p:cNvSpPr/>
            <p:nvPr/>
          </p:nvSpPr>
          <p:spPr>
            <a:xfrm>
              <a:off x="9397927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7" name="pt6257"/>
            <p:cNvSpPr/>
            <p:nvPr/>
          </p:nvSpPr>
          <p:spPr>
            <a:xfrm>
              <a:off x="939792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8" name="pt6258"/>
            <p:cNvSpPr/>
            <p:nvPr/>
          </p:nvSpPr>
          <p:spPr>
            <a:xfrm>
              <a:off x="9397927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9" name="pt6259"/>
            <p:cNvSpPr/>
            <p:nvPr/>
          </p:nvSpPr>
          <p:spPr>
            <a:xfrm>
              <a:off x="968884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0" name="pt6260"/>
            <p:cNvSpPr/>
            <p:nvPr/>
          </p:nvSpPr>
          <p:spPr>
            <a:xfrm>
              <a:off x="9688845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1" name="pt6261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2" name="pt6262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3" name="pt6263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4" name="pt6264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5" name="pt6265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6" name="pt6266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7" name="pt6267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8" name="pt6268"/>
            <p:cNvSpPr/>
            <p:nvPr/>
          </p:nvSpPr>
          <p:spPr>
            <a:xfrm>
              <a:off x="968884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9" name="pt6269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0" name="pt6270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1" name="pt6271"/>
            <p:cNvSpPr/>
            <p:nvPr/>
          </p:nvSpPr>
          <p:spPr>
            <a:xfrm>
              <a:off x="9979763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2" name="pt6272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3" name="pt6273"/>
            <p:cNvSpPr/>
            <p:nvPr/>
          </p:nvSpPr>
          <p:spPr>
            <a:xfrm>
              <a:off x="9688845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4" name="pt6274"/>
            <p:cNvSpPr/>
            <p:nvPr/>
          </p:nvSpPr>
          <p:spPr>
            <a:xfrm>
              <a:off x="9979763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5" name="pt6275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6" name="pt6276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7" name="pt6277"/>
            <p:cNvSpPr/>
            <p:nvPr/>
          </p:nvSpPr>
          <p:spPr>
            <a:xfrm>
              <a:off x="968884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8" name="pt6278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9" name="pt6279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0" name="pt6280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1" name="pt6281"/>
            <p:cNvSpPr/>
            <p:nvPr/>
          </p:nvSpPr>
          <p:spPr>
            <a:xfrm>
              <a:off x="968884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2" name="pt6282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3" name="pt6283"/>
            <p:cNvSpPr/>
            <p:nvPr/>
          </p:nvSpPr>
          <p:spPr>
            <a:xfrm>
              <a:off x="9397927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4" name="pt6284"/>
            <p:cNvSpPr/>
            <p:nvPr/>
          </p:nvSpPr>
          <p:spPr>
            <a:xfrm>
              <a:off x="939792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5" name="pt6285"/>
            <p:cNvSpPr/>
            <p:nvPr/>
          </p:nvSpPr>
          <p:spPr>
            <a:xfrm>
              <a:off x="9397927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6" name="pt6286"/>
            <p:cNvSpPr/>
            <p:nvPr/>
          </p:nvSpPr>
          <p:spPr>
            <a:xfrm>
              <a:off x="939792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7" name="pt6287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8" name="pt6288"/>
            <p:cNvSpPr/>
            <p:nvPr/>
          </p:nvSpPr>
          <p:spPr>
            <a:xfrm>
              <a:off x="9688845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9" name="pt6289"/>
            <p:cNvSpPr/>
            <p:nvPr/>
          </p:nvSpPr>
          <p:spPr>
            <a:xfrm>
              <a:off x="9688845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0" name="pt6290"/>
            <p:cNvSpPr/>
            <p:nvPr/>
          </p:nvSpPr>
          <p:spPr>
            <a:xfrm>
              <a:off x="9688845" y="4089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1" name="pt6291"/>
            <p:cNvSpPr/>
            <p:nvPr/>
          </p:nvSpPr>
          <p:spPr>
            <a:xfrm>
              <a:off x="9688845" y="40526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2" name="pt6292"/>
            <p:cNvSpPr/>
            <p:nvPr/>
          </p:nvSpPr>
          <p:spPr>
            <a:xfrm>
              <a:off x="9688845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3" name="pt6293"/>
            <p:cNvSpPr/>
            <p:nvPr/>
          </p:nvSpPr>
          <p:spPr>
            <a:xfrm>
              <a:off x="9688845" y="40526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4" name="pt6294"/>
            <p:cNvSpPr/>
            <p:nvPr/>
          </p:nvSpPr>
          <p:spPr>
            <a:xfrm>
              <a:off x="9688845" y="41136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5" name="pt6295"/>
            <p:cNvSpPr/>
            <p:nvPr/>
          </p:nvSpPr>
          <p:spPr>
            <a:xfrm>
              <a:off x="9688845" y="40161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6" name="pt6296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7" name="pt6297"/>
            <p:cNvSpPr/>
            <p:nvPr/>
          </p:nvSpPr>
          <p:spPr>
            <a:xfrm>
              <a:off x="9688845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8" name="pt6298"/>
            <p:cNvSpPr/>
            <p:nvPr/>
          </p:nvSpPr>
          <p:spPr>
            <a:xfrm>
              <a:off x="9979763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9" name="pt6299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0" name="pt6300"/>
            <p:cNvSpPr/>
            <p:nvPr/>
          </p:nvSpPr>
          <p:spPr>
            <a:xfrm>
              <a:off x="9979763" y="312608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1" name="pt6301"/>
            <p:cNvSpPr/>
            <p:nvPr/>
          </p:nvSpPr>
          <p:spPr>
            <a:xfrm>
              <a:off x="968884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2" name="pt6302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3" name="pt6303"/>
            <p:cNvSpPr/>
            <p:nvPr/>
          </p:nvSpPr>
          <p:spPr>
            <a:xfrm>
              <a:off x="10270680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4" name="pt6304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5" name="pt6305"/>
            <p:cNvSpPr/>
            <p:nvPr/>
          </p:nvSpPr>
          <p:spPr>
            <a:xfrm>
              <a:off x="9688845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6" name="pt6306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7" name="pt6307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8" name="pt6308"/>
            <p:cNvSpPr/>
            <p:nvPr/>
          </p:nvSpPr>
          <p:spPr>
            <a:xfrm>
              <a:off x="9397927" y="39795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9" name="pt6309"/>
            <p:cNvSpPr/>
            <p:nvPr/>
          </p:nvSpPr>
          <p:spPr>
            <a:xfrm>
              <a:off x="9397927" y="38454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0" name="pt6310"/>
            <p:cNvSpPr/>
            <p:nvPr/>
          </p:nvSpPr>
          <p:spPr>
            <a:xfrm>
              <a:off x="939792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1" name="pt6311"/>
            <p:cNvSpPr/>
            <p:nvPr/>
          </p:nvSpPr>
          <p:spPr>
            <a:xfrm>
              <a:off x="9397927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2" name="pt6312"/>
            <p:cNvSpPr/>
            <p:nvPr/>
          </p:nvSpPr>
          <p:spPr>
            <a:xfrm>
              <a:off x="968884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3" name="pt6313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4" name="pt6314"/>
            <p:cNvSpPr/>
            <p:nvPr/>
          </p:nvSpPr>
          <p:spPr>
            <a:xfrm>
              <a:off x="9688845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5" name="pt6315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6" name="pt6316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7" name="pt6317"/>
            <p:cNvSpPr/>
            <p:nvPr/>
          </p:nvSpPr>
          <p:spPr>
            <a:xfrm>
              <a:off x="9688845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8" name="pt6318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9" name="pt6319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0" name="pt6320"/>
            <p:cNvSpPr/>
            <p:nvPr/>
          </p:nvSpPr>
          <p:spPr>
            <a:xfrm>
              <a:off x="9397927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1" name="pt6321"/>
            <p:cNvSpPr/>
            <p:nvPr/>
          </p:nvSpPr>
          <p:spPr>
            <a:xfrm>
              <a:off x="9688845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2" name="pt6322"/>
            <p:cNvSpPr/>
            <p:nvPr/>
          </p:nvSpPr>
          <p:spPr>
            <a:xfrm>
              <a:off x="9688845" y="38698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3" name="pt6323"/>
            <p:cNvSpPr/>
            <p:nvPr/>
          </p:nvSpPr>
          <p:spPr>
            <a:xfrm>
              <a:off x="9688845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4" name="pt6324"/>
            <p:cNvSpPr/>
            <p:nvPr/>
          </p:nvSpPr>
          <p:spPr>
            <a:xfrm>
              <a:off x="9397927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5" name="pt6325"/>
            <p:cNvSpPr/>
            <p:nvPr/>
          </p:nvSpPr>
          <p:spPr>
            <a:xfrm>
              <a:off x="9397927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6" name="pt6326"/>
            <p:cNvSpPr/>
            <p:nvPr/>
          </p:nvSpPr>
          <p:spPr>
            <a:xfrm>
              <a:off x="939792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7" name="pt6327"/>
            <p:cNvSpPr/>
            <p:nvPr/>
          </p:nvSpPr>
          <p:spPr>
            <a:xfrm>
              <a:off x="968884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8" name="pt6328"/>
            <p:cNvSpPr/>
            <p:nvPr/>
          </p:nvSpPr>
          <p:spPr>
            <a:xfrm>
              <a:off x="9397927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9" name="pt6329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0" name="pt6330"/>
            <p:cNvSpPr/>
            <p:nvPr/>
          </p:nvSpPr>
          <p:spPr>
            <a:xfrm>
              <a:off x="9688845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1" name="pt6331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2" name="pt6332"/>
            <p:cNvSpPr/>
            <p:nvPr/>
          </p:nvSpPr>
          <p:spPr>
            <a:xfrm>
              <a:off x="939792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3" name="pt6333"/>
            <p:cNvSpPr/>
            <p:nvPr/>
          </p:nvSpPr>
          <p:spPr>
            <a:xfrm>
              <a:off x="968884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4" name="pt6334"/>
            <p:cNvSpPr/>
            <p:nvPr/>
          </p:nvSpPr>
          <p:spPr>
            <a:xfrm>
              <a:off x="9688845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5" name="pt6335"/>
            <p:cNvSpPr/>
            <p:nvPr/>
          </p:nvSpPr>
          <p:spPr>
            <a:xfrm>
              <a:off x="9397927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6" name="pt6336"/>
            <p:cNvSpPr/>
            <p:nvPr/>
          </p:nvSpPr>
          <p:spPr>
            <a:xfrm>
              <a:off x="9688845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7" name="pt6337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8" name="pt6338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9" name="pt6339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0" name="pt6340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1" name="pt6341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2" name="pt6342"/>
            <p:cNvSpPr/>
            <p:nvPr/>
          </p:nvSpPr>
          <p:spPr>
            <a:xfrm>
              <a:off x="968884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3" name="pt6343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4" name="pt6344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5" name="pt6345"/>
            <p:cNvSpPr/>
            <p:nvPr/>
          </p:nvSpPr>
          <p:spPr>
            <a:xfrm>
              <a:off x="9979763" y="3162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6" name="pt6346"/>
            <p:cNvSpPr/>
            <p:nvPr/>
          </p:nvSpPr>
          <p:spPr>
            <a:xfrm>
              <a:off x="9397927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7" name="pt6347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8" name="pt6348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9" name="pt6349"/>
            <p:cNvSpPr/>
            <p:nvPr/>
          </p:nvSpPr>
          <p:spPr>
            <a:xfrm>
              <a:off x="9688845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0" name="pt6350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1" name="pt6351"/>
            <p:cNvSpPr/>
            <p:nvPr/>
          </p:nvSpPr>
          <p:spPr>
            <a:xfrm>
              <a:off x="9979763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2" name="pt6352"/>
            <p:cNvSpPr/>
            <p:nvPr/>
          </p:nvSpPr>
          <p:spPr>
            <a:xfrm>
              <a:off x="9979763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3" name="pt6353"/>
            <p:cNvSpPr/>
            <p:nvPr/>
          </p:nvSpPr>
          <p:spPr>
            <a:xfrm>
              <a:off x="9979763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4" name="pt6354"/>
            <p:cNvSpPr/>
            <p:nvPr/>
          </p:nvSpPr>
          <p:spPr>
            <a:xfrm>
              <a:off x="9688845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5" name="pt6355"/>
            <p:cNvSpPr/>
            <p:nvPr/>
          </p:nvSpPr>
          <p:spPr>
            <a:xfrm>
              <a:off x="9979763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6" name="pt6356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7" name="pt6357"/>
            <p:cNvSpPr/>
            <p:nvPr/>
          </p:nvSpPr>
          <p:spPr>
            <a:xfrm>
              <a:off x="9979763" y="319923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8" name="pt6358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9" name="pt6359"/>
            <p:cNvSpPr/>
            <p:nvPr/>
          </p:nvSpPr>
          <p:spPr>
            <a:xfrm>
              <a:off x="9397927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0" name="pt6360"/>
            <p:cNvSpPr/>
            <p:nvPr/>
          </p:nvSpPr>
          <p:spPr>
            <a:xfrm>
              <a:off x="9688845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1" name="pt6361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2" name="pt6362"/>
            <p:cNvSpPr/>
            <p:nvPr/>
          </p:nvSpPr>
          <p:spPr>
            <a:xfrm>
              <a:off x="968884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3" name="pt6363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4" name="pt6364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5" name="pt6365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6" name="pt6366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7" name="pt6367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8" name="pt6368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9" name="pt6369"/>
            <p:cNvSpPr/>
            <p:nvPr/>
          </p:nvSpPr>
          <p:spPr>
            <a:xfrm>
              <a:off x="9397927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0" name="pt6370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1" name="pt6371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2" name="pt6372"/>
            <p:cNvSpPr/>
            <p:nvPr/>
          </p:nvSpPr>
          <p:spPr>
            <a:xfrm>
              <a:off x="9397927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3" name="pt6373"/>
            <p:cNvSpPr/>
            <p:nvPr/>
          </p:nvSpPr>
          <p:spPr>
            <a:xfrm>
              <a:off x="9688845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4" name="pt6374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5" name="pt6375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6" name="pt6376"/>
            <p:cNvSpPr/>
            <p:nvPr/>
          </p:nvSpPr>
          <p:spPr>
            <a:xfrm>
              <a:off x="9688845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7" name="pt6377"/>
            <p:cNvSpPr/>
            <p:nvPr/>
          </p:nvSpPr>
          <p:spPr>
            <a:xfrm>
              <a:off x="9688845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8" name="pt6378"/>
            <p:cNvSpPr/>
            <p:nvPr/>
          </p:nvSpPr>
          <p:spPr>
            <a:xfrm>
              <a:off x="9979763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9" name="pt6379"/>
            <p:cNvSpPr/>
            <p:nvPr/>
          </p:nvSpPr>
          <p:spPr>
            <a:xfrm>
              <a:off x="9979763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0" name="pt6380"/>
            <p:cNvSpPr/>
            <p:nvPr/>
          </p:nvSpPr>
          <p:spPr>
            <a:xfrm>
              <a:off x="9979763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1" name="pt6381"/>
            <p:cNvSpPr/>
            <p:nvPr/>
          </p:nvSpPr>
          <p:spPr>
            <a:xfrm>
              <a:off x="9979763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2" name="pt6382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3" name="pt6383"/>
            <p:cNvSpPr/>
            <p:nvPr/>
          </p:nvSpPr>
          <p:spPr>
            <a:xfrm>
              <a:off x="9688845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4" name="pt6384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5" name="pt6385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6" name="pt6386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7" name="pt6387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8" name="pt6388"/>
            <p:cNvSpPr/>
            <p:nvPr/>
          </p:nvSpPr>
          <p:spPr>
            <a:xfrm>
              <a:off x="9688845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9" name="pt6389"/>
            <p:cNvSpPr/>
            <p:nvPr/>
          </p:nvSpPr>
          <p:spPr>
            <a:xfrm>
              <a:off x="9979763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0" name="pt6390"/>
            <p:cNvSpPr/>
            <p:nvPr/>
          </p:nvSpPr>
          <p:spPr>
            <a:xfrm>
              <a:off x="9979763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1" name="pt6391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2" name="pt6392"/>
            <p:cNvSpPr/>
            <p:nvPr/>
          </p:nvSpPr>
          <p:spPr>
            <a:xfrm>
              <a:off x="9688845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3" name="pt6393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4" name="pt6394"/>
            <p:cNvSpPr/>
            <p:nvPr/>
          </p:nvSpPr>
          <p:spPr>
            <a:xfrm>
              <a:off x="9397927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5" name="pt6395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6" name="pt6396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7" name="pt6397"/>
            <p:cNvSpPr/>
            <p:nvPr/>
          </p:nvSpPr>
          <p:spPr>
            <a:xfrm>
              <a:off x="9397927" y="36625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8" name="pt6398"/>
            <p:cNvSpPr/>
            <p:nvPr/>
          </p:nvSpPr>
          <p:spPr>
            <a:xfrm>
              <a:off x="9397927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9" name="pt6399"/>
            <p:cNvSpPr/>
            <p:nvPr/>
          </p:nvSpPr>
          <p:spPr>
            <a:xfrm>
              <a:off x="9688845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0" name="pt6400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1" name="pt6401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2" name="pt6402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3" name="pt6403"/>
            <p:cNvSpPr/>
            <p:nvPr/>
          </p:nvSpPr>
          <p:spPr>
            <a:xfrm>
              <a:off x="9688845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4" name="pt6404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5" name="pt6405"/>
            <p:cNvSpPr/>
            <p:nvPr/>
          </p:nvSpPr>
          <p:spPr>
            <a:xfrm>
              <a:off x="968884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6" name="pt6406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7" name="pt6407"/>
            <p:cNvSpPr/>
            <p:nvPr/>
          </p:nvSpPr>
          <p:spPr>
            <a:xfrm>
              <a:off x="9979763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8" name="pt6408"/>
            <p:cNvSpPr/>
            <p:nvPr/>
          </p:nvSpPr>
          <p:spPr>
            <a:xfrm>
              <a:off x="939792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9" name="pt6409"/>
            <p:cNvSpPr/>
            <p:nvPr/>
          </p:nvSpPr>
          <p:spPr>
            <a:xfrm>
              <a:off x="9397927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0" name="pt6410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1" name="pt6411"/>
            <p:cNvSpPr/>
            <p:nvPr/>
          </p:nvSpPr>
          <p:spPr>
            <a:xfrm>
              <a:off x="968884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2" name="pt6412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3" name="pt6413"/>
            <p:cNvSpPr/>
            <p:nvPr/>
          </p:nvSpPr>
          <p:spPr>
            <a:xfrm>
              <a:off x="9397927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4" name="pt6414"/>
            <p:cNvSpPr/>
            <p:nvPr/>
          </p:nvSpPr>
          <p:spPr>
            <a:xfrm>
              <a:off x="9397927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5" name="pt6415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6" name="pt6416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7" name="pt6417"/>
            <p:cNvSpPr/>
            <p:nvPr/>
          </p:nvSpPr>
          <p:spPr>
            <a:xfrm>
              <a:off x="968884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8" name="pt6418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9" name="pt6419"/>
            <p:cNvSpPr/>
            <p:nvPr/>
          </p:nvSpPr>
          <p:spPr>
            <a:xfrm>
              <a:off x="9688845" y="327239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0" name="pt6420"/>
            <p:cNvSpPr/>
            <p:nvPr/>
          </p:nvSpPr>
          <p:spPr>
            <a:xfrm>
              <a:off x="9688845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1" name="pt6421"/>
            <p:cNvSpPr/>
            <p:nvPr/>
          </p:nvSpPr>
          <p:spPr>
            <a:xfrm>
              <a:off x="9397927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2" name="pt6422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3" name="pt6423"/>
            <p:cNvSpPr/>
            <p:nvPr/>
          </p:nvSpPr>
          <p:spPr>
            <a:xfrm>
              <a:off x="9979763" y="3235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4" name="pt6424"/>
            <p:cNvSpPr/>
            <p:nvPr/>
          </p:nvSpPr>
          <p:spPr>
            <a:xfrm>
              <a:off x="10270680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5" name="pt6425"/>
            <p:cNvSpPr/>
            <p:nvPr/>
          </p:nvSpPr>
          <p:spPr>
            <a:xfrm>
              <a:off x="9979763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6" name="pt6426"/>
            <p:cNvSpPr/>
            <p:nvPr/>
          </p:nvSpPr>
          <p:spPr>
            <a:xfrm>
              <a:off x="9979763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7" name="pt6427"/>
            <p:cNvSpPr/>
            <p:nvPr/>
          </p:nvSpPr>
          <p:spPr>
            <a:xfrm>
              <a:off x="968884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8" name="pt6428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9" name="pt6429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0" name="pt6430"/>
            <p:cNvSpPr/>
            <p:nvPr/>
          </p:nvSpPr>
          <p:spPr>
            <a:xfrm>
              <a:off x="9397927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1" name="pt6431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2" name="pt6432"/>
            <p:cNvSpPr/>
            <p:nvPr/>
          </p:nvSpPr>
          <p:spPr>
            <a:xfrm>
              <a:off x="968884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3" name="pt6433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4" name="pt6434"/>
            <p:cNvSpPr/>
            <p:nvPr/>
          </p:nvSpPr>
          <p:spPr>
            <a:xfrm>
              <a:off x="968884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5" name="pt6435"/>
            <p:cNvSpPr/>
            <p:nvPr/>
          </p:nvSpPr>
          <p:spPr>
            <a:xfrm>
              <a:off x="9397927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6" name="pt6436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7" name="pt6437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8" name="pt6438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9" name="pt6439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0" name="pt6440"/>
            <p:cNvSpPr/>
            <p:nvPr/>
          </p:nvSpPr>
          <p:spPr>
            <a:xfrm>
              <a:off x="9397927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1" name="pt6441"/>
            <p:cNvSpPr/>
            <p:nvPr/>
          </p:nvSpPr>
          <p:spPr>
            <a:xfrm>
              <a:off x="9979763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2" name="pt6442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3" name="pt6443"/>
            <p:cNvSpPr/>
            <p:nvPr/>
          </p:nvSpPr>
          <p:spPr>
            <a:xfrm>
              <a:off x="9688845" y="349184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4" name="pt6444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5" name="pt6445"/>
            <p:cNvSpPr/>
            <p:nvPr/>
          </p:nvSpPr>
          <p:spPr>
            <a:xfrm>
              <a:off x="9979763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6" name="pt6446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7" name="pt6447"/>
            <p:cNvSpPr/>
            <p:nvPr/>
          </p:nvSpPr>
          <p:spPr>
            <a:xfrm>
              <a:off x="9397927" y="3516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8" name="pt6448"/>
            <p:cNvSpPr/>
            <p:nvPr/>
          </p:nvSpPr>
          <p:spPr>
            <a:xfrm>
              <a:off x="9688845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9" name="pt6449"/>
            <p:cNvSpPr/>
            <p:nvPr/>
          </p:nvSpPr>
          <p:spPr>
            <a:xfrm>
              <a:off x="9397927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0" name="pt6450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1" name="pt6451"/>
            <p:cNvSpPr/>
            <p:nvPr/>
          </p:nvSpPr>
          <p:spPr>
            <a:xfrm>
              <a:off x="9688845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2" name="pt6452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3" name="pt6453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4" name="pt6454"/>
            <p:cNvSpPr/>
            <p:nvPr/>
          </p:nvSpPr>
          <p:spPr>
            <a:xfrm>
              <a:off x="9688845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5" name="pt6455"/>
            <p:cNvSpPr/>
            <p:nvPr/>
          </p:nvSpPr>
          <p:spPr>
            <a:xfrm>
              <a:off x="9688845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6" name="pt6456"/>
            <p:cNvSpPr/>
            <p:nvPr/>
          </p:nvSpPr>
          <p:spPr>
            <a:xfrm>
              <a:off x="9979763" y="30285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7" name="pt6457"/>
            <p:cNvSpPr/>
            <p:nvPr/>
          </p:nvSpPr>
          <p:spPr>
            <a:xfrm>
              <a:off x="9979763" y="31748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8" name="pt6458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9" name="pt6459"/>
            <p:cNvSpPr/>
            <p:nvPr/>
          </p:nvSpPr>
          <p:spPr>
            <a:xfrm>
              <a:off x="9688845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0" name="pt6460"/>
            <p:cNvSpPr/>
            <p:nvPr/>
          </p:nvSpPr>
          <p:spPr>
            <a:xfrm>
              <a:off x="968884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1" name="pt6461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2" name="pt6462"/>
            <p:cNvSpPr/>
            <p:nvPr/>
          </p:nvSpPr>
          <p:spPr>
            <a:xfrm>
              <a:off x="968884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3" name="pt6463"/>
            <p:cNvSpPr/>
            <p:nvPr/>
          </p:nvSpPr>
          <p:spPr>
            <a:xfrm>
              <a:off x="9979763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4" name="pt6464"/>
            <p:cNvSpPr/>
            <p:nvPr/>
          </p:nvSpPr>
          <p:spPr>
            <a:xfrm>
              <a:off x="10270680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5" name="pt6465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6" name="pt6466"/>
            <p:cNvSpPr/>
            <p:nvPr/>
          </p:nvSpPr>
          <p:spPr>
            <a:xfrm>
              <a:off x="9688845" y="3296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7" name="pt6467"/>
            <p:cNvSpPr/>
            <p:nvPr/>
          </p:nvSpPr>
          <p:spPr>
            <a:xfrm>
              <a:off x="9979763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8" name="pt6468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9" name="pt6469"/>
            <p:cNvSpPr/>
            <p:nvPr/>
          </p:nvSpPr>
          <p:spPr>
            <a:xfrm>
              <a:off x="9979763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0" name="pt6470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1" name="pt6471"/>
            <p:cNvSpPr/>
            <p:nvPr/>
          </p:nvSpPr>
          <p:spPr>
            <a:xfrm>
              <a:off x="9688845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2" name="pt6472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3" name="pt6473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4" name="pt6474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5" name="pt6475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6" name="pt6476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7" name="pt6477"/>
            <p:cNvSpPr/>
            <p:nvPr/>
          </p:nvSpPr>
          <p:spPr>
            <a:xfrm>
              <a:off x="9979763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8" name="pt6478"/>
            <p:cNvSpPr/>
            <p:nvPr/>
          </p:nvSpPr>
          <p:spPr>
            <a:xfrm>
              <a:off x="9688845" y="37844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9" name="pt6479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0" name="pt6480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1" name="pt6481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2" name="pt6482"/>
            <p:cNvSpPr/>
            <p:nvPr/>
          </p:nvSpPr>
          <p:spPr>
            <a:xfrm>
              <a:off x="10270680" y="39429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3" name="pt6483"/>
            <p:cNvSpPr/>
            <p:nvPr/>
          </p:nvSpPr>
          <p:spPr>
            <a:xfrm>
              <a:off x="10270680" y="379665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4" name="pt6484"/>
            <p:cNvSpPr/>
            <p:nvPr/>
          </p:nvSpPr>
          <p:spPr>
            <a:xfrm>
              <a:off x="10270680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5" name="pt6485"/>
            <p:cNvSpPr/>
            <p:nvPr/>
          </p:nvSpPr>
          <p:spPr>
            <a:xfrm>
              <a:off x="10270680" y="326019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6" name="pt6486"/>
            <p:cNvSpPr/>
            <p:nvPr/>
          </p:nvSpPr>
          <p:spPr>
            <a:xfrm>
              <a:off x="9979763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7" name="pt6487"/>
            <p:cNvSpPr/>
            <p:nvPr/>
          </p:nvSpPr>
          <p:spPr>
            <a:xfrm>
              <a:off x="9688845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8" name="pt6488"/>
            <p:cNvSpPr/>
            <p:nvPr/>
          </p:nvSpPr>
          <p:spPr>
            <a:xfrm>
              <a:off x="10270680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9" name="pt6489"/>
            <p:cNvSpPr/>
            <p:nvPr/>
          </p:nvSpPr>
          <p:spPr>
            <a:xfrm>
              <a:off x="9688845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0" name="pt6490"/>
            <p:cNvSpPr/>
            <p:nvPr/>
          </p:nvSpPr>
          <p:spPr>
            <a:xfrm>
              <a:off x="9688845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1" name="pt6491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2" name="pt6492"/>
            <p:cNvSpPr/>
            <p:nvPr/>
          </p:nvSpPr>
          <p:spPr>
            <a:xfrm>
              <a:off x="9397927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3" name="pt6493"/>
            <p:cNvSpPr/>
            <p:nvPr/>
          </p:nvSpPr>
          <p:spPr>
            <a:xfrm>
              <a:off x="9979763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4" name="pt6494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5" name="pt6495"/>
            <p:cNvSpPr/>
            <p:nvPr/>
          </p:nvSpPr>
          <p:spPr>
            <a:xfrm>
              <a:off x="9397927" y="3601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6" name="pt6496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7" name="pt6497"/>
            <p:cNvSpPr/>
            <p:nvPr/>
          </p:nvSpPr>
          <p:spPr>
            <a:xfrm>
              <a:off x="9979763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8" name="pt6498"/>
            <p:cNvSpPr/>
            <p:nvPr/>
          </p:nvSpPr>
          <p:spPr>
            <a:xfrm>
              <a:off x="9979763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9" name="pt6499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0" name="pt6500"/>
            <p:cNvSpPr/>
            <p:nvPr/>
          </p:nvSpPr>
          <p:spPr>
            <a:xfrm>
              <a:off x="9688845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1" name="pt6501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2" name="pt6502"/>
            <p:cNvSpPr/>
            <p:nvPr/>
          </p:nvSpPr>
          <p:spPr>
            <a:xfrm>
              <a:off x="9688845" y="3308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3" name="pt6503"/>
            <p:cNvSpPr/>
            <p:nvPr/>
          </p:nvSpPr>
          <p:spPr>
            <a:xfrm>
              <a:off x="9688845" y="3455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4" name="pt6504"/>
            <p:cNvSpPr/>
            <p:nvPr/>
          </p:nvSpPr>
          <p:spPr>
            <a:xfrm>
              <a:off x="9688845" y="3211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5" name="pt6505"/>
            <p:cNvSpPr/>
            <p:nvPr/>
          </p:nvSpPr>
          <p:spPr>
            <a:xfrm>
              <a:off x="939792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6" name="pt6506"/>
            <p:cNvSpPr/>
            <p:nvPr/>
          </p:nvSpPr>
          <p:spPr>
            <a:xfrm>
              <a:off x="9688845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7" name="pt6507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8" name="pt6508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9" name="pt6509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0" name="pt6510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1" name="pt6511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2" name="pt6512"/>
            <p:cNvSpPr/>
            <p:nvPr/>
          </p:nvSpPr>
          <p:spPr>
            <a:xfrm>
              <a:off x="9979763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3" name="pt6513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4" name="pt6514"/>
            <p:cNvSpPr/>
            <p:nvPr/>
          </p:nvSpPr>
          <p:spPr>
            <a:xfrm>
              <a:off x="968884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5" name="pt6515"/>
            <p:cNvSpPr/>
            <p:nvPr/>
          </p:nvSpPr>
          <p:spPr>
            <a:xfrm>
              <a:off x="939792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6" name="pt6516"/>
            <p:cNvSpPr/>
            <p:nvPr/>
          </p:nvSpPr>
          <p:spPr>
            <a:xfrm>
              <a:off x="9397927" y="34796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7" name="pt6517"/>
            <p:cNvSpPr/>
            <p:nvPr/>
          </p:nvSpPr>
          <p:spPr>
            <a:xfrm>
              <a:off x="9688845" y="333335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8" name="pt6518"/>
            <p:cNvSpPr/>
            <p:nvPr/>
          </p:nvSpPr>
          <p:spPr>
            <a:xfrm>
              <a:off x="9688845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9" name="pt6519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0" name="pt6520"/>
            <p:cNvSpPr/>
            <p:nvPr/>
          </p:nvSpPr>
          <p:spPr>
            <a:xfrm>
              <a:off x="9688845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1" name="pt6521"/>
            <p:cNvSpPr/>
            <p:nvPr/>
          </p:nvSpPr>
          <p:spPr>
            <a:xfrm>
              <a:off x="9397927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2" name="pt6522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3" name="pt6523"/>
            <p:cNvSpPr/>
            <p:nvPr/>
          </p:nvSpPr>
          <p:spPr>
            <a:xfrm>
              <a:off x="9688845" y="318704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4" name="pt6524"/>
            <p:cNvSpPr/>
            <p:nvPr/>
          </p:nvSpPr>
          <p:spPr>
            <a:xfrm>
              <a:off x="9397927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5" name="pt6525"/>
            <p:cNvSpPr/>
            <p:nvPr/>
          </p:nvSpPr>
          <p:spPr>
            <a:xfrm>
              <a:off x="9397927" y="3589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6" name="pt6526"/>
            <p:cNvSpPr/>
            <p:nvPr/>
          </p:nvSpPr>
          <p:spPr>
            <a:xfrm>
              <a:off x="9397927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7" name="pt6527"/>
            <p:cNvSpPr/>
            <p:nvPr/>
          </p:nvSpPr>
          <p:spPr>
            <a:xfrm>
              <a:off x="9688845" y="356500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8" name="pt6528"/>
            <p:cNvSpPr/>
            <p:nvPr/>
          </p:nvSpPr>
          <p:spPr>
            <a:xfrm>
              <a:off x="9688845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9" name="pt6529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0" name="pt6530"/>
            <p:cNvSpPr/>
            <p:nvPr/>
          </p:nvSpPr>
          <p:spPr>
            <a:xfrm>
              <a:off x="9397927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1" name="pt6531"/>
            <p:cNvSpPr/>
            <p:nvPr/>
          </p:nvSpPr>
          <p:spPr>
            <a:xfrm>
              <a:off x="9397927" y="37235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2" name="pt6532"/>
            <p:cNvSpPr/>
            <p:nvPr/>
          </p:nvSpPr>
          <p:spPr>
            <a:xfrm>
              <a:off x="9397927" y="36869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3" name="pt6533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4" name="pt6534"/>
            <p:cNvSpPr/>
            <p:nvPr/>
          </p:nvSpPr>
          <p:spPr>
            <a:xfrm>
              <a:off x="9397927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5" name="pt6535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6" name="pt6536"/>
            <p:cNvSpPr/>
            <p:nvPr/>
          </p:nvSpPr>
          <p:spPr>
            <a:xfrm>
              <a:off x="9688845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7" name="pt6537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8" name="pt6538"/>
            <p:cNvSpPr/>
            <p:nvPr/>
          </p:nvSpPr>
          <p:spPr>
            <a:xfrm>
              <a:off x="9397927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9" name="pt6539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0" name="pt6540"/>
            <p:cNvSpPr/>
            <p:nvPr/>
          </p:nvSpPr>
          <p:spPr>
            <a:xfrm>
              <a:off x="9688845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1" name="pt6541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2" name="pt6542"/>
            <p:cNvSpPr/>
            <p:nvPr/>
          </p:nvSpPr>
          <p:spPr>
            <a:xfrm>
              <a:off x="9688845" y="3613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3" name="pt6543"/>
            <p:cNvSpPr/>
            <p:nvPr/>
          </p:nvSpPr>
          <p:spPr>
            <a:xfrm>
              <a:off x="9397927" y="36381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4" name="pt6544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5" name="pt6545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6" name="pt6546"/>
            <p:cNvSpPr/>
            <p:nvPr/>
          </p:nvSpPr>
          <p:spPr>
            <a:xfrm>
              <a:off x="9688845" y="3735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7" name="pt6547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8" name="pt6548"/>
            <p:cNvSpPr/>
            <p:nvPr/>
          </p:nvSpPr>
          <p:spPr>
            <a:xfrm>
              <a:off x="9688845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9" name="pt6549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0" name="pt6550"/>
            <p:cNvSpPr/>
            <p:nvPr/>
          </p:nvSpPr>
          <p:spPr>
            <a:xfrm>
              <a:off x="9979763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1" name="pt6551"/>
            <p:cNvSpPr/>
            <p:nvPr/>
          </p:nvSpPr>
          <p:spPr>
            <a:xfrm>
              <a:off x="9688845" y="41624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2" name="pt6552"/>
            <p:cNvSpPr/>
            <p:nvPr/>
          </p:nvSpPr>
          <p:spPr>
            <a:xfrm>
              <a:off x="9397927" y="40892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3" name="pt6553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4" name="pt6554"/>
            <p:cNvSpPr/>
            <p:nvPr/>
          </p:nvSpPr>
          <p:spPr>
            <a:xfrm>
              <a:off x="9688845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5" name="pt6555"/>
            <p:cNvSpPr/>
            <p:nvPr/>
          </p:nvSpPr>
          <p:spPr>
            <a:xfrm>
              <a:off x="9397927" y="3528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6" name="pt6556"/>
            <p:cNvSpPr/>
            <p:nvPr/>
          </p:nvSpPr>
          <p:spPr>
            <a:xfrm>
              <a:off x="9688845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7" name="pt6557"/>
            <p:cNvSpPr/>
            <p:nvPr/>
          </p:nvSpPr>
          <p:spPr>
            <a:xfrm>
              <a:off x="9397927" y="3443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8" name="pt6558"/>
            <p:cNvSpPr/>
            <p:nvPr/>
          </p:nvSpPr>
          <p:spPr>
            <a:xfrm>
              <a:off x="9397927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9" name="pt6559"/>
            <p:cNvSpPr/>
            <p:nvPr/>
          </p:nvSpPr>
          <p:spPr>
            <a:xfrm>
              <a:off x="9397927" y="335773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0" name="pt6560"/>
            <p:cNvSpPr/>
            <p:nvPr/>
          </p:nvSpPr>
          <p:spPr>
            <a:xfrm>
              <a:off x="9688845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1" name="pt6561"/>
            <p:cNvSpPr/>
            <p:nvPr/>
          </p:nvSpPr>
          <p:spPr>
            <a:xfrm>
              <a:off x="10270680" y="328458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2" name="pt6562"/>
            <p:cNvSpPr/>
            <p:nvPr/>
          </p:nvSpPr>
          <p:spPr>
            <a:xfrm>
              <a:off x="9688845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3" name="pt6563"/>
            <p:cNvSpPr/>
            <p:nvPr/>
          </p:nvSpPr>
          <p:spPr>
            <a:xfrm>
              <a:off x="9979763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4" name="pt6564"/>
            <p:cNvSpPr/>
            <p:nvPr/>
          </p:nvSpPr>
          <p:spPr>
            <a:xfrm>
              <a:off x="9397927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5" name="pt6565"/>
            <p:cNvSpPr/>
            <p:nvPr/>
          </p:nvSpPr>
          <p:spPr>
            <a:xfrm>
              <a:off x="9688845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6" name="pt6566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7" name="pt6567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8" name="pt6568"/>
            <p:cNvSpPr/>
            <p:nvPr/>
          </p:nvSpPr>
          <p:spPr>
            <a:xfrm>
              <a:off x="9397927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9" name="pt6569"/>
            <p:cNvSpPr/>
            <p:nvPr/>
          </p:nvSpPr>
          <p:spPr>
            <a:xfrm>
              <a:off x="9397927" y="350404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0" name="pt6570"/>
            <p:cNvSpPr/>
            <p:nvPr/>
          </p:nvSpPr>
          <p:spPr>
            <a:xfrm>
              <a:off x="9397927" y="40770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1" name="pt6571"/>
            <p:cNvSpPr/>
            <p:nvPr/>
          </p:nvSpPr>
          <p:spPr>
            <a:xfrm>
              <a:off x="9979763" y="3382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2" name="pt6572"/>
            <p:cNvSpPr/>
            <p:nvPr/>
          </p:nvSpPr>
          <p:spPr>
            <a:xfrm>
              <a:off x="9688845" y="3138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3" name="pt6573"/>
            <p:cNvSpPr/>
            <p:nvPr/>
          </p:nvSpPr>
          <p:spPr>
            <a:xfrm>
              <a:off x="9397927" y="36259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4" name="pt6574"/>
            <p:cNvSpPr/>
            <p:nvPr/>
          </p:nvSpPr>
          <p:spPr>
            <a:xfrm>
              <a:off x="9688845" y="36991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5" name="pt6575"/>
            <p:cNvSpPr/>
            <p:nvPr/>
          </p:nvSpPr>
          <p:spPr>
            <a:xfrm>
              <a:off x="9688845" y="33943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6" name="pt6576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7" name="pt6577"/>
            <p:cNvSpPr/>
            <p:nvPr/>
          </p:nvSpPr>
          <p:spPr>
            <a:xfrm>
              <a:off x="9979763" y="343088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8" name="pt6578"/>
            <p:cNvSpPr/>
            <p:nvPr/>
          </p:nvSpPr>
          <p:spPr>
            <a:xfrm>
              <a:off x="9979763" y="3150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9" name="pt6579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0" name="pt6580"/>
            <p:cNvSpPr/>
            <p:nvPr/>
          </p:nvSpPr>
          <p:spPr>
            <a:xfrm>
              <a:off x="9979763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1" name="pt6581"/>
            <p:cNvSpPr/>
            <p:nvPr/>
          </p:nvSpPr>
          <p:spPr>
            <a:xfrm>
              <a:off x="10270680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2" name="pt6582"/>
            <p:cNvSpPr/>
            <p:nvPr/>
          </p:nvSpPr>
          <p:spPr>
            <a:xfrm>
              <a:off x="9979763" y="35528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3" name="pt6583"/>
            <p:cNvSpPr/>
            <p:nvPr/>
          </p:nvSpPr>
          <p:spPr>
            <a:xfrm>
              <a:off x="9688845" y="373569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4" name="pt6584"/>
            <p:cNvSpPr/>
            <p:nvPr/>
          </p:nvSpPr>
          <p:spPr>
            <a:xfrm>
              <a:off x="9979763" y="357719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5" name="pt6585"/>
            <p:cNvSpPr/>
            <p:nvPr/>
          </p:nvSpPr>
          <p:spPr>
            <a:xfrm>
              <a:off x="9397927" y="324800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6" name="pt6586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7" name="pt6587"/>
            <p:cNvSpPr/>
            <p:nvPr/>
          </p:nvSpPr>
          <p:spPr>
            <a:xfrm>
              <a:off x="9979763" y="365034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8" name="pt6588"/>
            <p:cNvSpPr/>
            <p:nvPr/>
          </p:nvSpPr>
          <p:spPr>
            <a:xfrm>
              <a:off x="9688845" y="38332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9" name="pt6589"/>
            <p:cNvSpPr/>
            <p:nvPr/>
          </p:nvSpPr>
          <p:spPr>
            <a:xfrm>
              <a:off x="9397927" y="37722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0" name="pt6590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1" name="pt6591"/>
            <p:cNvSpPr/>
            <p:nvPr/>
          </p:nvSpPr>
          <p:spPr>
            <a:xfrm>
              <a:off x="9397927" y="38210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2" name="pt6592"/>
            <p:cNvSpPr/>
            <p:nvPr/>
          </p:nvSpPr>
          <p:spPr>
            <a:xfrm>
              <a:off x="9397927" y="38576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3" name="pt6593"/>
            <p:cNvSpPr/>
            <p:nvPr/>
          </p:nvSpPr>
          <p:spPr>
            <a:xfrm>
              <a:off x="9979763" y="3065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4" name="pt6594"/>
            <p:cNvSpPr/>
            <p:nvPr/>
          </p:nvSpPr>
          <p:spPr>
            <a:xfrm>
              <a:off x="9397927" y="37600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5" name="pt6595"/>
            <p:cNvSpPr/>
            <p:nvPr/>
          </p:nvSpPr>
          <p:spPr>
            <a:xfrm>
              <a:off x="9688845" y="40648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6" name="pt6596"/>
            <p:cNvSpPr/>
            <p:nvPr/>
          </p:nvSpPr>
          <p:spPr>
            <a:xfrm>
              <a:off x="9979763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7" name="pt6597"/>
            <p:cNvSpPr/>
            <p:nvPr/>
          </p:nvSpPr>
          <p:spPr>
            <a:xfrm>
              <a:off x="9979763" y="34065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8" name="pt6598"/>
            <p:cNvSpPr/>
            <p:nvPr/>
          </p:nvSpPr>
          <p:spPr>
            <a:xfrm>
              <a:off x="9688845" y="3747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9" name="pt6599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0" name="pt6600"/>
            <p:cNvSpPr/>
            <p:nvPr/>
          </p:nvSpPr>
          <p:spPr>
            <a:xfrm>
              <a:off x="9688845" y="3223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1" name="pt6601"/>
            <p:cNvSpPr/>
            <p:nvPr/>
          </p:nvSpPr>
          <p:spPr>
            <a:xfrm>
              <a:off x="10561598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2" name="pt6602"/>
            <p:cNvSpPr/>
            <p:nvPr/>
          </p:nvSpPr>
          <p:spPr>
            <a:xfrm>
              <a:off x="11143433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3" name="pt6603"/>
            <p:cNvSpPr/>
            <p:nvPr/>
          </p:nvSpPr>
          <p:spPr>
            <a:xfrm>
              <a:off x="9979763" y="30285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4" name="pt6604"/>
            <p:cNvSpPr/>
            <p:nvPr/>
          </p:nvSpPr>
          <p:spPr>
            <a:xfrm>
              <a:off x="10270680" y="3308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5" name="pt6605"/>
            <p:cNvSpPr/>
            <p:nvPr/>
          </p:nvSpPr>
          <p:spPr>
            <a:xfrm>
              <a:off x="9688845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6" name="pt6606"/>
            <p:cNvSpPr/>
            <p:nvPr/>
          </p:nvSpPr>
          <p:spPr>
            <a:xfrm>
              <a:off x="9979763" y="39917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7" name="pt6607"/>
            <p:cNvSpPr/>
            <p:nvPr/>
          </p:nvSpPr>
          <p:spPr>
            <a:xfrm>
              <a:off x="9979763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8" name="pt6608"/>
            <p:cNvSpPr/>
            <p:nvPr/>
          </p:nvSpPr>
          <p:spPr>
            <a:xfrm>
              <a:off x="10270680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9" name="pt6609"/>
            <p:cNvSpPr/>
            <p:nvPr/>
          </p:nvSpPr>
          <p:spPr>
            <a:xfrm>
              <a:off x="9979763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0" name="pt6610"/>
            <p:cNvSpPr/>
            <p:nvPr/>
          </p:nvSpPr>
          <p:spPr>
            <a:xfrm>
              <a:off x="9979763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1" name="pt6611"/>
            <p:cNvSpPr/>
            <p:nvPr/>
          </p:nvSpPr>
          <p:spPr>
            <a:xfrm>
              <a:off x="9397927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2" name="pt6612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3" name="pt6613"/>
            <p:cNvSpPr/>
            <p:nvPr/>
          </p:nvSpPr>
          <p:spPr>
            <a:xfrm>
              <a:off x="9979763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4" name="pt6614"/>
            <p:cNvSpPr/>
            <p:nvPr/>
          </p:nvSpPr>
          <p:spPr>
            <a:xfrm>
              <a:off x="9397927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5" name="pt6615"/>
            <p:cNvSpPr/>
            <p:nvPr/>
          </p:nvSpPr>
          <p:spPr>
            <a:xfrm>
              <a:off x="9397927" y="3894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6" name="pt6616"/>
            <p:cNvSpPr/>
            <p:nvPr/>
          </p:nvSpPr>
          <p:spPr>
            <a:xfrm>
              <a:off x="9979763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7" name="pt6617"/>
            <p:cNvSpPr/>
            <p:nvPr/>
          </p:nvSpPr>
          <p:spPr>
            <a:xfrm>
              <a:off x="9979763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8" name="pt6618"/>
            <p:cNvSpPr/>
            <p:nvPr/>
          </p:nvSpPr>
          <p:spPr>
            <a:xfrm>
              <a:off x="10561598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9" name="pt6619"/>
            <p:cNvSpPr/>
            <p:nvPr/>
          </p:nvSpPr>
          <p:spPr>
            <a:xfrm>
              <a:off x="9688845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0" name="pt6620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1" name="pt6621"/>
            <p:cNvSpPr/>
            <p:nvPr/>
          </p:nvSpPr>
          <p:spPr>
            <a:xfrm>
              <a:off x="9979763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2" name="pt6622"/>
            <p:cNvSpPr/>
            <p:nvPr/>
          </p:nvSpPr>
          <p:spPr>
            <a:xfrm>
              <a:off x="9979763" y="31748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3" name="pt6623"/>
            <p:cNvSpPr/>
            <p:nvPr/>
          </p:nvSpPr>
          <p:spPr>
            <a:xfrm>
              <a:off x="9397927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4" name="pt6624"/>
            <p:cNvSpPr/>
            <p:nvPr/>
          </p:nvSpPr>
          <p:spPr>
            <a:xfrm>
              <a:off x="9979763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5" name="pt6625"/>
            <p:cNvSpPr/>
            <p:nvPr/>
          </p:nvSpPr>
          <p:spPr>
            <a:xfrm>
              <a:off x="9688845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6" name="pt6626"/>
            <p:cNvSpPr/>
            <p:nvPr/>
          </p:nvSpPr>
          <p:spPr>
            <a:xfrm>
              <a:off x="9688845" y="37722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7" name="pt6627"/>
            <p:cNvSpPr/>
            <p:nvPr/>
          </p:nvSpPr>
          <p:spPr>
            <a:xfrm>
              <a:off x="9397927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8" name="pt6628"/>
            <p:cNvSpPr/>
            <p:nvPr/>
          </p:nvSpPr>
          <p:spPr>
            <a:xfrm>
              <a:off x="9397927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9" name="pt6629"/>
            <p:cNvSpPr/>
            <p:nvPr/>
          </p:nvSpPr>
          <p:spPr>
            <a:xfrm>
              <a:off x="9397927" y="4162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0" name="pt6630"/>
            <p:cNvSpPr/>
            <p:nvPr/>
          </p:nvSpPr>
          <p:spPr>
            <a:xfrm>
              <a:off x="9979763" y="366254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1" name="pt6631"/>
            <p:cNvSpPr/>
            <p:nvPr/>
          </p:nvSpPr>
          <p:spPr>
            <a:xfrm>
              <a:off x="9979763" y="341869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2" name="pt6632"/>
            <p:cNvSpPr/>
            <p:nvPr/>
          </p:nvSpPr>
          <p:spPr>
            <a:xfrm>
              <a:off x="9979763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3" name="pt6633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4" name="pt6634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5" name="pt6635"/>
            <p:cNvSpPr/>
            <p:nvPr/>
          </p:nvSpPr>
          <p:spPr>
            <a:xfrm>
              <a:off x="9979763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6" name="pt6636"/>
            <p:cNvSpPr/>
            <p:nvPr/>
          </p:nvSpPr>
          <p:spPr>
            <a:xfrm>
              <a:off x="9688845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7" name="pt6637"/>
            <p:cNvSpPr/>
            <p:nvPr/>
          </p:nvSpPr>
          <p:spPr>
            <a:xfrm>
              <a:off x="9688845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8" name="pt6638"/>
            <p:cNvSpPr/>
            <p:nvPr/>
          </p:nvSpPr>
          <p:spPr>
            <a:xfrm>
              <a:off x="9979763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9" name="pt6639"/>
            <p:cNvSpPr/>
            <p:nvPr/>
          </p:nvSpPr>
          <p:spPr>
            <a:xfrm>
              <a:off x="9397927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0" name="pt6640"/>
            <p:cNvSpPr/>
            <p:nvPr/>
          </p:nvSpPr>
          <p:spPr>
            <a:xfrm>
              <a:off x="10270680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1" name="pt6641"/>
            <p:cNvSpPr/>
            <p:nvPr/>
          </p:nvSpPr>
          <p:spPr>
            <a:xfrm>
              <a:off x="10270680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2" name="pt6642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3" name="pt6643"/>
            <p:cNvSpPr/>
            <p:nvPr/>
          </p:nvSpPr>
          <p:spPr>
            <a:xfrm>
              <a:off x="9397927" y="39673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4" name="pt6644"/>
            <p:cNvSpPr/>
            <p:nvPr/>
          </p:nvSpPr>
          <p:spPr>
            <a:xfrm>
              <a:off x="9397927" y="3674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5" name="pt6645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6" name="pt6646"/>
            <p:cNvSpPr/>
            <p:nvPr/>
          </p:nvSpPr>
          <p:spPr>
            <a:xfrm>
              <a:off x="9979763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7" name="pt6647"/>
            <p:cNvSpPr/>
            <p:nvPr/>
          </p:nvSpPr>
          <p:spPr>
            <a:xfrm>
              <a:off x="10270680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8" name="pt6648"/>
            <p:cNvSpPr/>
            <p:nvPr/>
          </p:nvSpPr>
          <p:spPr>
            <a:xfrm>
              <a:off x="10270680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9" name="pt6649"/>
            <p:cNvSpPr/>
            <p:nvPr/>
          </p:nvSpPr>
          <p:spPr>
            <a:xfrm>
              <a:off x="9397927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0" name="pt6650"/>
            <p:cNvSpPr/>
            <p:nvPr/>
          </p:nvSpPr>
          <p:spPr>
            <a:xfrm>
              <a:off x="10561598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1" name="pt6651"/>
            <p:cNvSpPr/>
            <p:nvPr/>
          </p:nvSpPr>
          <p:spPr>
            <a:xfrm>
              <a:off x="9688845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2" name="pt6652"/>
            <p:cNvSpPr/>
            <p:nvPr/>
          </p:nvSpPr>
          <p:spPr>
            <a:xfrm>
              <a:off x="9397927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3" name="pt6653"/>
            <p:cNvSpPr/>
            <p:nvPr/>
          </p:nvSpPr>
          <p:spPr>
            <a:xfrm>
              <a:off x="9397927" y="41380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4" name="pt6654"/>
            <p:cNvSpPr/>
            <p:nvPr/>
          </p:nvSpPr>
          <p:spPr>
            <a:xfrm>
              <a:off x="9397927" y="37113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5" name="pt6655"/>
            <p:cNvSpPr/>
            <p:nvPr/>
          </p:nvSpPr>
          <p:spPr>
            <a:xfrm>
              <a:off x="9397927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6" name="pt6656"/>
            <p:cNvSpPr/>
            <p:nvPr/>
          </p:nvSpPr>
          <p:spPr>
            <a:xfrm>
              <a:off x="9979763" y="3674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7" name="pt6657"/>
            <p:cNvSpPr/>
            <p:nvPr/>
          </p:nvSpPr>
          <p:spPr>
            <a:xfrm>
              <a:off x="9979763" y="349184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8" name="pt6658"/>
            <p:cNvSpPr/>
            <p:nvPr/>
          </p:nvSpPr>
          <p:spPr>
            <a:xfrm>
              <a:off x="9397927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9" name="pt6659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0" name="pt6660"/>
            <p:cNvSpPr/>
            <p:nvPr/>
          </p:nvSpPr>
          <p:spPr>
            <a:xfrm>
              <a:off x="9397927" y="39307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1" name="pt6661"/>
            <p:cNvSpPr/>
            <p:nvPr/>
          </p:nvSpPr>
          <p:spPr>
            <a:xfrm>
              <a:off x="9979763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2" name="pt6662"/>
            <p:cNvSpPr/>
            <p:nvPr/>
          </p:nvSpPr>
          <p:spPr>
            <a:xfrm>
              <a:off x="9688845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3" name="pt6663"/>
            <p:cNvSpPr/>
            <p:nvPr/>
          </p:nvSpPr>
          <p:spPr>
            <a:xfrm>
              <a:off x="9397927" y="36381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4" name="pt6664"/>
            <p:cNvSpPr/>
            <p:nvPr/>
          </p:nvSpPr>
          <p:spPr>
            <a:xfrm>
              <a:off x="9688845" y="3821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5" name="pt6665"/>
            <p:cNvSpPr/>
            <p:nvPr/>
          </p:nvSpPr>
          <p:spPr>
            <a:xfrm>
              <a:off x="9397927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6" name="pt6666"/>
            <p:cNvSpPr/>
            <p:nvPr/>
          </p:nvSpPr>
          <p:spPr>
            <a:xfrm>
              <a:off x="10270680" y="31992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7" name="pt6667"/>
            <p:cNvSpPr/>
            <p:nvPr/>
          </p:nvSpPr>
          <p:spPr>
            <a:xfrm>
              <a:off x="10270680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8" name="pt6668"/>
            <p:cNvSpPr/>
            <p:nvPr/>
          </p:nvSpPr>
          <p:spPr>
            <a:xfrm>
              <a:off x="9979763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9" name="pt6669"/>
            <p:cNvSpPr/>
            <p:nvPr/>
          </p:nvSpPr>
          <p:spPr>
            <a:xfrm>
              <a:off x="9688845" y="38576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0" name="pt6670"/>
            <p:cNvSpPr/>
            <p:nvPr/>
          </p:nvSpPr>
          <p:spPr>
            <a:xfrm>
              <a:off x="9397927" y="39673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1" name="pt6671"/>
            <p:cNvSpPr/>
            <p:nvPr/>
          </p:nvSpPr>
          <p:spPr>
            <a:xfrm>
              <a:off x="9397927" y="42233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2" name="pt6672"/>
            <p:cNvSpPr/>
            <p:nvPr/>
          </p:nvSpPr>
          <p:spPr>
            <a:xfrm>
              <a:off x="9979763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3" name="pt6673"/>
            <p:cNvSpPr/>
            <p:nvPr/>
          </p:nvSpPr>
          <p:spPr>
            <a:xfrm>
              <a:off x="9397927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4" name="pt6674"/>
            <p:cNvSpPr/>
            <p:nvPr/>
          </p:nvSpPr>
          <p:spPr>
            <a:xfrm>
              <a:off x="9979763" y="3223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5" name="pt6675"/>
            <p:cNvSpPr/>
            <p:nvPr/>
          </p:nvSpPr>
          <p:spPr>
            <a:xfrm>
              <a:off x="9979763" y="35528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6" name="pt6676"/>
            <p:cNvSpPr/>
            <p:nvPr/>
          </p:nvSpPr>
          <p:spPr>
            <a:xfrm>
              <a:off x="10270680" y="31870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7" name="pt6677"/>
            <p:cNvSpPr/>
            <p:nvPr/>
          </p:nvSpPr>
          <p:spPr>
            <a:xfrm>
              <a:off x="10270680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8" name="pt6678"/>
            <p:cNvSpPr/>
            <p:nvPr/>
          </p:nvSpPr>
          <p:spPr>
            <a:xfrm>
              <a:off x="9979763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9" name="pt6679"/>
            <p:cNvSpPr/>
            <p:nvPr/>
          </p:nvSpPr>
          <p:spPr>
            <a:xfrm>
              <a:off x="9397927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0" name="pt6680"/>
            <p:cNvSpPr/>
            <p:nvPr/>
          </p:nvSpPr>
          <p:spPr>
            <a:xfrm>
              <a:off x="9979763" y="3601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1" name="pt6681"/>
            <p:cNvSpPr/>
            <p:nvPr/>
          </p:nvSpPr>
          <p:spPr>
            <a:xfrm>
              <a:off x="10270680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2" name="pt6682"/>
            <p:cNvSpPr/>
            <p:nvPr/>
          </p:nvSpPr>
          <p:spPr>
            <a:xfrm>
              <a:off x="9688845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3" name="pt6683"/>
            <p:cNvSpPr/>
            <p:nvPr/>
          </p:nvSpPr>
          <p:spPr>
            <a:xfrm>
              <a:off x="9688845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4" name="pt6684"/>
            <p:cNvSpPr/>
            <p:nvPr/>
          </p:nvSpPr>
          <p:spPr>
            <a:xfrm>
              <a:off x="9397927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5" name="pt6685"/>
            <p:cNvSpPr/>
            <p:nvPr/>
          </p:nvSpPr>
          <p:spPr>
            <a:xfrm>
              <a:off x="9979763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6" name="pt6686"/>
            <p:cNvSpPr/>
            <p:nvPr/>
          </p:nvSpPr>
          <p:spPr>
            <a:xfrm>
              <a:off x="9979763" y="3308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7" name="pt6687"/>
            <p:cNvSpPr/>
            <p:nvPr/>
          </p:nvSpPr>
          <p:spPr>
            <a:xfrm>
              <a:off x="9688845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8" name="pt6688"/>
            <p:cNvSpPr/>
            <p:nvPr/>
          </p:nvSpPr>
          <p:spPr>
            <a:xfrm>
              <a:off x="9397927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9" name="pt6689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0" name="pt6690"/>
            <p:cNvSpPr/>
            <p:nvPr/>
          </p:nvSpPr>
          <p:spPr>
            <a:xfrm>
              <a:off x="9688845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1" name="pt6691"/>
            <p:cNvSpPr/>
            <p:nvPr/>
          </p:nvSpPr>
          <p:spPr>
            <a:xfrm>
              <a:off x="9979763" y="37356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2" name="pt6692"/>
            <p:cNvSpPr/>
            <p:nvPr/>
          </p:nvSpPr>
          <p:spPr>
            <a:xfrm>
              <a:off x="9688845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3" name="pt6693"/>
            <p:cNvSpPr/>
            <p:nvPr/>
          </p:nvSpPr>
          <p:spPr>
            <a:xfrm>
              <a:off x="9688845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4" name="pt6694"/>
            <p:cNvSpPr/>
            <p:nvPr/>
          </p:nvSpPr>
          <p:spPr>
            <a:xfrm>
              <a:off x="10270680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5" name="pt6695"/>
            <p:cNvSpPr/>
            <p:nvPr/>
          </p:nvSpPr>
          <p:spPr>
            <a:xfrm>
              <a:off x="9688845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6" name="pt6696"/>
            <p:cNvSpPr/>
            <p:nvPr/>
          </p:nvSpPr>
          <p:spPr>
            <a:xfrm>
              <a:off x="9397927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7" name="pt6697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8" name="pt6698"/>
            <p:cNvSpPr/>
            <p:nvPr/>
          </p:nvSpPr>
          <p:spPr>
            <a:xfrm>
              <a:off x="9979763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9" name="pt6699"/>
            <p:cNvSpPr/>
            <p:nvPr/>
          </p:nvSpPr>
          <p:spPr>
            <a:xfrm>
              <a:off x="10270680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0" name="pt6700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1" name="pt6701"/>
            <p:cNvSpPr/>
            <p:nvPr/>
          </p:nvSpPr>
          <p:spPr>
            <a:xfrm>
              <a:off x="9688845" y="40709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2" name="pt6702"/>
            <p:cNvSpPr/>
            <p:nvPr/>
          </p:nvSpPr>
          <p:spPr>
            <a:xfrm>
              <a:off x="9979763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3" name="pt6703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4" name="pt6704"/>
            <p:cNvSpPr/>
            <p:nvPr/>
          </p:nvSpPr>
          <p:spPr>
            <a:xfrm>
              <a:off x="9397927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5" name="pt6705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6" name="pt6706"/>
            <p:cNvSpPr/>
            <p:nvPr/>
          </p:nvSpPr>
          <p:spPr>
            <a:xfrm>
              <a:off x="9979763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7" name="pt6707"/>
            <p:cNvSpPr/>
            <p:nvPr/>
          </p:nvSpPr>
          <p:spPr>
            <a:xfrm>
              <a:off x="9979763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8" name="pt6708"/>
            <p:cNvSpPr/>
            <p:nvPr/>
          </p:nvSpPr>
          <p:spPr>
            <a:xfrm>
              <a:off x="9397927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9" name="pt6709"/>
            <p:cNvSpPr/>
            <p:nvPr/>
          </p:nvSpPr>
          <p:spPr>
            <a:xfrm>
              <a:off x="9979763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0" name="pt6710"/>
            <p:cNvSpPr/>
            <p:nvPr/>
          </p:nvSpPr>
          <p:spPr>
            <a:xfrm>
              <a:off x="9397927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1" name="pt6711"/>
            <p:cNvSpPr/>
            <p:nvPr/>
          </p:nvSpPr>
          <p:spPr>
            <a:xfrm>
              <a:off x="9397927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2" name="pt6712"/>
            <p:cNvSpPr/>
            <p:nvPr/>
          </p:nvSpPr>
          <p:spPr>
            <a:xfrm>
              <a:off x="9688845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3" name="pt6713"/>
            <p:cNvSpPr/>
            <p:nvPr/>
          </p:nvSpPr>
          <p:spPr>
            <a:xfrm>
              <a:off x="9397927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4" name="pt6714"/>
            <p:cNvSpPr/>
            <p:nvPr/>
          </p:nvSpPr>
          <p:spPr>
            <a:xfrm>
              <a:off x="9979763" y="335773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5" name="pt6715"/>
            <p:cNvSpPr/>
            <p:nvPr/>
          </p:nvSpPr>
          <p:spPr>
            <a:xfrm>
              <a:off x="9688845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6" name="pt6716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7" name="pt6717"/>
            <p:cNvSpPr/>
            <p:nvPr/>
          </p:nvSpPr>
          <p:spPr>
            <a:xfrm>
              <a:off x="9688845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8" name="pt6718"/>
            <p:cNvSpPr/>
            <p:nvPr/>
          </p:nvSpPr>
          <p:spPr>
            <a:xfrm>
              <a:off x="9688845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9" name="pt6719"/>
            <p:cNvSpPr/>
            <p:nvPr/>
          </p:nvSpPr>
          <p:spPr>
            <a:xfrm>
              <a:off x="9397927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0" name="pt6720"/>
            <p:cNvSpPr/>
            <p:nvPr/>
          </p:nvSpPr>
          <p:spPr>
            <a:xfrm>
              <a:off x="9979763" y="32114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1" name="pt6721"/>
            <p:cNvSpPr/>
            <p:nvPr/>
          </p:nvSpPr>
          <p:spPr>
            <a:xfrm>
              <a:off x="9979763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2" name="pt6722"/>
            <p:cNvSpPr/>
            <p:nvPr/>
          </p:nvSpPr>
          <p:spPr>
            <a:xfrm>
              <a:off x="9688845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3" name="pt6723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4" name="pt6724"/>
            <p:cNvSpPr/>
            <p:nvPr/>
          </p:nvSpPr>
          <p:spPr>
            <a:xfrm>
              <a:off x="9397927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5" name="pt6725"/>
            <p:cNvSpPr/>
            <p:nvPr/>
          </p:nvSpPr>
          <p:spPr>
            <a:xfrm>
              <a:off x="9397927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6" name="pt6726"/>
            <p:cNvSpPr/>
            <p:nvPr/>
          </p:nvSpPr>
          <p:spPr>
            <a:xfrm>
              <a:off x="10270680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7" name="pt6727"/>
            <p:cNvSpPr/>
            <p:nvPr/>
          </p:nvSpPr>
          <p:spPr>
            <a:xfrm>
              <a:off x="9397927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8" name="pt6728"/>
            <p:cNvSpPr/>
            <p:nvPr/>
          </p:nvSpPr>
          <p:spPr>
            <a:xfrm>
              <a:off x="9688845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9" name="pt6729"/>
            <p:cNvSpPr/>
            <p:nvPr/>
          </p:nvSpPr>
          <p:spPr>
            <a:xfrm>
              <a:off x="9397927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0" name="pt6730"/>
            <p:cNvSpPr/>
            <p:nvPr/>
          </p:nvSpPr>
          <p:spPr>
            <a:xfrm>
              <a:off x="9397927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1" name="pt6731"/>
            <p:cNvSpPr/>
            <p:nvPr/>
          </p:nvSpPr>
          <p:spPr>
            <a:xfrm>
              <a:off x="9979763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2" name="pt6732"/>
            <p:cNvSpPr/>
            <p:nvPr/>
          </p:nvSpPr>
          <p:spPr>
            <a:xfrm>
              <a:off x="9979763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3" name="pt6733"/>
            <p:cNvSpPr/>
            <p:nvPr/>
          </p:nvSpPr>
          <p:spPr>
            <a:xfrm>
              <a:off x="9397927" y="3808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4" name="pt6734"/>
            <p:cNvSpPr/>
            <p:nvPr/>
          </p:nvSpPr>
          <p:spPr>
            <a:xfrm>
              <a:off x="9979763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5" name="pt6735"/>
            <p:cNvSpPr/>
            <p:nvPr/>
          </p:nvSpPr>
          <p:spPr>
            <a:xfrm>
              <a:off x="9397927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6" name="pt6736"/>
            <p:cNvSpPr/>
            <p:nvPr/>
          </p:nvSpPr>
          <p:spPr>
            <a:xfrm>
              <a:off x="9397927" y="41380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7" name="pt6737"/>
            <p:cNvSpPr/>
            <p:nvPr/>
          </p:nvSpPr>
          <p:spPr>
            <a:xfrm>
              <a:off x="9397927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8" name="pt6738"/>
            <p:cNvSpPr/>
            <p:nvPr/>
          </p:nvSpPr>
          <p:spPr>
            <a:xfrm>
              <a:off x="9979763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9" name="pt6739"/>
            <p:cNvSpPr/>
            <p:nvPr/>
          </p:nvSpPr>
          <p:spPr>
            <a:xfrm>
              <a:off x="9397927" y="42233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0" name="pt6740"/>
            <p:cNvSpPr/>
            <p:nvPr/>
          </p:nvSpPr>
          <p:spPr>
            <a:xfrm>
              <a:off x="9397927" y="41502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1" name="pt6741"/>
            <p:cNvSpPr/>
            <p:nvPr/>
          </p:nvSpPr>
          <p:spPr>
            <a:xfrm>
              <a:off x="9979763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2" name="pt6742"/>
            <p:cNvSpPr/>
            <p:nvPr/>
          </p:nvSpPr>
          <p:spPr>
            <a:xfrm>
              <a:off x="9979763" y="39063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3" name="pt6743"/>
            <p:cNvSpPr/>
            <p:nvPr/>
          </p:nvSpPr>
          <p:spPr>
            <a:xfrm>
              <a:off x="9688845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4" name="pt6744"/>
            <p:cNvSpPr/>
            <p:nvPr/>
          </p:nvSpPr>
          <p:spPr>
            <a:xfrm>
              <a:off x="9979763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5" name="pt6745"/>
            <p:cNvSpPr/>
            <p:nvPr/>
          </p:nvSpPr>
          <p:spPr>
            <a:xfrm>
              <a:off x="9979763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6" name="pt6746"/>
            <p:cNvSpPr/>
            <p:nvPr/>
          </p:nvSpPr>
          <p:spPr>
            <a:xfrm>
              <a:off x="9397927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7" name="pt6747"/>
            <p:cNvSpPr/>
            <p:nvPr/>
          </p:nvSpPr>
          <p:spPr>
            <a:xfrm>
              <a:off x="9397927" y="379665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8" name="pt6748"/>
            <p:cNvSpPr/>
            <p:nvPr/>
          </p:nvSpPr>
          <p:spPr>
            <a:xfrm>
              <a:off x="9397927" y="380884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9" name="pt6749"/>
            <p:cNvSpPr/>
            <p:nvPr/>
          </p:nvSpPr>
          <p:spPr>
            <a:xfrm>
              <a:off x="9397927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0" name="pt6750"/>
            <p:cNvSpPr/>
            <p:nvPr/>
          </p:nvSpPr>
          <p:spPr>
            <a:xfrm>
              <a:off x="9397927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1" name="pt6751"/>
            <p:cNvSpPr/>
            <p:nvPr/>
          </p:nvSpPr>
          <p:spPr>
            <a:xfrm>
              <a:off x="9688845" y="343088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2" name="pt6752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3" name="pt6753"/>
            <p:cNvSpPr/>
            <p:nvPr/>
          </p:nvSpPr>
          <p:spPr>
            <a:xfrm>
              <a:off x="9397927" y="41868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4" name="pt6754"/>
            <p:cNvSpPr/>
            <p:nvPr/>
          </p:nvSpPr>
          <p:spPr>
            <a:xfrm>
              <a:off x="9397927" y="41258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5" name="pt6755"/>
            <p:cNvSpPr/>
            <p:nvPr/>
          </p:nvSpPr>
          <p:spPr>
            <a:xfrm>
              <a:off x="9979763" y="32601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6" name="pt6756"/>
            <p:cNvSpPr/>
            <p:nvPr/>
          </p:nvSpPr>
          <p:spPr>
            <a:xfrm>
              <a:off x="9688845" y="4016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7" name="pt6757"/>
            <p:cNvSpPr/>
            <p:nvPr/>
          </p:nvSpPr>
          <p:spPr>
            <a:xfrm>
              <a:off x="9979763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8" name="pt6758"/>
            <p:cNvSpPr/>
            <p:nvPr/>
          </p:nvSpPr>
          <p:spPr>
            <a:xfrm>
              <a:off x="9979763" y="34796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9" name="pt6759"/>
            <p:cNvSpPr/>
            <p:nvPr/>
          </p:nvSpPr>
          <p:spPr>
            <a:xfrm>
              <a:off x="9397927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0" name="pt6760"/>
            <p:cNvSpPr/>
            <p:nvPr/>
          </p:nvSpPr>
          <p:spPr>
            <a:xfrm>
              <a:off x="9979763" y="32601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1" name="pt6761"/>
            <p:cNvSpPr/>
            <p:nvPr/>
          </p:nvSpPr>
          <p:spPr>
            <a:xfrm>
              <a:off x="9688845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2" name="pt6762"/>
            <p:cNvSpPr/>
            <p:nvPr/>
          </p:nvSpPr>
          <p:spPr>
            <a:xfrm>
              <a:off x="9397927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3" name="pt6763"/>
            <p:cNvSpPr/>
            <p:nvPr/>
          </p:nvSpPr>
          <p:spPr>
            <a:xfrm>
              <a:off x="9688845" y="3821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4" name="pt6764"/>
            <p:cNvSpPr/>
            <p:nvPr/>
          </p:nvSpPr>
          <p:spPr>
            <a:xfrm>
              <a:off x="9688845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5" name="pt6765"/>
            <p:cNvSpPr/>
            <p:nvPr/>
          </p:nvSpPr>
          <p:spPr>
            <a:xfrm>
              <a:off x="9397927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6" name="pt6766"/>
            <p:cNvSpPr/>
            <p:nvPr/>
          </p:nvSpPr>
          <p:spPr>
            <a:xfrm>
              <a:off x="9397927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7" name="pt6767"/>
            <p:cNvSpPr/>
            <p:nvPr/>
          </p:nvSpPr>
          <p:spPr>
            <a:xfrm>
              <a:off x="10270680" y="3065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8" name="pt6768"/>
            <p:cNvSpPr/>
            <p:nvPr/>
          </p:nvSpPr>
          <p:spPr>
            <a:xfrm>
              <a:off x="10270680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9" name="pt6769"/>
            <p:cNvSpPr/>
            <p:nvPr/>
          </p:nvSpPr>
          <p:spPr>
            <a:xfrm>
              <a:off x="9979763" y="3565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0" name="pt6770"/>
            <p:cNvSpPr/>
            <p:nvPr/>
          </p:nvSpPr>
          <p:spPr>
            <a:xfrm>
              <a:off x="10270680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1" name="pt6771"/>
            <p:cNvSpPr/>
            <p:nvPr/>
          </p:nvSpPr>
          <p:spPr>
            <a:xfrm>
              <a:off x="9979763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2" name="pt6772"/>
            <p:cNvSpPr/>
            <p:nvPr/>
          </p:nvSpPr>
          <p:spPr>
            <a:xfrm>
              <a:off x="9979763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3" name="pt6773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4" name="pt6774"/>
            <p:cNvSpPr/>
            <p:nvPr/>
          </p:nvSpPr>
          <p:spPr>
            <a:xfrm>
              <a:off x="9979763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5" name="pt6775"/>
            <p:cNvSpPr/>
            <p:nvPr/>
          </p:nvSpPr>
          <p:spPr>
            <a:xfrm>
              <a:off x="9688845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6" name="pt6776"/>
            <p:cNvSpPr/>
            <p:nvPr/>
          </p:nvSpPr>
          <p:spPr>
            <a:xfrm>
              <a:off x="9688845" y="39795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7" name="pt6777"/>
            <p:cNvSpPr/>
            <p:nvPr/>
          </p:nvSpPr>
          <p:spPr>
            <a:xfrm>
              <a:off x="9979763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8" name="pt6778"/>
            <p:cNvSpPr/>
            <p:nvPr/>
          </p:nvSpPr>
          <p:spPr>
            <a:xfrm>
              <a:off x="10561598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9" name="pt6779"/>
            <p:cNvSpPr/>
            <p:nvPr/>
          </p:nvSpPr>
          <p:spPr>
            <a:xfrm>
              <a:off x="9979763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0" name="pt6780"/>
            <p:cNvSpPr/>
            <p:nvPr/>
          </p:nvSpPr>
          <p:spPr>
            <a:xfrm>
              <a:off x="9979763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1" name="pt6781"/>
            <p:cNvSpPr/>
            <p:nvPr/>
          </p:nvSpPr>
          <p:spPr>
            <a:xfrm>
              <a:off x="9979763" y="356500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2" name="pt6782"/>
            <p:cNvSpPr/>
            <p:nvPr/>
          </p:nvSpPr>
          <p:spPr>
            <a:xfrm>
              <a:off x="9397927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3" name="pt6783"/>
            <p:cNvSpPr/>
            <p:nvPr/>
          </p:nvSpPr>
          <p:spPr>
            <a:xfrm>
              <a:off x="9979763" y="3601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4" name="pt6784"/>
            <p:cNvSpPr/>
            <p:nvPr/>
          </p:nvSpPr>
          <p:spPr>
            <a:xfrm>
              <a:off x="9688845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5" name="pt6785"/>
            <p:cNvSpPr/>
            <p:nvPr/>
          </p:nvSpPr>
          <p:spPr>
            <a:xfrm>
              <a:off x="10270680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6" name="pt6786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7" name="pt6787"/>
            <p:cNvSpPr/>
            <p:nvPr/>
          </p:nvSpPr>
          <p:spPr>
            <a:xfrm>
              <a:off x="9688845" y="3918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8" name="pt6788"/>
            <p:cNvSpPr/>
            <p:nvPr/>
          </p:nvSpPr>
          <p:spPr>
            <a:xfrm>
              <a:off x="9979763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9" name="pt6789"/>
            <p:cNvSpPr/>
            <p:nvPr/>
          </p:nvSpPr>
          <p:spPr>
            <a:xfrm>
              <a:off x="9979763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0" name="pt6790"/>
            <p:cNvSpPr/>
            <p:nvPr/>
          </p:nvSpPr>
          <p:spPr>
            <a:xfrm>
              <a:off x="9688845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1" name="pt6791"/>
            <p:cNvSpPr/>
            <p:nvPr/>
          </p:nvSpPr>
          <p:spPr>
            <a:xfrm>
              <a:off x="9688845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2" name="pt6792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3" name="pt6793"/>
            <p:cNvSpPr/>
            <p:nvPr/>
          </p:nvSpPr>
          <p:spPr>
            <a:xfrm>
              <a:off x="9688845" y="357719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4" name="pt6794"/>
            <p:cNvSpPr/>
            <p:nvPr/>
          </p:nvSpPr>
          <p:spPr>
            <a:xfrm>
              <a:off x="9688845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5" name="pt6795"/>
            <p:cNvSpPr/>
            <p:nvPr/>
          </p:nvSpPr>
          <p:spPr>
            <a:xfrm>
              <a:off x="9979763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6" name="pt6796"/>
            <p:cNvSpPr/>
            <p:nvPr/>
          </p:nvSpPr>
          <p:spPr>
            <a:xfrm>
              <a:off x="9979763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7" name="pt6797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8" name="pt6798"/>
            <p:cNvSpPr/>
            <p:nvPr/>
          </p:nvSpPr>
          <p:spPr>
            <a:xfrm>
              <a:off x="9688845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9" name="pt6799"/>
            <p:cNvSpPr/>
            <p:nvPr/>
          </p:nvSpPr>
          <p:spPr>
            <a:xfrm>
              <a:off x="9979763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0" name="pt6800"/>
            <p:cNvSpPr/>
            <p:nvPr/>
          </p:nvSpPr>
          <p:spPr>
            <a:xfrm>
              <a:off x="9979763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1" name="pt6801"/>
            <p:cNvSpPr/>
            <p:nvPr/>
          </p:nvSpPr>
          <p:spPr>
            <a:xfrm>
              <a:off x="9979763" y="33333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2" name="pt6802"/>
            <p:cNvSpPr/>
            <p:nvPr/>
          </p:nvSpPr>
          <p:spPr>
            <a:xfrm>
              <a:off x="9397927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3" name="pt6803"/>
            <p:cNvSpPr/>
            <p:nvPr/>
          </p:nvSpPr>
          <p:spPr>
            <a:xfrm>
              <a:off x="9979763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4" name="pt6804"/>
            <p:cNvSpPr/>
            <p:nvPr/>
          </p:nvSpPr>
          <p:spPr>
            <a:xfrm>
              <a:off x="9688845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5" name="pt6805"/>
            <p:cNvSpPr/>
            <p:nvPr/>
          </p:nvSpPr>
          <p:spPr>
            <a:xfrm>
              <a:off x="9979763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6" name="pt6806"/>
            <p:cNvSpPr/>
            <p:nvPr/>
          </p:nvSpPr>
          <p:spPr>
            <a:xfrm>
              <a:off x="9979763" y="37478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7" name="pt6807"/>
            <p:cNvSpPr/>
            <p:nvPr/>
          </p:nvSpPr>
          <p:spPr>
            <a:xfrm>
              <a:off x="9397927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8" name="pt6808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9" name="pt6809"/>
            <p:cNvSpPr/>
            <p:nvPr/>
          </p:nvSpPr>
          <p:spPr>
            <a:xfrm>
              <a:off x="9397927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0" name="pt6810"/>
            <p:cNvSpPr/>
            <p:nvPr/>
          </p:nvSpPr>
          <p:spPr>
            <a:xfrm>
              <a:off x="9397927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1" name="pt6811"/>
            <p:cNvSpPr/>
            <p:nvPr/>
          </p:nvSpPr>
          <p:spPr>
            <a:xfrm>
              <a:off x="9397927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2" name="pt6812"/>
            <p:cNvSpPr/>
            <p:nvPr/>
          </p:nvSpPr>
          <p:spPr>
            <a:xfrm>
              <a:off x="9397927" y="38576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3" name="pt6813"/>
            <p:cNvSpPr/>
            <p:nvPr/>
          </p:nvSpPr>
          <p:spPr>
            <a:xfrm>
              <a:off x="10270680" y="3138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4" name="pt6814"/>
            <p:cNvSpPr/>
            <p:nvPr/>
          </p:nvSpPr>
          <p:spPr>
            <a:xfrm>
              <a:off x="9979763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5" name="pt6815"/>
            <p:cNvSpPr/>
            <p:nvPr/>
          </p:nvSpPr>
          <p:spPr>
            <a:xfrm>
              <a:off x="9397927" y="41624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6" name="pt6816"/>
            <p:cNvSpPr/>
            <p:nvPr/>
          </p:nvSpPr>
          <p:spPr>
            <a:xfrm>
              <a:off x="9979763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7" name="pt6817"/>
            <p:cNvSpPr/>
            <p:nvPr/>
          </p:nvSpPr>
          <p:spPr>
            <a:xfrm>
              <a:off x="10561598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8" name="pt6818"/>
            <p:cNvSpPr/>
            <p:nvPr/>
          </p:nvSpPr>
          <p:spPr>
            <a:xfrm>
              <a:off x="9397927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9" name="pt6819"/>
            <p:cNvSpPr/>
            <p:nvPr/>
          </p:nvSpPr>
          <p:spPr>
            <a:xfrm>
              <a:off x="9397927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0" name="pt6820"/>
            <p:cNvSpPr/>
            <p:nvPr/>
          </p:nvSpPr>
          <p:spPr>
            <a:xfrm>
              <a:off x="9397927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1" name="pt6821"/>
            <p:cNvSpPr/>
            <p:nvPr/>
          </p:nvSpPr>
          <p:spPr>
            <a:xfrm>
              <a:off x="9397927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2" name="pt6822"/>
            <p:cNvSpPr/>
            <p:nvPr/>
          </p:nvSpPr>
          <p:spPr>
            <a:xfrm>
              <a:off x="9979763" y="40161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3" name="pt6823"/>
            <p:cNvSpPr/>
            <p:nvPr/>
          </p:nvSpPr>
          <p:spPr>
            <a:xfrm>
              <a:off x="9979763" y="36991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4" name="pt6824"/>
            <p:cNvSpPr/>
            <p:nvPr/>
          </p:nvSpPr>
          <p:spPr>
            <a:xfrm>
              <a:off x="9397927" y="39429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5" name="pt6825"/>
            <p:cNvSpPr/>
            <p:nvPr/>
          </p:nvSpPr>
          <p:spPr>
            <a:xfrm>
              <a:off x="9397927" y="40770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6" name="pt6826"/>
            <p:cNvSpPr/>
            <p:nvPr/>
          </p:nvSpPr>
          <p:spPr>
            <a:xfrm>
              <a:off x="9397927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7" name="pt6827"/>
            <p:cNvSpPr/>
            <p:nvPr/>
          </p:nvSpPr>
          <p:spPr>
            <a:xfrm>
              <a:off x="10561598" y="30285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8" name="pt6828"/>
            <p:cNvSpPr/>
            <p:nvPr/>
          </p:nvSpPr>
          <p:spPr>
            <a:xfrm>
              <a:off x="9397927" y="41014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9" name="pt6829"/>
            <p:cNvSpPr/>
            <p:nvPr/>
          </p:nvSpPr>
          <p:spPr>
            <a:xfrm>
              <a:off x="9397927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0" name="pt6830"/>
            <p:cNvSpPr/>
            <p:nvPr/>
          </p:nvSpPr>
          <p:spPr>
            <a:xfrm>
              <a:off x="9397927" y="3528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1" name="pt6831"/>
            <p:cNvSpPr/>
            <p:nvPr/>
          </p:nvSpPr>
          <p:spPr>
            <a:xfrm>
              <a:off x="10270680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2" name="pt6832"/>
            <p:cNvSpPr/>
            <p:nvPr/>
          </p:nvSpPr>
          <p:spPr>
            <a:xfrm>
              <a:off x="9688845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3" name="pt6833"/>
            <p:cNvSpPr/>
            <p:nvPr/>
          </p:nvSpPr>
          <p:spPr>
            <a:xfrm>
              <a:off x="9397927" y="395515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4" name="pt6834"/>
            <p:cNvSpPr/>
            <p:nvPr/>
          </p:nvSpPr>
          <p:spPr>
            <a:xfrm>
              <a:off x="9979763" y="3443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5" name="pt6835"/>
            <p:cNvSpPr/>
            <p:nvPr/>
          </p:nvSpPr>
          <p:spPr>
            <a:xfrm>
              <a:off x="10270680" y="33943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6" name="pt6836"/>
            <p:cNvSpPr/>
            <p:nvPr/>
          </p:nvSpPr>
          <p:spPr>
            <a:xfrm>
              <a:off x="9979763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7" name="pt6837"/>
            <p:cNvSpPr/>
            <p:nvPr/>
          </p:nvSpPr>
          <p:spPr>
            <a:xfrm>
              <a:off x="9688845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8" name="pt6838"/>
            <p:cNvSpPr/>
            <p:nvPr/>
          </p:nvSpPr>
          <p:spPr>
            <a:xfrm>
              <a:off x="9979763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9" name="pt6839"/>
            <p:cNvSpPr/>
            <p:nvPr/>
          </p:nvSpPr>
          <p:spPr>
            <a:xfrm>
              <a:off x="9979763" y="319923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0" name="pt6840"/>
            <p:cNvSpPr/>
            <p:nvPr/>
          </p:nvSpPr>
          <p:spPr>
            <a:xfrm>
              <a:off x="9979763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1" name="pt6841"/>
            <p:cNvSpPr/>
            <p:nvPr/>
          </p:nvSpPr>
          <p:spPr>
            <a:xfrm>
              <a:off x="9688845" y="37844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2" name="pt6842"/>
            <p:cNvSpPr/>
            <p:nvPr/>
          </p:nvSpPr>
          <p:spPr>
            <a:xfrm>
              <a:off x="10561598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3" name="pt6843"/>
            <p:cNvSpPr/>
            <p:nvPr/>
          </p:nvSpPr>
          <p:spPr>
            <a:xfrm>
              <a:off x="9397927" y="3881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4" name="pt6844"/>
            <p:cNvSpPr/>
            <p:nvPr/>
          </p:nvSpPr>
          <p:spPr>
            <a:xfrm>
              <a:off x="9397927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5" name="pt6845"/>
            <p:cNvSpPr/>
            <p:nvPr/>
          </p:nvSpPr>
          <p:spPr>
            <a:xfrm>
              <a:off x="10270680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6" name="pt6846"/>
            <p:cNvSpPr/>
            <p:nvPr/>
          </p:nvSpPr>
          <p:spPr>
            <a:xfrm>
              <a:off x="9688845" y="38698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7" name="pt6847"/>
            <p:cNvSpPr/>
            <p:nvPr/>
          </p:nvSpPr>
          <p:spPr>
            <a:xfrm>
              <a:off x="9979763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8" name="pt6848"/>
            <p:cNvSpPr/>
            <p:nvPr/>
          </p:nvSpPr>
          <p:spPr>
            <a:xfrm>
              <a:off x="9397927" y="40283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9" name="pt6849"/>
            <p:cNvSpPr/>
            <p:nvPr/>
          </p:nvSpPr>
          <p:spPr>
            <a:xfrm>
              <a:off x="9397927" y="40770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0" name="pt6850"/>
            <p:cNvSpPr/>
            <p:nvPr/>
          </p:nvSpPr>
          <p:spPr>
            <a:xfrm>
              <a:off x="9688845" y="42111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1" name="pt6851"/>
            <p:cNvSpPr/>
            <p:nvPr/>
          </p:nvSpPr>
          <p:spPr>
            <a:xfrm>
              <a:off x="9397927" y="41989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2" name="pt6852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3" name="pt6853"/>
            <p:cNvSpPr/>
            <p:nvPr/>
          </p:nvSpPr>
          <p:spPr>
            <a:xfrm>
              <a:off x="9979763" y="362596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4" name="pt6854"/>
            <p:cNvSpPr/>
            <p:nvPr/>
          </p:nvSpPr>
          <p:spPr>
            <a:xfrm>
              <a:off x="9688845" y="332115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5" name="pt6855"/>
            <p:cNvSpPr/>
            <p:nvPr/>
          </p:nvSpPr>
          <p:spPr>
            <a:xfrm>
              <a:off x="9397927" y="388199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6" name="pt6856"/>
            <p:cNvSpPr/>
            <p:nvPr/>
          </p:nvSpPr>
          <p:spPr>
            <a:xfrm>
              <a:off x="9979763" y="350404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7" name="pt6857"/>
            <p:cNvSpPr/>
            <p:nvPr/>
          </p:nvSpPr>
          <p:spPr>
            <a:xfrm>
              <a:off x="9688845" y="3467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8" name="pt6858"/>
            <p:cNvSpPr/>
            <p:nvPr/>
          </p:nvSpPr>
          <p:spPr>
            <a:xfrm>
              <a:off x="9397927" y="40526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9" name="pt6859"/>
            <p:cNvSpPr/>
            <p:nvPr/>
          </p:nvSpPr>
          <p:spPr>
            <a:xfrm>
              <a:off x="9397927" y="3833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0" name="pt6860"/>
            <p:cNvSpPr/>
            <p:nvPr/>
          </p:nvSpPr>
          <p:spPr>
            <a:xfrm>
              <a:off x="9397927" y="37235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1" name="pt6861"/>
            <p:cNvSpPr/>
            <p:nvPr/>
          </p:nvSpPr>
          <p:spPr>
            <a:xfrm>
              <a:off x="9979763" y="3540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2" name="pt6862"/>
            <p:cNvSpPr/>
            <p:nvPr/>
          </p:nvSpPr>
          <p:spPr>
            <a:xfrm>
              <a:off x="9397927" y="42599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3" name="pt6863"/>
            <p:cNvSpPr/>
            <p:nvPr/>
          </p:nvSpPr>
          <p:spPr>
            <a:xfrm>
              <a:off x="10270680" y="311389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4" name="pt6864"/>
            <p:cNvSpPr/>
            <p:nvPr/>
          </p:nvSpPr>
          <p:spPr>
            <a:xfrm>
              <a:off x="10270680" y="310170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5" name="pt6865"/>
            <p:cNvSpPr/>
            <p:nvPr/>
          </p:nvSpPr>
          <p:spPr>
            <a:xfrm>
              <a:off x="9979763" y="324800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6" name="pt6866"/>
            <p:cNvSpPr/>
            <p:nvPr/>
          </p:nvSpPr>
          <p:spPr>
            <a:xfrm>
              <a:off x="10561598" y="328458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7" name="pt6867"/>
            <p:cNvSpPr/>
            <p:nvPr/>
          </p:nvSpPr>
          <p:spPr>
            <a:xfrm>
              <a:off x="10270680" y="340650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8" name="pt6868"/>
            <p:cNvSpPr/>
            <p:nvPr/>
          </p:nvSpPr>
          <p:spPr>
            <a:xfrm>
              <a:off x="9397927" y="42355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9" name="pt6869"/>
            <p:cNvSpPr/>
            <p:nvPr/>
          </p:nvSpPr>
          <p:spPr>
            <a:xfrm>
              <a:off x="9979763" y="3760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0" name="pt6870"/>
            <p:cNvSpPr/>
            <p:nvPr/>
          </p:nvSpPr>
          <p:spPr>
            <a:xfrm>
              <a:off x="10270680" y="3613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1" name="pt6871"/>
            <p:cNvSpPr/>
            <p:nvPr/>
          </p:nvSpPr>
          <p:spPr>
            <a:xfrm>
              <a:off x="9397927" y="3686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2" name="pt6872"/>
            <p:cNvSpPr/>
            <p:nvPr/>
          </p:nvSpPr>
          <p:spPr>
            <a:xfrm>
              <a:off x="9397927" y="37722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3" name="pt6873"/>
            <p:cNvSpPr/>
            <p:nvPr/>
          </p:nvSpPr>
          <p:spPr>
            <a:xfrm>
              <a:off x="9397927" y="42721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4" name="pt6874"/>
            <p:cNvSpPr/>
            <p:nvPr/>
          </p:nvSpPr>
          <p:spPr>
            <a:xfrm>
              <a:off x="9397927" y="3918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5" name="pt6875"/>
            <p:cNvSpPr/>
            <p:nvPr/>
          </p:nvSpPr>
          <p:spPr>
            <a:xfrm>
              <a:off x="9397927" y="417461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6" name="pt6876"/>
            <p:cNvSpPr/>
            <p:nvPr/>
          </p:nvSpPr>
          <p:spPr>
            <a:xfrm>
              <a:off x="9688845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7" name="pt6877"/>
            <p:cNvSpPr/>
            <p:nvPr/>
          </p:nvSpPr>
          <p:spPr>
            <a:xfrm>
              <a:off x="9397927" y="365034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8" name="pt6878"/>
            <p:cNvSpPr/>
            <p:nvPr/>
          </p:nvSpPr>
          <p:spPr>
            <a:xfrm>
              <a:off x="9397927" y="41136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9" name="pt6879"/>
            <p:cNvSpPr/>
            <p:nvPr/>
          </p:nvSpPr>
          <p:spPr>
            <a:xfrm>
              <a:off x="9688845" y="38454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0" name="pg6880"/>
            <p:cNvSpPr/>
            <p:nvPr/>
          </p:nvSpPr>
          <p:spPr>
            <a:xfrm>
              <a:off x="9415978" y="2693242"/>
              <a:ext cx="1745506" cy="1322837"/>
            </a:xfrm>
            <a:custGeom>
              <a:avLst/>
              <a:pathLst>
                <a:path w="1745506" h="1322837">
                  <a:moveTo>
                    <a:pt x="0" y="1227444"/>
                  </a:moveTo>
                  <a:lnTo>
                    <a:pt x="22095" y="1213032"/>
                  </a:lnTo>
                  <a:lnTo>
                    <a:pt x="44190" y="1198422"/>
                  </a:lnTo>
                  <a:lnTo>
                    <a:pt x="66285" y="1183608"/>
                  </a:lnTo>
                  <a:lnTo>
                    <a:pt x="88380" y="1168588"/>
                  </a:lnTo>
                  <a:lnTo>
                    <a:pt x="110475" y="1153365"/>
                  </a:lnTo>
                  <a:lnTo>
                    <a:pt x="132570" y="1137952"/>
                  </a:lnTo>
                  <a:lnTo>
                    <a:pt x="154665" y="1122365"/>
                  </a:lnTo>
                  <a:lnTo>
                    <a:pt x="176760" y="1106631"/>
                  </a:lnTo>
                  <a:lnTo>
                    <a:pt x="198855" y="1090781"/>
                  </a:lnTo>
                  <a:lnTo>
                    <a:pt x="220950" y="1074850"/>
                  </a:lnTo>
                  <a:lnTo>
                    <a:pt x="243045" y="1058875"/>
                  </a:lnTo>
                  <a:lnTo>
                    <a:pt x="265140" y="1042892"/>
                  </a:lnTo>
                  <a:lnTo>
                    <a:pt x="287235" y="1026935"/>
                  </a:lnTo>
                  <a:lnTo>
                    <a:pt x="309330" y="1011036"/>
                  </a:lnTo>
                  <a:lnTo>
                    <a:pt x="331425" y="995221"/>
                  </a:lnTo>
                  <a:lnTo>
                    <a:pt x="353520" y="979514"/>
                  </a:lnTo>
                  <a:lnTo>
                    <a:pt x="375615" y="963934"/>
                  </a:lnTo>
                  <a:lnTo>
                    <a:pt x="397710" y="948495"/>
                  </a:lnTo>
                  <a:lnTo>
                    <a:pt x="419805" y="933209"/>
                  </a:lnTo>
                  <a:lnTo>
                    <a:pt x="441900" y="918083"/>
                  </a:lnTo>
                  <a:lnTo>
                    <a:pt x="463995" y="903121"/>
                  </a:lnTo>
                  <a:lnTo>
                    <a:pt x="486090" y="888325"/>
                  </a:lnTo>
                  <a:lnTo>
                    <a:pt x="508185" y="873693"/>
                  </a:lnTo>
                  <a:lnTo>
                    <a:pt x="530280" y="859221"/>
                  </a:lnTo>
                  <a:lnTo>
                    <a:pt x="552375" y="844902"/>
                  </a:lnTo>
                  <a:lnTo>
                    <a:pt x="574470" y="830727"/>
                  </a:lnTo>
                  <a:lnTo>
                    <a:pt x="596565" y="816682"/>
                  </a:lnTo>
                  <a:lnTo>
                    <a:pt x="618660" y="802753"/>
                  </a:lnTo>
                  <a:lnTo>
                    <a:pt x="640755" y="788923"/>
                  </a:lnTo>
                  <a:lnTo>
                    <a:pt x="662850" y="775173"/>
                  </a:lnTo>
                  <a:lnTo>
                    <a:pt x="684945" y="761481"/>
                  </a:lnTo>
                  <a:lnTo>
                    <a:pt x="707040" y="747825"/>
                  </a:lnTo>
                  <a:lnTo>
                    <a:pt x="729135" y="734180"/>
                  </a:lnTo>
                  <a:lnTo>
                    <a:pt x="751230" y="720523"/>
                  </a:lnTo>
                  <a:lnTo>
                    <a:pt x="773325" y="706830"/>
                  </a:lnTo>
                  <a:lnTo>
                    <a:pt x="795420" y="693078"/>
                  </a:lnTo>
                  <a:lnTo>
                    <a:pt x="817515" y="679248"/>
                  </a:lnTo>
                  <a:lnTo>
                    <a:pt x="839610" y="665321"/>
                  </a:lnTo>
                  <a:lnTo>
                    <a:pt x="861705" y="651282"/>
                  </a:lnTo>
                  <a:lnTo>
                    <a:pt x="883800" y="637121"/>
                  </a:lnTo>
                  <a:lnTo>
                    <a:pt x="905895" y="622828"/>
                  </a:lnTo>
                  <a:lnTo>
                    <a:pt x="927990" y="608399"/>
                  </a:lnTo>
                  <a:lnTo>
                    <a:pt x="950085" y="593830"/>
                  </a:lnTo>
                  <a:lnTo>
                    <a:pt x="972180" y="579122"/>
                  </a:lnTo>
                  <a:lnTo>
                    <a:pt x="994275" y="564275"/>
                  </a:lnTo>
                  <a:lnTo>
                    <a:pt x="1016370" y="549292"/>
                  </a:lnTo>
                  <a:lnTo>
                    <a:pt x="1038465" y="534177"/>
                  </a:lnTo>
                  <a:lnTo>
                    <a:pt x="1060560" y="518933"/>
                  </a:lnTo>
                  <a:lnTo>
                    <a:pt x="1082655" y="503565"/>
                  </a:lnTo>
                  <a:lnTo>
                    <a:pt x="1104750" y="488078"/>
                  </a:lnTo>
                  <a:lnTo>
                    <a:pt x="1126845" y="472475"/>
                  </a:lnTo>
                  <a:lnTo>
                    <a:pt x="1148940" y="456761"/>
                  </a:lnTo>
                  <a:lnTo>
                    <a:pt x="1171035" y="440941"/>
                  </a:lnTo>
                  <a:lnTo>
                    <a:pt x="1193130" y="425017"/>
                  </a:lnTo>
                  <a:lnTo>
                    <a:pt x="1215225" y="408994"/>
                  </a:lnTo>
                  <a:lnTo>
                    <a:pt x="1237320" y="392875"/>
                  </a:lnTo>
                  <a:lnTo>
                    <a:pt x="1259415" y="376662"/>
                  </a:lnTo>
                  <a:lnTo>
                    <a:pt x="1281510" y="360359"/>
                  </a:lnTo>
                  <a:lnTo>
                    <a:pt x="1303605" y="343967"/>
                  </a:lnTo>
                  <a:lnTo>
                    <a:pt x="1325700" y="327490"/>
                  </a:lnTo>
                  <a:lnTo>
                    <a:pt x="1347795" y="310929"/>
                  </a:lnTo>
                  <a:lnTo>
                    <a:pt x="1369890" y="294287"/>
                  </a:lnTo>
                  <a:lnTo>
                    <a:pt x="1391985" y="277564"/>
                  </a:lnTo>
                  <a:lnTo>
                    <a:pt x="1414080" y="260762"/>
                  </a:lnTo>
                  <a:lnTo>
                    <a:pt x="1436175" y="243883"/>
                  </a:lnTo>
                  <a:lnTo>
                    <a:pt x="1458270" y="226928"/>
                  </a:lnTo>
                  <a:lnTo>
                    <a:pt x="1480366" y="209898"/>
                  </a:lnTo>
                  <a:lnTo>
                    <a:pt x="1502461" y="192794"/>
                  </a:lnTo>
                  <a:lnTo>
                    <a:pt x="1524556" y="175618"/>
                  </a:lnTo>
                  <a:lnTo>
                    <a:pt x="1546651" y="158369"/>
                  </a:lnTo>
                  <a:lnTo>
                    <a:pt x="1568746" y="141049"/>
                  </a:lnTo>
                  <a:lnTo>
                    <a:pt x="1590841" y="123659"/>
                  </a:lnTo>
                  <a:lnTo>
                    <a:pt x="1612936" y="106199"/>
                  </a:lnTo>
                  <a:lnTo>
                    <a:pt x="1635031" y="88669"/>
                  </a:lnTo>
                  <a:lnTo>
                    <a:pt x="1657126" y="71071"/>
                  </a:lnTo>
                  <a:lnTo>
                    <a:pt x="1679221" y="53404"/>
                  </a:lnTo>
                  <a:lnTo>
                    <a:pt x="1701316" y="35670"/>
                  </a:lnTo>
                  <a:lnTo>
                    <a:pt x="1723411" y="17868"/>
                  </a:lnTo>
                  <a:lnTo>
                    <a:pt x="1745506" y="0"/>
                  </a:lnTo>
                  <a:lnTo>
                    <a:pt x="1745506" y="642419"/>
                  </a:lnTo>
                  <a:lnTo>
                    <a:pt x="1723411" y="638374"/>
                  </a:lnTo>
                  <a:lnTo>
                    <a:pt x="1701316" y="634661"/>
                  </a:lnTo>
                  <a:lnTo>
                    <a:pt x="1679221" y="631279"/>
                  </a:lnTo>
                  <a:lnTo>
                    <a:pt x="1657126" y="628230"/>
                  </a:lnTo>
                  <a:lnTo>
                    <a:pt x="1635031" y="625515"/>
                  </a:lnTo>
                  <a:lnTo>
                    <a:pt x="1612936" y="623132"/>
                  </a:lnTo>
                  <a:lnTo>
                    <a:pt x="1590841" y="621084"/>
                  </a:lnTo>
                  <a:lnTo>
                    <a:pt x="1568746" y="619370"/>
                  </a:lnTo>
                  <a:lnTo>
                    <a:pt x="1546651" y="617992"/>
                  </a:lnTo>
                  <a:lnTo>
                    <a:pt x="1524556" y="616950"/>
                  </a:lnTo>
                  <a:lnTo>
                    <a:pt x="1502461" y="616244"/>
                  </a:lnTo>
                  <a:lnTo>
                    <a:pt x="1480366" y="615877"/>
                  </a:lnTo>
                  <a:lnTo>
                    <a:pt x="1458270" y="615848"/>
                  </a:lnTo>
                  <a:lnTo>
                    <a:pt x="1436175" y="616158"/>
                  </a:lnTo>
                  <a:lnTo>
                    <a:pt x="1414080" y="616810"/>
                  </a:lnTo>
                  <a:lnTo>
                    <a:pt x="1391985" y="617803"/>
                  </a:lnTo>
                  <a:lnTo>
                    <a:pt x="1369890" y="619140"/>
                  </a:lnTo>
                  <a:lnTo>
                    <a:pt x="1347795" y="620822"/>
                  </a:lnTo>
                  <a:lnTo>
                    <a:pt x="1325700" y="622851"/>
                  </a:lnTo>
                  <a:lnTo>
                    <a:pt x="1303605" y="625228"/>
                  </a:lnTo>
                  <a:lnTo>
                    <a:pt x="1281510" y="627956"/>
                  </a:lnTo>
                  <a:lnTo>
                    <a:pt x="1259415" y="631037"/>
                  </a:lnTo>
                  <a:lnTo>
                    <a:pt x="1237320" y="634473"/>
                  </a:lnTo>
                  <a:lnTo>
                    <a:pt x="1215225" y="638267"/>
                  </a:lnTo>
                  <a:lnTo>
                    <a:pt x="1193130" y="642422"/>
                  </a:lnTo>
                  <a:lnTo>
                    <a:pt x="1171035" y="646941"/>
                  </a:lnTo>
                  <a:lnTo>
                    <a:pt x="1148940" y="651829"/>
                  </a:lnTo>
                  <a:lnTo>
                    <a:pt x="1126845" y="657088"/>
                  </a:lnTo>
                  <a:lnTo>
                    <a:pt x="1104750" y="662723"/>
                  </a:lnTo>
                  <a:lnTo>
                    <a:pt x="1082655" y="668737"/>
                  </a:lnTo>
                  <a:lnTo>
                    <a:pt x="1060560" y="675136"/>
                  </a:lnTo>
                  <a:lnTo>
                    <a:pt x="1038465" y="681924"/>
                  </a:lnTo>
                  <a:lnTo>
                    <a:pt x="1016370" y="689106"/>
                  </a:lnTo>
                  <a:lnTo>
                    <a:pt x="994275" y="696684"/>
                  </a:lnTo>
                  <a:lnTo>
                    <a:pt x="972180" y="704663"/>
                  </a:lnTo>
                  <a:lnTo>
                    <a:pt x="950085" y="713046"/>
                  </a:lnTo>
                  <a:lnTo>
                    <a:pt x="927990" y="721833"/>
                  </a:lnTo>
                  <a:lnTo>
                    <a:pt x="905895" y="731025"/>
                  </a:lnTo>
                  <a:lnTo>
                    <a:pt x="883800" y="740617"/>
                  </a:lnTo>
                  <a:lnTo>
                    <a:pt x="861705" y="750606"/>
                  </a:lnTo>
                  <a:lnTo>
                    <a:pt x="839610" y="760983"/>
                  </a:lnTo>
                  <a:lnTo>
                    <a:pt x="817515" y="771735"/>
                  </a:lnTo>
                  <a:lnTo>
                    <a:pt x="795420" y="782850"/>
                  </a:lnTo>
                  <a:lnTo>
                    <a:pt x="773325" y="794307"/>
                  </a:lnTo>
                  <a:lnTo>
                    <a:pt x="751230" y="806088"/>
                  </a:lnTo>
                  <a:lnTo>
                    <a:pt x="729135" y="818170"/>
                  </a:lnTo>
                  <a:lnTo>
                    <a:pt x="707040" y="830529"/>
                  </a:lnTo>
                  <a:lnTo>
                    <a:pt x="684945" y="843141"/>
                  </a:lnTo>
                  <a:lnTo>
                    <a:pt x="662850" y="855982"/>
                  </a:lnTo>
                  <a:lnTo>
                    <a:pt x="640755" y="869030"/>
                  </a:lnTo>
                  <a:lnTo>
                    <a:pt x="618660" y="882263"/>
                  </a:lnTo>
                  <a:lnTo>
                    <a:pt x="596565" y="895662"/>
                  </a:lnTo>
                  <a:lnTo>
                    <a:pt x="574470" y="909210"/>
                  </a:lnTo>
                  <a:lnTo>
                    <a:pt x="552375" y="922891"/>
                  </a:lnTo>
                  <a:lnTo>
                    <a:pt x="530280" y="936694"/>
                  </a:lnTo>
                  <a:lnTo>
                    <a:pt x="508185" y="950609"/>
                  </a:lnTo>
                  <a:lnTo>
                    <a:pt x="486090" y="964629"/>
                  </a:lnTo>
                  <a:lnTo>
                    <a:pt x="463995" y="978749"/>
                  </a:lnTo>
                  <a:lnTo>
                    <a:pt x="441900" y="992969"/>
                  </a:lnTo>
                  <a:lnTo>
                    <a:pt x="419805" y="1007288"/>
                  </a:lnTo>
                  <a:lnTo>
                    <a:pt x="397710" y="1021713"/>
                  </a:lnTo>
                  <a:lnTo>
                    <a:pt x="375615" y="1036249"/>
                  </a:lnTo>
                  <a:lnTo>
                    <a:pt x="353520" y="1050910"/>
                  </a:lnTo>
                  <a:lnTo>
                    <a:pt x="331425" y="1065708"/>
                  </a:lnTo>
                  <a:lnTo>
                    <a:pt x="309330" y="1080663"/>
                  </a:lnTo>
                  <a:lnTo>
                    <a:pt x="287235" y="1095799"/>
                  </a:lnTo>
                  <a:lnTo>
                    <a:pt x="265140" y="1111141"/>
                  </a:lnTo>
                  <a:lnTo>
                    <a:pt x="243045" y="1126723"/>
                  </a:lnTo>
                  <a:lnTo>
                    <a:pt x="220950" y="1142576"/>
                  </a:lnTo>
                  <a:lnTo>
                    <a:pt x="198855" y="1158739"/>
                  </a:lnTo>
                  <a:lnTo>
                    <a:pt x="176760" y="1175248"/>
                  </a:lnTo>
                  <a:lnTo>
                    <a:pt x="154665" y="1192137"/>
                  </a:lnTo>
                  <a:lnTo>
                    <a:pt x="132570" y="1209439"/>
                  </a:lnTo>
                  <a:lnTo>
                    <a:pt x="110475" y="1227178"/>
                  </a:lnTo>
                  <a:lnTo>
                    <a:pt x="88380" y="1245374"/>
                  </a:lnTo>
                  <a:lnTo>
                    <a:pt x="66285" y="1264036"/>
                  </a:lnTo>
                  <a:lnTo>
                    <a:pt x="44190" y="1283169"/>
                  </a:lnTo>
                  <a:lnTo>
                    <a:pt x="22095" y="1302772"/>
                  </a:lnTo>
                  <a:lnTo>
                    <a:pt x="0" y="132283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81" name="pl6881"/>
            <p:cNvSpPr/>
            <p:nvPr/>
          </p:nvSpPr>
          <p:spPr>
            <a:xfrm>
              <a:off x="9415978" y="2693242"/>
              <a:ext cx="1745506" cy="1227444"/>
            </a:xfrm>
            <a:custGeom>
              <a:avLst/>
              <a:pathLst>
                <a:path w="1745506" h="1227444">
                  <a:moveTo>
                    <a:pt x="0" y="1227444"/>
                  </a:moveTo>
                  <a:lnTo>
                    <a:pt x="22095" y="1213032"/>
                  </a:lnTo>
                  <a:lnTo>
                    <a:pt x="44190" y="1198422"/>
                  </a:lnTo>
                  <a:lnTo>
                    <a:pt x="66285" y="1183608"/>
                  </a:lnTo>
                  <a:lnTo>
                    <a:pt x="88380" y="1168588"/>
                  </a:lnTo>
                  <a:lnTo>
                    <a:pt x="110475" y="1153365"/>
                  </a:lnTo>
                  <a:lnTo>
                    <a:pt x="132570" y="1137952"/>
                  </a:lnTo>
                  <a:lnTo>
                    <a:pt x="154665" y="1122365"/>
                  </a:lnTo>
                  <a:lnTo>
                    <a:pt x="176760" y="1106631"/>
                  </a:lnTo>
                  <a:lnTo>
                    <a:pt x="198855" y="1090781"/>
                  </a:lnTo>
                  <a:lnTo>
                    <a:pt x="220950" y="1074850"/>
                  </a:lnTo>
                  <a:lnTo>
                    <a:pt x="243045" y="1058875"/>
                  </a:lnTo>
                  <a:lnTo>
                    <a:pt x="265140" y="1042892"/>
                  </a:lnTo>
                  <a:lnTo>
                    <a:pt x="287235" y="1026935"/>
                  </a:lnTo>
                  <a:lnTo>
                    <a:pt x="309330" y="1011036"/>
                  </a:lnTo>
                  <a:lnTo>
                    <a:pt x="331425" y="995221"/>
                  </a:lnTo>
                  <a:lnTo>
                    <a:pt x="353520" y="979514"/>
                  </a:lnTo>
                  <a:lnTo>
                    <a:pt x="375615" y="963934"/>
                  </a:lnTo>
                  <a:lnTo>
                    <a:pt x="397710" y="948495"/>
                  </a:lnTo>
                  <a:lnTo>
                    <a:pt x="419805" y="933209"/>
                  </a:lnTo>
                  <a:lnTo>
                    <a:pt x="441900" y="918083"/>
                  </a:lnTo>
                  <a:lnTo>
                    <a:pt x="463995" y="903121"/>
                  </a:lnTo>
                  <a:lnTo>
                    <a:pt x="486090" y="888325"/>
                  </a:lnTo>
                  <a:lnTo>
                    <a:pt x="508185" y="873693"/>
                  </a:lnTo>
                  <a:lnTo>
                    <a:pt x="530280" y="859221"/>
                  </a:lnTo>
                  <a:lnTo>
                    <a:pt x="552375" y="844902"/>
                  </a:lnTo>
                  <a:lnTo>
                    <a:pt x="574470" y="830727"/>
                  </a:lnTo>
                  <a:lnTo>
                    <a:pt x="596565" y="816682"/>
                  </a:lnTo>
                  <a:lnTo>
                    <a:pt x="618660" y="802753"/>
                  </a:lnTo>
                  <a:lnTo>
                    <a:pt x="640755" y="788923"/>
                  </a:lnTo>
                  <a:lnTo>
                    <a:pt x="662850" y="775173"/>
                  </a:lnTo>
                  <a:lnTo>
                    <a:pt x="684945" y="761481"/>
                  </a:lnTo>
                  <a:lnTo>
                    <a:pt x="707040" y="747825"/>
                  </a:lnTo>
                  <a:lnTo>
                    <a:pt x="729135" y="734180"/>
                  </a:lnTo>
                  <a:lnTo>
                    <a:pt x="751230" y="720523"/>
                  </a:lnTo>
                  <a:lnTo>
                    <a:pt x="773325" y="706830"/>
                  </a:lnTo>
                  <a:lnTo>
                    <a:pt x="795420" y="693078"/>
                  </a:lnTo>
                  <a:lnTo>
                    <a:pt x="817515" y="679248"/>
                  </a:lnTo>
                  <a:lnTo>
                    <a:pt x="839610" y="665321"/>
                  </a:lnTo>
                  <a:lnTo>
                    <a:pt x="861705" y="651282"/>
                  </a:lnTo>
                  <a:lnTo>
                    <a:pt x="883800" y="637121"/>
                  </a:lnTo>
                  <a:lnTo>
                    <a:pt x="905895" y="622828"/>
                  </a:lnTo>
                  <a:lnTo>
                    <a:pt x="927990" y="608399"/>
                  </a:lnTo>
                  <a:lnTo>
                    <a:pt x="950085" y="593830"/>
                  </a:lnTo>
                  <a:lnTo>
                    <a:pt x="972180" y="579122"/>
                  </a:lnTo>
                  <a:lnTo>
                    <a:pt x="994275" y="564275"/>
                  </a:lnTo>
                  <a:lnTo>
                    <a:pt x="1016370" y="549292"/>
                  </a:lnTo>
                  <a:lnTo>
                    <a:pt x="1038465" y="534177"/>
                  </a:lnTo>
                  <a:lnTo>
                    <a:pt x="1060560" y="518933"/>
                  </a:lnTo>
                  <a:lnTo>
                    <a:pt x="1082655" y="503565"/>
                  </a:lnTo>
                  <a:lnTo>
                    <a:pt x="1104750" y="488078"/>
                  </a:lnTo>
                  <a:lnTo>
                    <a:pt x="1126845" y="472475"/>
                  </a:lnTo>
                  <a:lnTo>
                    <a:pt x="1148940" y="456761"/>
                  </a:lnTo>
                  <a:lnTo>
                    <a:pt x="1171035" y="440941"/>
                  </a:lnTo>
                  <a:lnTo>
                    <a:pt x="1193130" y="425017"/>
                  </a:lnTo>
                  <a:lnTo>
                    <a:pt x="1215225" y="408994"/>
                  </a:lnTo>
                  <a:lnTo>
                    <a:pt x="1237320" y="392875"/>
                  </a:lnTo>
                  <a:lnTo>
                    <a:pt x="1259415" y="376662"/>
                  </a:lnTo>
                  <a:lnTo>
                    <a:pt x="1281510" y="360359"/>
                  </a:lnTo>
                  <a:lnTo>
                    <a:pt x="1303605" y="343967"/>
                  </a:lnTo>
                  <a:lnTo>
                    <a:pt x="1325700" y="327490"/>
                  </a:lnTo>
                  <a:lnTo>
                    <a:pt x="1347795" y="310929"/>
                  </a:lnTo>
                  <a:lnTo>
                    <a:pt x="1369890" y="294287"/>
                  </a:lnTo>
                  <a:lnTo>
                    <a:pt x="1391985" y="277564"/>
                  </a:lnTo>
                  <a:lnTo>
                    <a:pt x="1414080" y="260762"/>
                  </a:lnTo>
                  <a:lnTo>
                    <a:pt x="1436175" y="243883"/>
                  </a:lnTo>
                  <a:lnTo>
                    <a:pt x="1458270" y="226928"/>
                  </a:lnTo>
                  <a:lnTo>
                    <a:pt x="1480366" y="209898"/>
                  </a:lnTo>
                  <a:lnTo>
                    <a:pt x="1502461" y="192794"/>
                  </a:lnTo>
                  <a:lnTo>
                    <a:pt x="1524556" y="175618"/>
                  </a:lnTo>
                  <a:lnTo>
                    <a:pt x="1546651" y="158369"/>
                  </a:lnTo>
                  <a:lnTo>
                    <a:pt x="1568746" y="141049"/>
                  </a:lnTo>
                  <a:lnTo>
                    <a:pt x="1590841" y="123659"/>
                  </a:lnTo>
                  <a:lnTo>
                    <a:pt x="1612936" y="106199"/>
                  </a:lnTo>
                  <a:lnTo>
                    <a:pt x="1635031" y="88669"/>
                  </a:lnTo>
                  <a:lnTo>
                    <a:pt x="1657126" y="71071"/>
                  </a:lnTo>
                  <a:lnTo>
                    <a:pt x="1679221" y="53404"/>
                  </a:lnTo>
                  <a:lnTo>
                    <a:pt x="1701316" y="35670"/>
                  </a:lnTo>
                  <a:lnTo>
                    <a:pt x="1723411" y="17868"/>
                  </a:lnTo>
                  <a:lnTo>
                    <a:pt x="174550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882" name="pl6882"/>
            <p:cNvSpPr/>
            <p:nvPr/>
          </p:nvSpPr>
          <p:spPr>
            <a:xfrm>
              <a:off x="9415978" y="3309090"/>
              <a:ext cx="1745506" cy="706989"/>
            </a:xfrm>
            <a:custGeom>
              <a:avLst/>
              <a:pathLst>
                <a:path w="1745506" h="706989">
                  <a:moveTo>
                    <a:pt x="1745506" y="26571"/>
                  </a:moveTo>
                  <a:lnTo>
                    <a:pt x="1723411" y="22526"/>
                  </a:lnTo>
                  <a:lnTo>
                    <a:pt x="1701316" y="18812"/>
                  </a:lnTo>
                  <a:lnTo>
                    <a:pt x="1679221" y="15431"/>
                  </a:lnTo>
                  <a:lnTo>
                    <a:pt x="1657126" y="12382"/>
                  </a:lnTo>
                  <a:lnTo>
                    <a:pt x="1635031" y="9666"/>
                  </a:lnTo>
                  <a:lnTo>
                    <a:pt x="1612936" y="7284"/>
                  </a:lnTo>
                  <a:lnTo>
                    <a:pt x="1590841" y="5236"/>
                  </a:lnTo>
                  <a:lnTo>
                    <a:pt x="1568746" y="3522"/>
                  </a:lnTo>
                  <a:lnTo>
                    <a:pt x="1546651" y="2144"/>
                  </a:lnTo>
                  <a:lnTo>
                    <a:pt x="1524556" y="1102"/>
                  </a:lnTo>
                  <a:lnTo>
                    <a:pt x="1502461" y="396"/>
                  </a:lnTo>
                  <a:lnTo>
                    <a:pt x="1480366" y="29"/>
                  </a:lnTo>
                  <a:lnTo>
                    <a:pt x="1458270" y="0"/>
                  </a:lnTo>
                  <a:lnTo>
                    <a:pt x="1436175" y="310"/>
                  </a:lnTo>
                  <a:lnTo>
                    <a:pt x="1414080" y="962"/>
                  </a:lnTo>
                  <a:lnTo>
                    <a:pt x="1391985" y="1955"/>
                  </a:lnTo>
                  <a:lnTo>
                    <a:pt x="1369890" y="3292"/>
                  </a:lnTo>
                  <a:lnTo>
                    <a:pt x="1347795" y="4974"/>
                  </a:lnTo>
                  <a:lnTo>
                    <a:pt x="1325700" y="7003"/>
                  </a:lnTo>
                  <a:lnTo>
                    <a:pt x="1303605" y="9380"/>
                  </a:lnTo>
                  <a:lnTo>
                    <a:pt x="1281510" y="12108"/>
                  </a:lnTo>
                  <a:lnTo>
                    <a:pt x="1259415" y="15188"/>
                  </a:lnTo>
                  <a:lnTo>
                    <a:pt x="1237320" y="18624"/>
                  </a:lnTo>
                  <a:lnTo>
                    <a:pt x="1215225" y="22419"/>
                  </a:lnTo>
                  <a:lnTo>
                    <a:pt x="1193130" y="26574"/>
                  </a:lnTo>
                  <a:lnTo>
                    <a:pt x="1171035" y="31093"/>
                  </a:lnTo>
                  <a:lnTo>
                    <a:pt x="1148940" y="35981"/>
                  </a:lnTo>
                  <a:lnTo>
                    <a:pt x="1126845" y="41240"/>
                  </a:lnTo>
                  <a:lnTo>
                    <a:pt x="1104750" y="46874"/>
                  </a:lnTo>
                  <a:lnTo>
                    <a:pt x="1082655" y="52889"/>
                  </a:lnTo>
                  <a:lnTo>
                    <a:pt x="1060560" y="59288"/>
                  </a:lnTo>
                  <a:lnTo>
                    <a:pt x="1038465" y="66076"/>
                  </a:lnTo>
                  <a:lnTo>
                    <a:pt x="1016370" y="73257"/>
                  </a:lnTo>
                  <a:lnTo>
                    <a:pt x="994275" y="80836"/>
                  </a:lnTo>
                  <a:lnTo>
                    <a:pt x="972180" y="88815"/>
                  </a:lnTo>
                  <a:lnTo>
                    <a:pt x="950085" y="97198"/>
                  </a:lnTo>
                  <a:lnTo>
                    <a:pt x="927990" y="105985"/>
                  </a:lnTo>
                  <a:lnTo>
                    <a:pt x="905895" y="115176"/>
                  </a:lnTo>
                  <a:lnTo>
                    <a:pt x="883800" y="124769"/>
                  </a:lnTo>
                  <a:lnTo>
                    <a:pt x="861705" y="134758"/>
                  </a:lnTo>
                  <a:lnTo>
                    <a:pt x="839610" y="145134"/>
                  </a:lnTo>
                  <a:lnTo>
                    <a:pt x="817515" y="155887"/>
                  </a:lnTo>
                  <a:lnTo>
                    <a:pt x="795420" y="167001"/>
                  </a:lnTo>
                  <a:lnTo>
                    <a:pt x="773325" y="178459"/>
                  </a:lnTo>
                  <a:lnTo>
                    <a:pt x="751230" y="190240"/>
                  </a:lnTo>
                  <a:lnTo>
                    <a:pt x="729135" y="202322"/>
                  </a:lnTo>
                  <a:lnTo>
                    <a:pt x="707040" y="214681"/>
                  </a:lnTo>
                  <a:lnTo>
                    <a:pt x="684945" y="227293"/>
                  </a:lnTo>
                  <a:lnTo>
                    <a:pt x="662850" y="240134"/>
                  </a:lnTo>
                  <a:lnTo>
                    <a:pt x="640755" y="253182"/>
                  </a:lnTo>
                  <a:lnTo>
                    <a:pt x="618660" y="266415"/>
                  </a:lnTo>
                  <a:lnTo>
                    <a:pt x="596565" y="279814"/>
                  </a:lnTo>
                  <a:lnTo>
                    <a:pt x="574470" y="293361"/>
                  </a:lnTo>
                  <a:lnTo>
                    <a:pt x="552375" y="307043"/>
                  </a:lnTo>
                  <a:lnTo>
                    <a:pt x="530280" y="320846"/>
                  </a:lnTo>
                  <a:lnTo>
                    <a:pt x="508185" y="334761"/>
                  </a:lnTo>
                  <a:lnTo>
                    <a:pt x="486090" y="348781"/>
                  </a:lnTo>
                  <a:lnTo>
                    <a:pt x="463995" y="362901"/>
                  </a:lnTo>
                  <a:lnTo>
                    <a:pt x="441900" y="377120"/>
                  </a:lnTo>
                  <a:lnTo>
                    <a:pt x="419805" y="391440"/>
                  </a:lnTo>
                  <a:lnTo>
                    <a:pt x="397710" y="405865"/>
                  </a:lnTo>
                  <a:lnTo>
                    <a:pt x="375615" y="420401"/>
                  </a:lnTo>
                  <a:lnTo>
                    <a:pt x="353520" y="435061"/>
                  </a:lnTo>
                  <a:lnTo>
                    <a:pt x="331425" y="449860"/>
                  </a:lnTo>
                  <a:lnTo>
                    <a:pt x="309330" y="464815"/>
                  </a:lnTo>
                  <a:lnTo>
                    <a:pt x="287235" y="479951"/>
                  </a:lnTo>
                  <a:lnTo>
                    <a:pt x="265140" y="495293"/>
                  </a:lnTo>
                  <a:lnTo>
                    <a:pt x="243045" y="510874"/>
                  </a:lnTo>
                  <a:lnTo>
                    <a:pt x="220950" y="526728"/>
                  </a:lnTo>
                  <a:lnTo>
                    <a:pt x="198855" y="542891"/>
                  </a:lnTo>
                  <a:lnTo>
                    <a:pt x="176760" y="559399"/>
                  </a:lnTo>
                  <a:lnTo>
                    <a:pt x="154665" y="576289"/>
                  </a:lnTo>
                  <a:lnTo>
                    <a:pt x="132570" y="593591"/>
                  </a:lnTo>
                  <a:lnTo>
                    <a:pt x="110475" y="611330"/>
                  </a:lnTo>
                  <a:lnTo>
                    <a:pt x="88380" y="629525"/>
                  </a:lnTo>
                  <a:lnTo>
                    <a:pt x="66285" y="648188"/>
                  </a:lnTo>
                  <a:lnTo>
                    <a:pt x="44190" y="667321"/>
                  </a:lnTo>
                  <a:lnTo>
                    <a:pt x="22095" y="686923"/>
                  </a:lnTo>
                  <a:lnTo>
                    <a:pt x="0" y="7069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883" name="pl6883"/>
            <p:cNvSpPr/>
            <p:nvPr/>
          </p:nvSpPr>
          <p:spPr>
            <a:xfrm>
              <a:off x="9415978" y="3014452"/>
              <a:ext cx="1745506" cy="953930"/>
            </a:xfrm>
            <a:custGeom>
              <a:avLst/>
              <a:pathLst>
                <a:path w="1745506" h="953930">
                  <a:moveTo>
                    <a:pt x="0" y="953930"/>
                  </a:moveTo>
                  <a:lnTo>
                    <a:pt x="22095" y="936692"/>
                  </a:lnTo>
                  <a:lnTo>
                    <a:pt x="44190" y="919586"/>
                  </a:lnTo>
                  <a:lnTo>
                    <a:pt x="66285" y="902612"/>
                  </a:lnTo>
                  <a:lnTo>
                    <a:pt x="88380" y="885771"/>
                  </a:lnTo>
                  <a:lnTo>
                    <a:pt x="110475" y="869062"/>
                  </a:lnTo>
                  <a:lnTo>
                    <a:pt x="132570" y="852485"/>
                  </a:lnTo>
                  <a:lnTo>
                    <a:pt x="154665" y="836041"/>
                  </a:lnTo>
                  <a:lnTo>
                    <a:pt x="176760" y="819729"/>
                  </a:lnTo>
                  <a:lnTo>
                    <a:pt x="198855" y="803550"/>
                  </a:lnTo>
                  <a:lnTo>
                    <a:pt x="220950" y="787503"/>
                  </a:lnTo>
                  <a:lnTo>
                    <a:pt x="243045" y="771589"/>
                  </a:lnTo>
                  <a:lnTo>
                    <a:pt x="265140" y="755807"/>
                  </a:lnTo>
                  <a:lnTo>
                    <a:pt x="287235" y="740157"/>
                  </a:lnTo>
                  <a:lnTo>
                    <a:pt x="309330" y="724639"/>
                  </a:lnTo>
                  <a:lnTo>
                    <a:pt x="331425" y="709255"/>
                  </a:lnTo>
                  <a:lnTo>
                    <a:pt x="353520" y="694002"/>
                  </a:lnTo>
                  <a:lnTo>
                    <a:pt x="375615" y="678882"/>
                  </a:lnTo>
                  <a:lnTo>
                    <a:pt x="397710" y="663894"/>
                  </a:lnTo>
                  <a:lnTo>
                    <a:pt x="419805" y="649039"/>
                  </a:lnTo>
                  <a:lnTo>
                    <a:pt x="441900" y="634316"/>
                  </a:lnTo>
                  <a:lnTo>
                    <a:pt x="463995" y="619725"/>
                  </a:lnTo>
                  <a:lnTo>
                    <a:pt x="486090" y="605267"/>
                  </a:lnTo>
                  <a:lnTo>
                    <a:pt x="508185" y="590941"/>
                  </a:lnTo>
                  <a:lnTo>
                    <a:pt x="530280" y="576748"/>
                  </a:lnTo>
                  <a:lnTo>
                    <a:pt x="552375" y="562687"/>
                  </a:lnTo>
                  <a:lnTo>
                    <a:pt x="574470" y="548758"/>
                  </a:lnTo>
                  <a:lnTo>
                    <a:pt x="596565" y="534962"/>
                  </a:lnTo>
                  <a:lnTo>
                    <a:pt x="618660" y="521298"/>
                  </a:lnTo>
                  <a:lnTo>
                    <a:pt x="640755" y="507767"/>
                  </a:lnTo>
                  <a:lnTo>
                    <a:pt x="662850" y="494368"/>
                  </a:lnTo>
                  <a:lnTo>
                    <a:pt x="684945" y="481101"/>
                  </a:lnTo>
                  <a:lnTo>
                    <a:pt x="707040" y="467967"/>
                  </a:lnTo>
                  <a:lnTo>
                    <a:pt x="729135" y="454965"/>
                  </a:lnTo>
                  <a:lnTo>
                    <a:pt x="751230" y="442095"/>
                  </a:lnTo>
                  <a:lnTo>
                    <a:pt x="773325" y="429358"/>
                  </a:lnTo>
                  <a:lnTo>
                    <a:pt x="795420" y="416754"/>
                  </a:lnTo>
                  <a:lnTo>
                    <a:pt x="817515" y="404282"/>
                  </a:lnTo>
                  <a:lnTo>
                    <a:pt x="839610" y="391942"/>
                  </a:lnTo>
                  <a:lnTo>
                    <a:pt x="861705" y="379734"/>
                  </a:lnTo>
                  <a:lnTo>
                    <a:pt x="883800" y="367659"/>
                  </a:lnTo>
                  <a:lnTo>
                    <a:pt x="905895" y="355716"/>
                  </a:lnTo>
                  <a:lnTo>
                    <a:pt x="927990" y="343906"/>
                  </a:lnTo>
                  <a:lnTo>
                    <a:pt x="950085" y="332228"/>
                  </a:lnTo>
                  <a:lnTo>
                    <a:pt x="972180" y="320683"/>
                  </a:lnTo>
                  <a:lnTo>
                    <a:pt x="994275" y="309270"/>
                  </a:lnTo>
                  <a:lnTo>
                    <a:pt x="1016370" y="297989"/>
                  </a:lnTo>
                  <a:lnTo>
                    <a:pt x="1038465" y="286841"/>
                  </a:lnTo>
                  <a:lnTo>
                    <a:pt x="1060560" y="275825"/>
                  </a:lnTo>
                  <a:lnTo>
                    <a:pt x="1082655" y="264941"/>
                  </a:lnTo>
                  <a:lnTo>
                    <a:pt x="1104750" y="254190"/>
                  </a:lnTo>
                  <a:lnTo>
                    <a:pt x="1126845" y="243571"/>
                  </a:lnTo>
                  <a:lnTo>
                    <a:pt x="1148940" y="233085"/>
                  </a:lnTo>
                  <a:lnTo>
                    <a:pt x="1171035" y="222731"/>
                  </a:lnTo>
                  <a:lnTo>
                    <a:pt x="1193130" y="212510"/>
                  </a:lnTo>
                  <a:lnTo>
                    <a:pt x="1215225" y="202420"/>
                  </a:lnTo>
                  <a:lnTo>
                    <a:pt x="1237320" y="192464"/>
                  </a:lnTo>
                  <a:lnTo>
                    <a:pt x="1259415" y="182639"/>
                  </a:lnTo>
                  <a:lnTo>
                    <a:pt x="1281510" y="172947"/>
                  </a:lnTo>
                  <a:lnTo>
                    <a:pt x="1303605" y="163388"/>
                  </a:lnTo>
                  <a:lnTo>
                    <a:pt x="1325700" y="153961"/>
                  </a:lnTo>
                  <a:lnTo>
                    <a:pt x="1347795" y="144666"/>
                  </a:lnTo>
                  <a:lnTo>
                    <a:pt x="1369890" y="135503"/>
                  </a:lnTo>
                  <a:lnTo>
                    <a:pt x="1391985" y="126473"/>
                  </a:lnTo>
                  <a:lnTo>
                    <a:pt x="1414080" y="117576"/>
                  </a:lnTo>
                  <a:lnTo>
                    <a:pt x="1436175" y="108811"/>
                  </a:lnTo>
                  <a:lnTo>
                    <a:pt x="1458270" y="100178"/>
                  </a:lnTo>
                  <a:lnTo>
                    <a:pt x="1480366" y="91678"/>
                  </a:lnTo>
                  <a:lnTo>
                    <a:pt x="1502461" y="83309"/>
                  </a:lnTo>
                  <a:lnTo>
                    <a:pt x="1524556" y="75074"/>
                  </a:lnTo>
                  <a:lnTo>
                    <a:pt x="1546651" y="66971"/>
                  </a:lnTo>
                  <a:lnTo>
                    <a:pt x="1568746" y="59000"/>
                  </a:lnTo>
                  <a:lnTo>
                    <a:pt x="1590841" y="51161"/>
                  </a:lnTo>
                  <a:lnTo>
                    <a:pt x="1612936" y="43455"/>
                  </a:lnTo>
                  <a:lnTo>
                    <a:pt x="1635031" y="35882"/>
                  </a:lnTo>
                  <a:lnTo>
                    <a:pt x="1657126" y="28441"/>
                  </a:lnTo>
                  <a:lnTo>
                    <a:pt x="1679221" y="21132"/>
                  </a:lnTo>
                  <a:lnTo>
                    <a:pt x="1701316" y="13955"/>
                  </a:lnTo>
                  <a:lnTo>
                    <a:pt x="1723411" y="6911"/>
                  </a:lnTo>
                  <a:lnTo>
                    <a:pt x="1745506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4" name="pg6884"/>
            <p:cNvSpPr/>
            <p:nvPr/>
          </p:nvSpPr>
          <p:spPr>
            <a:xfrm>
              <a:off x="9415978" y="3088857"/>
              <a:ext cx="1163670" cy="564554"/>
            </a:xfrm>
            <a:custGeom>
              <a:avLst/>
              <a:pathLst>
                <a:path w="1163670" h="564554">
                  <a:moveTo>
                    <a:pt x="0" y="486205"/>
                  </a:moveTo>
                  <a:lnTo>
                    <a:pt x="14730" y="480024"/>
                  </a:lnTo>
                  <a:lnTo>
                    <a:pt x="29460" y="473796"/>
                  </a:lnTo>
                  <a:lnTo>
                    <a:pt x="44190" y="467518"/>
                  </a:lnTo>
                  <a:lnTo>
                    <a:pt x="58920" y="461187"/>
                  </a:lnTo>
                  <a:lnTo>
                    <a:pt x="73650" y="454800"/>
                  </a:lnTo>
                  <a:lnTo>
                    <a:pt x="88380" y="448355"/>
                  </a:lnTo>
                  <a:lnTo>
                    <a:pt x="103110" y="441849"/>
                  </a:lnTo>
                  <a:lnTo>
                    <a:pt x="117840" y="435281"/>
                  </a:lnTo>
                  <a:lnTo>
                    <a:pt x="132570" y="428653"/>
                  </a:lnTo>
                  <a:lnTo>
                    <a:pt x="147300" y="421966"/>
                  </a:lnTo>
                  <a:lnTo>
                    <a:pt x="162030" y="415225"/>
                  </a:lnTo>
                  <a:lnTo>
                    <a:pt x="176760" y="408434"/>
                  </a:lnTo>
                  <a:lnTo>
                    <a:pt x="191490" y="401602"/>
                  </a:lnTo>
                  <a:lnTo>
                    <a:pt x="206220" y="394738"/>
                  </a:lnTo>
                  <a:lnTo>
                    <a:pt x="220950" y="387853"/>
                  </a:lnTo>
                  <a:lnTo>
                    <a:pt x="235680" y="380960"/>
                  </a:lnTo>
                  <a:lnTo>
                    <a:pt x="250410" y="374070"/>
                  </a:lnTo>
                  <a:lnTo>
                    <a:pt x="265140" y="367197"/>
                  </a:lnTo>
                  <a:lnTo>
                    <a:pt x="279870" y="360354"/>
                  </a:lnTo>
                  <a:lnTo>
                    <a:pt x="294600" y="353551"/>
                  </a:lnTo>
                  <a:lnTo>
                    <a:pt x="309330" y="346799"/>
                  </a:lnTo>
                  <a:lnTo>
                    <a:pt x="324060" y="340108"/>
                  </a:lnTo>
                  <a:lnTo>
                    <a:pt x="338790" y="333487"/>
                  </a:lnTo>
                  <a:lnTo>
                    <a:pt x="353520" y="326942"/>
                  </a:lnTo>
                  <a:lnTo>
                    <a:pt x="368250" y="320478"/>
                  </a:lnTo>
                  <a:lnTo>
                    <a:pt x="382980" y="314101"/>
                  </a:lnTo>
                  <a:lnTo>
                    <a:pt x="397710" y="307813"/>
                  </a:lnTo>
                  <a:lnTo>
                    <a:pt x="412440" y="301617"/>
                  </a:lnTo>
                  <a:lnTo>
                    <a:pt x="427170" y="295512"/>
                  </a:lnTo>
                  <a:lnTo>
                    <a:pt x="441900" y="289499"/>
                  </a:lnTo>
                  <a:lnTo>
                    <a:pt x="456630" y="283575"/>
                  </a:lnTo>
                  <a:lnTo>
                    <a:pt x="471360" y="277739"/>
                  </a:lnTo>
                  <a:lnTo>
                    <a:pt x="486090" y="271985"/>
                  </a:lnTo>
                  <a:lnTo>
                    <a:pt x="500820" y="266309"/>
                  </a:lnTo>
                  <a:lnTo>
                    <a:pt x="515550" y="260705"/>
                  </a:lnTo>
                  <a:lnTo>
                    <a:pt x="530280" y="255165"/>
                  </a:lnTo>
                  <a:lnTo>
                    <a:pt x="545010" y="249682"/>
                  </a:lnTo>
                  <a:lnTo>
                    <a:pt x="559740" y="244244"/>
                  </a:lnTo>
                  <a:lnTo>
                    <a:pt x="574470" y="238844"/>
                  </a:lnTo>
                  <a:lnTo>
                    <a:pt x="589200" y="233469"/>
                  </a:lnTo>
                  <a:lnTo>
                    <a:pt x="603930" y="228109"/>
                  </a:lnTo>
                  <a:lnTo>
                    <a:pt x="618660" y="222754"/>
                  </a:lnTo>
                  <a:lnTo>
                    <a:pt x="633390" y="217391"/>
                  </a:lnTo>
                  <a:lnTo>
                    <a:pt x="648120" y="212012"/>
                  </a:lnTo>
                  <a:lnTo>
                    <a:pt x="662850" y="206607"/>
                  </a:lnTo>
                  <a:lnTo>
                    <a:pt x="677580" y="201168"/>
                  </a:lnTo>
                  <a:lnTo>
                    <a:pt x="692310" y="195689"/>
                  </a:lnTo>
                  <a:lnTo>
                    <a:pt x="707040" y="190166"/>
                  </a:lnTo>
                  <a:lnTo>
                    <a:pt x="721770" y="184594"/>
                  </a:lnTo>
                  <a:lnTo>
                    <a:pt x="736500" y="178972"/>
                  </a:lnTo>
                  <a:lnTo>
                    <a:pt x="751230" y="173299"/>
                  </a:lnTo>
                  <a:lnTo>
                    <a:pt x="765960" y="167575"/>
                  </a:lnTo>
                  <a:lnTo>
                    <a:pt x="780690" y="161801"/>
                  </a:lnTo>
                  <a:lnTo>
                    <a:pt x="795420" y="155977"/>
                  </a:lnTo>
                  <a:lnTo>
                    <a:pt x="810150" y="150108"/>
                  </a:lnTo>
                  <a:lnTo>
                    <a:pt x="824880" y="144193"/>
                  </a:lnTo>
                  <a:lnTo>
                    <a:pt x="839610" y="138236"/>
                  </a:lnTo>
                  <a:lnTo>
                    <a:pt x="854340" y="132238"/>
                  </a:lnTo>
                  <a:lnTo>
                    <a:pt x="869070" y="126203"/>
                  </a:lnTo>
                  <a:lnTo>
                    <a:pt x="883800" y="120132"/>
                  </a:lnTo>
                  <a:lnTo>
                    <a:pt x="898530" y="114027"/>
                  </a:lnTo>
                  <a:lnTo>
                    <a:pt x="913260" y="107890"/>
                  </a:lnTo>
                  <a:lnTo>
                    <a:pt x="927990" y="101724"/>
                  </a:lnTo>
                  <a:lnTo>
                    <a:pt x="942720" y="95529"/>
                  </a:lnTo>
                  <a:lnTo>
                    <a:pt x="957450" y="89308"/>
                  </a:lnTo>
                  <a:lnTo>
                    <a:pt x="972180" y="83061"/>
                  </a:lnTo>
                  <a:lnTo>
                    <a:pt x="986910" y="76790"/>
                  </a:lnTo>
                  <a:lnTo>
                    <a:pt x="1001640" y="70496"/>
                  </a:lnTo>
                  <a:lnTo>
                    <a:pt x="1016370" y="64181"/>
                  </a:lnTo>
                  <a:lnTo>
                    <a:pt x="1031100" y="57844"/>
                  </a:lnTo>
                  <a:lnTo>
                    <a:pt x="1045830" y="51488"/>
                  </a:lnTo>
                  <a:lnTo>
                    <a:pt x="1060560" y="45113"/>
                  </a:lnTo>
                  <a:lnTo>
                    <a:pt x="1075290" y="38719"/>
                  </a:lnTo>
                  <a:lnTo>
                    <a:pt x="1090020" y="32307"/>
                  </a:lnTo>
                  <a:lnTo>
                    <a:pt x="1104750" y="25878"/>
                  </a:lnTo>
                  <a:lnTo>
                    <a:pt x="1119480" y="19432"/>
                  </a:lnTo>
                  <a:lnTo>
                    <a:pt x="1134210" y="12970"/>
                  </a:lnTo>
                  <a:lnTo>
                    <a:pt x="1148940" y="6492"/>
                  </a:lnTo>
                  <a:lnTo>
                    <a:pt x="1163670" y="0"/>
                  </a:lnTo>
                  <a:lnTo>
                    <a:pt x="1163670" y="237845"/>
                  </a:lnTo>
                  <a:lnTo>
                    <a:pt x="1148940" y="235266"/>
                  </a:lnTo>
                  <a:lnTo>
                    <a:pt x="1134210" y="232866"/>
                  </a:lnTo>
                  <a:lnTo>
                    <a:pt x="1119480" y="230645"/>
                  </a:lnTo>
                  <a:lnTo>
                    <a:pt x="1104750" y="228603"/>
                  </a:lnTo>
                  <a:lnTo>
                    <a:pt x="1090020" y="226742"/>
                  </a:lnTo>
                  <a:lnTo>
                    <a:pt x="1075290" y="225061"/>
                  </a:lnTo>
                  <a:lnTo>
                    <a:pt x="1060560" y="223562"/>
                  </a:lnTo>
                  <a:lnTo>
                    <a:pt x="1045830" y="222245"/>
                  </a:lnTo>
                  <a:lnTo>
                    <a:pt x="1031100" y="221110"/>
                  </a:lnTo>
                  <a:lnTo>
                    <a:pt x="1016370" y="220159"/>
                  </a:lnTo>
                  <a:lnTo>
                    <a:pt x="1001640" y="219392"/>
                  </a:lnTo>
                  <a:lnTo>
                    <a:pt x="986910" y="218811"/>
                  </a:lnTo>
                  <a:lnTo>
                    <a:pt x="972180" y="218416"/>
                  </a:lnTo>
                  <a:lnTo>
                    <a:pt x="957450" y="218208"/>
                  </a:lnTo>
                  <a:lnTo>
                    <a:pt x="942720" y="218189"/>
                  </a:lnTo>
                  <a:lnTo>
                    <a:pt x="927990" y="218361"/>
                  </a:lnTo>
                  <a:lnTo>
                    <a:pt x="913260" y="218724"/>
                  </a:lnTo>
                  <a:lnTo>
                    <a:pt x="898530" y="219281"/>
                  </a:lnTo>
                  <a:lnTo>
                    <a:pt x="883800" y="220033"/>
                  </a:lnTo>
                  <a:lnTo>
                    <a:pt x="869070" y="220982"/>
                  </a:lnTo>
                  <a:lnTo>
                    <a:pt x="854340" y="222130"/>
                  </a:lnTo>
                  <a:lnTo>
                    <a:pt x="839610" y="223480"/>
                  </a:lnTo>
                  <a:lnTo>
                    <a:pt x="824880" y="225033"/>
                  </a:lnTo>
                  <a:lnTo>
                    <a:pt x="810150" y="226793"/>
                  </a:lnTo>
                  <a:lnTo>
                    <a:pt x="795420" y="228760"/>
                  </a:lnTo>
                  <a:lnTo>
                    <a:pt x="780690" y="230938"/>
                  </a:lnTo>
                  <a:lnTo>
                    <a:pt x="765960" y="233329"/>
                  </a:lnTo>
                  <a:lnTo>
                    <a:pt x="751230" y="235932"/>
                  </a:lnTo>
                  <a:lnTo>
                    <a:pt x="736500" y="238751"/>
                  </a:lnTo>
                  <a:lnTo>
                    <a:pt x="721770" y="241784"/>
                  </a:lnTo>
                  <a:lnTo>
                    <a:pt x="707040" y="245031"/>
                  </a:lnTo>
                  <a:lnTo>
                    <a:pt x="692310" y="248490"/>
                  </a:lnTo>
                  <a:lnTo>
                    <a:pt x="677580" y="252157"/>
                  </a:lnTo>
                  <a:lnTo>
                    <a:pt x="662850" y="256027"/>
                  </a:lnTo>
                  <a:lnTo>
                    <a:pt x="648120" y="260095"/>
                  </a:lnTo>
                  <a:lnTo>
                    <a:pt x="633390" y="264351"/>
                  </a:lnTo>
                  <a:lnTo>
                    <a:pt x="618660" y="268788"/>
                  </a:lnTo>
                  <a:lnTo>
                    <a:pt x="603930" y="273396"/>
                  </a:lnTo>
                  <a:lnTo>
                    <a:pt x="589200" y="278162"/>
                  </a:lnTo>
                  <a:lnTo>
                    <a:pt x="574470" y="283078"/>
                  </a:lnTo>
                  <a:lnTo>
                    <a:pt x="559740" y="288131"/>
                  </a:lnTo>
                  <a:lnTo>
                    <a:pt x="545010" y="293311"/>
                  </a:lnTo>
                  <a:lnTo>
                    <a:pt x="530280" y="298608"/>
                  </a:lnTo>
                  <a:lnTo>
                    <a:pt x="515550" y="304012"/>
                  </a:lnTo>
                  <a:lnTo>
                    <a:pt x="500820" y="309515"/>
                  </a:lnTo>
                  <a:lnTo>
                    <a:pt x="486090" y="315111"/>
                  </a:lnTo>
                  <a:lnTo>
                    <a:pt x="471360" y="320791"/>
                  </a:lnTo>
                  <a:lnTo>
                    <a:pt x="456630" y="326553"/>
                  </a:lnTo>
                  <a:lnTo>
                    <a:pt x="441900" y="332391"/>
                  </a:lnTo>
                  <a:lnTo>
                    <a:pt x="427170" y="338302"/>
                  </a:lnTo>
                  <a:lnTo>
                    <a:pt x="412440" y="344286"/>
                  </a:lnTo>
                  <a:lnTo>
                    <a:pt x="397710" y="350342"/>
                  </a:lnTo>
                  <a:lnTo>
                    <a:pt x="382980" y="356469"/>
                  </a:lnTo>
                  <a:lnTo>
                    <a:pt x="368250" y="362671"/>
                  </a:lnTo>
                  <a:lnTo>
                    <a:pt x="353520" y="368950"/>
                  </a:lnTo>
                  <a:lnTo>
                    <a:pt x="338790" y="375311"/>
                  </a:lnTo>
                  <a:lnTo>
                    <a:pt x="324060" y="381759"/>
                  </a:lnTo>
                  <a:lnTo>
                    <a:pt x="309330" y="388301"/>
                  </a:lnTo>
                  <a:lnTo>
                    <a:pt x="294600" y="394946"/>
                  </a:lnTo>
                  <a:lnTo>
                    <a:pt x="279870" y="401703"/>
                  </a:lnTo>
                  <a:lnTo>
                    <a:pt x="265140" y="408583"/>
                  </a:lnTo>
                  <a:lnTo>
                    <a:pt x="250410" y="415597"/>
                  </a:lnTo>
                  <a:lnTo>
                    <a:pt x="235680" y="422758"/>
                  </a:lnTo>
                  <a:lnTo>
                    <a:pt x="220950" y="430078"/>
                  </a:lnTo>
                  <a:lnTo>
                    <a:pt x="206220" y="437571"/>
                  </a:lnTo>
                  <a:lnTo>
                    <a:pt x="191490" y="445248"/>
                  </a:lnTo>
                  <a:lnTo>
                    <a:pt x="176760" y="453120"/>
                  </a:lnTo>
                  <a:lnTo>
                    <a:pt x="162030" y="461197"/>
                  </a:lnTo>
                  <a:lnTo>
                    <a:pt x="147300" y="469487"/>
                  </a:lnTo>
                  <a:lnTo>
                    <a:pt x="132570" y="477995"/>
                  </a:lnTo>
                  <a:lnTo>
                    <a:pt x="117840" y="486725"/>
                  </a:lnTo>
                  <a:lnTo>
                    <a:pt x="103110" y="495680"/>
                  </a:lnTo>
                  <a:lnTo>
                    <a:pt x="88380" y="504859"/>
                  </a:lnTo>
                  <a:lnTo>
                    <a:pt x="73650" y="514262"/>
                  </a:lnTo>
                  <a:lnTo>
                    <a:pt x="58920" y="523888"/>
                  </a:lnTo>
                  <a:lnTo>
                    <a:pt x="44190" y="533732"/>
                  </a:lnTo>
                  <a:lnTo>
                    <a:pt x="29460" y="543794"/>
                  </a:lnTo>
                  <a:lnTo>
                    <a:pt x="14730" y="554069"/>
                  </a:lnTo>
                  <a:lnTo>
                    <a:pt x="0" y="56455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885" name="pl6885"/>
            <p:cNvSpPr/>
            <p:nvPr/>
          </p:nvSpPr>
          <p:spPr>
            <a:xfrm>
              <a:off x="9415978" y="3088857"/>
              <a:ext cx="1163670" cy="486205"/>
            </a:xfrm>
            <a:custGeom>
              <a:avLst/>
              <a:pathLst>
                <a:path w="1163670" h="486205">
                  <a:moveTo>
                    <a:pt x="0" y="486205"/>
                  </a:moveTo>
                  <a:lnTo>
                    <a:pt x="14730" y="480024"/>
                  </a:lnTo>
                  <a:lnTo>
                    <a:pt x="29460" y="473796"/>
                  </a:lnTo>
                  <a:lnTo>
                    <a:pt x="44190" y="467518"/>
                  </a:lnTo>
                  <a:lnTo>
                    <a:pt x="58920" y="461187"/>
                  </a:lnTo>
                  <a:lnTo>
                    <a:pt x="73650" y="454800"/>
                  </a:lnTo>
                  <a:lnTo>
                    <a:pt x="88380" y="448355"/>
                  </a:lnTo>
                  <a:lnTo>
                    <a:pt x="103110" y="441849"/>
                  </a:lnTo>
                  <a:lnTo>
                    <a:pt x="117840" y="435281"/>
                  </a:lnTo>
                  <a:lnTo>
                    <a:pt x="132570" y="428653"/>
                  </a:lnTo>
                  <a:lnTo>
                    <a:pt x="147300" y="421966"/>
                  </a:lnTo>
                  <a:lnTo>
                    <a:pt x="162030" y="415225"/>
                  </a:lnTo>
                  <a:lnTo>
                    <a:pt x="176760" y="408434"/>
                  </a:lnTo>
                  <a:lnTo>
                    <a:pt x="191490" y="401602"/>
                  </a:lnTo>
                  <a:lnTo>
                    <a:pt x="206220" y="394738"/>
                  </a:lnTo>
                  <a:lnTo>
                    <a:pt x="220950" y="387853"/>
                  </a:lnTo>
                  <a:lnTo>
                    <a:pt x="235680" y="380960"/>
                  </a:lnTo>
                  <a:lnTo>
                    <a:pt x="250410" y="374070"/>
                  </a:lnTo>
                  <a:lnTo>
                    <a:pt x="265140" y="367197"/>
                  </a:lnTo>
                  <a:lnTo>
                    <a:pt x="279870" y="360354"/>
                  </a:lnTo>
                  <a:lnTo>
                    <a:pt x="294600" y="353551"/>
                  </a:lnTo>
                  <a:lnTo>
                    <a:pt x="309330" y="346799"/>
                  </a:lnTo>
                  <a:lnTo>
                    <a:pt x="324060" y="340108"/>
                  </a:lnTo>
                  <a:lnTo>
                    <a:pt x="338790" y="333487"/>
                  </a:lnTo>
                  <a:lnTo>
                    <a:pt x="353520" y="326942"/>
                  </a:lnTo>
                  <a:lnTo>
                    <a:pt x="368250" y="320478"/>
                  </a:lnTo>
                  <a:lnTo>
                    <a:pt x="382980" y="314101"/>
                  </a:lnTo>
                  <a:lnTo>
                    <a:pt x="397710" y="307813"/>
                  </a:lnTo>
                  <a:lnTo>
                    <a:pt x="412440" y="301617"/>
                  </a:lnTo>
                  <a:lnTo>
                    <a:pt x="427170" y="295512"/>
                  </a:lnTo>
                  <a:lnTo>
                    <a:pt x="441900" y="289499"/>
                  </a:lnTo>
                  <a:lnTo>
                    <a:pt x="456630" y="283575"/>
                  </a:lnTo>
                  <a:lnTo>
                    <a:pt x="471360" y="277739"/>
                  </a:lnTo>
                  <a:lnTo>
                    <a:pt x="486090" y="271985"/>
                  </a:lnTo>
                  <a:lnTo>
                    <a:pt x="500820" y="266309"/>
                  </a:lnTo>
                  <a:lnTo>
                    <a:pt x="515550" y="260705"/>
                  </a:lnTo>
                  <a:lnTo>
                    <a:pt x="530280" y="255165"/>
                  </a:lnTo>
                  <a:lnTo>
                    <a:pt x="545010" y="249682"/>
                  </a:lnTo>
                  <a:lnTo>
                    <a:pt x="559740" y="244244"/>
                  </a:lnTo>
                  <a:lnTo>
                    <a:pt x="574470" y="238844"/>
                  </a:lnTo>
                  <a:lnTo>
                    <a:pt x="589200" y="233469"/>
                  </a:lnTo>
                  <a:lnTo>
                    <a:pt x="603930" y="228109"/>
                  </a:lnTo>
                  <a:lnTo>
                    <a:pt x="618660" y="222754"/>
                  </a:lnTo>
                  <a:lnTo>
                    <a:pt x="633390" y="217391"/>
                  </a:lnTo>
                  <a:lnTo>
                    <a:pt x="648120" y="212012"/>
                  </a:lnTo>
                  <a:lnTo>
                    <a:pt x="662850" y="206607"/>
                  </a:lnTo>
                  <a:lnTo>
                    <a:pt x="677580" y="201168"/>
                  </a:lnTo>
                  <a:lnTo>
                    <a:pt x="692310" y="195689"/>
                  </a:lnTo>
                  <a:lnTo>
                    <a:pt x="707040" y="190166"/>
                  </a:lnTo>
                  <a:lnTo>
                    <a:pt x="721770" y="184594"/>
                  </a:lnTo>
                  <a:lnTo>
                    <a:pt x="736500" y="178972"/>
                  </a:lnTo>
                  <a:lnTo>
                    <a:pt x="751230" y="173299"/>
                  </a:lnTo>
                  <a:lnTo>
                    <a:pt x="765960" y="167575"/>
                  </a:lnTo>
                  <a:lnTo>
                    <a:pt x="780690" y="161801"/>
                  </a:lnTo>
                  <a:lnTo>
                    <a:pt x="795420" y="155977"/>
                  </a:lnTo>
                  <a:lnTo>
                    <a:pt x="810150" y="150108"/>
                  </a:lnTo>
                  <a:lnTo>
                    <a:pt x="824880" y="144193"/>
                  </a:lnTo>
                  <a:lnTo>
                    <a:pt x="839610" y="138236"/>
                  </a:lnTo>
                  <a:lnTo>
                    <a:pt x="854340" y="132238"/>
                  </a:lnTo>
                  <a:lnTo>
                    <a:pt x="869070" y="126203"/>
                  </a:lnTo>
                  <a:lnTo>
                    <a:pt x="883800" y="120132"/>
                  </a:lnTo>
                  <a:lnTo>
                    <a:pt x="898530" y="114027"/>
                  </a:lnTo>
                  <a:lnTo>
                    <a:pt x="913260" y="107890"/>
                  </a:lnTo>
                  <a:lnTo>
                    <a:pt x="927990" y="101724"/>
                  </a:lnTo>
                  <a:lnTo>
                    <a:pt x="942720" y="95529"/>
                  </a:lnTo>
                  <a:lnTo>
                    <a:pt x="957450" y="89308"/>
                  </a:lnTo>
                  <a:lnTo>
                    <a:pt x="972180" y="83061"/>
                  </a:lnTo>
                  <a:lnTo>
                    <a:pt x="986910" y="76790"/>
                  </a:lnTo>
                  <a:lnTo>
                    <a:pt x="1001640" y="70496"/>
                  </a:lnTo>
                  <a:lnTo>
                    <a:pt x="1016370" y="64181"/>
                  </a:lnTo>
                  <a:lnTo>
                    <a:pt x="1031100" y="57844"/>
                  </a:lnTo>
                  <a:lnTo>
                    <a:pt x="1045830" y="51488"/>
                  </a:lnTo>
                  <a:lnTo>
                    <a:pt x="1060560" y="45113"/>
                  </a:lnTo>
                  <a:lnTo>
                    <a:pt x="1075290" y="38719"/>
                  </a:lnTo>
                  <a:lnTo>
                    <a:pt x="1090020" y="32307"/>
                  </a:lnTo>
                  <a:lnTo>
                    <a:pt x="1104750" y="25878"/>
                  </a:lnTo>
                  <a:lnTo>
                    <a:pt x="1119480" y="19432"/>
                  </a:lnTo>
                  <a:lnTo>
                    <a:pt x="1134210" y="12970"/>
                  </a:lnTo>
                  <a:lnTo>
                    <a:pt x="1148940" y="6492"/>
                  </a:lnTo>
                  <a:lnTo>
                    <a:pt x="116367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886" name="pl6886"/>
            <p:cNvSpPr/>
            <p:nvPr/>
          </p:nvSpPr>
          <p:spPr>
            <a:xfrm>
              <a:off x="9415978" y="3307047"/>
              <a:ext cx="1163670" cy="346364"/>
            </a:xfrm>
            <a:custGeom>
              <a:avLst/>
              <a:pathLst>
                <a:path w="1163670" h="346364">
                  <a:moveTo>
                    <a:pt x="1163670" y="19655"/>
                  </a:moveTo>
                  <a:lnTo>
                    <a:pt x="1148940" y="17076"/>
                  </a:lnTo>
                  <a:lnTo>
                    <a:pt x="1134210" y="14676"/>
                  </a:lnTo>
                  <a:lnTo>
                    <a:pt x="1119480" y="12455"/>
                  </a:lnTo>
                  <a:lnTo>
                    <a:pt x="1104750" y="10413"/>
                  </a:lnTo>
                  <a:lnTo>
                    <a:pt x="1090020" y="8552"/>
                  </a:lnTo>
                  <a:lnTo>
                    <a:pt x="1075290" y="6871"/>
                  </a:lnTo>
                  <a:lnTo>
                    <a:pt x="1060560" y="5372"/>
                  </a:lnTo>
                  <a:lnTo>
                    <a:pt x="1045830" y="4055"/>
                  </a:lnTo>
                  <a:lnTo>
                    <a:pt x="1031100" y="2920"/>
                  </a:lnTo>
                  <a:lnTo>
                    <a:pt x="1016370" y="1969"/>
                  </a:lnTo>
                  <a:lnTo>
                    <a:pt x="1001640" y="1202"/>
                  </a:lnTo>
                  <a:lnTo>
                    <a:pt x="986910" y="621"/>
                  </a:lnTo>
                  <a:lnTo>
                    <a:pt x="972180" y="226"/>
                  </a:lnTo>
                  <a:lnTo>
                    <a:pt x="957450" y="18"/>
                  </a:lnTo>
                  <a:lnTo>
                    <a:pt x="942720" y="0"/>
                  </a:lnTo>
                  <a:lnTo>
                    <a:pt x="927990" y="171"/>
                  </a:lnTo>
                  <a:lnTo>
                    <a:pt x="913260" y="534"/>
                  </a:lnTo>
                  <a:lnTo>
                    <a:pt x="898530" y="1091"/>
                  </a:lnTo>
                  <a:lnTo>
                    <a:pt x="883800" y="1843"/>
                  </a:lnTo>
                  <a:lnTo>
                    <a:pt x="869070" y="2792"/>
                  </a:lnTo>
                  <a:lnTo>
                    <a:pt x="854340" y="3940"/>
                  </a:lnTo>
                  <a:lnTo>
                    <a:pt x="839610" y="5290"/>
                  </a:lnTo>
                  <a:lnTo>
                    <a:pt x="824880" y="6843"/>
                  </a:lnTo>
                  <a:lnTo>
                    <a:pt x="810150" y="8603"/>
                  </a:lnTo>
                  <a:lnTo>
                    <a:pt x="795420" y="10570"/>
                  </a:lnTo>
                  <a:lnTo>
                    <a:pt x="780690" y="12748"/>
                  </a:lnTo>
                  <a:lnTo>
                    <a:pt x="765960" y="15139"/>
                  </a:lnTo>
                  <a:lnTo>
                    <a:pt x="751230" y="17743"/>
                  </a:lnTo>
                  <a:lnTo>
                    <a:pt x="736500" y="20561"/>
                  </a:lnTo>
                  <a:lnTo>
                    <a:pt x="721770" y="23594"/>
                  </a:lnTo>
                  <a:lnTo>
                    <a:pt x="707040" y="26841"/>
                  </a:lnTo>
                  <a:lnTo>
                    <a:pt x="692310" y="30300"/>
                  </a:lnTo>
                  <a:lnTo>
                    <a:pt x="677580" y="33967"/>
                  </a:lnTo>
                  <a:lnTo>
                    <a:pt x="662850" y="37837"/>
                  </a:lnTo>
                  <a:lnTo>
                    <a:pt x="648120" y="41905"/>
                  </a:lnTo>
                  <a:lnTo>
                    <a:pt x="633390" y="46162"/>
                  </a:lnTo>
                  <a:lnTo>
                    <a:pt x="618660" y="50599"/>
                  </a:lnTo>
                  <a:lnTo>
                    <a:pt x="603930" y="55206"/>
                  </a:lnTo>
                  <a:lnTo>
                    <a:pt x="589200" y="59973"/>
                  </a:lnTo>
                  <a:lnTo>
                    <a:pt x="574470" y="64888"/>
                  </a:lnTo>
                  <a:lnTo>
                    <a:pt x="559740" y="69941"/>
                  </a:lnTo>
                  <a:lnTo>
                    <a:pt x="545010" y="75121"/>
                  </a:lnTo>
                  <a:lnTo>
                    <a:pt x="530280" y="80418"/>
                  </a:lnTo>
                  <a:lnTo>
                    <a:pt x="515550" y="85822"/>
                  </a:lnTo>
                  <a:lnTo>
                    <a:pt x="500820" y="91325"/>
                  </a:lnTo>
                  <a:lnTo>
                    <a:pt x="486090" y="96921"/>
                  </a:lnTo>
                  <a:lnTo>
                    <a:pt x="471360" y="102602"/>
                  </a:lnTo>
                  <a:lnTo>
                    <a:pt x="456630" y="108363"/>
                  </a:lnTo>
                  <a:lnTo>
                    <a:pt x="441900" y="114201"/>
                  </a:lnTo>
                  <a:lnTo>
                    <a:pt x="427170" y="120113"/>
                  </a:lnTo>
                  <a:lnTo>
                    <a:pt x="412440" y="126096"/>
                  </a:lnTo>
                  <a:lnTo>
                    <a:pt x="397710" y="132152"/>
                  </a:lnTo>
                  <a:lnTo>
                    <a:pt x="382980" y="138280"/>
                  </a:lnTo>
                  <a:lnTo>
                    <a:pt x="368250" y="144481"/>
                  </a:lnTo>
                  <a:lnTo>
                    <a:pt x="353520" y="150760"/>
                  </a:lnTo>
                  <a:lnTo>
                    <a:pt x="338790" y="157121"/>
                  </a:lnTo>
                  <a:lnTo>
                    <a:pt x="324060" y="163569"/>
                  </a:lnTo>
                  <a:lnTo>
                    <a:pt x="309330" y="170112"/>
                  </a:lnTo>
                  <a:lnTo>
                    <a:pt x="294600" y="176756"/>
                  </a:lnTo>
                  <a:lnTo>
                    <a:pt x="279870" y="183513"/>
                  </a:lnTo>
                  <a:lnTo>
                    <a:pt x="265140" y="190393"/>
                  </a:lnTo>
                  <a:lnTo>
                    <a:pt x="250410" y="197407"/>
                  </a:lnTo>
                  <a:lnTo>
                    <a:pt x="235680" y="204568"/>
                  </a:lnTo>
                  <a:lnTo>
                    <a:pt x="220950" y="211889"/>
                  </a:lnTo>
                  <a:lnTo>
                    <a:pt x="206220" y="219381"/>
                  </a:lnTo>
                  <a:lnTo>
                    <a:pt x="191490" y="227058"/>
                  </a:lnTo>
                  <a:lnTo>
                    <a:pt x="176760" y="234931"/>
                  </a:lnTo>
                  <a:lnTo>
                    <a:pt x="162030" y="243008"/>
                  </a:lnTo>
                  <a:lnTo>
                    <a:pt x="147300" y="251297"/>
                  </a:lnTo>
                  <a:lnTo>
                    <a:pt x="132570" y="259805"/>
                  </a:lnTo>
                  <a:lnTo>
                    <a:pt x="117840" y="268536"/>
                  </a:lnTo>
                  <a:lnTo>
                    <a:pt x="103110" y="277490"/>
                  </a:lnTo>
                  <a:lnTo>
                    <a:pt x="88380" y="286669"/>
                  </a:lnTo>
                  <a:lnTo>
                    <a:pt x="73650" y="296073"/>
                  </a:lnTo>
                  <a:lnTo>
                    <a:pt x="58920" y="305698"/>
                  </a:lnTo>
                  <a:lnTo>
                    <a:pt x="44190" y="315543"/>
                  </a:lnTo>
                  <a:lnTo>
                    <a:pt x="29460" y="325604"/>
                  </a:lnTo>
                  <a:lnTo>
                    <a:pt x="14730" y="335879"/>
                  </a:lnTo>
                  <a:lnTo>
                    <a:pt x="0" y="3463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887" name="pl6887"/>
            <p:cNvSpPr/>
            <p:nvPr/>
          </p:nvSpPr>
          <p:spPr>
            <a:xfrm>
              <a:off x="9415978" y="3207780"/>
              <a:ext cx="1163670" cy="406457"/>
            </a:xfrm>
            <a:custGeom>
              <a:avLst/>
              <a:pathLst>
                <a:path w="1163670" h="406457">
                  <a:moveTo>
                    <a:pt x="0" y="406457"/>
                  </a:moveTo>
                  <a:lnTo>
                    <a:pt x="14730" y="398124"/>
                  </a:lnTo>
                  <a:lnTo>
                    <a:pt x="29460" y="389872"/>
                  </a:lnTo>
                  <a:lnTo>
                    <a:pt x="44190" y="381703"/>
                  </a:lnTo>
                  <a:lnTo>
                    <a:pt x="58920" y="373615"/>
                  </a:lnTo>
                  <a:lnTo>
                    <a:pt x="73650" y="365609"/>
                  </a:lnTo>
                  <a:lnTo>
                    <a:pt x="88380" y="357684"/>
                  </a:lnTo>
                  <a:lnTo>
                    <a:pt x="103110" y="349841"/>
                  </a:lnTo>
                  <a:lnTo>
                    <a:pt x="117840" y="342080"/>
                  </a:lnTo>
                  <a:lnTo>
                    <a:pt x="132570" y="334401"/>
                  </a:lnTo>
                  <a:lnTo>
                    <a:pt x="147300" y="326804"/>
                  </a:lnTo>
                  <a:lnTo>
                    <a:pt x="162030" y="319288"/>
                  </a:lnTo>
                  <a:lnTo>
                    <a:pt x="176760" y="311854"/>
                  </a:lnTo>
                  <a:lnTo>
                    <a:pt x="191490" y="304502"/>
                  </a:lnTo>
                  <a:lnTo>
                    <a:pt x="206220" y="297232"/>
                  </a:lnTo>
                  <a:lnTo>
                    <a:pt x="220950" y="290043"/>
                  </a:lnTo>
                  <a:lnTo>
                    <a:pt x="235680" y="282936"/>
                  </a:lnTo>
                  <a:lnTo>
                    <a:pt x="250410" y="275911"/>
                  </a:lnTo>
                  <a:lnTo>
                    <a:pt x="265140" y="268967"/>
                  </a:lnTo>
                  <a:lnTo>
                    <a:pt x="279870" y="262106"/>
                  </a:lnTo>
                  <a:lnTo>
                    <a:pt x="294600" y="255326"/>
                  </a:lnTo>
                  <a:lnTo>
                    <a:pt x="309330" y="248627"/>
                  </a:lnTo>
                  <a:lnTo>
                    <a:pt x="324060" y="242011"/>
                  </a:lnTo>
                  <a:lnTo>
                    <a:pt x="338790" y="235476"/>
                  </a:lnTo>
                  <a:lnTo>
                    <a:pt x="353520" y="229023"/>
                  </a:lnTo>
                  <a:lnTo>
                    <a:pt x="368250" y="222652"/>
                  </a:lnTo>
                  <a:lnTo>
                    <a:pt x="382980" y="216362"/>
                  </a:lnTo>
                  <a:lnTo>
                    <a:pt x="397710" y="210155"/>
                  </a:lnTo>
                  <a:lnTo>
                    <a:pt x="412440" y="204029"/>
                  </a:lnTo>
                  <a:lnTo>
                    <a:pt x="427170" y="197984"/>
                  </a:lnTo>
                  <a:lnTo>
                    <a:pt x="441900" y="192022"/>
                  </a:lnTo>
                  <a:lnTo>
                    <a:pt x="456630" y="186141"/>
                  </a:lnTo>
                  <a:lnTo>
                    <a:pt x="471360" y="180342"/>
                  </a:lnTo>
                  <a:lnTo>
                    <a:pt x="486090" y="174625"/>
                  </a:lnTo>
                  <a:lnTo>
                    <a:pt x="500820" y="168989"/>
                  </a:lnTo>
                  <a:lnTo>
                    <a:pt x="515550" y="163436"/>
                  </a:lnTo>
                  <a:lnTo>
                    <a:pt x="530280" y="157964"/>
                  </a:lnTo>
                  <a:lnTo>
                    <a:pt x="545010" y="152573"/>
                  </a:lnTo>
                  <a:lnTo>
                    <a:pt x="559740" y="147265"/>
                  </a:lnTo>
                  <a:lnTo>
                    <a:pt x="574470" y="142038"/>
                  </a:lnTo>
                  <a:lnTo>
                    <a:pt x="589200" y="136893"/>
                  </a:lnTo>
                  <a:lnTo>
                    <a:pt x="603930" y="131830"/>
                  </a:lnTo>
                  <a:lnTo>
                    <a:pt x="618660" y="126848"/>
                  </a:lnTo>
                  <a:lnTo>
                    <a:pt x="633390" y="121948"/>
                  </a:lnTo>
                  <a:lnTo>
                    <a:pt x="648120" y="117130"/>
                  </a:lnTo>
                  <a:lnTo>
                    <a:pt x="662850" y="112394"/>
                  </a:lnTo>
                  <a:lnTo>
                    <a:pt x="677580" y="107740"/>
                  </a:lnTo>
                  <a:lnTo>
                    <a:pt x="692310" y="103167"/>
                  </a:lnTo>
                  <a:lnTo>
                    <a:pt x="707040" y="98676"/>
                  </a:lnTo>
                  <a:lnTo>
                    <a:pt x="721770" y="94266"/>
                  </a:lnTo>
                  <a:lnTo>
                    <a:pt x="736500" y="89939"/>
                  </a:lnTo>
                  <a:lnTo>
                    <a:pt x="751230" y="85693"/>
                  </a:lnTo>
                  <a:lnTo>
                    <a:pt x="765960" y="81529"/>
                  </a:lnTo>
                  <a:lnTo>
                    <a:pt x="780690" y="77447"/>
                  </a:lnTo>
                  <a:lnTo>
                    <a:pt x="795420" y="73446"/>
                  </a:lnTo>
                  <a:lnTo>
                    <a:pt x="810150" y="69527"/>
                  </a:lnTo>
                  <a:lnTo>
                    <a:pt x="824880" y="65690"/>
                  </a:lnTo>
                  <a:lnTo>
                    <a:pt x="839610" y="61935"/>
                  </a:lnTo>
                  <a:lnTo>
                    <a:pt x="854340" y="58261"/>
                  </a:lnTo>
                  <a:lnTo>
                    <a:pt x="869070" y="54669"/>
                  </a:lnTo>
                  <a:lnTo>
                    <a:pt x="883800" y="51159"/>
                  </a:lnTo>
                  <a:lnTo>
                    <a:pt x="898530" y="47731"/>
                  </a:lnTo>
                  <a:lnTo>
                    <a:pt x="913260" y="44384"/>
                  </a:lnTo>
                  <a:lnTo>
                    <a:pt x="927990" y="41119"/>
                  </a:lnTo>
                  <a:lnTo>
                    <a:pt x="942720" y="37936"/>
                  </a:lnTo>
                  <a:lnTo>
                    <a:pt x="957450" y="34835"/>
                  </a:lnTo>
                  <a:lnTo>
                    <a:pt x="972180" y="31815"/>
                  </a:lnTo>
                  <a:lnTo>
                    <a:pt x="986910" y="28878"/>
                  </a:lnTo>
                  <a:lnTo>
                    <a:pt x="1001640" y="26021"/>
                  </a:lnTo>
                  <a:lnTo>
                    <a:pt x="1016370" y="23247"/>
                  </a:lnTo>
                  <a:lnTo>
                    <a:pt x="1031100" y="20554"/>
                  </a:lnTo>
                  <a:lnTo>
                    <a:pt x="1045830" y="17944"/>
                  </a:lnTo>
                  <a:lnTo>
                    <a:pt x="1060560" y="15414"/>
                  </a:lnTo>
                  <a:lnTo>
                    <a:pt x="1075290" y="12967"/>
                  </a:lnTo>
                  <a:lnTo>
                    <a:pt x="1090020" y="10601"/>
                  </a:lnTo>
                  <a:lnTo>
                    <a:pt x="1104750" y="8318"/>
                  </a:lnTo>
                  <a:lnTo>
                    <a:pt x="1119480" y="6115"/>
                  </a:lnTo>
                  <a:lnTo>
                    <a:pt x="1134210" y="3995"/>
                  </a:lnTo>
                  <a:lnTo>
                    <a:pt x="1148940" y="1956"/>
                  </a:lnTo>
                  <a:lnTo>
                    <a:pt x="1163670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8" name="tx6888"/>
            <p:cNvSpPr/>
            <p:nvPr/>
          </p:nvSpPr>
          <p:spPr>
            <a:xfrm>
              <a:off x="9424705" y="263277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6889" name="tx6889"/>
            <p:cNvSpPr/>
            <p:nvPr/>
          </p:nvSpPr>
          <p:spPr>
            <a:xfrm>
              <a:off x="9498452" y="260789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90" name="tx6890"/>
            <p:cNvSpPr/>
            <p:nvPr/>
          </p:nvSpPr>
          <p:spPr>
            <a:xfrm>
              <a:off x="9533061" y="269641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891" name="tx6891"/>
            <p:cNvSpPr/>
            <p:nvPr/>
          </p:nvSpPr>
          <p:spPr>
            <a:xfrm>
              <a:off x="9557413" y="266980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6892" name="tx6892"/>
            <p:cNvSpPr/>
            <p:nvPr/>
          </p:nvSpPr>
          <p:spPr>
            <a:xfrm>
              <a:off x="9609329" y="269641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893" name="tx6893"/>
            <p:cNvSpPr/>
            <p:nvPr/>
          </p:nvSpPr>
          <p:spPr>
            <a:xfrm>
              <a:off x="9633681" y="263143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6894" name="tx6894"/>
            <p:cNvSpPr/>
            <p:nvPr/>
          </p:nvSpPr>
          <p:spPr>
            <a:xfrm>
              <a:off x="9424705" y="2725769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6895" name="tx6895"/>
            <p:cNvSpPr/>
            <p:nvPr/>
          </p:nvSpPr>
          <p:spPr>
            <a:xfrm>
              <a:off x="9498452" y="270088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96" name="tx6896"/>
            <p:cNvSpPr/>
            <p:nvPr/>
          </p:nvSpPr>
          <p:spPr>
            <a:xfrm>
              <a:off x="9533061" y="278940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897" name="tx6897"/>
            <p:cNvSpPr/>
            <p:nvPr/>
          </p:nvSpPr>
          <p:spPr>
            <a:xfrm>
              <a:off x="9557413" y="276279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6898" name="tx6898"/>
            <p:cNvSpPr/>
            <p:nvPr/>
          </p:nvSpPr>
          <p:spPr>
            <a:xfrm>
              <a:off x="9609329" y="278940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899" name="tx6899"/>
            <p:cNvSpPr/>
            <p:nvPr/>
          </p:nvSpPr>
          <p:spPr>
            <a:xfrm>
              <a:off x="9633681" y="2724423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0.18</a:t>
              </a:r>
            </a:p>
          </p:txBody>
        </p:sp>
        <p:sp>
          <p:nvSpPr>
            <p:cNvPr id="6900" name="pl6900"/>
            <p:cNvSpPr/>
            <p:nvPr/>
          </p:nvSpPr>
          <p:spPr>
            <a:xfrm>
              <a:off x="9328703" y="621293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1" name="pl6901"/>
            <p:cNvSpPr/>
            <p:nvPr/>
          </p:nvSpPr>
          <p:spPr>
            <a:xfrm>
              <a:off x="9328703" y="584717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2" name="pl6902"/>
            <p:cNvSpPr/>
            <p:nvPr/>
          </p:nvSpPr>
          <p:spPr>
            <a:xfrm>
              <a:off x="9328703" y="548140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3" name="pl6903"/>
            <p:cNvSpPr/>
            <p:nvPr/>
          </p:nvSpPr>
          <p:spPr>
            <a:xfrm>
              <a:off x="9328703" y="5115641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4" name="pl6904"/>
            <p:cNvSpPr/>
            <p:nvPr/>
          </p:nvSpPr>
          <p:spPr>
            <a:xfrm>
              <a:off x="9328703" y="4749876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5" name="pl6905"/>
            <p:cNvSpPr/>
            <p:nvPr/>
          </p:nvSpPr>
          <p:spPr>
            <a:xfrm>
              <a:off x="9634166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6" name="pl6906"/>
            <p:cNvSpPr/>
            <p:nvPr/>
          </p:nvSpPr>
          <p:spPr>
            <a:xfrm>
              <a:off x="10070543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7" name="pl6907"/>
            <p:cNvSpPr/>
            <p:nvPr/>
          </p:nvSpPr>
          <p:spPr>
            <a:xfrm>
              <a:off x="10506919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8" name="pl6908"/>
            <p:cNvSpPr/>
            <p:nvPr/>
          </p:nvSpPr>
          <p:spPr>
            <a:xfrm>
              <a:off x="10943296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69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9" name="pl6909"/>
            <p:cNvSpPr/>
            <p:nvPr/>
          </p:nvSpPr>
          <p:spPr>
            <a:xfrm>
              <a:off x="9328703" y="6395818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0" name="pl6910"/>
            <p:cNvSpPr/>
            <p:nvPr/>
          </p:nvSpPr>
          <p:spPr>
            <a:xfrm>
              <a:off x="9328703" y="6030053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1" name="pl6911"/>
            <p:cNvSpPr/>
            <p:nvPr/>
          </p:nvSpPr>
          <p:spPr>
            <a:xfrm>
              <a:off x="9328703" y="566428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2" name="pl6912"/>
            <p:cNvSpPr/>
            <p:nvPr/>
          </p:nvSpPr>
          <p:spPr>
            <a:xfrm>
              <a:off x="9328703" y="5298524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3" name="pl6913"/>
            <p:cNvSpPr/>
            <p:nvPr/>
          </p:nvSpPr>
          <p:spPr>
            <a:xfrm>
              <a:off x="9328703" y="4932759"/>
              <a:ext cx="1920056" cy="0"/>
            </a:xfrm>
            <a:custGeom>
              <a:avLst/>
              <a:pathLst>
                <a:path w="1920056" h="0">
                  <a:moveTo>
                    <a:pt x="0" y="0"/>
                  </a:moveTo>
                  <a:lnTo>
                    <a:pt x="1920056" y="0"/>
                  </a:lnTo>
                  <a:lnTo>
                    <a:pt x="1920056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4" name="pl6914"/>
            <p:cNvSpPr/>
            <p:nvPr/>
          </p:nvSpPr>
          <p:spPr>
            <a:xfrm>
              <a:off x="9415978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5" name="pl6915"/>
            <p:cNvSpPr/>
            <p:nvPr/>
          </p:nvSpPr>
          <p:spPr>
            <a:xfrm>
              <a:off x="9852354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6" name="pl6916"/>
            <p:cNvSpPr/>
            <p:nvPr/>
          </p:nvSpPr>
          <p:spPr>
            <a:xfrm>
              <a:off x="10288731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7" name="pl6917"/>
            <p:cNvSpPr/>
            <p:nvPr/>
          </p:nvSpPr>
          <p:spPr>
            <a:xfrm>
              <a:off x="10725108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8" name="pl6918"/>
            <p:cNvSpPr/>
            <p:nvPr/>
          </p:nvSpPr>
          <p:spPr>
            <a:xfrm>
              <a:off x="11161484" y="4620519"/>
              <a:ext cx="0" cy="1859837"/>
            </a:xfrm>
            <a:custGeom>
              <a:avLst/>
              <a:pathLst>
                <a:path w="0" h="1859837">
                  <a:moveTo>
                    <a:pt x="0" y="185983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9" name="pt6919"/>
            <p:cNvSpPr/>
            <p:nvPr/>
          </p:nvSpPr>
          <p:spPr>
            <a:xfrm>
              <a:off x="9834304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0" name="pt6920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1" name="pt6921"/>
            <p:cNvSpPr/>
            <p:nvPr/>
          </p:nvSpPr>
          <p:spPr>
            <a:xfrm>
              <a:off x="9834304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2" name="pt6922"/>
            <p:cNvSpPr/>
            <p:nvPr/>
          </p:nvSpPr>
          <p:spPr>
            <a:xfrm>
              <a:off x="9834304" y="55243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3" name="pt6923"/>
            <p:cNvSpPr/>
            <p:nvPr/>
          </p:nvSpPr>
          <p:spPr>
            <a:xfrm>
              <a:off x="9397927" y="545116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4" name="pt6924"/>
            <p:cNvSpPr/>
            <p:nvPr/>
          </p:nvSpPr>
          <p:spPr>
            <a:xfrm>
              <a:off x="9834304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5" name="pt6925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6" name="pt6926"/>
            <p:cNvSpPr/>
            <p:nvPr/>
          </p:nvSpPr>
          <p:spPr>
            <a:xfrm>
              <a:off x="9834304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7" name="pt6927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8" name="pt6928"/>
            <p:cNvSpPr/>
            <p:nvPr/>
          </p:nvSpPr>
          <p:spPr>
            <a:xfrm>
              <a:off x="9397927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9" name="pt6929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0" name="pt6930"/>
            <p:cNvSpPr/>
            <p:nvPr/>
          </p:nvSpPr>
          <p:spPr>
            <a:xfrm>
              <a:off x="9834304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1" name="pt6931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2" name="pt6932"/>
            <p:cNvSpPr/>
            <p:nvPr/>
          </p:nvSpPr>
          <p:spPr>
            <a:xfrm>
              <a:off x="9397927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3" name="pt6933"/>
            <p:cNvSpPr/>
            <p:nvPr/>
          </p:nvSpPr>
          <p:spPr>
            <a:xfrm>
              <a:off x="9834304" y="5743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4" name="pt6934"/>
            <p:cNvSpPr/>
            <p:nvPr/>
          </p:nvSpPr>
          <p:spPr>
            <a:xfrm>
              <a:off x="9397927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5" name="pt6935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6" name="pt6936"/>
            <p:cNvSpPr/>
            <p:nvPr/>
          </p:nvSpPr>
          <p:spPr>
            <a:xfrm>
              <a:off x="939792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7" name="pt6937"/>
            <p:cNvSpPr/>
            <p:nvPr/>
          </p:nvSpPr>
          <p:spPr>
            <a:xfrm>
              <a:off x="9834304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8" name="pt6938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9" name="pt6939"/>
            <p:cNvSpPr/>
            <p:nvPr/>
          </p:nvSpPr>
          <p:spPr>
            <a:xfrm>
              <a:off x="9834304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0" name="pt6940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1" name="pt6941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2" name="pt6942"/>
            <p:cNvSpPr/>
            <p:nvPr/>
          </p:nvSpPr>
          <p:spPr>
            <a:xfrm>
              <a:off x="939792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3" name="pt6943"/>
            <p:cNvSpPr/>
            <p:nvPr/>
          </p:nvSpPr>
          <p:spPr>
            <a:xfrm>
              <a:off x="9834304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4" name="pt6944"/>
            <p:cNvSpPr/>
            <p:nvPr/>
          </p:nvSpPr>
          <p:spPr>
            <a:xfrm>
              <a:off x="9834304" y="5902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5" name="pt6945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6" name="pt6946"/>
            <p:cNvSpPr/>
            <p:nvPr/>
          </p:nvSpPr>
          <p:spPr>
            <a:xfrm>
              <a:off x="9834304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7" name="pt6947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8" name="pt6948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9" name="pt6949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0" name="pt6950"/>
            <p:cNvSpPr/>
            <p:nvPr/>
          </p:nvSpPr>
          <p:spPr>
            <a:xfrm>
              <a:off x="939792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1" name="pt6951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2" name="pt6952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3" name="pt6953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4" name="pt6954"/>
            <p:cNvSpPr/>
            <p:nvPr/>
          </p:nvSpPr>
          <p:spPr>
            <a:xfrm>
              <a:off x="9397927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5" name="pt6955"/>
            <p:cNvSpPr/>
            <p:nvPr/>
          </p:nvSpPr>
          <p:spPr>
            <a:xfrm>
              <a:off x="9397927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6" name="pt6956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7" name="pt6957"/>
            <p:cNvSpPr/>
            <p:nvPr/>
          </p:nvSpPr>
          <p:spPr>
            <a:xfrm>
              <a:off x="9834304" y="53414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8" name="pt6958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9" name="pt6959"/>
            <p:cNvSpPr/>
            <p:nvPr/>
          </p:nvSpPr>
          <p:spPr>
            <a:xfrm>
              <a:off x="9397927" y="5975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0" name="pt6960"/>
            <p:cNvSpPr/>
            <p:nvPr/>
          </p:nvSpPr>
          <p:spPr>
            <a:xfrm>
              <a:off x="1070705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1" name="pt6961"/>
            <p:cNvSpPr/>
            <p:nvPr/>
          </p:nvSpPr>
          <p:spPr>
            <a:xfrm>
              <a:off x="9397927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2" name="pt6962"/>
            <p:cNvSpPr/>
            <p:nvPr/>
          </p:nvSpPr>
          <p:spPr>
            <a:xfrm>
              <a:off x="939792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3" name="pt6963"/>
            <p:cNvSpPr/>
            <p:nvPr/>
          </p:nvSpPr>
          <p:spPr>
            <a:xfrm>
              <a:off x="9397927" y="59510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4" name="pt6964"/>
            <p:cNvSpPr/>
            <p:nvPr/>
          </p:nvSpPr>
          <p:spPr>
            <a:xfrm>
              <a:off x="9397927" y="60363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5" name="pt6965"/>
            <p:cNvSpPr/>
            <p:nvPr/>
          </p:nvSpPr>
          <p:spPr>
            <a:xfrm>
              <a:off x="9397927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6" name="pt6966"/>
            <p:cNvSpPr/>
            <p:nvPr/>
          </p:nvSpPr>
          <p:spPr>
            <a:xfrm>
              <a:off x="9397927" y="63533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7" name="pt6967"/>
            <p:cNvSpPr/>
            <p:nvPr/>
          </p:nvSpPr>
          <p:spPr>
            <a:xfrm>
              <a:off x="9397927" y="54023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8" name="pt6968"/>
            <p:cNvSpPr/>
            <p:nvPr/>
          </p:nvSpPr>
          <p:spPr>
            <a:xfrm>
              <a:off x="9397927" y="578035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9" name="pt6969"/>
            <p:cNvSpPr/>
            <p:nvPr/>
          </p:nvSpPr>
          <p:spPr>
            <a:xfrm>
              <a:off x="9397927" y="55243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0" name="pt6970"/>
            <p:cNvSpPr/>
            <p:nvPr/>
          </p:nvSpPr>
          <p:spPr>
            <a:xfrm>
              <a:off x="939792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1" name="pt6971"/>
            <p:cNvSpPr/>
            <p:nvPr/>
          </p:nvSpPr>
          <p:spPr>
            <a:xfrm>
              <a:off x="9397927" y="63289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2" name="pt6972"/>
            <p:cNvSpPr/>
            <p:nvPr/>
          </p:nvSpPr>
          <p:spPr>
            <a:xfrm>
              <a:off x="9397927" y="5512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3" name="pt6973"/>
            <p:cNvSpPr/>
            <p:nvPr/>
          </p:nvSpPr>
          <p:spPr>
            <a:xfrm>
              <a:off x="9397927" y="63046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4" name="pt6974"/>
            <p:cNvSpPr/>
            <p:nvPr/>
          </p:nvSpPr>
          <p:spPr>
            <a:xfrm>
              <a:off x="939792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5" name="pt6975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6" name="pt6976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7" name="pt6977"/>
            <p:cNvSpPr/>
            <p:nvPr/>
          </p:nvSpPr>
          <p:spPr>
            <a:xfrm>
              <a:off x="9397927" y="6060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8" name="pt6978"/>
            <p:cNvSpPr/>
            <p:nvPr/>
          </p:nvSpPr>
          <p:spPr>
            <a:xfrm>
              <a:off x="9397927" y="60607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9" name="pt6979"/>
            <p:cNvSpPr/>
            <p:nvPr/>
          </p:nvSpPr>
          <p:spPr>
            <a:xfrm>
              <a:off x="9397927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0" name="pt6980"/>
            <p:cNvSpPr/>
            <p:nvPr/>
          </p:nvSpPr>
          <p:spPr>
            <a:xfrm>
              <a:off x="9397927" y="576816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1" name="pt6981"/>
            <p:cNvSpPr/>
            <p:nvPr/>
          </p:nvSpPr>
          <p:spPr>
            <a:xfrm>
              <a:off x="9397927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2" name="pt6982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3" name="pt6983"/>
            <p:cNvSpPr/>
            <p:nvPr/>
          </p:nvSpPr>
          <p:spPr>
            <a:xfrm>
              <a:off x="1027068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4" name="pt6984"/>
            <p:cNvSpPr/>
            <p:nvPr/>
          </p:nvSpPr>
          <p:spPr>
            <a:xfrm>
              <a:off x="983430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5" name="pt6985"/>
            <p:cNvSpPr/>
            <p:nvPr/>
          </p:nvSpPr>
          <p:spPr>
            <a:xfrm>
              <a:off x="1027068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6" name="pt6986"/>
            <p:cNvSpPr/>
            <p:nvPr/>
          </p:nvSpPr>
          <p:spPr>
            <a:xfrm>
              <a:off x="10707057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7" name="pt6987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8" name="pt6988"/>
            <p:cNvSpPr/>
            <p:nvPr/>
          </p:nvSpPr>
          <p:spPr>
            <a:xfrm>
              <a:off x="1070705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9" name="pt6989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0" name="pt6990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1" name="pt6991"/>
            <p:cNvSpPr/>
            <p:nvPr/>
          </p:nvSpPr>
          <p:spPr>
            <a:xfrm>
              <a:off x="10270680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2" name="pt6992"/>
            <p:cNvSpPr/>
            <p:nvPr/>
          </p:nvSpPr>
          <p:spPr>
            <a:xfrm>
              <a:off x="9834304" y="608515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3" name="pt6993"/>
            <p:cNvSpPr/>
            <p:nvPr/>
          </p:nvSpPr>
          <p:spPr>
            <a:xfrm>
              <a:off x="983430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4" name="pt6994"/>
            <p:cNvSpPr/>
            <p:nvPr/>
          </p:nvSpPr>
          <p:spPr>
            <a:xfrm>
              <a:off x="9397927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5" name="pt6995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6" name="pt6996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7" name="pt6997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8" name="pt6998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9" name="pt6999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0" name="pt7000"/>
            <p:cNvSpPr/>
            <p:nvPr/>
          </p:nvSpPr>
          <p:spPr>
            <a:xfrm>
              <a:off x="9834304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1" name="pt7001"/>
            <p:cNvSpPr/>
            <p:nvPr/>
          </p:nvSpPr>
          <p:spPr>
            <a:xfrm>
              <a:off x="10270680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2" name="pt7002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3" name="pt7003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4" name="pt7004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5" name="pt7005"/>
            <p:cNvSpPr/>
            <p:nvPr/>
          </p:nvSpPr>
          <p:spPr>
            <a:xfrm>
              <a:off x="939792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6" name="pt7006"/>
            <p:cNvSpPr/>
            <p:nvPr/>
          </p:nvSpPr>
          <p:spPr>
            <a:xfrm>
              <a:off x="983430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7" name="pt7007"/>
            <p:cNvSpPr/>
            <p:nvPr/>
          </p:nvSpPr>
          <p:spPr>
            <a:xfrm>
              <a:off x="10270680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8" name="pt7008"/>
            <p:cNvSpPr/>
            <p:nvPr/>
          </p:nvSpPr>
          <p:spPr>
            <a:xfrm>
              <a:off x="9397927" y="53048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9" name="pt7009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0" name="pt7010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1" name="pt7011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2" name="pt7012"/>
            <p:cNvSpPr/>
            <p:nvPr/>
          </p:nvSpPr>
          <p:spPr>
            <a:xfrm>
              <a:off x="9397927" y="629242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3" name="pt7013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4" name="pt7014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5" name="pt7015"/>
            <p:cNvSpPr/>
            <p:nvPr/>
          </p:nvSpPr>
          <p:spPr>
            <a:xfrm>
              <a:off x="10707057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6" name="pt7016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7" name="pt7017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8" name="pt7018"/>
            <p:cNvSpPr/>
            <p:nvPr/>
          </p:nvSpPr>
          <p:spPr>
            <a:xfrm>
              <a:off x="939792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9" name="pt7019"/>
            <p:cNvSpPr/>
            <p:nvPr/>
          </p:nvSpPr>
          <p:spPr>
            <a:xfrm>
              <a:off x="9834304" y="54145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0" name="pt7020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1" name="pt7021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2" name="pt7022"/>
            <p:cNvSpPr/>
            <p:nvPr/>
          </p:nvSpPr>
          <p:spPr>
            <a:xfrm>
              <a:off x="10270680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3" name="pt7023"/>
            <p:cNvSpPr/>
            <p:nvPr/>
          </p:nvSpPr>
          <p:spPr>
            <a:xfrm>
              <a:off x="10270680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4" name="pt7024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5" name="pt7025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6" name="pt7026"/>
            <p:cNvSpPr/>
            <p:nvPr/>
          </p:nvSpPr>
          <p:spPr>
            <a:xfrm>
              <a:off x="983430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7" name="pt7027"/>
            <p:cNvSpPr/>
            <p:nvPr/>
          </p:nvSpPr>
          <p:spPr>
            <a:xfrm>
              <a:off x="10270680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8" name="pt7028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9" name="pt7029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0" name="pt7030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1" name="pt7031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2" name="pt7032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3" name="pt7033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4" name="pt7034"/>
            <p:cNvSpPr/>
            <p:nvPr/>
          </p:nvSpPr>
          <p:spPr>
            <a:xfrm>
              <a:off x="983430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5" name="pt7035"/>
            <p:cNvSpPr/>
            <p:nvPr/>
          </p:nvSpPr>
          <p:spPr>
            <a:xfrm>
              <a:off x="10270680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6" name="pt7036"/>
            <p:cNvSpPr/>
            <p:nvPr/>
          </p:nvSpPr>
          <p:spPr>
            <a:xfrm>
              <a:off x="983430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7" name="pt7037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8" name="pt7038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9" name="pt7039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0" name="pt7040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1" name="pt7041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2" name="pt7042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3" name="pt7043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4" name="pt7044"/>
            <p:cNvSpPr/>
            <p:nvPr/>
          </p:nvSpPr>
          <p:spPr>
            <a:xfrm>
              <a:off x="983430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5" name="pt7045"/>
            <p:cNvSpPr/>
            <p:nvPr/>
          </p:nvSpPr>
          <p:spPr>
            <a:xfrm>
              <a:off x="10270680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6" name="pt7046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7" name="pt7047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8" name="pt7048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9" name="pt7049"/>
            <p:cNvSpPr/>
            <p:nvPr/>
          </p:nvSpPr>
          <p:spPr>
            <a:xfrm>
              <a:off x="9834304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0" name="pt7050"/>
            <p:cNvSpPr/>
            <p:nvPr/>
          </p:nvSpPr>
          <p:spPr>
            <a:xfrm>
              <a:off x="10270680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1" name="pt7051"/>
            <p:cNvSpPr/>
            <p:nvPr/>
          </p:nvSpPr>
          <p:spPr>
            <a:xfrm>
              <a:off x="10270680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2" name="pt7052"/>
            <p:cNvSpPr/>
            <p:nvPr/>
          </p:nvSpPr>
          <p:spPr>
            <a:xfrm>
              <a:off x="983430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3" name="pt7053"/>
            <p:cNvSpPr/>
            <p:nvPr/>
          </p:nvSpPr>
          <p:spPr>
            <a:xfrm>
              <a:off x="983430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4" name="pt7054"/>
            <p:cNvSpPr/>
            <p:nvPr/>
          </p:nvSpPr>
          <p:spPr>
            <a:xfrm>
              <a:off x="983430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5" name="pt7055"/>
            <p:cNvSpPr/>
            <p:nvPr/>
          </p:nvSpPr>
          <p:spPr>
            <a:xfrm>
              <a:off x="10270680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6" name="pt7056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7" name="pt7057"/>
            <p:cNvSpPr/>
            <p:nvPr/>
          </p:nvSpPr>
          <p:spPr>
            <a:xfrm>
              <a:off x="9834304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8" name="pt7058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9" name="pt7059"/>
            <p:cNvSpPr/>
            <p:nvPr/>
          </p:nvSpPr>
          <p:spPr>
            <a:xfrm>
              <a:off x="9834304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0" name="pt7060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1" name="pt7061"/>
            <p:cNvSpPr/>
            <p:nvPr/>
          </p:nvSpPr>
          <p:spPr>
            <a:xfrm>
              <a:off x="983430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2" name="pt7062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3" name="pt7063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4" name="pt7064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5" name="pt7065"/>
            <p:cNvSpPr/>
            <p:nvPr/>
          </p:nvSpPr>
          <p:spPr>
            <a:xfrm>
              <a:off x="10270680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6" name="pt7066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7" name="pt7067"/>
            <p:cNvSpPr/>
            <p:nvPr/>
          </p:nvSpPr>
          <p:spPr>
            <a:xfrm>
              <a:off x="983430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8" name="pt7068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9" name="pt7069"/>
            <p:cNvSpPr/>
            <p:nvPr/>
          </p:nvSpPr>
          <p:spPr>
            <a:xfrm>
              <a:off x="10270680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0" name="pt7070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1" name="pt7071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2" name="pt7072"/>
            <p:cNvSpPr/>
            <p:nvPr/>
          </p:nvSpPr>
          <p:spPr>
            <a:xfrm>
              <a:off x="9397927" y="53414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3" name="pt7073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4" name="pt7074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5" name="pt7075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6" name="pt7076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7" name="pt7077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8" name="pt7078"/>
            <p:cNvSpPr/>
            <p:nvPr/>
          </p:nvSpPr>
          <p:spPr>
            <a:xfrm>
              <a:off x="9397927" y="5597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9" name="pt7079"/>
            <p:cNvSpPr/>
            <p:nvPr/>
          </p:nvSpPr>
          <p:spPr>
            <a:xfrm>
              <a:off x="9397927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0" name="pt7080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1" name="pt7081"/>
            <p:cNvSpPr/>
            <p:nvPr/>
          </p:nvSpPr>
          <p:spPr>
            <a:xfrm>
              <a:off x="9834304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2" name="pt7082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3" name="pt7083"/>
            <p:cNvSpPr/>
            <p:nvPr/>
          </p:nvSpPr>
          <p:spPr>
            <a:xfrm>
              <a:off x="9397927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4" name="pt7084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5" name="pt7085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6" name="pt7086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7" name="pt7087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8" name="pt7088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9" name="pt7089"/>
            <p:cNvSpPr/>
            <p:nvPr/>
          </p:nvSpPr>
          <p:spPr>
            <a:xfrm>
              <a:off x="9834304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0" name="pt7090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1" name="pt7091"/>
            <p:cNvSpPr/>
            <p:nvPr/>
          </p:nvSpPr>
          <p:spPr>
            <a:xfrm>
              <a:off x="10270680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2" name="pt7092"/>
            <p:cNvSpPr/>
            <p:nvPr/>
          </p:nvSpPr>
          <p:spPr>
            <a:xfrm>
              <a:off x="983430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3" name="pt7093"/>
            <p:cNvSpPr/>
            <p:nvPr/>
          </p:nvSpPr>
          <p:spPr>
            <a:xfrm>
              <a:off x="9834304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4" name="pt7094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5" name="pt7095"/>
            <p:cNvSpPr/>
            <p:nvPr/>
          </p:nvSpPr>
          <p:spPr>
            <a:xfrm>
              <a:off x="9834304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6" name="pt7096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7" name="pt7097"/>
            <p:cNvSpPr/>
            <p:nvPr/>
          </p:nvSpPr>
          <p:spPr>
            <a:xfrm>
              <a:off x="10270680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8" name="pt7098"/>
            <p:cNvSpPr/>
            <p:nvPr/>
          </p:nvSpPr>
          <p:spPr>
            <a:xfrm>
              <a:off x="10270680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9" name="pt7099"/>
            <p:cNvSpPr/>
            <p:nvPr/>
          </p:nvSpPr>
          <p:spPr>
            <a:xfrm>
              <a:off x="10270680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0" name="pt7100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1" name="pt7101"/>
            <p:cNvSpPr/>
            <p:nvPr/>
          </p:nvSpPr>
          <p:spPr>
            <a:xfrm>
              <a:off x="10270680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2" name="pt7102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3" name="pt7103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4" name="pt7104"/>
            <p:cNvSpPr/>
            <p:nvPr/>
          </p:nvSpPr>
          <p:spPr>
            <a:xfrm>
              <a:off x="9834304" y="521951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5" name="pt7105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6" name="pt7106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7" name="pt7107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8" name="pt7108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9" name="pt7109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0" name="pt7110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1" name="pt7111"/>
            <p:cNvSpPr/>
            <p:nvPr/>
          </p:nvSpPr>
          <p:spPr>
            <a:xfrm>
              <a:off x="9834304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2" name="pt7112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3" name="pt7113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4" name="pt7114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5" name="pt7115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6" name="pt7116"/>
            <p:cNvSpPr/>
            <p:nvPr/>
          </p:nvSpPr>
          <p:spPr>
            <a:xfrm>
              <a:off x="983430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7" name="pt7117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8" name="pt7118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9" name="pt7119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0" name="pt7120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1" name="pt7121"/>
            <p:cNvSpPr/>
            <p:nvPr/>
          </p:nvSpPr>
          <p:spPr>
            <a:xfrm>
              <a:off x="983430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2" name="pt7122"/>
            <p:cNvSpPr/>
            <p:nvPr/>
          </p:nvSpPr>
          <p:spPr>
            <a:xfrm>
              <a:off x="983430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3" name="pt7123"/>
            <p:cNvSpPr/>
            <p:nvPr/>
          </p:nvSpPr>
          <p:spPr>
            <a:xfrm>
              <a:off x="983430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4" name="pt7124"/>
            <p:cNvSpPr/>
            <p:nvPr/>
          </p:nvSpPr>
          <p:spPr>
            <a:xfrm>
              <a:off x="983430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5" name="pt7125"/>
            <p:cNvSpPr/>
            <p:nvPr/>
          </p:nvSpPr>
          <p:spPr>
            <a:xfrm>
              <a:off x="983430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6" name="pt7126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7" name="pt7127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8" name="pt7128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9" name="pt7129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0" name="pt7130"/>
            <p:cNvSpPr/>
            <p:nvPr/>
          </p:nvSpPr>
          <p:spPr>
            <a:xfrm>
              <a:off x="939792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1" name="pt7131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2" name="pt7132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3" name="pt7133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4" name="pt7134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5" name="pt7135"/>
            <p:cNvSpPr/>
            <p:nvPr/>
          </p:nvSpPr>
          <p:spPr>
            <a:xfrm>
              <a:off x="9834304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6" name="pt7136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7" name="pt7137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8" name="pt7138"/>
            <p:cNvSpPr/>
            <p:nvPr/>
          </p:nvSpPr>
          <p:spPr>
            <a:xfrm>
              <a:off x="9834304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9" name="pt7139"/>
            <p:cNvSpPr/>
            <p:nvPr/>
          </p:nvSpPr>
          <p:spPr>
            <a:xfrm>
              <a:off x="9834304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0" name="pt7140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1" name="pt7141"/>
            <p:cNvSpPr/>
            <p:nvPr/>
          </p:nvSpPr>
          <p:spPr>
            <a:xfrm>
              <a:off x="939792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2" name="pt7142"/>
            <p:cNvSpPr/>
            <p:nvPr/>
          </p:nvSpPr>
          <p:spPr>
            <a:xfrm>
              <a:off x="939792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3" name="pt7143"/>
            <p:cNvSpPr/>
            <p:nvPr/>
          </p:nvSpPr>
          <p:spPr>
            <a:xfrm>
              <a:off x="939792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4" name="pt7144"/>
            <p:cNvSpPr/>
            <p:nvPr/>
          </p:nvSpPr>
          <p:spPr>
            <a:xfrm>
              <a:off x="939792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5" name="pt7145"/>
            <p:cNvSpPr/>
            <p:nvPr/>
          </p:nvSpPr>
          <p:spPr>
            <a:xfrm>
              <a:off x="939792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6" name="pt7146"/>
            <p:cNvSpPr/>
            <p:nvPr/>
          </p:nvSpPr>
          <p:spPr>
            <a:xfrm>
              <a:off x="939792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7" name="pt7147"/>
            <p:cNvSpPr/>
            <p:nvPr/>
          </p:nvSpPr>
          <p:spPr>
            <a:xfrm>
              <a:off x="939792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8" name="pt7148"/>
            <p:cNvSpPr/>
            <p:nvPr/>
          </p:nvSpPr>
          <p:spPr>
            <a:xfrm>
              <a:off x="9834304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9" name="pt7149"/>
            <p:cNvSpPr/>
            <p:nvPr/>
          </p:nvSpPr>
          <p:spPr>
            <a:xfrm>
              <a:off x="9834304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0" name="pt7150"/>
            <p:cNvSpPr/>
            <p:nvPr/>
          </p:nvSpPr>
          <p:spPr>
            <a:xfrm>
              <a:off x="10270680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1" name="pt7151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2" name="pt7152"/>
            <p:cNvSpPr/>
            <p:nvPr/>
          </p:nvSpPr>
          <p:spPr>
            <a:xfrm>
              <a:off x="10270680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3" name="pt7153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4" name="pt7154"/>
            <p:cNvSpPr/>
            <p:nvPr/>
          </p:nvSpPr>
          <p:spPr>
            <a:xfrm>
              <a:off x="983430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5" name="pt7155"/>
            <p:cNvSpPr/>
            <p:nvPr/>
          </p:nvSpPr>
          <p:spPr>
            <a:xfrm>
              <a:off x="983430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6" name="pt7156"/>
            <p:cNvSpPr/>
            <p:nvPr/>
          </p:nvSpPr>
          <p:spPr>
            <a:xfrm>
              <a:off x="10270680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7" name="pt7157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8" name="pt7158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9" name="pt7159"/>
            <p:cNvSpPr/>
            <p:nvPr/>
          </p:nvSpPr>
          <p:spPr>
            <a:xfrm>
              <a:off x="9834304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0" name="pt7160"/>
            <p:cNvSpPr/>
            <p:nvPr/>
          </p:nvSpPr>
          <p:spPr>
            <a:xfrm>
              <a:off x="9834304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1" name="pt7161"/>
            <p:cNvSpPr/>
            <p:nvPr/>
          </p:nvSpPr>
          <p:spPr>
            <a:xfrm>
              <a:off x="9834304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2" name="pt7162"/>
            <p:cNvSpPr/>
            <p:nvPr/>
          </p:nvSpPr>
          <p:spPr>
            <a:xfrm>
              <a:off x="9834304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3" name="pt7163"/>
            <p:cNvSpPr/>
            <p:nvPr/>
          </p:nvSpPr>
          <p:spPr>
            <a:xfrm>
              <a:off x="939792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4" name="pt7164"/>
            <p:cNvSpPr/>
            <p:nvPr/>
          </p:nvSpPr>
          <p:spPr>
            <a:xfrm>
              <a:off x="9834304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5" name="pt7165"/>
            <p:cNvSpPr/>
            <p:nvPr/>
          </p:nvSpPr>
          <p:spPr>
            <a:xfrm>
              <a:off x="983430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6" name="pt7166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7" name="pt7167"/>
            <p:cNvSpPr/>
            <p:nvPr/>
          </p:nvSpPr>
          <p:spPr>
            <a:xfrm>
              <a:off x="939792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8" name="pt7168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9" name="pt7169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0" name="pt7170"/>
            <p:cNvSpPr/>
            <p:nvPr/>
          </p:nvSpPr>
          <p:spPr>
            <a:xfrm>
              <a:off x="9397927" y="52682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1" name="pt7171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2" name="pt7172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3" name="pt7173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4" name="pt7174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5" name="pt7175"/>
            <p:cNvSpPr/>
            <p:nvPr/>
          </p:nvSpPr>
          <p:spPr>
            <a:xfrm>
              <a:off x="9834304" y="53780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6" name="pt7176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7" name="pt7177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8" name="pt7178"/>
            <p:cNvSpPr/>
            <p:nvPr/>
          </p:nvSpPr>
          <p:spPr>
            <a:xfrm>
              <a:off x="9397927" y="59510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9" name="pt7179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0" name="pt7180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1" name="pt7181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2" name="pt7182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3" name="pt7183"/>
            <p:cNvSpPr/>
            <p:nvPr/>
          </p:nvSpPr>
          <p:spPr>
            <a:xfrm>
              <a:off x="10270680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4" name="pt7184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5" name="pt7185"/>
            <p:cNvSpPr/>
            <p:nvPr/>
          </p:nvSpPr>
          <p:spPr>
            <a:xfrm>
              <a:off x="939792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6" name="pt7186"/>
            <p:cNvSpPr/>
            <p:nvPr/>
          </p:nvSpPr>
          <p:spPr>
            <a:xfrm>
              <a:off x="9834304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7" name="pt7187"/>
            <p:cNvSpPr/>
            <p:nvPr/>
          </p:nvSpPr>
          <p:spPr>
            <a:xfrm>
              <a:off x="983430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8" name="pt7188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9" name="pt7189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0" name="pt7190"/>
            <p:cNvSpPr/>
            <p:nvPr/>
          </p:nvSpPr>
          <p:spPr>
            <a:xfrm>
              <a:off x="939792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1" name="pt7191"/>
            <p:cNvSpPr/>
            <p:nvPr/>
          </p:nvSpPr>
          <p:spPr>
            <a:xfrm>
              <a:off x="10270680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2" name="pt7192"/>
            <p:cNvSpPr/>
            <p:nvPr/>
          </p:nvSpPr>
          <p:spPr>
            <a:xfrm>
              <a:off x="10270680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3" name="pt7193"/>
            <p:cNvSpPr/>
            <p:nvPr/>
          </p:nvSpPr>
          <p:spPr>
            <a:xfrm>
              <a:off x="9397927" y="578035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4" name="pt7194"/>
            <p:cNvSpPr/>
            <p:nvPr/>
          </p:nvSpPr>
          <p:spPr>
            <a:xfrm>
              <a:off x="9834304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5" name="pt7195"/>
            <p:cNvSpPr/>
            <p:nvPr/>
          </p:nvSpPr>
          <p:spPr>
            <a:xfrm>
              <a:off x="9397927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6" name="pt7196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7" name="pt7197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8" name="pt7198"/>
            <p:cNvSpPr/>
            <p:nvPr/>
          </p:nvSpPr>
          <p:spPr>
            <a:xfrm>
              <a:off x="939792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9" name="pt7199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0" name="pt7200"/>
            <p:cNvSpPr/>
            <p:nvPr/>
          </p:nvSpPr>
          <p:spPr>
            <a:xfrm>
              <a:off x="10270680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1" name="pt7201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2" name="pt7202"/>
            <p:cNvSpPr/>
            <p:nvPr/>
          </p:nvSpPr>
          <p:spPr>
            <a:xfrm>
              <a:off x="9834304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3" name="pt7203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4" name="pt7204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5" name="pt7205"/>
            <p:cNvSpPr/>
            <p:nvPr/>
          </p:nvSpPr>
          <p:spPr>
            <a:xfrm>
              <a:off x="9397927" y="630461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6" name="pt7206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7" name="pt7207"/>
            <p:cNvSpPr/>
            <p:nvPr/>
          </p:nvSpPr>
          <p:spPr>
            <a:xfrm>
              <a:off x="9397927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8" name="pt7208"/>
            <p:cNvSpPr/>
            <p:nvPr/>
          </p:nvSpPr>
          <p:spPr>
            <a:xfrm>
              <a:off x="9397927" y="57071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9" name="pt7209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0" name="pt7210"/>
            <p:cNvSpPr/>
            <p:nvPr/>
          </p:nvSpPr>
          <p:spPr>
            <a:xfrm>
              <a:off x="9397927" y="54023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1" name="pt7211"/>
            <p:cNvSpPr/>
            <p:nvPr/>
          </p:nvSpPr>
          <p:spPr>
            <a:xfrm>
              <a:off x="9397927" y="552431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2" name="pt7212"/>
            <p:cNvSpPr/>
            <p:nvPr/>
          </p:nvSpPr>
          <p:spPr>
            <a:xfrm>
              <a:off x="9397927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3" name="pt7213"/>
            <p:cNvSpPr/>
            <p:nvPr/>
          </p:nvSpPr>
          <p:spPr>
            <a:xfrm>
              <a:off x="9834304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4" name="pt7214"/>
            <p:cNvSpPr/>
            <p:nvPr/>
          </p:nvSpPr>
          <p:spPr>
            <a:xfrm>
              <a:off x="9834304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5" name="pt7215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6" name="pt7216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7" name="pt7217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8" name="pt7218"/>
            <p:cNvSpPr/>
            <p:nvPr/>
          </p:nvSpPr>
          <p:spPr>
            <a:xfrm>
              <a:off x="9397927" y="5975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9" name="pt7219"/>
            <p:cNvSpPr/>
            <p:nvPr/>
          </p:nvSpPr>
          <p:spPr>
            <a:xfrm>
              <a:off x="9397927" y="60120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0" name="pt7220"/>
            <p:cNvSpPr/>
            <p:nvPr/>
          </p:nvSpPr>
          <p:spPr>
            <a:xfrm>
              <a:off x="9397927" y="60120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1" name="pt7221"/>
            <p:cNvSpPr/>
            <p:nvPr/>
          </p:nvSpPr>
          <p:spPr>
            <a:xfrm>
              <a:off x="9397927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2" name="pt7222"/>
            <p:cNvSpPr/>
            <p:nvPr/>
          </p:nvSpPr>
          <p:spPr>
            <a:xfrm>
              <a:off x="9397927" y="608515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3" name="pt7223"/>
            <p:cNvSpPr/>
            <p:nvPr/>
          </p:nvSpPr>
          <p:spPr>
            <a:xfrm>
              <a:off x="939792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4" name="pt7224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5" name="pt7225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6" name="pt7226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7" name="pt7227"/>
            <p:cNvSpPr/>
            <p:nvPr/>
          </p:nvSpPr>
          <p:spPr>
            <a:xfrm>
              <a:off x="939792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8" name="pt7228"/>
            <p:cNvSpPr/>
            <p:nvPr/>
          </p:nvSpPr>
          <p:spPr>
            <a:xfrm>
              <a:off x="9397927" y="556089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9" name="pt7229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0" name="pt7230"/>
            <p:cNvSpPr/>
            <p:nvPr/>
          </p:nvSpPr>
          <p:spPr>
            <a:xfrm>
              <a:off x="939792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1" name="pt7231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2" name="pt7232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3" name="pt7233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4" name="pt7234"/>
            <p:cNvSpPr/>
            <p:nvPr/>
          </p:nvSpPr>
          <p:spPr>
            <a:xfrm>
              <a:off x="939792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5" name="pt7235"/>
            <p:cNvSpPr/>
            <p:nvPr/>
          </p:nvSpPr>
          <p:spPr>
            <a:xfrm>
              <a:off x="9397927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6" name="pt7236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7" name="pt7237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8" name="pt7238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9" name="pt7239"/>
            <p:cNvSpPr/>
            <p:nvPr/>
          </p:nvSpPr>
          <p:spPr>
            <a:xfrm>
              <a:off x="9397927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0" name="pt7240"/>
            <p:cNvSpPr/>
            <p:nvPr/>
          </p:nvSpPr>
          <p:spPr>
            <a:xfrm>
              <a:off x="939792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1" name="pt7241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2" name="pt7242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3" name="pt7243"/>
            <p:cNvSpPr/>
            <p:nvPr/>
          </p:nvSpPr>
          <p:spPr>
            <a:xfrm>
              <a:off x="939792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4" name="pt7244"/>
            <p:cNvSpPr/>
            <p:nvPr/>
          </p:nvSpPr>
          <p:spPr>
            <a:xfrm>
              <a:off x="9397927" y="54145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5" name="pt7245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6" name="pt7246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7" name="pt7247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8" name="pt7248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9" name="pt7249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0" name="pt7250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1" name="pt7251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2" name="pt7252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3" name="pt7253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4" name="pt7254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5" name="pt7255"/>
            <p:cNvSpPr/>
            <p:nvPr/>
          </p:nvSpPr>
          <p:spPr>
            <a:xfrm>
              <a:off x="9834304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6" name="pt7256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7" name="pt7257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8" name="pt7258"/>
            <p:cNvSpPr/>
            <p:nvPr/>
          </p:nvSpPr>
          <p:spPr>
            <a:xfrm>
              <a:off x="9834304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9" name="pt7259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0" name="pt7260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1" name="pt7261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2" name="pt7262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3" name="pt7263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4" name="pt7264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5" name="pt7265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6" name="pt7266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7" name="pt7267"/>
            <p:cNvSpPr/>
            <p:nvPr/>
          </p:nvSpPr>
          <p:spPr>
            <a:xfrm>
              <a:off x="939792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8" name="pt7268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9" name="pt7269"/>
            <p:cNvSpPr/>
            <p:nvPr/>
          </p:nvSpPr>
          <p:spPr>
            <a:xfrm>
              <a:off x="9397927" y="53780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0" name="pt7270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1" name="pt7271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2" name="pt7272"/>
            <p:cNvSpPr/>
            <p:nvPr/>
          </p:nvSpPr>
          <p:spPr>
            <a:xfrm>
              <a:off x="939792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3" name="pt7273"/>
            <p:cNvSpPr/>
            <p:nvPr/>
          </p:nvSpPr>
          <p:spPr>
            <a:xfrm>
              <a:off x="9397927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4" name="pt7274"/>
            <p:cNvSpPr/>
            <p:nvPr/>
          </p:nvSpPr>
          <p:spPr>
            <a:xfrm>
              <a:off x="9397927" y="6194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5" name="pt7275"/>
            <p:cNvSpPr/>
            <p:nvPr/>
          </p:nvSpPr>
          <p:spPr>
            <a:xfrm>
              <a:off x="9397927" y="61583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6" name="pt7276"/>
            <p:cNvSpPr/>
            <p:nvPr/>
          </p:nvSpPr>
          <p:spPr>
            <a:xfrm>
              <a:off x="9397927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7" name="pt7277"/>
            <p:cNvSpPr/>
            <p:nvPr/>
          </p:nvSpPr>
          <p:spPr>
            <a:xfrm>
              <a:off x="9397927" y="615830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8" name="pt7278"/>
            <p:cNvSpPr/>
            <p:nvPr/>
          </p:nvSpPr>
          <p:spPr>
            <a:xfrm>
              <a:off x="9397927" y="621927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9" name="pt7279"/>
            <p:cNvSpPr/>
            <p:nvPr/>
          </p:nvSpPr>
          <p:spPr>
            <a:xfrm>
              <a:off x="9397927" y="61217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0" name="pt7280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1" name="pt7281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2" name="pt7282"/>
            <p:cNvSpPr/>
            <p:nvPr/>
          </p:nvSpPr>
          <p:spPr>
            <a:xfrm>
              <a:off x="983430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3" name="pt7283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4" name="pt7284"/>
            <p:cNvSpPr/>
            <p:nvPr/>
          </p:nvSpPr>
          <p:spPr>
            <a:xfrm>
              <a:off x="9834304" y="523170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5" name="pt7285"/>
            <p:cNvSpPr/>
            <p:nvPr/>
          </p:nvSpPr>
          <p:spPr>
            <a:xfrm>
              <a:off x="939792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6" name="pt7286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7" name="pt7287"/>
            <p:cNvSpPr/>
            <p:nvPr/>
          </p:nvSpPr>
          <p:spPr>
            <a:xfrm>
              <a:off x="10270680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8" name="pt7288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9" name="pt7289"/>
            <p:cNvSpPr/>
            <p:nvPr/>
          </p:nvSpPr>
          <p:spPr>
            <a:xfrm>
              <a:off x="939792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0" name="pt7290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1" name="pt7291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2" name="pt7292"/>
            <p:cNvSpPr/>
            <p:nvPr/>
          </p:nvSpPr>
          <p:spPr>
            <a:xfrm>
              <a:off x="9397927" y="608515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3" name="pt7293"/>
            <p:cNvSpPr/>
            <p:nvPr/>
          </p:nvSpPr>
          <p:spPr>
            <a:xfrm>
              <a:off x="9397927" y="59510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4" name="pt7294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5" name="pt7295"/>
            <p:cNvSpPr/>
            <p:nvPr/>
          </p:nvSpPr>
          <p:spPr>
            <a:xfrm>
              <a:off x="9397927" y="5585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6" name="pt7296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7" name="pt7297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8" name="pt7298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9" name="pt7299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0" name="pt7300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1" name="pt7301"/>
            <p:cNvSpPr/>
            <p:nvPr/>
          </p:nvSpPr>
          <p:spPr>
            <a:xfrm>
              <a:off x="939792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2" name="pt7302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3" name="pt7303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4" name="pt7304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5" name="pt7305"/>
            <p:cNvSpPr/>
            <p:nvPr/>
          </p:nvSpPr>
          <p:spPr>
            <a:xfrm>
              <a:off x="9397927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6" name="pt7306"/>
            <p:cNvSpPr/>
            <p:nvPr/>
          </p:nvSpPr>
          <p:spPr>
            <a:xfrm>
              <a:off x="9397927" y="59754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7" name="pt7307"/>
            <p:cNvSpPr/>
            <p:nvPr/>
          </p:nvSpPr>
          <p:spPr>
            <a:xfrm>
              <a:off x="939792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8" name="pt7308"/>
            <p:cNvSpPr/>
            <p:nvPr/>
          </p:nvSpPr>
          <p:spPr>
            <a:xfrm>
              <a:off x="939792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9" name="pt7309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0" name="pt7310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1" name="pt7311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2" name="pt7312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3" name="pt7313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4" name="pt7314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5" name="pt7315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6" name="pt7316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7" name="pt7317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8" name="pt7318"/>
            <p:cNvSpPr/>
            <p:nvPr/>
          </p:nvSpPr>
          <p:spPr>
            <a:xfrm>
              <a:off x="939792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9" name="pt7319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0" name="pt7320"/>
            <p:cNvSpPr/>
            <p:nvPr/>
          </p:nvSpPr>
          <p:spPr>
            <a:xfrm>
              <a:off x="939792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1" name="pt7321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2" name="pt7322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3" name="pt7323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4" name="pt7324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5" name="pt7325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6" name="pt7326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7" name="pt7327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8" name="pt7328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9" name="pt7329"/>
            <p:cNvSpPr/>
            <p:nvPr/>
          </p:nvSpPr>
          <p:spPr>
            <a:xfrm>
              <a:off x="9834304" y="52682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0" name="pt7330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1" name="pt7331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2" name="pt7332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3" name="pt7333"/>
            <p:cNvSpPr/>
            <p:nvPr/>
          </p:nvSpPr>
          <p:spPr>
            <a:xfrm>
              <a:off x="939792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4" name="pt7334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5" name="pt7335"/>
            <p:cNvSpPr/>
            <p:nvPr/>
          </p:nvSpPr>
          <p:spPr>
            <a:xfrm>
              <a:off x="9834304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6" name="pt7336"/>
            <p:cNvSpPr/>
            <p:nvPr/>
          </p:nvSpPr>
          <p:spPr>
            <a:xfrm>
              <a:off x="983430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7" name="pt7337"/>
            <p:cNvSpPr/>
            <p:nvPr/>
          </p:nvSpPr>
          <p:spPr>
            <a:xfrm>
              <a:off x="983430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8" name="pt7338"/>
            <p:cNvSpPr/>
            <p:nvPr/>
          </p:nvSpPr>
          <p:spPr>
            <a:xfrm>
              <a:off x="9397927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9" name="pt7339"/>
            <p:cNvSpPr/>
            <p:nvPr/>
          </p:nvSpPr>
          <p:spPr>
            <a:xfrm>
              <a:off x="9834304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0" name="pt7340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1" name="pt7341"/>
            <p:cNvSpPr/>
            <p:nvPr/>
          </p:nvSpPr>
          <p:spPr>
            <a:xfrm>
              <a:off x="9834304" y="530485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2" name="pt7342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3" name="pt7343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4" name="pt7344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5" name="pt7345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6" name="pt7346"/>
            <p:cNvSpPr/>
            <p:nvPr/>
          </p:nvSpPr>
          <p:spPr>
            <a:xfrm>
              <a:off x="939792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7" name="pt7347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8" name="pt7348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9" name="pt7349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0" name="pt7350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1" name="pt7351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2" name="pt7352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3" name="pt7353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4" name="pt7354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5" name="pt7355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6" name="pt7356"/>
            <p:cNvSpPr/>
            <p:nvPr/>
          </p:nvSpPr>
          <p:spPr>
            <a:xfrm>
              <a:off x="9397927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7" name="pt7357"/>
            <p:cNvSpPr/>
            <p:nvPr/>
          </p:nvSpPr>
          <p:spPr>
            <a:xfrm>
              <a:off x="939792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8" name="pt7358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9" name="pt7359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0" name="pt7360"/>
            <p:cNvSpPr/>
            <p:nvPr/>
          </p:nvSpPr>
          <p:spPr>
            <a:xfrm>
              <a:off x="939792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1" name="pt7361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2" name="pt7362"/>
            <p:cNvSpPr/>
            <p:nvPr/>
          </p:nvSpPr>
          <p:spPr>
            <a:xfrm>
              <a:off x="9834304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3" name="pt7363"/>
            <p:cNvSpPr/>
            <p:nvPr/>
          </p:nvSpPr>
          <p:spPr>
            <a:xfrm>
              <a:off x="9834304" y="5597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4" name="pt7364"/>
            <p:cNvSpPr/>
            <p:nvPr/>
          </p:nvSpPr>
          <p:spPr>
            <a:xfrm>
              <a:off x="983430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5" name="pt7365"/>
            <p:cNvSpPr/>
            <p:nvPr/>
          </p:nvSpPr>
          <p:spPr>
            <a:xfrm>
              <a:off x="9834304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6" name="pt7366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7" name="pt7367"/>
            <p:cNvSpPr/>
            <p:nvPr/>
          </p:nvSpPr>
          <p:spPr>
            <a:xfrm>
              <a:off x="9397927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8" name="pt7368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9" name="pt7369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0" name="pt7370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1" name="pt7371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2" name="pt7372"/>
            <p:cNvSpPr/>
            <p:nvPr/>
          </p:nvSpPr>
          <p:spPr>
            <a:xfrm>
              <a:off x="9397927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3" name="pt7373"/>
            <p:cNvSpPr/>
            <p:nvPr/>
          </p:nvSpPr>
          <p:spPr>
            <a:xfrm>
              <a:off x="9834304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4" name="pt7374"/>
            <p:cNvSpPr/>
            <p:nvPr/>
          </p:nvSpPr>
          <p:spPr>
            <a:xfrm>
              <a:off x="9834304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5" name="pt7375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6" name="pt7376"/>
            <p:cNvSpPr/>
            <p:nvPr/>
          </p:nvSpPr>
          <p:spPr>
            <a:xfrm>
              <a:off x="9397927" y="58778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7" name="pt7377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8" name="pt7378"/>
            <p:cNvSpPr/>
            <p:nvPr/>
          </p:nvSpPr>
          <p:spPr>
            <a:xfrm>
              <a:off x="9397927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9" name="pt7379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0" name="pt7380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1" name="pt7381"/>
            <p:cNvSpPr/>
            <p:nvPr/>
          </p:nvSpPr>
          <p:spPr>
            <a:xfrm>
              <a:off x="9397927" y="576816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2" name="pt7382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3" name="pt7383"/>
            <p:cNvSpPr/>
            <p:nvPr/>
          </p:nvSpPr>
          <p:spPr>
            <a:xfrm>
              <a:off x="9397927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4" name="pt7384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5" name="pt7385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6" name="pt7386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7" name="pt7387"/>
            <p:cNvSpPr/>
            <p:nvPr/>
          </p:nvSpPr>
          <p:spPr>
            <a:xfrm>
              <a:off x="9397927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8" name="pt7388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9" name="pt7389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0" name="pt7390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1" name="pt7391"/>
            <p:cNvSpPr/>
            <p:nvPr/>
          </p:nvSpPr>
          <p:spPr>
            <a:xfrm>
              <a:off x="9834304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2" name="pt7392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3" name="pt7393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4" name="pt7394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5" name="pt7395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6" name="pt7396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7" name="pt7397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8" name="pt7398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9" name="pt7399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0" name="pt7400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1" name="pt7401"/>
            <p:cNvSpPr/>
            <p:nvPr/>
          </p:nvSpPr>
          <p:spPr>
            <a:xfrm>
              <a:off x="939792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2" name="pt7402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3" name="pt7403"/>
            <p:cNvSpPr/>
            <p:nvPr/>
          </p:nvSpPr>
          <p:spPr>
            <a:xfrm>
              <a:off x="9397927" y="537801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4" name="pt7404"/>
            <p:cNvSpPr/>
            <p:nvPr/>
          </p:nvSpPr>
          <p:spPr>
            <a:xfrm>
              <a:off x="9397927" y="57071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5" name="pt7405"/>
            <p:cNvSpPr/>
            <p:nvPr/>
          </p:nvSpPr>
          <p:spPr>
            <a:xfrm>
              <a:off x="9397927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6" name="pt7406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7" name="pt7407"/>
            <p:cNvSpPr/>
            <p:nvPr/>
          </p:nvSpPr>
          <p:spPr>
            <a:xfrm>
              <a:off x="9834304" y="53414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8" name="pt7408"/>
            <p:cNvSpPr/>
            <p:nvPr/>
          </p:nvSpPr>
          <p:spPr>
            <a:xfrm>
              <a:off x="10270680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9" name="pt7409"/>
            <p:cNvSpPr/>
            <p:nvPr/>
          </p:nvSpPr>
          <p:spPr>
            <a:xfrm>
              <a:off x="9834304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0" name="pt7410"/>
            <p:cNvSpPr/>
            <p:nvPr/>
          </p:nvSpPr>
          <p:spPr>
            <a:xfrm>
              <a:off x="9834304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1" name="pt7411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2" name="pt7412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3" name="pt7413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4" name="pt7414"/>
            <p:cNvSpPr/>
            <p:nvPr/>
          </p:nvSpPr>
          <p:spPr>
            <a:xfrm>
              <a:off x="9397927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5" name="pt7415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6" name="pt7416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7" name="pt7417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8" name="pt7418"/>
            <p:cNvSpPr/>
            <p:nvPr/>
          </p:nvSpPr>
          <p:spPr>
            <a:xfrm>
              <a:off x="939792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9" name="pt7419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0" name="pt7420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1" name="pt7421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2" name="pt7422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3" name="pt7423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4" name="pt7424"/>
            <p:cNvSpPr/>
            <p:nvPr/>
          </p:nvSpPr>
          <p:spPr>
            <a:xfrm>
              <a:off x="9397927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5" name="pt7425"/>
            <p:cNvSpPr/>
            <p:nvPr/>
          </p:nvSpPr>
          <p:spPr>
            <a:xfrm>
              <a:off x="9834304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6" name="pt7426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7" name="pt7427"/>
            <p:cNvSpPr/>
            <p:nvPr/>
          </p:nvSpPr>
          <p:spPr>
            <a:xfrm>
              <a:off x="9397927" y="559746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8" name="pt7428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9" name="pt7429"/>
            <p:cNvSpPr/>
            <p:nvPr/>
          </p:nvSpPr>
          <p:spPr>
            <a:xfrm>
              <a:off x="9834304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0" name="pt7430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1" name="pt7431"/>
            <p:cNvSpPr/>
            <p:nvPr/>
          </p:nvSpPr>
          <p:spPr>
            <a:xfrm>
              <a:off x="9397927" y="562185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2" name="pt7432"/>
            <p:cNvSpPr/>
            <p:nvPr/>
          </p:nvSpPr>
          <p:spPr>
            <a:xfrm>
              <a:off x="9397927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3" name="pt7433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4" name="pt7434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5" name="pt7435"/>
            <p:cNvSpPr/>
            <p:nvPr/>
          </p:nvSpPr>
          <p:spPr>
            <a:xfrm>
              <a:off x="939792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6" name="pt7436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7" name="pt7437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8" name="pt7438"/>
            <p:cNvSpPr/>
            <p:nvPr/>
          </p:nvSpPr>
          <p:spPr>
            <a:xfrm>
              <a:off x="9397927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9" name="pt7439"/>
            <p:cNvSpPr/>
            <p:nvPr/>
          </p:nvSpPr>
          <p:spPr>
            <a:xfrm>
              <a:off x="9397927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0" name="pt7440"/>
            <p:cNvSpPr/>
            <p:nvPr/>
          </p:nvSpPr>
          <p:spPr>
            <a:xfrm>
              <a:off x="9834304" y="51341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1" name="pt7441"/>
            <p:cNvSpPr/>
            <p:nvPr/>
          </p:nvSpPr>
          <p:spPr>
            <a:xfrm>
              <a:off x="9834304" y="52804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2" name="pt7442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3" name="pt7443"/>
            <p:cNvSpPr/>
            <p:nvPr/>
          </p:nvSpPr>
          <p:spPr>
            <a:xfrm>
              <a:off x="9397927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4" name="pt7444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5" name="pt7445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6" name="pt7446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7" name="pt7447"/>
            <p:cNvSpPr/>
            <p:nvPr/>
          </p:nvSpPr>
          <p:spPr>
            <a:xfrm>
              <a:off x="9834304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8" name="pt7448"/>
            <p:cNvSpPr/>
            <p:nvPr/>
          </p:nvSpPr>
          <p:spPr>
            <a:xfrm>
              <a:off x="10270680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9" name="pt7449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0" name="pt7450"/>
            <p:cNvSpPr/>
            <p:nvPr/>
          </p:nvSpPr>
          <p:spPr>
            <a:xfrm>
              <a:off x="9397927" y="540239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1" name="pt7451"/>
            <p:cNvSpPr/>
            <p:nvPr/>
          </p:nvSpPr>
          <p:spPr>
            <a:xfrm>
              <a:off x="9834304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2" name="pt7452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3" name="pt7453"/>
            <p:cNvSpPr/>
            <p:nvPr/>
          </p:nvSpPr>
          <p:spPr>
            <a:xfrm>
              <a:off x="9834304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4" name="pt7454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5" name="pt7455"/>
            <p:cNvSpPr/>
            <p:nvPr/>
          </p:nvSpPr>
          <p:spPr>
            <a:xfrm>
              <a:off x="9397927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6" name="pt7456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7" name="pt7457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8" name="pt7458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9" name="pt7459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0" name="pt7460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1" name="pt7461"/>
            <p:cNvSpPr/>
            <p:nvPr/>
          </p:nvSpPr>
          <p:spPr>
            <a:xfrm>
              <a:off x="983430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2" name="pt7462"/>
            <p:cNvSpPr/>
            <p:nvPr/>
          </p:nvSpPr>
          <p:spPr>
            <a:xfrm>
              <a:off x="9397927" y="589008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3" name="pt7463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4" name="pt7464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5" name="pt7465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6" name="pt7466"/>
            <p:cNvSpPr/>
            <p:nvPr/>
          </p:nvSpPr>
          <p:spPr>
            <a:xfrm>
              <a:off x="10270680" y="60485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7" name="pt7467"/>
            <p:cNvSpPr/>
            <p:nvPr/>
          </p:nvSpPr>
          <p:spPr>
            <a:xfrm>
              <a:off x="10270680" y="590227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8" name="pt7468"/>
            <p:cNvSpPr/>
            <p:nvPr/>
          </p:nvSpPr>
          <p:spPr>
            <a:xfrm>
              <a:off x="10270680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9" name="pt7469"/>
            <p:cNvSpPr/>
            <p:nvPr/>
          </p:nvSpPr>
          <p:spPr>
            <a:xfrm>
              <a:off x="10270680" y="536581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0" name="pt7470"/>
            <p:cNvSpPr/>
            <p:nvPr/>
          </p:nvSpPr>
          <p:spPr>
            <a:xfrm>
              <a:off x="9834304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1" name="pt7471"/>
            <p:cNvSpPr/>
            <p:nvPr/>
          </p:nvSpPr>
          <p:spPr>
            <a:xfrm>
              <a:off x="9397927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2" name="pt7472"/>
            <p:cNvSpPr/>
            <p:nvPr/>
          </p:nvSpPr>
          <p:spPr>
            <a:xfrm>
              <a:off x="10270680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3" name="pt7473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4" name="pt7474"/>
            <p:cNvSpPr/>
            <p:nvPr/>
          </p:nvSpPr>
          <p:spPr>
            <a:xfrm>
              <a:off x="9397927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5" name="pt7475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6" name="pt7476"/>
            <p:cNvSpPr/>
            <p:nvPr/>
          </p:nvSpPr>
          <p:spPr>
            <a:xfrm>
              <a:off x="9397927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7" name="pt7477"/>
            <p:cNvSpPr/>
            <p:nvPr/>
          </p:nvSpPr>
          <p:spPr>
            <a:xfrm>
              <a:off x="9834304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8" name="pt7478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9" name="pt7479"/>
            <p:cNvSpPr/>
            <p:nvPr/>
          </p:nvSpPr>
          <p:spPr>
            <a:xfrm>
              <a:off x="9397927" y="570719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0" name="pt7480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1" name="pt7481"/>
            <p:cNvSpPr/>
            <p:nvPr/>
          </p:nvSpPr>
          <p:spPr>
            <a:xfrm>
              <a:off x="9834304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2" name="pt7482"/>
            <p:cNvSpPr/>
            <p:nvPr/>
          </p:nvSpPr>
          <p:spPr>
            <a:xfrm>
              <a:off x="9834304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3" name="pt7483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4" name="pt7484"/>
            <p:cNvSpPr/>
            <p:nvPr/>
          </p:nvSpPr>
          <p:spPr>
            <a:xfrm>
              <a:off x="9397927" y="5585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5" name="pt7485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6" name="pt7486"/>
            <p:cNvSpPr/>
            <p:nvPr/>
          </p:nvSpPr>
          <p:spPr>
            <a:xfrm>
              <a:off x="9397927" y="541458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7" name="pt7487"/>
            <p:cNvSpPr/>
            <p:nvPr/>
          </p:nvSpPr>
          <p:spPr>
            <a:xfrm>
              <a:off x="9397927" y="556089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8" name="pt7488"/>
            <p:cNvSpPr/>
            <p:nvPr/>
          </p:nvSpPr>
          <p:spPr>
            <a:xfrm>
              <a:off x="9397927" y="53170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9" name="pt7489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0" name="pt7490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1" name="pt7491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2" name="pt7492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3" name="pt7493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4" name="pt7494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5" name="pt7495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6" name="pt7496"/>
            <p:cNvSpPr/>
            <p:nvPr/>
          </p:nvSpPr>
          <p:spPr>
            <a:xfrm>
              <a:off x="9834304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7" name="pt7497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8" name="pt7498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9" name="pt7499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0" name="pt7500"/>
            <p:cNvSpPr/>
            <p:nvPr/>
          </p:nvSpPr>
          <p:spPr>
            <a:xfrm>
              <a:off x="9397927" y="558527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1" name="pt7501"/>
            <p:cNvSpPr/>
            <p:nvPr/>
          </p:nvSpPr>
          <p:spPr>
            <a:xfrm>
              <a:off x="9397927" y="543897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2" name="pt7502"/>
            <p:cNvSpPr/>
            <p:nvPr/>
          </p:nvSpPr>
          <p:spPr>
            <a:xfrm>
              <a:off x="939792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3" name="pt7503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4" name="pt7504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5" name="pt7505"/>
            <p:cNvSpPr/>
            <p:nvPr/>
          </p:nvSpPr>
          <p:spPr>
            <a:xfrm>
              <a:off x="9397927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6" name="pt7506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7" name="pt7507"/>
            <p:cNvSpPr/>
            <p:nvPr/>
          </p:nvSpPr>
          <p:spPr>
            <a:xfrm>
              <a:off x="9397927" y="52926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8" name="pt7508"/>
            <p:cNvSpPr/>
            <p:nvPr/>
          </p:nvSpPr>
          <p:spPr>
            <a:xfrm>
              <a:off x="9397927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9" name="pt7509"/>
            <p:cNvSpPr/>
            <p:nvPr/>
          </p:nvSpPr>
          <p:spPr>
            <a:xfrm>
              <a:off x="9397927" y="569500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0" name="pt7510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1" name="pt7511"/>
            <p:cNvSpPr/>
            <p:nvPr/>
          </p:nvSpPr>
          <p:spPr>
            <a:xfrm>
              <a:off x="9397927" y="567062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2" name="pt7512"/>
            <p:cNvSpPr/>
            <p:nvPr/>
          </p:nvSpPr>
          <p:spPr>
            <a:xfrm>
              <a:off x="9397927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3" name="pt7513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4" name="pt7514"/>
            <p:cNvSpPr/>
            <p:nvPr/>
          </p:nvSpPr>
          <p:spPr>
            <a:xfrm>
              <a:off x="9397927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5" name="pt7515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6" name="pt7516"/>
            <p:cNvSpPr/>
            <p:nvPr/>
          </p:nvSpPr>
          <p:spPr>
            <a:xfrm>
              <a:off x="9397927" y="57925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7" name="pt7517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8" name="pt7518"/>
            <p:cNvSpPr/>
            <p:nvPr/>
          </p:nvSpPr>
          <p:spPr>
            <a:xfrm>
              <a:off x="9397927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9" name="pt7519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0" name="pt7520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1" name="pt7521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2" name="pt7522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3" name="pt7523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4" name="pt7524"/>
            <p:cNvSpPr/>
            <p:nvPr/>
          </p:nvSpPr>
          <p:spPr>
            <a:xfrm>
              <a:off x="9397927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5" name="pt7525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6" name="pt7526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7" name="pt7527"/>
            <p:cNvSpPr/>
            <p:nvPr/>
          </p:nvSpPr>
          <p:spPr>
            <a:xfrm>
              <a:off x="9397927" y="574377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8" name="pt7528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9" name="pt7529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0" name="pt7530"/>
            <p:cNvSpPr/>
            <p:nvPr/>
          </p:nvSpPr>
          <p:spPr>
            <a:xfrm>
              <a:off x="9397927" y="584131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1" name="pt7531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2" name="pt7532"/>
            <p:cNvSpPr/>
            <p:nvPr/>
          </p:nvSpPr>
          <p:spPr>
            <a:xfrm>
              <a:off x="9397927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3" name="pt7533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4" name="pt7534"/>
            <p:cNvSpPr/>
            <p:nvPr/>
          </p:nvSpPr>
          <p:spPr>
            <a:xfrm>
              <a:off x="9834304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5" name="pt7535"/>
            <p:cNvSpPr/>
            <p:nvPr/>
          </p:nvSpPr>
          <p:spPr>
            <a:xfrm>
              <a:off x="9397927" y="62680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6" name="pt7536"/>
            <p:cNvSpPr/>
            <p:nvPr/>
          </p:nvSpPr>
          <p:spPr>
            <a:xfrm>
              <a:off x="9397927" y="619488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7" name="pt7537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8" name="pt7538"/>
            <p:cNvSpPr/>
            <p:nvPr/>
          </p:nvSpPr>
          <p:spPr>
            <a:xfrm>
              <a:off x="9397927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9" name="pt7539"/>
            <p:cNvSpPr/>
            <p:nvPr/>
          </p:nvSpPr>
          <p:spPr>
            <a:xfrm>
              <a:off x="9397927" y="563404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0" name="pt7540"/>
            <p:cNvSpPr/>
            <p:nvPr/>
          </p:nvSpPr>
          <p:spPr>
            <a:xfrm>
              <a:off x="9397927" y="5512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1" name="pt7541"/>
            <p:cNvSpPr/>
            <p:nvPr/>
          </p:nvSpPr>
          <p:spPr>
            <a:xfrm>
              <a:off x="9397927" y="55487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2" name="pt7542"/>
            <p:cNvSpPr/>
            <p:nvPr/>
          </p:nvSpPr>
          <p:spPr>
            <a:xfrm>
              <a:off x="9397927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3" name="pt7543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4" name="pt7544"/>
            <p:cNvSpPr/>
            <p:nvPr/>
          </p:nvSpPr>
          <p:spPr>
            <a:xfrm>
              <a:off x="9397927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5" name="pt7545"/>
            <p:cNvSpPr/>
            <p:nvPr/>
          </p:nvSpPr>
          <p:spPr>
            <a:xfrm>
              <a:off x="10270680" y="539020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6" name="pt7546"/>
            <p:cNvSpPr/>
            <p:nvPr/>
          </p:nvSpPr>
          <p:spPr>
            <a:xfrm>
              <a:off x="9397927" y="58778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7" name="pt7547"/>
            <p:cNvSpPr/>
            <p:nvPr/>
          </p:nvSpPr>
          <p:spPr>
            <a:xfrm>
              <a:off x="983430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8" name="pt7548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9" name="pt7549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0" name="pt7550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1" name="pt7551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2" name="pt7552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3" name="pt7553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4" name="pt7554"/>
            <p:cNvSpPr/>
            <p:nvPr/>
          </p:nvSpPr>
          <p:spPr>
            <a:xfrm>
              <a:off x="9397927" y="618269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5" name="pt7555"/>
            <p:cNvSpPr/>
            <p:nvPr/>
          </p:nvSpPr>
          <p:spPr>
            <a:xfrm>
              <a:off x="9834304" y="548774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6" name="pt7556"/>
            <p:cNvSpPr/>
            <p:nvPr/>
          </p:nvSpPr>
          <p:spPr>
            <a:xfrm>
              <a:off x="9397927" y="52438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7" name="pt7557"/>
            <p:cNvSpPr/>
            <p:nvPr/>
          </p:nvSpPr>
          <p:spPr>
            <a:xfrm>
              <a:off x="9397927" y="573158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8" name="pt7558"/>
            <p:cNvSpPr/>
            <p:nvPr/>
          </p:nvSpPr>
          <p:spPr>
            <a:xfrm>
              <a:off x="9397927" y="580473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9" name="pt7559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0" name="pt7560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1" name="pt7561"/>
            <p:cNvSpPr/>
            <p:nvPr/>
          </p:nvSpPr>
          <p:spPr>
            <a:xfrm>
              <a:off x="9834304" y="553650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2" name="pt7562"/>
            <p:cNvSpPr/>
            <p:nvPr/>
          </p:nvSpPr>
          <p:spPr>
            <a:xfrm>
              <a:off x="9834304" y="52560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3" name="pt7563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4" name="pt7564"/>
            <p:cNvSpPr/>
            <p:nvPr/>
          </p:nvSpPr>
          <p:spPr>
            <a:xfrm>
              <a:off x="9834304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5" name="pt7565"/>
            <p:cNvSpPr/>
            <p:nvPr/>
          </p:nvSpPr>
          <p:spPr>
            <a:xfrm>
              <a:off x="10270680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6" name="pt7566"/>
            <p:cNvSpPr/>
            <p:nvPr/>
          </p:nvSpPr>
          <p:spPr>
            <a:xfrm>
              <a:off x="9834304" y="565843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7" name="pt7567"/>
            <p:cNvSpPr/>
            <p:nvPr/>
          </p:nvSpPr>
          <p:spPr>
            <a:xfrm>
              <a:off x="9397927" y="5841313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8" name="pt7568"/>
            <p:cNvSpPr/>
            <p:nvPr/>
          </p:nvSpPr>
          <p:spPr>
            <a:xfrm>
              <a:off x="9834304" y="568281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9" name="pt7569"/>
            <p:cNvSpPr/>
            <p:nvPr/>
          </p:nvSpPr>
          <p:spPr>
            <a:xfrm>
              <a:off x="9397927" y="5353626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0" name="pt7570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1" name="pt7571"/>
            <p:cNvSpPr/>
            <p:nvPr/>
          </p:nvSpPr>
          <p:spPr>
            <a:xfrm>
              <a:off x="9834304" y="575596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2" name="pt7572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3" name="pt7573"/>
            <p:cNvSpPr/>
            <p:nvPr/>
          </p:nvSpPr>
          <p:spPr>
            <a:xfrm>
              <a:off x="9397927" y="587788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4" name="pt7574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5" name="pt7575"/>
            <p:cNvSpPr/>
            <p:nvPr/>
          </p:nvSpPr>
          <p:spPr>
            <a:xfrm>
              <a:off x="9397927" y="5926658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6" name="pt7576"/>
            <p:cNvSpPr/>
            <p:nvPr/>
          </p:nvSpPr>
          <p:spPr>
            <a:xfrm>
              <a:off x="9397927" y="596323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7" name="pt7577"/>
            <p:cNvSpPr/>
            <p:nvPr/>
          </p:nvSpPr>
          <p:spPr>
            <a:xfrm>
              <a:off x="9834304" y="517074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8" name="pt7578"/>
            <p:cNvSpPr/>
            <p:nvPr/>
          </p:nvSpPr>
          <p:spPr>
            <a:xfrm>
              <a:off x="9397927" y="5865697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9" name="pt7579"/>
            <p:cNvSpPr/>
            <p:nvPr/>
          </p:nvSpPr>
          <p:spPr>
            <a:xfrm>
              <a:off x="9397927" y="6170501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0" name="pt7580"/>
            <p:cNvSpPr/>
            <p:nvPr/>
          </p:nvSpPr>
          <p:spPr>
            <a:xfrm>
              <a:off x="9834304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1" name="pt7581"/>
            <p:cNvSpPr/>
            <p:nvPr/>
          </p:nvSpPr>
          <p:spPr>
            <a:xfrm>
              <a:off x="9834304" y="5512124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2" name="pt7582"/>
            <p:cNvSpPr/>
            <p:nvPr/>
          </p:nvSpPr>
          <p:spPr>
            <a:xfrm>
              <a:off x="9397927" y="585350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3" name="pt7583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4" name="pt7584"/>
            <p:cNvSpPr/>
            <p:nvPr/>
          </p:nvSpPr>
          <p:spPr>
            <a:xfrm>
              <a:off x="9397927" y="5329242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5" name="pt7585"/>
            <p:cNvSpPr/>
            <p:nvPr/>
          </p:nvSpPr>
          <p:spPr>
            <a:xfrm>
              <a:off x="10707057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6" name="pt7586"/>
            <p:cNvSpPr/>
            <p:nvPr/>
          </p:nvSpPr>
          <p:spPr>
            <a:xfrm>
              <a:off x="11143433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7" name="pt7587"/>
            <p:cNvSpPr/>
            <p:nvPr/>
          </p:nvSpPr>
          <p:spPr>
            <a:xfrm>
              <a:off x="9834304" y="51341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8" name="pt7588"/>
            <p:cNvSpPr/>
            <p:nvPr/>
          </p:nvSpPr>
          <p:spPr>
            <a:xfrm>
              <a:off x="10270680" y="54145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9" name="pt7589"/>
            <p:cNvSpPr/>
            <p:nvPr/>
          </p:nvSpPr>
          <p:spPr>
            <a:xfrm>
              <a:off x="9397927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0" name="pt7590"/>
            <p:cNvSpPr/>
            <p:nvPr/>
          </p:nvSpPr>
          <p:spPr>
            <a:xfrm>
              <a:off x="9834304" y="609734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1" name="pt7591"/>
            <p:cNvSpPr/>
            <p:nvPr/>
          </p:nvSpPr>
          <p:spPr>
            <a:xfrm>
              <a:off x="9834304" y="57315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2" name="pt7592"/>
            <p:cNvSpPr/>
            <p:nvPr/>
          </p:nvSpPr>
          <p:spPr>
            <a:xfrm>
              <a:off x="10270680" y="54633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3" name="pt7593"/>
            <p:cNvSpPr/>
            <p:nvPr/>
          </p:nvSpPr>
          <p:spPr>
            <a:xfrm>
              <a:off x="9834304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4" name="pt7594"/>
            <p:cNvSpPr/>
            <p:nvPr/>
          </p:nvSpPr>
          <p:spPr>
            <a:xfrm>
              <a:off x="983430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5" name="pt7595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6" name="pt7596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7" name="pt7597"/>
            <p:cNvSpPr/>
            <p:nvPr/>
          </p:nvSpPr>
          <p:spPr>
            <a:xfrm>
              <a:off x="9834304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8" name="pt7598"/>
            <p:cNvSpPr/>
            <p:nvPr/>
          </p:nvSpPr>
          <p:spPr>
            <a:xfrm>
              <a:off x="9397927" y="54999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9" name="pt7599"/>
            <p:cNvSpPr/>
            <p:nvPr/>
          </p:nvSpPr>
          <p:spPr>
            <a:xfrm>
              <a:off x="9397927" y="599981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0" name="pt7600"/>
            <p:cNvSpPr/>
            <p:nvPr/>
          </p:nvSpPr>
          <p:spPr>
            <a:xfrm>
              <a:off x="9834304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1" name="pt7601"/>
            <p:cNvSpPr/>
            <p:nvPr/>
          </p:nvSpPr>
          <p:spPr>
            <a:xfrm>
              <a:off x="9834304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2" name="pt7602"/>
            <p:cNvSpPr/>
            <p:nvPr/>
          </p:nvSpPr>
          <p:spPr>
            <a:xfrm>
              <a:off x="10707057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3" name="pt7603"/>
            <p:cNvSpPr/>
            <p:nvPr/>
          </p:nvSpPr>
          <p:spPr>
            <a:xfrm>
              <a:off x="9397927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4" name="pt7604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5" name="pt7605"/>
            <p:cNvSpPr/>
            <p:nvPr/>
          </p:nvSpPr>
          <p:spPr>
            <a:xfrm>
              <a:off x="9834304" y="584131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6" name="pt7606"/>
            <p:cNvSpPr/>
            <p:nvPr/>
          </p:nvSpPr>
          <p:spPr>
            <a:xfrm>
              <a:off x="9834304" y="52804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7" name="pt7607"/>
            <p:cNvSpPr/>
            <p:nvPr/>
          </p:nvSpPr>
          <p:spPr>
            <a:xfrm>
              <a:off x="9397927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8" name="pt7608"/>
            <p:cNvSpPr/>
            <p:nvPr/>
          </p:nvSpPr>
          <p:spPr>
            <a:xfrm>
              <a:off x="9834304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9" name="pt7609"/>
            <p:cNvSpPr/>
            <p:nvPr/>
          </p:nvSpPr>
          <p:spPr>
            <a:xfrm>
              <a:off x="9397927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0" name="pt7610"/>
            <p:cNvSpPr/>
            <p:nvPr/>
          </p:nvSpPr>
          <p:spPr>
            <a:xfrm>
              <a:off x="9397927" y="58778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1" name="pt7611"/>
            <p:cNvSpPr/>
            <p:nvPr/>
          </p:nvSpPr>
          <p:spPr>
            <a:xfrm>
              <a:off x="9397927" y="6341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2" name="pt7612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3" name="pt7613"/>
            <p:cNvSpPr/>
            <p:nvPr/>
          </p:nvSpPr>
          <p:spPr>
            <a:xfrm>
              <a:off x="9397927" y="6268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4" name="pt7614"/>
            <p:cNvSpPr/>
            <p:nvPr/>
          </p:nvSpPr>
          <p:spPr>
            <a:xfrm>
              <a:off x="9834304" y="576816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5" name="pt7615"/>
            <p:cNvSpPr/>
            <p:nvPr/>
          </p:nvSpPr>
          <p:spPr>
            <a:xfrm>
              <a:off x="9834304" y="552431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6" name="pt7616"/>
            <p:cNvSpPr/>
            <p:nvPr/>
          </p:nvSpPr>
          <p:spPr>
            <a:xfrm>
              <a:off x="983430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7" name="pt7617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8" name="pt7618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9" name="pt7619"/>
            <p:cNvSpPr/>
            <p:nvPr/>
          </p:nvSpPr>
          <p:spPr>
            <a:xfrm>
              <a:off x="9834304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0" name="pt7620"/>
            <p:cNvSpPr/>
            <p:nvPr/>
          </p:nvSpPr>
          <p:spPr>
            <a:xfrm>
              <a:off x="9397927" y="60120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1" name="pt7621"/>
            <p:cNvSpPr/>
            <p:nvPr/>
          </p:nvSpPr>
          <p:spPr>
            <a:xfrm>
              <a:off x="9397927" y="57315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2" name="pt7622"/>
            <p:cNvSpPr/>
            <p:nvPr/>
          </p:nvSpPr>
          <p:spPr>
            <a:xfrm>
              <a:off x="9834304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3" name="pt7623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4" name="pt7624"/>
            <p:cNvSpPr/>
            <p:nvPr/>
          </p:nvSpPr>
          <p:spPr>
            <a:xfrm>
              <a:off x="10270680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5" name="pt7625"/>
            <p:cNvSpPr/>
            <p:nvPr/>
          </p:nvSpPr>
          <p:spPr>
            <a:xfrm>
              <a:off x="10270680" y="584131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6" name="pt7626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7" name="pt7627"/>
            <p:cNvSpPr/>
            <p:nvPr/>
          </p:nvSpPr>
          <p:spPr>
            <a:xfrm>
              <a:off x="9397927" y="607296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8" name="pt7628"/>
            <p:cNvSpPr/>
            <p:nvPr/>
          </p:nvSpPr>
          <p:spPr>
            <a:xfrm>
              <a:off x="9397927" y="578035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9" name="pt7629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0" name="pt7630"/>
            <p:cNvSpPr/>
            <p:nvPr/>
          </p:nvSpPr>
          <p:spPr>
            <a:xfrm>
              <a:off x="983430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1" name="pt7631"/>
            <p:cNvSpPr/>
            <p:nvPr/>
          </p:nvSpPr>
          <p:spPr>
            <a:xfrm>
              <a:off x="10270680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2" name="pt7632"/>
            <p:cNvSpPr/>
            <p:nvPr/>
          </p:nvSpPr>
          <p:spPr>
            <a:xfrm>
              <a:off x="10270680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3" name="pt7633"/>
            <p:cNvSpPr/>
            <p:nvPr/>
          </p:nvSpPr>
          <p:spPr>
            <a:xfrm>
              <a:off x="9397927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4" name="pt7634"/>
            <p:cNvSpPr/>
            <p:nvPr/>
          </p:nvSpPr>
          <p:spPr>
            <a:xfrm>
              <a:off x="10707057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5" name="pt7635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6" name="pt7636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7" name="pt7637"/>
            <p:cNvSpPr/>
            <p:nvPr/>
          </p:nvSpPr>
          <p:spPr>
            <a:xfrm>
              <a:off x="9397927" y="624365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8" name="pt7638"/>
            <p:cNvSpPr/>
            <p:nvPr/>
          </p:nvSpPr>
          <p:spPr>
            <a:xfrm>
              <a:off x="9397927" y="581692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9" name="pt7639"/>
            <p:cNvSpPr/>
            <p:nvPr/>
          </p:nvSpPr>
          <p:spPr>
            <a:xfrm>
              <a:off x="939792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0" name="pt7640"/>
            <p:cNvSpPr/>
            <p:nvPr/>
          </p:nvSpPr>
          <p:spPr>
            <a:xfrm>
              <a:off x="9834304" y="578035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1" name="pt7641"/>
            <p:cNvSpPr/>
            <p:nvPr/>
          </p:nvSpPr>
          <p:spPr>
            <a:xfrm>
              <a:off x="9834304" y="559746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2" name="pt7642"/>
            <p:cNvSpPr/>
            <p:nvPr/>
          </p:nvSpPr>
          <p:spPr>
            <a:xfrm>
              <a:off x="9397927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3" name="pt7643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4" name="pt7644"/>
            <p:cNvSpPr/>
            <p:nvPr/>
          </p:nvSpPr>
          <p:spPr>
            <a:xfrm>
              <a:off x="9397927" y="60363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5" name="pt7645"/>
            <p:cNvSpPr/>
            <p:nvPr/>
          </p:nvSpPr>
          <p:spPr>
            <a:xfrm>
              <a:off x="9834304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6" name="pt7646"/>
            <p:cNvSpPr/>
            <p:nvPr/>
          </p:nvSpPr>
          <p:spPr>
            <a:xfrm>
              <a:off x="9397927" y="54633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7" name="pt7647"/>
            <p:cNvSpPr/>
            <p:nvPr/>
          </p:nvSpPr>
          <p:spPr>
            <a:xfrm>
              <a:off x="9397927" y="57437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8" name="pt7648"/>
            <p:cNvSpPr/>
            <p:nvPr/>
          </p:nvSpPr>
          <p:spPr>
            <a:xfrm>
              <a:off x="9397927" y="592665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9" name="pt7649"/>
            <p:cNvSpPr/>
            <p:nvPr/>
          </p:nvSpPr>
          <p:spPr>
            <a:xfrm>
              <a:off x="939792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0" name="pt7650"/>
            <p:cNvSpPr/>
            <p:nvPr/>
          </p:nvSpPr>
          <p:spPr>
            <a:xfrm>
              <a:off x="10270680" y="53048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1" name="pt7651"/>
            <p:cNvSpPr/>
            <p:nvPr/>
          </p:nvSpPr>
          <p:spPr>
            <a:xfrm>
              <a:off x="10270680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2" name="pt7652"/>
            <p:cNvSpPr/>
            <p:nvPr/>
          </p:nvSpPr>
          <p:spPr>
            <a:xfrm>
              <a:off x="9834304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3" name="pt7653"/>
            <p:cNvSpPr/>
            <p:nvPr/>
          </p:nvSpPr>
          <p:spPr>
            <a:xfrm>
              <a:off x="9397927" y="59632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4" name="pt7654"/>
            <p:cNvSpPr/>
            <p:nvPr/>
          </p:nvSpPr>
          <p:spPr>
            <a:xfrm>
              <a:off x="9397927" y="607296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5" name="pt7655"/>
            <p:cNvSpPr/>
            <p:nvPr/>
          </p:nvSpPr>
          <p:spPr>
            <a:xfrm>
              <a:off x="9397927" y="63289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6" name="pt7656"/>
            <p:cNvSpPr/>
            <p:nvPr/>
          </p:nvSpPr>
          <p:spPr>
            <a:xfrm>
              <a:off x="9834304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7" name="pt7657"/>
            <p:cNvSpPr/>
            <p:nvPr/>
          </p:nvSpPr>
          <p:spPr>
            <a:xfrm>
              <a:off x="9397927" y="6133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8" name="pt7658"/>
            <p:cNvSpPr/>
            <p:nvPr/>
          </p:nvSpPr>
          <p:spPr>
            <a:xfrm>
              <a:off x="9834304" y="53292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9" name="pt7659"/>
            <p:cNvSpPr/>
            <p:nvPr/>
          </p:nvSpPr>
          <p:spPr>
            <a:xfrm>
              <a:off x="9834304" y="56584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0" name="pt7660"/>
            <p:cNvSpPr/>
            <p:nvPr/>
          </p:nvSpPr>
          <p:spPr>
            <a:xfrm>
              <a:off x="10270680" y="52926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1" name="pt7661"/>
            <p:cNvSpPr/>
            <p:nvPr/>
          </p:nvSpPr>
          <p:spPr>
            <a:xfrm>
              <a:off x="10270680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2" name="pt7662"/>
            <p:cNvSpPr/>
            <p:nvPr/>
          </p:nvSpPr>
          <p:spPr>
            <a:xfrm>
              <a:off x="9834304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3" name="pt7663"/>
            <p:cNvSpPr/>
            <p:nvPr/>
          </p:nvSpPr>
          <p:spPr>
            <a:xfrm>
              <a:off x="9397927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4" name="pt7664"/>
            <p:cNvSpPr/>
            <p:nvPr/>
          </p:nvSpPr>
          <p:spPr>
            <a:xfrm>
              <a:off x="9834304" y="57071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5" name="pt7665"/>
            <p:cNvSpPr/>
            <p:nvPr/>
          </p:nvSpPr>
          <p:spPr>
            <a:xfrm>
              <a:off x="10270680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6" name="pt7666"/>
            <p:cNvSpPr/>
            <p:nvPr/>
          </p:nvSpPr>
          <p:spPr>
            <a:xfrm>
              <a:off x="9397927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7" name="pt7667"/>
            <p:cNvSpPr/>
            <p:nvPr/>
          </p:nvSpPr>
          <p:spPr>
            <a:xfrm>
              <a:off x="9397927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8" name="pt7668"/>
            <p:cNvSpPr/>
            <p:nvPr/>
          </p:nvSpPr>
          <p:spPr>
            <a:xfrm>
              <a:off x="9397927" y="6207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9" name="pt7669"/>
            <p:cNvSpPr/>
            <p:nvPr/>
          </p:nvSpPr>
          <p:spPr>
            <a:xfrm>
              <a:off x="9834304" y="51707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0" name="pt7670"/>
            <p:cNvSpPr/>
            <p:nvPr/>
          </p:nvSpPr>
          <p:spPr>
            <a:xfrm>
              <a:off x="9834304" y="541458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1" name="pt7671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2" name="pt7672"/>
            <p:cNvSpPr/>
            <p:nvPr/>
          </p:nvSpPr>
          <p:spPr>
            <a:xfrm>
              <a:off x="9397927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3" name="pt7673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4" name="pt7674"/>
            <p:cNvSpPr/>
            <p:nvPr/>
          </p:nvSpPr>
          <p:spPr>
            <a:xfrm>
              <a:off x="9397927" y="6207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5" name="pt7675"/>
            <p:cNvSpPr/>
            <p:nvPr/>
          </p:nvSpPr>
          <p:spPr>
            <a:xfrm>
              <a:off x="9834304" y="584131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6" name="pt7676"/>
            <p:cNvSpPr/>
            <p:nvPr/>
          </p:nvSpPr>
          <p:spPr>
            <a:xfrm>
              <a:off x="9397927" y="59510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7" name="pt7677"/>
            <p:cNvSpPr/>
            <p:nvPr/>
          </p:nvSpPr>
          <p:spPr>
            <a:xfrm>
              <a:off x="9397927" y="54389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8" name="pt7678"/>
            <p:cNvSpPr/>
            <p:nvPr/>
          </p:nvSpPr>
          <p:spPr>
            <a:xfrm>
              <a:off x="10270680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9" name="pt7679"/>
            <p:cNvSpPr/>
            <p:nvPr/>
          </p:nvSpPr>
          <p:spPr>
            <a:xfrm>
              <a:off x="9397927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0" name="pt7680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1" name="pt7681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2" name="pt7682"/>
            <p:cNvSpPr/>
            <p:nvPr/>
          </p:nvSpPr>
          <p:spPr>
            <a:xfrm>
              <a:off x="9834304" y="51707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3" name="pt7683"/>
            <p:cNvSpPr/>
            <p:nvPr/>
          </p:nvSpPr>
          <p:spPr>
            <a:xfrm>
              <a:off x="10270680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4" name="pt7684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5" name="pt7685"/>
            <p:cNvSpPr/>
            <p:nvPr/>
          </p:nvSpPr>
          <p:spPr>
            <a:xfrm>
              <a:off x="9397927" y="61765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6" name="pt7686"/>
            <p:cNvSpPr/>
            <p:nvPr/>
          </p:nvSpPr>
          <p:spPr>
            <a:xfrm>
              <a:off x="9834304" y="54999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7" name="pt7687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8" name="pt7688"/>
            <p:cNvSpPr/>
            <p:nvPr/>
          </p:nvSpPr>
          <p:spPr>
            <a:xfrm>
              <a:off x="9397927" y="61583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9" name="pt7689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0" name="pt7690"/>
            <p:cNvSpPr/>
            <p:nvPr/>
          </p:nvSpPr>
          <p:spPr>
            <a:xfrm>
              <a:off x="9834304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1" name="pt7691"/>
            <p:cNvSpPr/>
            <p:nvPr/>
          </p:nvSpPr>
          <p:spPr>
            <a:xfrm>
              <a:off x="9834304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2" name="pt7692"/>
            <p:cNvSpPr/>
            <p:nvPr/>
          </p:nvSpPr>
          <p:spPr>
            <a:xfrm>
              <a:off x="939792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3" name="pt7693"/>
            <p:cNvSpPr/>
            <p:nvPr/>
          </p:nvSpPr>
          <p:spPr>
            <a:xfrm>
              <a:off x="9834304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4" name="pt7694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5" name="pt7695"/>
            <p:cNvSpPr/>
            <p:nvPr/>
          </p:nvSpPr>
          <p:spPr>
            <a:xfrm>
              <a:off x="9397927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6" name="pt7696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7" name="pt7697"/>
            <p:cNvSpPr/>
            <p:nvPr/>
          </p:nvSpPr>
          <p:spPr>
            <a:xfrm>
              <a:off x="9397927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8" name="pt7698"/>
            <p:cNvSpPr/>
            <p:nvPr/>
          </p:nvSpPr>
          <p:spPr>
            <a:xfrm>
              <a:off x="9834304" y="546335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9" name="pt7699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0" name="pt7700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1" name="pt7701"/>
            <p:cNvSpPr/>
            <p:nvPr/>
          </p:nvSpPr>
          <p:spPr>
            <a:xfrm>
              <a:off x="9397927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2" name="pt7702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3" name="pt7703"/>
            <p:cNvSpPr/>
            <p:nvPr/>
          </p:nvSpPr>
          <p:spPr>
            <a:xfrm>
              <a:off x="9397927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4" name="pt7704"/>
            <p:cNvSpPr/>
            <p:nvPr/>
          </p:nvSpPr>
          <p:spPr>
            <a:xfrm>
              <a:off x="9834304" y="53170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5" name="pt7705"/>
            <p:cNvSpPr/>
            <p:nvPr/>
          </p:nvSpPr>
          <p:spPr>
            <a:xfrm>
              <a:off x="9834304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6" name="pt7706"/>
            <p:cNvSpPr/>
            <p:nvPr/>
          </p:nvSpPr>
          <p:spPr>
            <a:xfrm>
              <a:off x="9397927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7" name="pt7707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8" name="pt7708"/>
            <p:cNvSpPr/>
            <p:nvPr/>
          </p:nvSpPr>
          <p:spPr>
            <a:xfrm>
              <a:off x="9397927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9" name="pt7709"/>
            <p:cNvSpPr/>
            <p:nvPr/>
          </p:nvSpPr>
          <p:spPr>
            <a:xfrm>
              <a:off x="9397927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0" name="pt7710"/>
            <p:cNvSpPr/>
            <p:nvPr/>
          </p:nvSpPr>
          <p:spPr>
            <a:xfrm>
              <a:off x="10270680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1" name="pt7711"/>
            <p:cNvSpPr/>
            <p:nvPr/>
          </p:nvSpPr>
          <p:spPr>
            <a:xfrm>
              <a:off x="939792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2" name="pt7712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3" name="pt7713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4" name="pt7714"/>
            <p:cNvSpPr/>
            <p:nvPr/>
          </p:nvSpPr>
          <p:spPr>
            <a:xfrm>
              <a:off x="9397927" y="60120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5" name="pt7715"/>
            <p:cNvSpPr/>
            <p:nvPr/>
          </p:nvSpPr>
          <p:spPr>
            <a:xfrm>
              <a:off x="9834304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6" name="pt7716"/>
            <p:cNvSpPr/>
            <p:nvPr/>
          </p:nvSpPr>
          <p:spPr>
            <a:xfrm>
              <a:off x="9834304" y="56340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7" name="pt7717"/>
            <p:cNvSpPr/>
            <p:nvPr/>
          </p:nvSpPr>
          <p:spPr>
            <a:xfrm>
              <a:off x="9397927" y="5914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8" name="pt7718"/>
            <p:cNvSpPr/>
            <p:nvPr/>
          </p:nvSpPr>
          <p:spPr>
            <a:xfrm>
              <a:off x="9834304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9" name="pt7719"/>
            <p:cNvSpPr/>
            <p:nvPr/>
          </p:nvSpPr>
          <p:spPr>
            <a:xfrm>
              <a:off x="9397927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0" name="pt7720"/>
            <p:cNvSpPr/>
            <p:nvPr/>
          </p:nvSpPr>
          <p:spPr>
            <a:xfrm>
              <a:off x="9397927" y="624365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1" name="pt7721"/>
            <p:cNvSpPr/>
            <p:nvPr/>
          </p:nvSpPr>
          <p:spPr>
            <a:xfrm>
              <a:off x="9397927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2" name="pt7722"/>
            <p:cNvSpPr/>
            <p:nvPr/>
          </p:nvSpPr>
          <p:spPr>
            <a:xfrm>
              <a:off x="9834304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3" name="pt7723"/>
            <p:cNvSpPr/>
            <p:nvPr/>
          </p:nvSpPr>
          <p:spPr>
            <a:xfrm>
              <a:off x="9397927" y="63289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4" name="pt7724"/>
            <p:cNvSpPr/>
            <p:nvPr/>
          </p:nvSpPr>
          <p:spPr>
            <a:xfrm>
              <a:off x="9397927" y="62558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5" name="pt7725"/>
            <p:cNvSpPr/>
            <p:nvPr/>
          </p:nvSpPr>
          <p:spPr>
            <a:xfrm>
              <a:off x="9834304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6" name="pt7726"/>
            <p:cNvSpPr/>
            <p:nvPr/>
          </p:nvSpPr>
          <p:spPr>
            <a:xfrm>
              <a:off x="9834304" y="60120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7" name="pt7727"/>
            <p:cNvSpPr/>
            <p:nvPr/>
          </p:nvSpPr>
          <p:spPr>
            <a:xfrm>
              <a:off x="9397927" y="62314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8" name="pt7728"/>
            <p:cNvSpPr/>
            <p:nvPr/>
          </p:nvSpPr>
          <p:spPr>
            <a:xfrm>
              <a:off x="9834304" y="5512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9" name="pt7729"/>
            <p:cNvSpPr/>
            <p:nvPr/>
          </p:nvSpPr>
          <p:spPr>
            <a:xfrm>
              <a:off x="9834304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0" name="pt7730"/>
            <p:cNvSpPr/>
            <p:nvPr/>
          </p:nvSpPr>
          <p:spPr>
            <a:xfrm>
              <a:off x="9397927" y="62314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1" name="pt7731"/>
            <p:cNvSpPr/>
            <p:nvPr/>
          </p:nvSpPr>
          <p:spPr>
            <a:xfrm>
              <a:off x="9397927" y="590227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2" name="pt7732"/>
            <p:cNvSpPr/>
            <p:nvPr/>
          </p:nvSpPr>
          <p:spPr>
            <a:xfrm>
              <a:off x="9397927" y="591446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3" name="pt7733"/>
            <p:cNvSpPr/>
            <p:nvPr/>
          </p:nvSpPr>
          <p:spPr>
            <a:xfrm>
              <a:off x="9397927" y="58047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4" name="pt7734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5" name="pt7735"/>
            <p:cNvSpPr/>
            <p:nvPr/>
          </p:nvSpPr>
          <p:spPr>
            <a:xfrm>
              <a:off x="9397927" y="553650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6" name="pt7736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7" name="pt7737"/>
            <p:cNvSpPr/>
            <p:nvPr/>
          </p:nvSpPr>
          <p:spPr>
            <a:xfrm>
              <a:off x="9397927" y="629242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8" name="pt7738"/>
            <p:cNvSpPr/>
            <p:nvPr/>
          </p:nvSpPr>
          <p:spPr>
            <a:xfrm>
              <a:off x="9397927" y="623146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9" name="pt7739"/>
            <p:cNvSpPr/>
            <p:nvPr/>
          </p:nvSpPr>
          <p:spPr>
            <a:xfrm>
              <a:off x="9834304" y="53658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0" name="pt7740"/>
            <p:cNvSpPr/>
            <p:nvPr/>
          </p:nvSpPr>
          <p:spPr>
            <a:xfrm>
              <a:off x="9397927" y="6121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1" name="pt7741"/>
            <p:cNvSpPr/>
            <p:nvPr/>
          </p:nvSpPr>
          <p:spPr>
            <a:xfrm>
              <a:off x="9834304" y="59510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2" name="pt7742"/>
            <p:cNvSpPr/>
            <p:nvPr/>
          </p:nvSpPr>
          <p:spPr>
            <a:xfrm>
              <a:off x="9834304" y="55852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3" name="pt7743"/>
            <p:cNvSpPr/>
            <p:nvPr/>
          </p:nvSpPr>
          <p:spPr>
            <a:xfrm>
              <a:off x="939792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4" name="pt7744"/>
            <p:cNvSpPr/>
            <p:nvPr/>
          </p:nvSpPr>
          <p:spPr>
            <a:xfrm>
              <a:off x="9834304" y="53658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5" name="pt7745"/>
            <p:cNvSpPr/>
            <p:nvPr/>
          </p:nvSpPr>
          <p:spPr>
            <a:xfrm>
              <a:off x="9397927" y="621927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6" name="pt7746"/>
            <p:cNvSpPr/>
            <p:nvPr/>
          </p:nvSpPr>
          <p:spPr>
            <a:xfrm>
              <a:off x="9397927" y="61583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7" name="pt7747"/>
            <p:cNvSpPr/>
            <p:nvPr/>
          </p:nvSpPr>
          <p:spPr>
            <a:xfrm>
              <a:off x="9397927" y="592665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8" name="pt7748"/>
            <p:cNvSpPr/>
            <p:nvPr/>
          </p:nvSpPr>
          <p:spPr>
            <a:xfrm>
              <a:off x="9397927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9" name="pt7749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0" name="pt7750"/>
            <p:cNvSpPr/>
            <p:nvPr/>
          </p:nvSpPr>
          <p:spPr>
            <a:xfrm>
              <a:off x="9397927" y="58047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1" name="pt7751"/>
            <p:cNvSpPr/>
            <p:nvPr/>
          </p:nvSpPr>
          <p:spPr>
            <a:xfrm>
              <a:off x="10270680" y="51707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2" name="pt7752"/>
            <p:cNvSpPr/>
            <p:nvPr/>
          </p:nvSpPr>
          <p:spPr>
            <a:xfrm>
              <a:off x="10270680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3" name="pt7753"/>
            <p:cNvSpPr/>
            <p:nvPr/>
          </p:nvSpPr>
          <p:spPr>
            <a:xfrm>
              <a:off x="9834304" y="5670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4" name="pt7754"/>
            <p:cNvSpPr/>
            <p:nvPr/>
          </p:nvSpPr>
          <p:spPr>
            <a:xfrm>
              <a:off x="10270680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5" name="pt7755"/>
            <p:cNvSpPr/>
            <p:nvPr/>
          </p:nvSpPr>
          <p:spPr>
            <a:xfrm>
              <a:off x="9834304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6" name="pt7756"/>
            <p:cNvSpPr/>
            <p:nvPr/>
          </p:nvSpPr>
          <p:spPr>
            <a:xfrm>
              <a:off x="9834304" y="54389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7" name="pt7757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8" name="pt7758"/>
            <p:cNvSpPr/>
            <p:nvPr/>
          </p:nvSpPr>
          <p:spPr>
            <a:xfrm>
              <a:off x="983430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9" name="pt7759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0" name="pt7760"/>
            <p:cNvSpPr/>
            <p:nvPr/>
          </p:nvSpPr>
          <p:spPr>
            <a:xfrm>
              <a:off x="9397927" y="608515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1" name="pt7761"/>
            <p:cNvSpPr/>
            <p:nvPr/>
          </p:nvSpPr>
          <p:spPr>
            <a:xfrm>
              <a:off x="9834304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2" name="pt7762"/>
            <p:cNvSpPr/>
            <p:nvPr/>
          </p:nvSpPr>
          <p:spPr>
            <a:xfrm>
              <a:off x="10707057" y="5512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3" name="pt7763"/>
            <p:cNvSpPr/>
            <p:nvPr/>
          </p:nvSpPr>
          <p:spPr>
            <a:xfrm>
              <a:off x="9834304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4" name="pt7764"/>
            <p:cNvSpPr/>
            <p:nvPr/>
          </p:nvSpPr>
          <p:spPr>
            <a:xfrm>
              <a:off x="9834304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5" name="pt7765"/>
            <p:cNvSpPr/>
            <p:nvPr/>
          </p:nvSpPr>
          <p:spPr>
            <a:xfrm>
              <a:off x="9834304" y="567062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6" name="pt7766"/>
            <p:cNvSpPr/>
            <p:nvPr/>
          </p:nvSpPr>
          <p:spPr>
            <a:xfrm>
              <a:off x="9397927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7" name="pt7767"/>
            <p:cNvSpPr/>
            <p:nvPr/>
          </p:nvSpPr>
          <p:spPr>
            <a:xfrm>
              <a:off x="9834304" y="570719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8" name="pt7768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9" name="pt7769"/>
            <p:cNvSpPr/>
            <p:nvPr/>
          </p:nvSpPr>
          <p:spPr>
            <a:xfrm>
              <a:off x="10270680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0" name="pt7770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1" name="pt7771"/>
            <p:cNvSpPr/>
            <p:nvPr/>
          </p:nvSpPr>
          <p:spPr>
            <a:xfrm>
              <a:off x="9397927" y="60241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2" name="pt7772"/>
            <p:cNvSpPr/>
            <p:nvPr/>
          </p:nvSpPr>
          <p:spPr>
            <a:xfrm>
              <a:off x="983430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3" name="pt7773"/>
            <p:cNvSpPr/>
            <p:nvPr/>
          </p:nvSpPr>
          <p:spPr>
            <a:xfrm>
              <a:off x="9834304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4" name="pt7774"/>
            <p:cNvSpPr/>
            <p:nvPr/>
          </p:nvSpPr>
          <p:spPr>
            <a:xfrm>
              <a:off x="9397927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5" name="pt7775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6" name="pt7776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7" name="pt7777"/>
            <p:cNvSpPr/>
            <p:nvPr/>
          </p:nvSpPr>
          <p:spPr>
            <a:xfrm>
              <a:off x="9397927" y="568281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8" name="pt7778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9" name="pt7779"/>
            <p:cNvSpPr/>
            <p:nvPr/>
          </p:nvSpPr>
          <p:spPr>
            <a:xfrm>
              <a:off x="9834304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0" name="pt7780"/>
            <p:cNvSpPr/>
            <p:nvPr/>
          </p:nvSpPr>
          <p:spPr>
            <a:xfrm>
              <a:off x="9834304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1" name="pt7781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2" name="pt7782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3" name="pt7783"/>
            <p:cNvSpPr/>
            <p:nvPr/>
          </p:nvSpPr>
          <p:spPr>
            <a:xfrm>
              <a:off x="9834304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4" name="pt7784"/>
            <p:cNvSpPr/>
            <p:nvPr/>
          </p:nvSpPr>
          <p:spPr>
            <a:xfrm>
              <a:off x="9834304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5" name="pt7785"/>
            <p:cNvSpPr/>
            <p:nvPr/>
          </p:nvSpPr>
          <p:spPr>
            <a:xfrm>
              <a:off x="9834304" y="54389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6" name="pt7786"/>
            <p:cNvSpPr/>
            <p:nvPr/>
          </p:nvSpPr>
          <p:spPr>
            <a:xfrm>
              <a:off x="9397927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7" name="pt7787"/>
            <p:cNvSpPr/>
            <p:nvPr/>
          </p:nvSpPr>
          <p:spPr>
            <a:xfrm>
              <a:off x="9834304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8" name="pt7788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9" name="pt7789"/>
            <p:cNvSpPr/>
            <p:nvPr/>
          </p:nvSpPr>
          <p:spPr>
            <a:xfrm>
              <a:off x="9834304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0" name="pt7790"/>
            <p:cNvSpPr/>
            <p:nvPr/>
          </p:nvSpPr>
          <p:spPr>
            <a:xfrm>
              <a:off x="9834304" y="585350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1" name="pt7791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2" name="pt7792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3" name="pt7793"/>
            <p:cNvSpPr/>
            <p:nvPr/>
          </p:nvSpPr>
          <p:spPr>
            <a:xfrm>
              <a:off x="939792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4" name="pt7794"/>
            <p:cNvSpPr/>
            <p:nvPr/>
          </p:nvSpPr>
          <p:spPr>
            <a:xfrm>
              <a:off x="9397927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5" name="pt7795"/>
            <p:cNvSpPr/>
            <p:nvPr/>
          </p:nvSpPr>
          <p:spPr>
            <a:xfrm>
              <a:off x="9397927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6" name="pt7796"/>
            <p:cNvSpPr/>
            <p:nvPr/>
          </p:nvSpPr>
          <p:spPr>
            <a:xfrm>
              <a:off x="9397927" y="596323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7" name="pt7797"/>
            <p:cNvSpPr/>
            <p:nvPr/>
          </p:nvSpPr>
          <p:spPr>
            <a:xfrm>
              <a:off x="10270680" y="52438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8" name="pt7798"/>
            <p:cNvSpPr/>
            <p:nvPr/>
          </p:nvSpPr>
          <p:spPr>
            <a:xfrm>
              <a:off x="9834304" y="56340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9" name="pt7799"/>
            <p:cNvSpPr/>
            <p:nvPr/>
          </p:nvSpPr>
          <p:spPr>
            <a:xfrm>
              <a:off x="9397927" y="62680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0" name="pt7800"/>
            <p:cNvSpPr/>
            <p:nvPr/>
          </p:nvSpPr>
          <p:spPr>
            <a:xfrm>
              <a:off x="9834304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1" name="pt7801"/>
            <p:cNvSpPr/>
            <p:nvPr/>
          </p:nvSpPr>
          <p:spPr>
            <a:xfrm>
              <a:off x="10707057" y="554870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2" name="pt7802"/>
            <p:cNvSpPr/>
            <p:nvPr/>
          </p:nvSpPr>
          <p:spPr>
            <a:xfrm>
              <a:off x="9397927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3" name="pt7803"/>
            <p:cNvSpPr/>
            <p:nvPr/>
          </p:nvSpPr>
          <p:spPr>
            <a:xfrm>
              <a:off x="9397927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4" name="pt7804"/>
            <p:cNvSpPr/>
            <p:nvPr/>
          </p:nvSpPr>
          <p:spPr>
            <a:xfrm>
              <a:off x="9397927" y="621927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5" name="pt7805"/>
            <p:cNvSpPr/>
            <p:nvPr/>
          </p:nvSpPr>
          <p:spPr>
            <a:xfrm>
              <a:off x="9397927" y="6341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6" name="pt7806"/>
            <p:cNvSpPr/>
            <p:nvPr/>
          </p:nvSpPr>
          <p:spPr>
            <a:xfrm>
              <a:off x="9834304" y="61217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7" name="pt7807"/>
            <p:cNvSpPr/>
            <p:nvPr/>
          </p:nvSpPr>
          <p:spPr>
            <a:xfrm>
              <a:off x="9834304" y="580473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8" name="pt7808"/>
            <p:cNvSpPr/>
            <p:nvPr/>
          </p:nvSpPr>
          <p:spPr>
            <a:xfrm>
              <a:off x="9397927" y="60485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9" name="pt7809"/>
            <p:cNvSpPr/>
            <p:nvPr/>
          </p:nvSpPr>
          <p:spPr>
            <a:xfrm>
              <a:off x="9397927" y="618269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0" name="pt7810"/>
            <p:cNvSpPr/>
            <p:nvPr/>
          </p:nvSpPr>
          <p:spPr>
            <a:xfrm>
              <a:off x="9397927" y="554870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1" name="pt7811"/>
            <p:cNvSpPr/>
            <p:nvPr/>
          </p:nvSpPr>
          <p:spPr>
            <a:xfrm>
              <a:off x="10707057" y="51341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2" name="pt7812"/>
            <p:cNvSpPr/>
            <p:nvPr/>
          </p:nvSpPr>
          <p:spPr>
            <a:xfrm>
              <a:off x="9397927" y="620707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3" name="pt7813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4" name="pt7814"/>
            <p:cNvSpPr/>
            <p:nvPr/>
          </p:nvSpPr>
          <p:spPr>
            <a:xfrm>
              <a:off x="9397927" y="563404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5" name="pt7815"/>
            <p:cNvSpPr/>
            <p:nvPr/>
          </p:nvSpPr>
          <p:spPr>
            <a:xfrm>
              <a:off x="10270680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6" name="pt7816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7" name="pt7817"/>
            <p:cNvSpPr/>
            <p:nvPr/>
          </p:nvSpPr>
          <p:spPr>
            <a:xfrm>
              <a:off x="9397927" y="606077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8" name="pt7818"/>
            <p:cNvSpPr/>
            <p:nvPr/>
          </p:nvSpPr>
          <p:spPr>
            <a:xfrm>
              <a:off x="9834304" y="554870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9" name="pt7819"/>
            <p:cNvSpPr/>
            <p:nvPr/>
          </p:nvSpPr>
          <p:spPr>
            <a:xfrm>
              <a:off x="10270680" y="549993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0" name="pt7820"/>
            <p:cNvSpPr/>
            <p:nvPr/>
          </p:nvSpPr>
          <p:spPr>
            <a:xfrm>
              <a:off x="9834304" y="6133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1" name="pt7821"/>
            <p:cNvSpPr/>
            <p:nvPr/>
          </p:nvSpPr>
          <p:spPr>
            <a:xfrm>
              <a:off x="9397927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2" name="pt7822"/>
            <p:cNvSpPr/>
            <p:nvPr/>
          </p:nvSpPr>
          <p:spPr>
            <a:xfrm>
              <a:off x="9834304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3" name="pt7823"/>
            <p:cNvSpPr/>
            <p:nvPr/>
          </p:nvSpPr>
          <p:spPr>
            <a:xfrm>
              <a:off x="9834304" y="530485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4" name="pt7824"/>
            <p:cNvSpPr/>
            <p:nvPr/>
          </p:nvSpPr>
          <p:spPr>
            <a:xfrm>
              <a:off x="9834304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5" name="pt7825"/>
            <p:cNvSpPr/>
            <p:nvPr/>
          </p:nvSpPr>
          <p:spPr>
            <a:xfrm>
              <a:off x="9397927" y="589008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6" name="pt7826"/>
            <p:cNvSpPr/>
            <p:nvPr/>
          </p:nvSpPr>
          <p:spPr>
            <a:xfrm>
              <a:off x="10707057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7" name="pt7827"/>
            <p:cNvSpPr/>
            <p:nvPr/>
          </p:nvSpPr>
          <p:spPr>
            <a:xfrm>
              <a:off x="9397927" y="5987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8" name="pt7828"/>
            <p:cNvSpPr/>
            <p:nvPr/>
          </p:nvSpPr>
          <p:spPr>
            <a:xfrm>
              <a:off x="939792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9" name="pt7829"/>
            <p:cNvSpPr/>
            <p:nvPr/>
          </p:nvSpPr>
          <p:spPr>
            <a:xfrm>
              <a:off x="10270680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0" name="pt7830"/>
            <p:cNvSpPr/>
            <p:nvPr/>
          </p:nvSpPr>
          <p:spPr>
            <a:xfrm>
              <a:off x="9397927" y="59754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1" name="pt7831"/>
            <p:cNvSpPr/>
            <p:nvPr/>
          </p:nvSpPr>
          <p:spPr>
            <a:xfrm>
              <a:off x="9834304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2" name="pt7832"/>
            <p:cNvSpPr/>
            <p:nvPr/>
          </p:nvSpPr>
          <p:spPr>
            <a:xfrm>
              <a:off x="9397927" y="61339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3" name="pt7833"/>
            <p:cNvSpPr/>
            <p:nvPr/>
          </p:nvSpPr>
          <p:spPr>
            <a:xfrm>
              <a:off x="9397927" y="618269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4" name="pt7834"/>
            <p:cNvSpPr/>
            <p:nvPr/>
          </p:nvSpPr>
          <p:spPr>
            <a:xfrm>
              <a:off x="9397927" y="631680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5" name="pt7835"/>
            <p:cNvSpPr/>
            <p:nvPr/>
          </p:nvSpPr>
          <p:spPr>
            <a:xfrm>
              <a:off x="9397927" y="630461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6" name="pt7836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7" name="pt7837"/>
            <p:cNvSpPr/>
            <p:nvPr/>
          </p:nvSpPr>
          <p:spPr>
            <a:xfrm>
              <a:off x="9834304" y="573158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8" name="pt7838"/>
            <p:cNvSpPr/>
            <p:nvPr/>
          </p:nvSpPr>
          <p:spPr>
            <a:xfrm>
              <a:off x="9397927" y="542677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9" name="pt7839"/>
            <p:cNvSpPr/>
            <p:nvPr/>
          </p:nvSpPr>
          <p:spPr>
            <a:xfrm>
              <a:off x="9397927" y="598761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0" name="pt7840"/>
            <p:cNvSpPr/>
            <p:nvPr/>
          </p:nvSpPr>
          <p:spPr>
            <a:xfrm>
              <a:off x="9834304" y="560966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1" name="pt7841"/>
            <p:cNvSpPr/>
            <p:nvPr/>
          </p:nvSpPr>
          <p:spPr>
            <a:xfrm>
              <a:off x="9397927" y="557308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2" name="pt7842"/>
            <p:cNvSpPr/>
            <p:nvPr/>
          </p:nvSpPr>
          <p:spPr>
            <a:xfrm>
              <a:off x="9397927" y="61583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3" name="pt7843"/>
            <p:cNvSpPr/>
            <p:nvPr/>
          </p:nvSpPr>
          <p:spPr>
            <a:xfrm>
              <a:off x="9397927" y="593885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4" name="pt7844"/>
            <p:cNvSpPr/>
            <p:nvPr/>
          </p:nvSpPr>
          <p:spPr>
            <a:xfrm>
              <a:off x="9397927" y="58291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5" name="pt7845"/>
            <p:cNvSpPr/>
            <p:nvPr/>
          </p:nvSpPr>
          <p:spPr>
            <a:xfrm>
              <a:off x="9834304" y="564623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6" name="pt7846"/>
            <p:cNvSpPr/>
            <p:nvPr/>
          </p:nvSpPr>
          <p:spPr>
            <a:xfrm>
              <a:off x="9397927" y="636557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7" name="pt7847"/>
            <p:cNvSpPr/>
            <p:nvPr/>
          </p:nvSpPr>
          <p:spPr>
            <a:xfrm>
              <a:off x="10270680" y="521951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8" name="pt7848"/>
            <p:cNvSpPr/>
            <p:nvPr/>
          </p:nvSpPr>
          <p:spPr>
            <a:xfrm>
              <a:off x="10270680" y="520732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9" name="pt7849"/>
            <p:cNvSpPr/>
            <p:nvPr/>
          </p:nvSpPr>
          <p:spPr>
            <a:xfrm>
              <a:off x="9834304" y="5353626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0" name="pt7850"/>
            <p:cNvSpPr/>
            <p:nvPr/>
          </p:nvSpPr>
          <p:spPr>
            <a:xfrm>
              <a:off x="10707057" y="5390203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1" name="pt7851"/>
            <p:cNvSpPr/>
            <p:nvPr/>
          </p:nvSpPr>
          <p:spPr>
            <a:xfrm>
              <a:off x="10270680" y="551212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2" name="pt7852"/>
            <p:cNvSpPr/>
            <p:nvPr/>
          </p:nvSpPr>
          <p:spPr>
            <a:xfrm>
              <a:off x="9397927" y="63411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3" name="pt7853"/>
            <p:cNvSpPr/>
            <p:nvPr/>
          </p:nvSpPr>
          <p:spPr>
            <a:xfrm>
              <a:off x="9834304" y="586569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4" name="pt7854"/>
            <p:cNvSpPr/>
            <p:nvPr/>
          </p:nvSpPr>
          <p:spPr>
            <a:xfrm>
              <a:off x="10270680" y="5719391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5" name="pt7855"/>
            <p:cNvSpPr/>
            <p:nvPr/>
          </p:nvSpPr>
          <p:spPr>
            <a:xfrm>
              <a:off x="9397927" y="5792544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6" name="pt7856"/>
            <p:cNvSpPr/>
            <p:nvPr/>
          </p:nvSpPr>
          <p:spPr>
            <a:xfrm>
              <a:off x="9397927" y="587788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7" name="pt7857"/>
            <p:cNvSpPr/>
            <p:nvPr/>
          </p:nvSpPr>
          <p:spPr>
            <a:xfrm>
              <a:off x="9397927" y="6377768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8" name="pt7858"/>
            <p:cNvSpPr/>
            <p:nvPr/>
          </p:nvSpPr>
          <p:spPr>
            <a:xfrm>
              <a:off x="9397927" y="6024195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9" name="pt7859"/>
            <p:cNvSpPr/>
            <p:nvPr/>
          </p:nvSpPr>
          <p:spPr>
            <a:xfrm>
              <a:off x="9397927" y="628023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0" name="pt7860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1" name="pt7861"/>
            <p:cNvSpPr/>
            <p:nvPr/>
          </p:nvSpPr>
          <p:spPr>
            <a:xfrm>
              <a:off x="9397927" y="5755967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2" name="pt7862"/>
            <p:cNvSpPr/>
            <p:nvPr/>
          </p:nvSpPr>
          <p:spPr>
            <a:xfrm>
              <a:off x="9397927" y="6219270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3" name="pt7863"/>
            <p:cNvSpPr/>
            <p:nvPr/>
          </p:nvSpPr>
          <p:spPr>
            <a:xfrm>
              <a:off x="9397927" y="5951042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4" name="pg7864"/>
            <p:cNvSpPr/>
            <p:nvPr/>
          </p:nvSpPr>
          <p:spPr>
            <a:xfrm>
              <a:off x="9415978" y="4989862"/>
              <a:ext cx="1745506" cy="1038677"/>
            </a:xfrm>
            <a:custGeom>
              <a:avLst/>
              <a:pathLst>
                <a:path w="1745506" h="1038677">
                  <a:moveTo>
                    <a:pt x="0" y="957686"/>
                  </a:moveTo>
                  <a:lnTo>
                    <a:pt x="22095" y="942313"/>
                  </a:lnTo>
                  <a:lnTo>
                    <a:pt x="44190" y="926741"/>
                  </a:lnTo>
                  <a:lnTo>
                    <a:pt x="66285" y="910963"/>
                  </a:lnTo>
                  <a:lnTo>
                    <a:pt x="88380" y="894985"/>
                  </a:lnTo>
                  <a:lnTo>
                    <a:pt x="110475" y="878824"/>
                  </a:lnTo>
                  <a:lnTo>
                    <a:pt x="132570" y="862513"/>
                  </a:lnTo>
                  <a:lnTo>
                    <a:pt x="154665" y="846095"/>
                  </a:lnTo>
                  <a:lnTo>
                    <a:pt x="176760" y="829619"/>
                  </a:lnTo>
                  <a:lnTo>
                    <a:pt x="198855" y="813137"/>
                  </a:lnTo>
                  <a:lnTo>
                    <a:pt x="220950" y="796702"/>
                  </a:lnTo>
                  <a:lnTo>
                    <a:pt x="243045" y="780358"/>
                  </a:lnTo>
                  <a:lnTo>
                    <a:pt x="265140" y="764149"/>
                  </a:lnTo>
                  <a:lnTo>
                    <a:pt x="287235" y="748108"/>
                  </a:lnTo>
                  <a:lnTo>
                    <a:pt x="309330" y="732265"/>
                  </a:lnTo>
                  <a:lnTo>
                    <a:pt x="331425" y="716643"/>
                  </a:lnTo>
                  <a:lnTo>
                    <a:pt x="353520" y="701262"/>
                  </a:lnTo>
                  <a:lnTo>
                    <a:pt x="375615" y="686136"/>
                  </a:lnTo>
                  <a:lnTo>
                    <a:pt x="397710" y="671275"/>
                  </a:lnTo>
                  <a:lnTo>
                    <a:pt x="419805" y="656689"/>
                  </a:lnTo>
                  <a:lnTo>
                    <a:pt x="441900" y="642382"/>
                  </a:lnTo>
                  <a:lnTo>
                    <a:pt x="463995" y="628357"/>
                  </a:lnTo>
                  <a:lnTo>
                    <a:pt x="486090" y="614615"/>
                  </a:lnTo>
                  <a:lnTo>
                    <a:pt x="508185" y="601156"/>
                  </a:lnTo>
                  <a:lnTo>
                    <a:pt x="530280" y="587976"/>
                  </a:lnTo>
                  <a:lnTo>
                    <a:pt x="552375" y="575072"/>
                  </a:lnTo>
                  <a:lnTo>
                    <a:pt x="574470" y="562436"/>
                  </a:lnTo>
                  <a:lnTo>
                    <a:pt x="596565" y="550063"/>
                  </a:lnTo>
                  <a:lnTo>
                    <a:pt x="618660" y="537942"/>
                  </a:lnTo>
                  <a:lnTo>
                    <a:pt x="640755" y="526064"/>
                  </a:lnTo>
                  <a:lnTo>
                    <a:pt x="662850" y="514415"/>
                  </a:lnTo>
                  <a:lnTo>
                    <a:pt x="684945" y="502983"/>
                  </a:lnTo>
                  <a:lnTo>
                    <a:pt x="707040" y="491753"/>
                  </a:lnTo>
                  <a:lnTo>
                    <a:pt x="729135" y="480708"/>
                  </a:lnTo>
                  <a:lnTo>
                    <a:pt x="751230" y="469830"/>
                  </a:lnTo>
                  <a:lnTo>
                    <a:pt x="773325" y="459101"/>
                  </a:lnTo>
                  <a:lnTo>
                    <a:pt x="795420" y="448502"/>
                  </a:lnTo>
                  <a:lnTo>
                    <a:pt x="817515" y="438013"/>
                  </a:lnTo>
                  <a:lnTo>
                    <a:pt x="839610" y="427613"/>
                  </a:lnTo>
                  <a:lnTo>
                    <a:pt x="861705" y="417285"/>
                  </a:lnTo>
                  <a:lnTo>
                    <a:pt x="883800" y="407009"/>
                  </a:lnTo>
                  <a:lnTo>
                    <a:pt x="905895" y="396768"/>
                  </a:lnTo>
                  <a:lnTo>
                    <a:pt x="927990" y="386547"/>
                  </a:lnTo>
                  <a:lnTo>
                    <a:pt x="950085" y="376331"/>
                  </a:lnTo>
                  <a:lnTo>
                    <a:pt x="972180" y="366108"/>
                  </a:lnTo>
                  <a:lnTo>
                    <a:pt x="994275" y="355871"/>
                  </a:lnTo>
                  <a:lnTo>
                    <a:pt x="1016370" y="345610"/>
                  </a:lnTo>
                  <a:lnTo>
                    <a:pt x="1038465" y="335321"/>
                  </a:lnTo>
                  <a:lnTo>
                    <a:pt x="1060560" y="325001"/>
                  </a:lnTo>
                  <a:lnTo>
                    <a:pt x="1082655" y="314648"/>
                  </a:lnTo>
                  <a:lnTo>
                    <a:pt x="1104750" y="304262"/>
                  </a:lnTo>
                  <a:lnTo>
                    <a:pt x="1126845" y="293842"/>
                  </a:lnTo>
                  <a:lnTo>
                    <a:pt x="1148940" y="283392"/>
                  </a:lnTo>
                  <a:lnTo>
                    <a:pt x="1171035" y="272914"/>
                  </a:lnTo>
                  <a:lnTo>
                    <a:pt x="1193130" y="262411"/>
                  </a:lnTo>
                  <a:lnTo>
                    <a:pt x="1215225" y="251885"/>
                  </a:lnTo>
                  <a:lnTo>
                    <a:pt x="1237320" y="241340"/>
                  </a:lnTo>
                  <a:lnTo>
                    <a:pt x="1259415" y="230780"/>
                  </a:lnTo>
                  <a:lnTo>
                    <a:pt x="1281510" y="220208"/>
                  </a:lnTo>
                  <a:lnTo>
                    <a:pt x="1303605" y="209627"/>
                  </a:lnTo>
                  <a:lnTo>
                    <a:pt x="1325700" y="199041"/>
                  </a:lnTo>
                  <a:lnTo>
                    <a:pt x="1347795" y="188452"/>
                  </a:lnTo>
                  <a:lnTo>
                    <a:pt x="1369890" y="177864"/>
                  </a:lnTo>
                  <a:lnTo>
                    <a:pt x="1391985" y="167279"/>
                  </a:lnTo>
                  <a:lnTo>
                    <a:pt x="1414080" y="156701"/>
                  </a:lnTo>
                  <a:lnTo>
                    <a:pt x="1436175" y="146130"/>
                  </a:lnTo>
                  <a:lnTo>
                    <a:pt x="1458270" y="135570"/>
                  </a:lnTo>
                  <a:lnTo>
                    <a:pt x="1480366" y="125023"/>
                  </a:lnTo>
                  <a:lnTo>
                    <a:pt x="1502461" y="114490"/>
                  </a:lnTo>
                  <a:lnTo>
                    <a:pt x="1524556" y="103973"/>
                  </a:lnTo>
                  <a:lnTo>
                    <a:pt x="1546651" y="93474"/>
                  </a:lnTo>
                  <a:lnTo>
                    <a:pt x="1568746" y="82994"/>
                  </a:lnTo>
                  <a:lnTo>
                    <a:pt x="1590841" y="72536"/>
                  </a:lnTo>
                  <a:lnTo>
                    <a:pt x="1612936" y="62099"/>
                  </a:lnTo>
                  <a:lnTo>
                    <a:pt x="1635031" y="51685"/>
                  </a:lnTo>
                  <a:lnTo>
                    <a:pt x="1657126" y="41296"/>
                  </a:lnTo>
                  <a:lnTo>
                    <a:pt x="1679221" y="30932"/>
                  </a:lnTo>
                  <a:lnTo>
                    <a:pt x="1701316" y="20594"/>
                  </a:lnTo>
                  <a:lnTo>
                    <a:pt x="1723411" y="10283"/>
                  </a:lnTo>
                  <a:lnTo>
                    <a:pt x="1745506" y="0"/>
                  </a:lnTo>
                  <a:lnTo>
                    <a:pt x="1745506" y="571333"/>
                  </a:lnTo>
                  <a:lnTo>
                    <a:pt x="1723411" y="561881"/>
                  </a:lnTo>
                  <a:lnTo>
                    <a:pt x="1701316" y="552843"/>
                  </a:lnTo>
                  <a:lnTo>
                    <a:pt x="1679221" y="544219"/>
                  </a:lnTo>
                  <a:lnTo>
                    <a:pt x="1657126" y="536011"/>
                  </a:lnTo>
                  <a:lnTo>
                    <a:pt x="1635031" y="528218"/>
                  </a:lnTo>
                  <a:lnTo>
                    <a:pt x="1612936" y="520842"/>
                  </a:lnTo>
                  <a:lnTo>
                    <a:pt x="1590841" y="513884"/>
                  </a:lnTo>
                  <a:lnTo>
                    <a:pt x="1568746" y="507345"/>
                  </a:lnTo>
                  <a:lnTo>
                    <a:pt x="1546651" y="501227"/>
                  </a:lnTo>
                  <a:lnTo>
                    <a:pt x="1524556" y="495530"/>
                  </a:lnTo>
                  <a:lnTo>
                    <a:pt x="1502461" y="490257"/>
                  </a:lnTo>
                  <a:lnTo>
                    <a:pt x="1480366" y="485409"/>
                  </a:lnTo>
                  <a:lnTo>
                    <a:pt x="1458270" y="480988"/>
                  </a:lnTo>
                  <a:lnTo>
                    <a:pt x="1436175" y="476995"/>
                  </a:lnTo>
                  <a:lnTo>
                    <a:pt x="1414080" y="473433"/>
                  </a:lnTo>
                  <a:lnTo>
                    <a:pt x="1391985" y="470304"/>
                  </a:lnTo>
                  <a:lnTo>
                    <a:pt x="1369890" y="467610"/>
                  </a:lnTo>
                  <a:lnTo>
                    <a:pt x="1347795" y="465354"/>
                  </a:lnTo>
                  <a:lnTo>
                    <a:pt x="1325700" y="463539"/>
                  </a:lnTo>
                  <a:lnTo>
                    <a:pt x="1303605" y="462167"/>
                  </a:lnTo>
                  <a:lnTo>
                    <a:pt x="1281510" y="461242"/>
                  </a:lnTo>
                  <a:lnTo>
                    <a:pt x="1259415" y="460767"/>
                  </a:lnTo>
                  <a:lnTo>
                    <a:pt x="1237320" y="460745"/>
                  </a:lnTo>
                  <a:lnTo>
                    <a:pt x="1215225" y="461179"/>
                  </a:lnTo>
                  <a:lnTo>
                    <a:pt x="1193130" y="462074"/>
                  </a:lnTo>
                  <a:lnTo>
                    <a:pt x="1171035" y="463432"/>
                  </a:lnTo>
                  <a:lnTo>
                    <a:pt x="1148940" y="465256"/>
                  </a:lnTo>
                  <a:lnTo>
                    <a:pt x="1126845" y="467550"/>
                  </a:lnTo>
                  <a:lnTo>
                    <a:pt x="1104750" y="470316"/>
                  </a:lnTo>
                  <a:lnTo>
                    <a:pt x="1082655" y="473556"/>
                  </a:lnTo>
                  <a:lnTo>
                    <a:pt x="1060560" y="477271"/>
                  </a:lnTo>
                  <a:lnTo>
                    <a:pt x="1038465" y="481459"/>
                  </a:lnTo>
                  <a:lnTo>
                    <a:pt x="1016370" y="486121"/>
                  </a:lnTo>
                  <a:lnTo>
                    <a:pt x="994275" y="491251"/>
                  </a:lnTo>
                  <a:lnTo>
                    <a:pt x="972180" y="496846"/>
                  </a:lnTo>
                  <a:lnTo>
                    <a:pt x="950085" y="502897"/>
                  </a:lnTo>
                  <a:lnTo>
                    <a:pt x="927990" y="509396"/>
                  </a:lnTo>
                  <a:lnTo>
                    <a:pt x="905895" y="516331"/>
                  </a:lnTo>
                  <a:lnTo>
                    <a:pt x="883800" y="523687"/>
                  </a:lnTo>
                  <a:lnTo>
                    <a:pt x="861705" y="531449"/>
                  </a:lnTo>
                  <a:lnTo>
                    <a:pt x="839610" y="539600"/>
                  </a:lnTo>
                  <a:lnTo>
                    <a:pt x="817515" y="548122"/>
                  </a:lnTo>
                  <a:lnTo>
                    <a:pt x="795420" y="556995"/>
                  </a:lnTo>
                  <a:lnTo>
                    <a:pt x="773325" y="566199"/>
                  </a:lnTo>
                  <a:lnTo>
                    <a:pt x="751230" y="575714"/>
                  </a:lnTo>
                  <a:lnTo>
                    <a:pt x="729135" y="585522"/>
                  </a:lnTo>
                  <a:lnTo>
                    <a:pt x="707040" y="595603"/>
                  </a:lnTo>
                  <a:lnTo>
                    <a:pt x="684945" y="605941"/>
                  </a:lnTo>
                  <a:lnTo>
                    <a:pt x="662850" y="616518"/>
                  </a:lnTo>
                  <a:lnTo>
                    <a:pt x="640755" y="627320"/>
                  </a:lnTo>
                  <a:lnTo>
                    <a:pt x="618660" y="638333"/>
                  </a:lnTo>
                  <a:lnTo>
                    <a:pt x="596565" y="649545"/>
                  </a:lnTo>
                  <a:lnTo>
                    <a:pt x="574470" y="660946"/>
                  </a:lnTo>
                  <a:lnTo>
                    <a:pt x="552375" y="672525"/>
                  </a:lnTo>
                  <a:lnTo>
                    <a:pt x="530280" y="684277"/>
                  </a:lnTo>
                  <a:lnTo>
                    <a:pt x="508185" y="696195"/>
                  </a:lnTo>
                  <a:lnTo>
                    <a:pt x="486090" y="708274"/>
                  </a:lnTo>
                  <a:lnTo>
                    <a:pt x="463995" y="720512"/>
                  </a:lnTo>
                  <a:lnTo>
                    <a:pt x="441900" y="732909"/>
                  </a:lnTo>
                  <a:lnTo>
                    <a:pt x="419805" y="745464"/>
                  </a:lnTo>
                  <a:lnTo>
                    <a:pt x="397710" y="758181"/>
                  </a:lnTo>
                  <a:lnTo>
                    <a:pt x="375615" y="771065"/>
                  </a:lnTo>
                  <a:lnTo>
                    <a:pt x="353520" y="784125"/>
                  </a:lnTo>
                  <a:lnTo>
                    <a:pt x="331425" y="797371"/>
                  </a:lnTo>
                  <a:lnTo>
                    <a:pt x="309330" y="810817"/>
                  </a:lnTo>
                  <a:lnTo>
                    <a:pt x="287235" y="824484"/>
                  </a:lnTo>
                  <a:lnTo>
                    <a:pt x="265140" y="838394"/>
                  </a:lnTo>
                  <a:lnTo>
                    <a:pt x="243045" y="852576"/>
                  </a:lnTo>
                  <a:lnTo>
                    <a:pt x="220950" y="867066"/>
                  </a:lnTo>
                  <a:lnTo>
                    <a:pt x="198855" y="881904"/>
                  </a:lnTo>
                  <a:lnTo>
                    <a:pt x="176760" y="897138"/>
                  </a:lnTo>
                  <a:lnTo>
                    <a:pt x="154665" y="912819"/>
                  </a:lnTo>
                  <a:lnTo>
                    <a:pt x="132570" y="928998"/>
                  </a:lnTo>
                  <a:lnTo>
                    <a:pt x="110475" y="945726"/>
                  </a:lnTo>
                  <a:lnTo>
                    <a:pt x="88380" y="963046"/>
                  </a:lnTo>
                  <a:lnTo>
                    <a:pt x="66285" y="980989"/>
                  </a:lnTo>
                  <a:lnTo>
                    <a:pt x="44190" y="999574"/>
                  </a:lnTo>
                  <a:lnTo>
                    <a:pt x="22095" y="1018806"/>
                  </a:lnTo>
                  <a:lnTo>
                    <a:pt x="0" y="103867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65" name="pl7865"/>
            <p:cNvSpPr/>
            <p:nvPr/>
          </p:nvSpPr>
          <p:spPr>
            <a:xfrm>
              <a:off x="9415978" y="4989862"/>
              <a:ext cx="1745506" cy="957686"/>
            </a:xfrm>
            <a:custGeom>
              <a:avLst/>
              <a:pathLst>
                <a:path w="1745506" h="957686">
                  <a:moveTo>
                    <a:pt x="0" y="957686"/>
                  </a:moveTo>
                  <a:lnTo>
                    <a:pt x="22095" y="942313"/>
                  </a:lnTo>
                  <a:lnTo>
                    <a:pt x="44190" y="926741"/>
                  </a:lnTo>
                  <a:lnTo>
                    <a:pt x="66285" y="910963"/>
                  </a:lnTo>
                  <a:lnTo>
                    <a:pt x="88380" y="894985"/>
                  </a:lnTo>
                  <a:lnTo>
                    <a:pt x="110475" y="878824"/>
                  </a:lnTo>
                  <a:lnTo>
                    <a:pt x="132570" y="862513"/>
                  </a:lnTo>
                  <a:lnTo>
                    <a:pt x="154665" y="846095"/>
                  </a:lnTo>
                  <a:lnTo>
                    <a:pt x="176760" y="829619"/>
                  </a:lnTo>
                  <a:lnTo>
                    <a:pt x="198855" y="813137"/>
                  </a:lnTo>
                  <a:lnTo>
                    <a:pt x="220950" y="796702"/>
                  </a:lnTo>
                  <a:lnTo>
                    <a:pt x="243045" y="780358"/>
                  </a:lnTo>
                  <a:lnTo>
                    <a:pt x="265140" y="764149"/>
                  </a:lnTo>
                  <a:lnTo>
                    <a:pt x="287235" y="748108"/>
                  </a:lnTo>
                  <a:lnTo>
                    <a:pt x="309330" y="732265"/>
                  </a:lnTo>
                  <a:lnTo>
                    <a:pt x="331425" y="716643"/>
                  </a:lnTo>
                  <a:lnTo>
                    <a:pt x="353520" y="701262"/>
                  </a:lnTo>
                  <a:lnTo>
                    <a:pt x="375615" y="686136"/>
                  </a:lnTo>
                  <a:lnTo>
                    <a:pt x="397710" y="671275"/>
                  </a:lnTo>
                  <a:lnTo>
                    <a:pt x="419805" y="656689"/>
                  </a:lnTo>
                  <a:lnTo>
                    <a:pt x="441900" y="642382"/>
                  </a:lnTo>
                  <a:lnTo>
                    <a:pt x="463995" y="628357"/>
                  </a:lnTo>
                  <a:lnTo>
                    <a:pt x="486090" y="614615"/>
                  </a:lnTo>
                  <a:lnTo>
                    <a:pt x="508185" y="601156"/>
                  </a:lnTo>
                  <a:lnTo>
                    <a:pt x="530280" y="587976"/>
                  </a:lnTo>
                  <a:lnTo>
                    <a:pt x="552375" y="575072"/>
                  </a:lnTo>
                  <a:lnTo>
                    <a:pt x="574470" y="562436"/>
                  </a:lnTo>
                  <a:lnTo>
                    <a:pt x="596565" y="550063"/>
                  </a:lnTo>
                  <a:lnTo>
                    <a:pt x="618660" y="537942"/>
                  </a:lnTo>
                  <a:lnTo>
                    <a:pt x="640755" y="526064"/>
                  </a:lnTo>
                  <a:lnTo>
                    <a:pt x="662850" y="514415"/>
                  </a:lnTo>
                  <a:lnTo>
                    <a:pt x="684945" y="502983"/>
                  </a:lnTo>
                  <a:lnTo>
                    <a:pt x="707040" y="491753"/>
                  </a:lnTo>
                  <a:lnTo>
                    <a:pt x="729135" y="480708"/>
                  </a:lnTo>
                  <a:lnTo>
                    <a:pt x="751230" y="469830"/>
                  </a:lnTo>
                  <a:lnTo>
                    <a:pt x="773325" y="459101"/>
                  </a:lnTo>
                  <a:lnTo>
                    <a:pt x="795420" y="448502"/>
                  </a:lnTo>
                  <a:lnTo>
                    <a:pt x="817515" y="438013"/>
                  </a:lnTo>
                  <a:lnTo>
                    <a:pt x="839610" y="427613"/>
                  </a:lnTo>
                  <a:lnTo>
                    <a:pt x="861705" y="417285"/>
                  </a:lnTo>
                  <a:lnTo>
                    <a:pt x="883800" y="407009"/>
                  </a:lnTo>
                  <a:lnTo>
                    <a:pt x="905895" y="396768"/>
                  </a:lnTo>
                  <a:lnTo>
                    <a:pt x="927990" y="386547"/>
                  </a:lnTo>
                  <a:lnTo>
                    <a:pt x="950085" y="376331"/>
                  </a:lnTo>
                  <a:lnTo>
                    <a:pt x="972180" y="366108"/>
                  </a:lnTo>
                  <a:lnTo>
                    <a:pt x="994275" y="355871"/>
                  </a:lnTo>
                  <a:lnTo>
                    <a:pt x="1016370" y="345610"/>
                  </a:lnTo>
                  <a:lnTo>
                    <a:pt x="1038465" y="335321"/>
                  </a:lnTo>
                  <a:lnTo>
                    <a:pt x="1060560" y="325001"/>
                  </a:lnTo>
                  <a:lnTo>
                    <a:pt x="1082655" y="314648"/>
                  </a:lnTo>
                  <a:lnTo>
                    <a:pt x="1104750" y="304262"/>
                  </a:lnTo>
                  <a:lnTo>
                    <a:pt x="1126845" y="293842"/>
                  </a:lnTo>
                  <a:lnTo>
                    <a:pt x="1148940" y="283392"/>
                  </a:lnTo>
                  <a:lnTo>
                    <a:pt x="1171035" y="272914"/>
                  </a:lnTo>
                  <a:lnTo>
                    <a:pt x="1193130" y="262411"/>
                  </a:lnTo>
                  <a:lnTo>
                    <a:pt x="1215225" y="251885"/>
                  </a:lnTo>
                  <a:lnTo>
                    <a:pt x="1237320" y="241340"/>
                  </a:lnTo>
                  <a:lnTo>
                    <a:pt x="1259415" y="230780"/>
                  </a:lnTo>
                  <a:lnTo>
                    <a:pt x="1281510" y="220208"/>
                  </a:lnTo>
                  <a:lnTo>
                    <a:pt x="1303605" y="209627"/>
                  </a:lnTo>
                  <a:lnTo>
                    <a:pt x="1325700" y="199041"/>
                  </a:lnTo>
                  <a:lnTo>
                    <a:pt x="1347795" y="188452"/>
                  </a:lnTo>
                  <a:lnTo>
                    <a:pt x="1369890" y="177864"/>
                  </a:lnTo>
                  <a:lnTo>
                    <a:pt x="1391985" y="167279"/>
                  </a:lnTo>
                  <a:lnTo>
                    <a:pt x="1414080" y="156701"/>
                  </a:lnTo>
                  <a:lnTo>
                    <a:pt x="1436175" y="146130"/>
                  </a:lnTo>
                  <a:lnTo>
                    <a:pt x="1458270" y="135570"/>
                  </a:lnTo>
                  <a:lnTo>
                    <a:pt x="1480366" y="125023"/>
                  </a:lnTo>
                  <a:lnTo>
                    <a:pt x="1502461" y="114490"/>
                  </a:lnTo>
                  <a:lnTo>
                    <a:pt x="1524556" y="103973"/>
                  </a:lnTo>
                  <a:lnTo>
                    <a:pt x="1546651" y="93474"/>
                  </a:lnTo>
                  <a:lnTo>
                    <a:pt x="1568746" y="82994"/>
                  </a:lnTo>
                  <a:lnTo>
                    <a:pt x="1590841" y="72536"/>
                  </a:lnTo>
                  <a:lnTo>
                    <a:pt x="1612936" y="62099"/>
                  </a:lnTo>
                  <a:lnTo>
                    <a:pt x="1635031" y="51685"/>
                  </a:lnTo>
                  <a:lnTo>
                    <a:pt x="1657126" y="41296"/>
                  </a:lnTo>
                  <a:lnTo>
                    <a:pt x="1679221" y="30932"/>
                  </a:lnTo>
                  <a:lnTo>
                    <a:pt x="1701316" y="20594"/>
                  </a:lnTo>
                  <a:lnTo>
                    <a:pt x="1723411" y="10283"/>
                  </a:lnTo>
                  <a:lnTo>
                    <a:pt x="174550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866" name="pl7866"/>
            <p:cNvSpPr/>
            <p:nvPr/>
          </p:nvSpPr>
          <p:spPr>
            <a:xfrm>
              <a:off x="9415978" y="5450608"/>
              <a:ext cx="1745506" cy="577932"/>
            </a:xfrm>
            <a:custGeom>
              <a:avLst/>
              <a:pathLst>
                <a:path w="1745506" h="577932">
                  <a:moveTo>
                    <a:pt x="1745506" y="110587"/>
                  </a:moveTo>
                  <a:lnTo>
                    <a:pt x="1723411" y="101136"/>
                  </a:lnTo>
                  <a:lnTo>
                    <a:pt x="1701316" y="92098"/>
                  </a:lnTo>
                  <a:lnTo>
                    <a:pt x="1679221" y="83474"/>
                  </a:lnTo>
                  <a:lnTo>
                    <a:pt x="1657126" y="75265"/>
                  </a:lnTo>
                  <a:lnTo>
                    <a:pt x="1635031" y="67472"/>
                  </a:lnTo>
                  <a:lnTo>
                    <a:pt x="1612936" y="60096"/>
                  </a:lnTo>
                  <a:lnTo>
                    <a:pt x="1590841" y="53139"/>
                  </a:lnTo>
                  <a:lnTo>
                    <a:pt x="1568746" y="46600"/>
                  </a:lnTo>
                  <a:lnTo>
                    <a:pt x="1546651" y="40482"/>
                  </a:lnTo>
                  <a:lnTo>
                    <a:pt x="1524556" y="34785"/>
                  </a:lnTo>
                  <a:lnTo>
                    <a:pt x="1502461" y="29512"/>
                  </a:lnTo>
                  <a:lnTo>
                    <a:pt x="1480366" y="24664"/>
                  </a:lnTo>
                  <a:lnTo>
                    <a:pt x="1458270" y="20243"/>
                  </a:lnTo>
                  <a:lnTo>
                    <a:pt x="1436175" y="16250"/>
                  </a:lnTo>
                  <a:lnTo>
                    <a:pt x="1414080" y="12688"/>
                  </a:lnTo>
                  <a:lnTo>
                    <a:pt x="1391985" y="9559"/>
                  </a:lnTo>
                  <a:lnTo>
                    <a:pt x="1369890" y="6865"/>
                  </a:lnTo>
                  <a:lnTo>
                    <a:pt x="1347795" y="4609"/>
                  </a:lnTo>
                  <a:lnTo>
                    <a:pt x="1325700" y="2794"/>
                  </a:lnTo>
                  <a:lnTo>
                    <a:pt x="1303605" y="1422"/>
                  </a:lnTo>
                  <a:lnTo>
                    <a:pt x="1281510" y="497"/>
                  </a:lnTo>
                  <a:lnTo>
                    <a:pt x="1259415" y="22"/>
                  </a:lnTo>
                  <a:lnTo>
                    <a:pt x="1237320" y="0"/>
                  </a:lnTo>
                  <a:lnTo>
                    <a:pt x="1215225" y="434"/>
                  </a:lnTo>
                  <a:lnTo>
                    <a:pt x="1193130" y="1328"/>
                  </a:lnTo>
                  <a:lnTo>
                    <a:pt x="1171035" y="2686"/>
                  </a:lnTo>
                  <a:lnTo>
                    <a:pt x="1148940" y="4511"/>
                  </a:lnTo>
                  <a:lnTo>
                    <a:pt x="1126845" y="6805"/>
                  </a:lnTo>
                  <a:lnTo>
                    <a:pt x="1104750" y="9571"/>
                  </a:lnTo>
                  <a:lnTo>
                    <a:pt x="1082655" y="12811"/>
                  </a:lnTo>
                  <a:lnTo>
                    <a:pt x="1060560" y="16525"/>
                  </a:lnTo>
                  <a:lnTo>
                    <a:pt x="1038465" y="20714"/>
                  </a:lnTo>
                  <a:lnTo>
                    <a:pt x="1016370" y="25375"/>
                  </a:lnTo>
                  <a:lnTo>
                    <a:pt x="994275" y="30506"/>
                  </a:lnTo>
                  <a:lnTo>
                    <a:pt x="972180" y="36101"/>
                  </a:lnTo>
                  <a:lnTo>
                    <a:pt x="950085" y="42152"/>
                  </a:lnTo>
                  <a:lnTo>
                    <a:pt x="927990" y="48651"/>
                  </a:lnTo>
                  <a:lnTo>
                    <a:pt x="905895" y="55585"/>
                  </a:lnTo>
                  <a:lnTo>
                    <a:pt x="883800" y="62941"/>
                  </a:lnTo>
                  <a:lnTo>
                    <a:pt x="861705" y="70704"/>
                  </a:lnTo>
                  <a:lnTo>
                    <a:pt x="839610" y="78855"/>
                  </a:lnTo>
                  <a:lnTo>
                    <a:pt x="817515" y="87377"/>
                  </a:lnTo>
                  <a:lnTo>
                    <a:pt x="795420" y="96249"/>
                  </a:lnTo>
                  <a:lnTo>
                    <a:pt x="773325" y="105453"/>
                  </a:lnTo>
                  <a:lnTo>
                    <a:pt x="751230" y="114969"/>
                  </a:lnTo>
                  <a:lnTo>
                    <a:pt x="729135" y="124777"/>
                  </a:lnTo>
                  <a:lnTo>
                    <a:pt x="707040" y="134858"/>
                  </a:lnTo>
                  <a:lnTo>
                    <a:pt x="684945" y="145196"/>
                  </a:lnTo>
                  <a:lnTo>
                    <a:pt x="662850" y="155773"/>
                  </a:lnTo>
                  <a:lnTo>
                    <a:pt x="640755" y="166575"/>
                  </a:lnTo>
                  <a:lnTo>
                    <a:pt x="618660" y="177588"/>
                  </a:lnTo>
                  <a:lnTo>
                    <a:pt x="596565" y="188800"/>
                  </a:lnTo>
                  <a:lnTo>
                    <a:pt x="574470" y="200200"/>
                  </a:lnTo>
                  <a:lnTo>
                    <a:pt x="552375" y="211780"/>
                  </a:lnTo>
                  <a:lnTo>
                    <a:pt x="530280" y="223532"/>
                  </a:lnTo>
                  <a:lnTo>
                    <a:pt x="508185" y="235450"/>
                  </a:lnTo>
                  <a:lnTo>
                    <a:pt x="486090" y="247529"/>
                  </a:lnTo>
                  <a:lnTo>
                    <a:pt x="463995" y="259767"/>
                  </a:lnTo>
                  <a:lnTo>
                    <a:pt x="441900" y="272163"/>
                  </a:lnTo>
                  <a:lnTo>
                    <a:pt x="419805" y="284719"/>
                  </a:lnTo>
                  <a:lnTo>
                    <a:pt x="397710" y="297436"/>
                  </a:lnTo>
                  <a:lnTo>
                    <a:pt x="375615" y="310320"/>
                  </a:lnTo>
                  <a:lnTo>
                    <a:pt x="353520" y="323380"/>
                  </a:lnTo>
                  <a:lnTo>
                    <a:pt x="331425" y="336626"/>
                  </a:lnTo>
                  <a:lnTo>
                    <a:pt x="309330" y="350072"/>
                  </a:lnTo>
                  <a:lnTo>
                    <a:pt x="287235" y="363739"/>
                  </a:lnTo>
                  <a:lnTo>
                    <a:pt x="265140" y="377648"/>
                  </a:lnTo>
                  <a:lnTo>
                    <a:pt x="243045" y="391831"/>
                  </a:lnTo>
                  <a:lnTo>
                    <a:pt x="220950" y="406320"/>
                  </a:lnTo>
                  <a:lnTo>
                    <a:pt x="198855" y="421159"/>
                  </a:lnTo>
                  <a:lnTo>
                    <a:pt x="176760" y="436393"/>
                  </a:lnTo>
                  <a:lnTo>
                    <a:pt x="154665" y="452073"/>
                  </a:lnTo>
                  <a:lnTo>
                    <a:pt x="132570" y="468253"/>
                  </a:lnTo>
                  <a:lnTo>
                    <a:pt x="110475" y="484981"/>
                  </a:lnTo>
                  <a:lnTo>
                    <a:pt x="88380" y="502300"/>
                  </a:lnTo>
                  <a:lnTo>
                    <a:pt x="66285" y="520244"/>
                  </a:lnTo>
                  <a:lnTo>
                    <a:pt x="44190" y="538829"/>
                  </a:lnTo>
                  <a:lnTo>
                    <a:pt x="22095" y="558060"/>
                  </a:lnTo>
                  <a:lnTo>
                    <a:pt x="0" y="5779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867" name="pl7867"/>
            <p:cNvSpPr/>
            <p:nvPr/>
          </p:nvSpPr>
          <p:spPr>
            <a:xfrm>
              <a:off x="9415978" y="5275529"/>
              <a:ext cx="1745506" cy="712515"/>
            </a:xfrm>
            <a:custGeom>
              <a:avLst/>
              <a:pathLst>
                <a:path w="1745506" h="712515">
                  <a:moveTo>
                    <a:pt x="0" y="712515"/>
                  </a:moveTo>
                  <a:lnTo>
                    <a:pt x="22095" y="694893"/>
                  </a:lnTo>
                  <a:lnTo>
                    <a:pt x="44190" y="677491"/>
                  </a:lnTo>
                  <a:lnTo>
                    <a:pt x="66285" y="660309"/>
                  </a:lnTo>
                  <a:lnTo>
                    <a:pt x="88380" y="643349"/>
                  </a:lnTo>
                  <a:lnTo>
                    <a:pt x="110475" y="626609"/>
                  </a:lnTo>
                  <a:lnTo>
                    <a:pt x="132570" y="610089"/>
                  </a:lnTo>
                  <a:lnTo>
                    <a:pt x="154665" y="593790"/>
                  </a:lnTo>
                  <a:lnTo>
                    <a:pt x="176760" y="577712"/>
                  </a:lnTo>
                  <a:lnTo>
                    <a:pt x="198855" y="561854"/>
                  </a:lnTo>
                  <a:lnTo>
                    <a:pt x="220950" y="546217"/>
                  </a:lnTo>
                  <a:lnTo>
                    <a:pt x="243045" y="530800"/>
                  </a:lnTo>
                  <a:lnTo>
                    <a:pt x="265140" y="515605"/>
                  </a:lnTo>
                  <a:lnTo>
                    <a:pt x="287235" y="500629"/>
                  </a:lnTo>
                  <a:lnTo>
                    <a:pt x="309330" y="485874"/>
                  </a:lnTo>
                  <a:lnTo>
                    <a:pt x="331425" y="471340"/>
                  </a:lnTo>
                  <a:lnTo>
                    <a:pt x="353520" y="457027"/>
                  </a:lnTo>
                  <a:lnTo>
                    <a:pt x="375615" y="442934"/>
                  </a:lnTo>
                  <a:lnTo>
                    <a:pt x="397710" y="429062"/>
                  </a:lnTo>
                  <a:lnTo>
                    <a:pt x="419805" y="415410"/>
                  </a:lnTo>
                  <a:lnTo>
                    <a:pt x="441900" y="401979"/>
                  </a:lnTo>
                  <a:lnTo>
                    <a:pt x="463995" y="388768"/>
                  </a:lnTo>
                  <a:lnTo>
                    <a:pt x="486090" y="375778"/>
                  </a:lnTo>
                  <a:lnTo>
                    <a:pt x="508185" y="363009"/>
                  </a:lnTo>
                  <a:lnTo>
                    <a:pt x="530280" y="350460"/>
                  </a:lnTo>
                  <a:lnTo>
                    <a:pt x="552375" y="338132"/>
                  </a:lnTo>
                  <a:lnTo>
                    <a:pt x="574470" y="326024"/>
                  </a:lnTo>
                  <a:lnTo>
                    <a:pt x="596565" y="314137"/>
                  </a:lnTo>
                  <a:lnTo>
                    <a:pt x="618660" y="302471"/>
                  </a:lnTo>
                  <a:lnTo>
                    <a:pt x="640755" y="291025"/>
                  </a:lnTo>
                  <a:lnTo>
                    <a:pt x="662850" y="279800"/>
                  </a:lnTo>
                  <a:lnTo>
                    <a:pt x="684945" y="268796"/>
                  </a:lnTo>
                  <a:lnTo>
                    <a:pt x="707040" y="258012"/>
                  </a:lnTo>
                  <a:lnTo>
                    <a:pt x="729135" y="247448"/>
                  </a:lnTo>
                  <a:lnTo>
                    <a:pt x="751230" y="237105"/>
                  </a:lnTo>
                  <a:lnTo>
                    <a:pt x="773325" y="226983"/>
                  </a:lnTo>
                  <a:lnTo>
                    <a:pt x="795420" y="217082"/>
                  </a:lnTo>
                  <a:lnTo>
                    <a:pt x="817515" y="207401"/>
                  </a:lnTo>
                  <a:lnTo>
                    <a:pt x="839610" y="197940"/>
                  </a:lnTo>
                  <a:lnTo>
                    <a:pt x="861705" y="188701"/>
                  </a:lnTo>
                  <a:lnTo>
                    <a:pt x="883800" y="179681"/>
                  </a:lnTo>
                  <a:lnTo>
                    <a:pt x="905895" y="170883"/>
                  </a:lnTo>
                  <a:lnTo>
                    <a:pt x="927990" y="162305"/>
                  </a:lnTo>
                  <a:lnTo>
                    <a:pt x="950085" y="153947"/>
                  </a:lnTo>
                  <a:lnTo>
                    <a:pt x="972180" y="145811"/>
                  </a:lnTo>
                  <a:lnTo>
                    <a:pt x="994275" y="137894"/>
                  </a:lnTo>
                  <a:lnTo>
                    <a:pt x="1016370" y="130199"/>
                  </a:lnTo>
                  <a:lnTo>
                    <a:pt x="1038465" y="122724"/>
                  </a:lnTo>
                  <a:lnTo>
                    <a:pt x="1060560" y="115469"/>
                  </a:lnTo>
                  <a:lnTo>
                    <a:pt x="1082655" y="108436"/>
                  </a:lnTo>
                  <a:lnTo>
                    <a:pt x="1104750" y="101622"/>
                  </a:lnTo>
                  <a:lnTo>
                    <a:pt x="1126845" y="95030"/>
                  </a:lnTo>
                  <a:lnTo>
                    <a:pt x="1148940" y="88658"/>
                  </a:lnTo>
                  <a:lnTo>
                    <a:pt x="1171035" y="82506"/>
                  </a:lnTo>
                  <a:lnTo>
                    <a:pt x="1193130" y="76576"/>
                  </a:lnTo>
                  <a:lnTo>
                    <a:pt x="1215225" y="70865"/>
                  </a:lnTo>
                  <a:lnTo>
                    <a:pt x="1237320" y="65376"/>
                  </a:lnTo>
                  <a:lnTo>
                    <a:pt x="1259415" y="60107"/>
                  </a:lnTo>
                  <a:lnTo>
                    <a:pt x="1281510" y="55058"/>
                  </a:lnTo>
                  <a:lnTo>
                    <a:pt x="1303605" y="50230"/>
                  </a:lnTo>
                  <a:lnTo>
                    <a:pt x="1325700" y="45623"/>
                  </a:lnTo>
                  <a:lnTo>
                    <a:pt x="1347795" y="41237"/>
                  </a:lnTo>
                  <a:lnTo>
                    <a:pt x="1369890" y="37071"/>
                  </a:lnTo>
                  <a:lnTo>
                    <a:pt x="1391985" y="33125"/>
                  </a:lnTo>
                  <a:lnTo>
                    <a:pt x="1414080" y="29400"/>
                  </a:lnTo>
                  <a:lnTo>
                    <a:pt x="1436175" y="25896"/>
                  </a:lnTo>
                  <a:lnTo>
                    <a:pt x="1458270" y="22612"/>
                  </a:lnTo>
                  <a:lnTo>
                    <a:pt x="1480366" y="19549"/>
                  </a:lnTo>
                  <a:lnTo>
                    <a:pt x="1502461" y="16707"/>
                  </a:lnTo>
                  <a:lnTo>
                    <a:pt x="1524556" y="14085"/>
                  </a:lnTo>
                  <a:lnTo>
                    <a:pt x="1546651" y="11684"/>
                  </a:lnTo>
                  <a:lnTo>
                    <a:pt x="1568746" y="9503"/>
                  </a:lnTo>
                  <a:lnTo>
                    <a:pt x="1590841" y="7543"/>
                  </a:lnTo>
                  <a:lnTo>
                    <a:pt x="1612936" y="5804"/>
                  </a:lnTo>
                  <a:lnTo>
                    <a:pt x="1635031" y="4285"/>
                  </a:lnTo>
                  <a:lnTo>
                    <a:pt x="1657126" y="2987"/>
                  </a:lnTo>
                  <a:lnTo>
                    <a:pt x="1679221" y="1909"/>
                  </a:lnTo>
                  <a:lnTo>
                    <a:pt x="1701316" y="1052"/>
                  </a:lnTo>
                  <a:lnTo>
                    <a:pt x="1723411" y="415"/>
                  </a:lnTo>
                  <a:lnTo>
                    <a:pt x="1745506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8" name="pg7868"/>
            <p:cNvSpPr/>
            <p:nvPr/>
          </p:nvSpPr>
          <p:spPr>
            <a:xfrm>
              <a:off x="9415978" y="5214165"/>
              <a:ext cx="1309129" cy="423896"/>
            </a:xfrm>
            <a:custGeom>
              <a:avLst/>
              <a:pathLst>
                <a:path w="1309129" h="423896">
                  <a:moveTo>
                    <a:pt x="0" y="378444"/>
                  </a:moveTo>
                  <a:lnTo>
                    <a:pt x="16571" y="371639"/>
                  </a:lnTo>
                  <a:lnTo>
                    <a:pt x="33142" y="364734"/>
                  </a:lnTo>
                  <a:lnTo>
                    <a:pt x="49713" y="357732"/>
                  </a:lnTo>
                  <a:lnTo>
                    <a:pt x="66285" y="350639"/>
                  </a:lnTo>
                  <a:lnTo>
                    <a:pt x="82856" y="343470"/>
                  </a:lnTo>
                  <a:lnTo>
                    <a:pt x="99427" y="336244"/>
                  </a:lnTo>
                  <a:lnTo>
                    <a:pt x="115998" y="328982"/>
                  </a:lnTo>
                  <a:lnTo>
                    <a:pt x="132570" y="321712"/>
                  </a:lnTo>
                  <a:lnTo>
                    <a:pt x="149141" y="314458"/>
                  </a:lnTo>
                  <a:lnTo>
                    <a:pt x="165712" y="307245"/>
                  </a:lnTo>
                  <a:lnTo>
                    <a:pt x="182283" y="300095"/>
                  </a:lnTo>
                  <a:lnTo>
                    <a:pt x="198855" y="293028"/>
                  </a:lnTo>
                  <a:lnTo>
                    <a:pt x="215426" y="286060"/>
                  </a:lnTo>
                  <a:lnTo>
                    <a:pt x="231997" y="279207"/>
                  </a:lnTo>
                  <a:lnTo>
                    <a:pt x="248568" y="272478"/>
                  </a:lnTo>
                  <a:lnTo>
                    <a:pt x="265140" y="265884"/>
                  </a:lnTo>
                  <a:lnTo>
                    <a:pt x="281711" y="259432"/>
                  </a:lnTo>
                  <a:lnTo>
                    <a:pt x="298282" y="253126"/>
                  </a:lnTo>
                  <a:lnTo>
                    <a:pt x="314853" y="246972"/>
                  </a:lnTo>
                  <a:lnTo>
                    <a:pt x="331425" y="240972"/>
                  </a:lnTo>
                  <a:lnTo>
                    <a:pt x="347996" y="235128"/>
                  </a:lnTo>
                  <a:lnTo>
                    <a:pt x="364567" y="229439"/>
                  </a:lnTo>
                  <a:lnTo>
                    <a:pt x="381139" y="223907"/>
                  </a:lnTo>
                  <a:lnTo>
                    <a:pt x="397710" y="218528"/>
                  </a:lnTo>
                  <a:lnTo>
                    <a:pt x="414281" y="213302"/>
                  </a:lnTo>
                  <a:lnTo>
                    <a:pt x="430852" y="208224"/>
                  </a:lnTo>
                  <a:lnTo>
                    <a:pt x="447424" y="203292"/>
                  </a:lnTo>
                  <a:lnTo>
                    <a:pt x="463995" y="198500"/>
                  </a:lnTo>
                  <a:lnTo>
                    <a:pt x="480566" y="193843"/>
                  </a:lnTo>
                  <a:lnTo>
                    <a:pt x="497137" y="189315"/>
                  </a:lnTo>
                  <a:lnTo>
                    <a:pt x="513709" y="184907"/>
                  </a:lnTo>
                  <a:lnTo>
                    <a:pt x="530280" y="180613"/>
                  </a:lnTo>
                  <a:lnTo>
                    <a:pt x="546851" y="176423"/>
                  </a:lnTo>
                  <a:lnTo>
                    <a:pt x="563422" y="172327"/>
                  </a:lnTo>
                  <a:lnTo>
                    <a:pt x="579994" y="168316"/>
                  </a:lnTo>
                  <a:lnTo>
                    <a:pt x="596565" y="164379"/>
                  </a:lnTo>
                  <a:lnTo>
                    <a:pt x="613136" y="160505"/>
                  </a:lnTo>
                  <a:lnTo>
                    <a:pt x="629707" y="156683"/>
                  </a:lnTo>
                  <a:lnTo>
                    <a:pt x="646279" y="152902"/>
                  </a:lnTo>
                  <a:lnTo>
                    <a:pt x="662850" y="149151"/>
                  </a:lnTo>
                  <a:lnTo>
                    <a:pt x="679421" y="145421"/>
                  </a:lnTo>
                  <a:lnTo>
                    <a:pt x="695992" y="141702"/>
                  </a:lnTo>
                  <a:lnTo>
                    <a:pt x="712564" y="137988"/>
                  </a:lnTo>
                  <a:lnTo>
                    <a:pt x="729135" y="134270"/>
                  </a:lnTo>
                  <a:lnTo>
                    <a:pt x="745706" y="130544"/>
                  </a:lnTo>
                  <a:lnTo>
                    <a:pt x="762278" y="126804"/>
                  </a:lnTo>
                  <a:lnTo>
                    <a:pt x="778849" y="123049"/>
                  </a:lnTo>
                  <a:lnTo>
                    <a:pt x="795420" y="119277"/>
                  </a:lnTo>
                  <a:lnTo>
                    <a:pt x="811991" y="115485"/>
                  </a:lnTo>
                  <a:lnTo>
                    <a:pt x="828563" y="111675"/>
                  </a:lnTo>
                  <a:lnTo>
                    <a:pt x="845134" y="107847"/>
                  </a:lnTo>
                  <a:lnTo>
                    <a:pt x="861705" y="104002"/>
                  </a:lnTo>
                  <a:lnTo>
                    <a:pt x="878276" y="100141"/>
                  </a:lnTo>
                  <a:lnTo>
                    <a:pt x="894848" y="96266"/>
                  </a:lnTo>
                  <a:lnTo>
                    <a:pt x="911419" y="92380"/>
                  </a:lnTo>
                  <a:lnTo>
                    <a:pt x="927990" y="88484"/>
                  </a:lnTo>
                  <a:lnTo>
                    <a:pt x="944561" y="84580"/>
                  </a:lnTo>
                  <a:lnTo>
                    <a:pt x="961133" y="80671"/>
                  </a:lnTo>
                  <a:lnTo>
                    <a:pt x="977704" y="76758"/>
                  </a:lnTo>
                  <a:lnTo>
                    <a:pt x="994275" y="72844"/>
                  </a:lnTo>
                  <a:lnTo>
                    <a:pt x="1010846" y="68930"/>
                  </a:lnTo>
                  <a:lnTo>
                    <a:pt x="1027418" y="65017"/>
                  </a:lnTo>
                  <a:lnTo>
                    <a:pt x="1043989" y="61108"/>
                  </a:lnTo>
                  <a:lnTo>
                    <a:pt x="1060560" y="57205"/>
                  </a:lnTo>
                  <a:lnTo>
                    <a:pt x="1077131" y="53307"/>
                  </a:lnTo>
                  <a:lnTo>
                    <a:pt x="1093703" y="49418"/>
                  </a:lnTo>
                  <a:lnTo>
                    <a:pt x="1110274" y="45537"/>
                  </a:lnTo>
                  <a:lnTo>
                    <a:pt x="1126845" y="41667"/>
                  </a:lnTo>
                  <a:lnTo>
                    <a:pt x="1143417" y="37808"/>
                  </a:lnTo>
                  <a:lnTo>
                    <a:pt x="1159988" y="33960"/>
                  </a:lnTo>
                  <a:lnTo>
                    <a:pt x="1176559" y="30126"/>
                  </a:lnTo>
                  <a:lnTo>
                    <a:pt x="1193130" y="26305"/>
                  </a:lnTo>
                  <a:lnTo>
                    <a:pt x="1209702" y="22499"/>
                  </a:lnTo>
                  <a:lnTo>
                    <a:pt x="1226273" y="18708"/>
                  </a:lnTo>
                  <a:lnTo>
                    <a:pt x="1242844" y="14933"/>
                  </a:lnTo>
                  <a:lnTo>
                    <a:pt x="1259415" y="11174"/>
                  </a:lnTo>
                  <a:lnTo>
                    <a:pt x="1275987" y="7431"/>
                  </a:lnTo>
                  <a:lnTo>
                    <a:pt x="1292558" y="3707"/>
                  </a:lnTo>
                  <a:lnTo>
                    <a:pt x="1309129" y="0"/>
                  </a:lnTo>
                  <a:lnTo>
                    <a:pt x="1309129" y="306966"/>
                  </a:lnTo>
                  <a:lnTo>
                    <a:pt x="1292558" y="300023"/>
                  </a:lnTo>
                  <a:lnTo>
                    <a:pt x="1275987" y="293307"/>
                  </a:lnTo>
                  <a:lnTo>
                    <a:pt x="1259415" y="286817"/>
                  </a:lnTo>
                  <a:lnTo>
                    <a:pt x="1242844" y="280554"/>
                  </a:lnTo>
                  <a:lnTo>
                    <a:pt x="1226273" y="274518"/>
                  </a:lnTo>
                  <a:lnTo>
                    <a:pt x="1209702" y="268711"/>
                  </a:lnTo>
                  <a:lnTo>
                    <a:pt x="1193130" y="263132"/>
                  </a:lnTo>
                  <a:lnTo>
                    <a:pt x="1176559" y="257782"/>
                  </a:lnTo>
                  <a:lnTo>
                    <a:pt x="1159988" y="252662"/>
                  </a:lnTo>
                  <a:lnTo>
                    <a:pt x="1143417" y="247773"/>
                  </a:lnTo>
                  <a:lnTo>
                    <a:pt x="1126845" y="243116"/>
                  </a:lnTo>
                  <a:lnTo>
                    <a:pt x="1110274" y="238691"/>
                  </a:lnTo>
                  <a:lnTo>
                    <a:pt x="1093703" y="234500"/>
                  </a:lnTo>
                  <a:lnTo>
                    <a:pt x="1077131" y="230544"/>
                  </a:lnTo>
                  <a:lnTo>
                    <a:pt x="1060560" y="226824"/>
                  </a:lnTo>
                  <a:lnTo>
                    <a:pt x="1043989" y="223341"/>
                  </a:lnTo>
                  <a:lnTo>
                    <a:pt x="1027418" y="220097"/>
                  </a:lnTo>
                  <a:lnTo>
                    <a:pt x="1010846" y="217093"/>
                  </a:lnTo>
                  <a:lnTo>
                    <a:pt x="994275" y="214331"/>
                  </a:lnTo>
                  <a:lnTo>
                    <a:pt x="977704" y="211812"/>
                  </a:lnTo>
                  <a:lnTo>
                    <a:pt x="961133" y="209539"/>
                  </a:lnTo>
                  <a:lnTo>
                    <a:pt x="944561" y="207513"/>
                  </a:lnTo>
                  <a:lnTo>
                    <a:pt x="927990" y="205736"/>
                  </a:lnTo>
                  <a:lnTo>
                    <a:pt x="911419" y="204211"/>
                  </a:lnTo>
                  <a:lnTo>
                    <a:pt x="894848" y="202939"/>
                  </a:lnTo>
                  <a:lnTo>
                    <a:pt x="878276" y="201923"/>
                  </a:lnTo>
                  <a:lnTo>
                    <a:pt x="861705" y="201164"/>
                  </a:lnTo>
                  <a:lnTo>
                    <a:pt x="845134" y="200664"/>
                  </a:lnTo>
                  <a:lnTo>
                    <a:pt x="828563" y="200425"/>
                  </a:lnTo>
                  <a:lnTo>
                    <a:pt x="811991" y="200448"/>
                  </a:lnTo>
                  <a:lnTo>
                    <a:pt x="795420" y="200734"/>
                  </a:lnTo>
                  <a:lnTo>
                    <a:pt x="778849" y="201282"/>
                  </a:lnTo>
                  <a:lnTo>
                    <a:pt x="762278" y="202091"/>
                  </a:lnTo>
                  <a:lnTo>
                    <a:pt x="745706" y="203160"/>
                  </a:lnTo>
                  <a:lnTo>
                    <a:pt x="729135" y="204486"/>
                  </a:lnTo>
                  <a:lnTo>
                    <a:pt x="712564" y="206064"/>
                  </a:lnTo>
                  <a:lnTo>
                    <a:pt x="695992" y="207888"/>
                  </a:lnTo>
                  <a:lnTo>
                    <a:pt x="679421" y="209953"/>
                  </a:lnTo>
                  <a:lnTo>
                    <a:pt x="662850" y="212250"/>
                  </a:lnTo>
                  <a:lnTo>
                    <a:pt x="646279" y="214770"/>
                  </a:lnTo>
                  <a:lnTo>
                    <a:pt x="629707" y="217503"/>
                  </a:lnTo>
                  <a:lnTo>
                    <a:pt x="613136" y="220439"/>
                  </a:lnTo>
                  <a:lnTo>
                    <a:pt x="596565" y="223566"/>
                  </a:lnTo>
                  <a:lnTo>
                    <a:pt x="579994" y="226875"/>
                  </a:lnTo>
                  <a:lnTo>
                    <a:pt x="563422" y="230353"/>
                  </a:lnTo>
                  <a:lnTo>
                    <a:pt x="546851" y="233991"/>
                  </a:lnTo>
                  <a:lnTo>
                    <a:pt x="530280" y="237777"/>
                  </a:lnTo>
                  <a:lnTo>
                    <a:pt x="513709" y="241703"/>
                  </a:lnTo>
                  <a:lnTo>
                    <a:pt x="497137" y="245760"/>
                  </a:lnTo>
                  <a:lnTo>
                    <a:pt x="480566" y="249939"/>
                  </a:lnTo>
                  <a:lnTo>
                    <a:pt x="463995" y="254234"/>
                  </a:lnTo>
                  <a:lnTo>
                    <a:pt x="447424" y="258638"/>
                  </a:lnTo>
                  <a:lnTo>
                    <a:pt x="430852" y="263145"/>
                  </a:lnTo>
                  <a:lnTo>
                    <a:pt x="414281" y="267750"/>
                  </a:lnTo>
                  <a:lnTo>
                    <a:pt x="397710" y="272451"/>
                  </a:lnTo>
                  <a:lnTo>
                    <a:pt x="381139" y="277242"/>
                  </a:lnTo>
                  <a:lnTo>
                    <a:pt x="364567" y="282124"/>
                  </a:lnTo>
                  <a:lnTo>
                    <a:pt x="347996" y="287093"/>
                  </a:lnTo>
                  <a:lnTo>
                    <a:pt x="331425" y="292150"/>
                  </a:lnTo>
                  <a:lnTo>
                    <a:pt x="314853" y="297296"/>
                  </a:lnTo>
                  <a:lnTo>
                    <a:pt x="298282" y="302531"/>
                  </a:lnTo>
                  <a:lnTo>
                    <a:pt x="281711" y="307858"/>
                  </a:lnTo>
                  <a:lnTo>
                    <a:pt x="265140" y="313283"/>
                  </a:lnTo>
                  <a:lnTo>
                    <a:pt x="248568" y="318809"/>
                  </a:lnTo>
                  <a:lnTo>
                    <a:pt x="231997" y="324444"/>
                  </a:lnTo>
                  <a:lnTo>
                    <a:pt x="215426" y="330198"/>
                  </a:lnTo>
                  <a:lnTo>
                    <a:pt x="198855" y="336083"/>
                  </a:lnTo>
                  <a:lnTo>
                    <a:pt x="182283" y="342111"/>
                  </a:lnTo>
                  <a:lnTo>
                    <a:pt x="165712" y="348300"/>
                  </a:lnTo>
                  <a:lnTo>
                    <a:pt x="149141" y="354670"/>
                  </a:lnTo>
                  <a:lnTo>
                    <a:pt x="132570" y="361242"/>
                  </a:lnTo>
                  <a:lnTo>
                    <a:pt x="115998" y="368042"/>
                  </a:lnTo>
                  <a:lnTo>
                    <a:pt x="99427" y="375095"/>
                  </a:lnTo>
                  <a:lnTo>
                    <a:pt x="82856" y="382426"/>
                  </a:lnTo>
                  <a:lnTo>
                    <a:pt x="66285" y="390058"/>
                  </a:lnTo>
                  <a:lnTo>
                    <a:pt x="49713" y="398011"/>
                  </a:lnTo>
                  <a:lnTo>
                    <a:pt x="33142" y="406298"/>
                  </a:lnTo>
                  <a:lnTo>
                    <a:pt x="16571" y="414926"/>
                  </a:lnTo>
                  <a:lnTo>
                    <a:pt x="0" y="42389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69" name="pl7869"/>
            <p:cNvSpPr/>
            <p:nvPr/>
          </p:nvSpPr>
          <p:spPr>
            <a:xfrm>
              <a:off x="9415978" y="5214165"/>
              <a:ext cx="1309129" cy="378444"/>
            </a:xfrm>
            <a:custGeom>
              <a:avLst/>
              <a:pathLst>
                <a:path w="1309129" h="378444">
                  <a:moveTo>
                    <a:pt x="0" y="378444"/>
                  </a:moveTo>
                  <a:lnTo>
                    <a:pt x="16571" y="371639"/>
                  </a:lnTo>
                  <a:lnTo>
                    <a:pt x="33142" y="364734"/>
                  </a:lnTo>
                  <a:lnTo>
                    <a:pt x="49713" y="357732"/>
                  </a:lnTo>
                  <a:lnTo>
                    <a:pt x="66285" y="350639"/>
                  </a:lnTo>
                  <a:lnTo>
                    <a:pt x="82856" y="343470"/>
                  </a:lnTo>
                  <a:lnTo>
                    <a:pt x="99427" y="336244"/>
                  </a:lnTo>
                  <a:lnTo>
                    <a:pt x="115998" y="328982"/>
                  </a:lnTo>
                  <a:lnTo>
                    <a:pt x="132570" y="321712"/>
                  </a:lnTo>
                  <a:lnTo>
                    <a:pt x="149141" y="314458"/>
                  </a:lnTo>
                  <a:lnTo>
                    <a:pt x="165712" y="307245"/>
                  </a:lnTo>
                  <a:lnTo>
                    <a:pt x="182283" y="300095"/>
                  </a:lnTo>
                  <a:lnTo>
                    <a:pt x="198855" y="293028"/>
                  </a:lnTo>
                  <a:lnTo>
                    <a:pt x="215426" y="286060"/>
                  </a:lnTo>
                  <a:lnTo>
                    <a:pt x="231997" y="279207"/>
                  </a:lnTo>
                  <a:lnTo>
                    <a:pt x="248568" y="272478"/>
                  </a:lnTo>
                  <a:lnTo>
                    <a:pt x="265140" y="265884"/>
                  </a:lnTo>
                  <a:lnTo>
                    <a:pt x="281711" y="259432"/>
                  </a:lnTo>
                  <a:lnTo>
                    <a:pt x="298282" y="253126"/>
                  </a:lnTo>
                  <a:lnTo>
                    <a:pt x="314853" y="246972"/>
                  </a:lnTo>
                  <a:lnTo>
                    <a:pt x="331425" y="240972"/>
                  </a:lnTo>
                  <a:lnTo>
                    <a:pt x="347996" y="235128"/>
                  </a:lnTo>
                  <a:lnTo>
                    <a:pt x="364567" y="229439"/>
                  </a:lnTo>
                  <a:lnTo>
                    <a:pt x="381139" y="223907"/>
                  </a:lnTo>
                  <a:lnTo>
                    <a:pt x="397710" y="218528"/>
                  </a:lnTo>
                  <a:lnTo>
                    <a:pt x="414281" y="213302"/>
                  </a:lnTo>
                  <a:lnTo>
                    <a:pt x="430852" y="208224"/>
                  </a:lnTo>
                  <a:lnTo>
                    <a:pt x="447424" y="203292"/>
                  </a:lnTo>
                  <a:lnTo>
                    <a:pt x="463995" y="198500"/>
                  </a:lnTo>
                  <a:lnTo>
                    <a:pt x="480566" y="193843"/>
                  </a:lnTo>
                  <a:lnTo>
                    <a:pt x="497137" y="189315"/>
                  </a:lnTo>
                  <a:lnTo>
                    <a:pt x="513709" y="184907"/>
                  </a:lnTo>
                  <a:lnTo>
                    <a:pt x="530280" y="180613"/>
                  </a:lnTo>
                  <a:lnTo>
                    <a:pt x="546851" y="176423"/>
                  </a:lnTo>
                  <a:lnTo>
                    <a:pt x="563422" y="172327"/>
                  </a:lnTo>
                  <a:lnTo>
                    <a:pt x="579994" y="168316"/>
                  </a:lnTo>
                  <a:lnTo>
                    <a:pt x="596565" y="164379"/>
                  </a:lnTo>
                  <a:lnTo>
                    <a:pt x="613136" y="160505"/>
                  </a:lnTo>
                  <a:lnTo>
                    <a:pt x="629707" y="156683"/>
                  </a:lnTo>
                  <a:lnTo>
                    <a:pt x="646279" y="152902"/>
                  </a:lnTo>
                  <a:lnTo>
                    <a:pt x="662850" y="149151"/>
                  </a:lnTo>
                  <a:lnTo>
                    <a:pt x="679421" y="145421"/>
                  </a:lnTo>
                  <a:lnTo>
                    <a:pt x="695992" y="141702"/>
                  </a:lnTo>
                  <a:lnTo>
                    <a:pt x="712564" y="137988"/>
                  </a:lnTo>
                  <a:lnTo>
                    <a:pt x="729135" y="134270"/>
                  </a:lnTo>
                  <a:lnTo>
                    <a:pt x="745706" y="130544"/>
                  </a:lnTo>
                  <a:lnTo>
                    <a:pt x="762278" y="126804"/>
                  </a:lnTo>
                  <a:lnTo>
                    <a:pt x="778849" y="123049"/>
                  </a:lnTo>
                  <a:lnTo>
                    <a:pt x="795420" y="119277"/>
                  </a:lnTo>
                  <a:lnTo>
                    <a:pt x="811991" y="115485"/>
                  </a:lnTo>
                  <a:lnTo>
                    <a:pt x="828563" y="111675"/>
                  </a:lnTo>
                  <a:lnTo>
                    <a:pt x="845134" y="107847"/>
                  </a:lnTo>
                  <a:lnTo>
                    <a:pt x="861705" y="104002"/>
                  </a:lnTo>
                  <a:lnTo>
                    <a:pt x="878276" y="100141"/>
                  </a:lnTo>
                  <a:lnTo>
                    <a:pt x="894848" y="96266"/>
                  </a:lnTo>
                  <a:lnTo>
                    <a:pt x="911419" y="92380"/>
                  </a:lnTo>
                  <a:lnTo>
                    <a:pt x="927990" y="88484"/>
                  </a:lnTo>
                  <a:lnTo>
                    <a:pt x="944561" y="84580"/>
                  </a:lnTo>
                  <a:lnTo>
                    <a:pt x="961133" y="80671"/>
                  </a:lnTo>
                  <a:lnTo>
                    <a:pt x="977704" y="76758"/>
                  </a:lnTo>
                  <a:lnTo>
                    <a:pt x="994275" y="72844"/>
                  </a:lnTo>
                  <a:lnTo>
                    <a:pt x="1010846" y="68930"/>
                  </a:lnTo>
                  <a:lnTo>
                    <a:pt x="1027418" y="65017"/>
                  </a:lnTo>
                  <a:lnTo>
                    <a:pt x="1043989" y="61108"/>
                  </a:lnTo>
                  <a:lnTo>
                    <a:pt x="1060560" y="57205"/>
                  </a:lnTo>
                  <a:lnTo>
                    <a:pt x="1077131" y="53307"/>
                  </a:lnTo>
                  <a:lnTo>
                    <a:pt x="1093703" y="49418"/>
                  </a:lnTo>
                  <a:lnTo>
                    <a:pt x="1110274" y="45537"/>
                  </a:lnTo>
                  <a:lnTo>
                    <a:pt x="1126845" y="41667"/>
                  </a:lnTo>
                  <a:lnTo>
                    <a:pt x="1143417" y="37808"/>
                  </a:lnTo>
                  <a:lnTo>
                    <a:pt x="1159988" y="33960"/>
                  </a:lnTo>
                  <a:lnTo>
                    <a:pt x="1176559" y="30126"/>
                  </a:lnTo>
                  <a:lnTo>
                    <a:pt x="1193130" y="26305"/>
                  </a:lnTo>
                  <a:lnTo>
                    <a:pt x="1209702" y="22499"/>
                  </a:lnTo>
                  <a:lnTo>
                    <a:pt x="1226273" y="18708"/>
                  </a:lnTo>
                  <a:lnTo>
                    <a:pt x="1242844" y="14933"/>
                  </a:lnTo>
                  <a:lnTo>
                    <a:pt x="1259415" y="11174"/>
                  </a:lnTo>
                  <a:lnTo>
                    <a:pt x="1275987" y="7431"/>
                  </a:lnTo>
                  <a:lnTo>
                    <a:pt x="1292558" y="3707"/>
                  </a:lnTo>
                  <a:lnTo>
                    <a:pt x="130912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870" name="pl7870"/>
            <p:cNvSpPr/>
            <p:nvPr/>
          </p:nvSpPr>
          <p:spPr>
            <a:xfrm>
              <a:off x="9415978" y="5414591"/>
              <a:ext cx="1309129" cy="223471"/>
            </a:xfrm>
            <a:custGeom>
              <a:avLst/>
              <a:pathLst>
                <a:path w="1309129" h="223471">
                  <a:moveTo>
                    <a:pt x="1309129" y="106540"/>
                  </a:moveTo>
                  <a:lnTo>
                    <a:pt x="1292558" y="99598"/>
                  </a:lnTo>
                  <a:lnTo>
                    <a:pt x="1275987" y="92881"/>
                  </a:lnTo>
                  <a:lnTo>
                    <a:pt x="1259415" y="86391"/>
                  </a:lnTo>
                  <a:lnTo>
                    <a:pt x="1242844" y="80128"/>
                  </a:lnTo>
                  <a:lnTo>
                    <a:pt x="1226273" y="74093"/>
                  </a:lnTo>
                  <a:lnTo>
                    <a:pt x="1209702" y="68285"/>
                  </a:lnTo>
                  <a:lnTo>
                    <a:pt x="1193130" y="62706"/>
                  </a:lnTo>
                  <a:lnTo>
                    <a:pt x="1176559" y="57356"/>
                  </a:lnTo>
                  <a:lnTo>
                    <a:pt x="1159988" y="52236"/>
                  </a:lnTo>
                  <a:lnTo>
                    <a:pt x="1143417" y="47347"/>
                  </a:lnTo>
                  <a:lnTo>
                    <a:pt x="1126845" y="42690"/>
                  </a:lnTo>
                  <a:lnTo>
                    <a:pt x="1110274" y="38266"/>
                  </a:lnTo>
                  <a:lnTo>
                    <a:pt x="1093703" y="34075"/>
                  </a:lnTo>
                  <a:lnTo>
                    <a:pt x="1077131" y="30118"/>
                  </a:lnTo>
                  <a:lnTo>
                    <a:pt x="1060560" y="26398"/>
                  </a:lnTo>
                  <a:lnTo>
                    <a:pt x="1043989" y="22915"/>
                  </a:lnTo>
                  <a:lnTo>
                    <a:pt x="1027418" y="19671"/>
                  </a:lnTo>
                  <a:lnTo>
                    <a:pt x="1010846" y="16667"/>
                  </a:lnTo>
                  <a:lnTo>
                    <a:pt x="994275" y="13905"/>
                  </a:lnTo>
                  <a:lnTo>
                    <a:pt x="977704" y="11386"/>
                  </a:lnTo>
                  <a:lnTo>
                    <a:pt x="961133" y="9113"/>
                  </a:lnTo>
                  <a:lnTo>
                    <a:pt x="944561" y="7087"/>
                  </a:lnTo>
                  <a:lnTo>
                    <a:pt x="927990" y="5310"/>
                  </a:lnTo>
                  <a:lnTo>
                    <a:pt x="911419" y="3785"/>
                  </a:lnTo>
                  <a:lnTo>
                    <a:pt x="894848" y="2513"/>
                  </a:lnTo>
                  <a:lnTo>
                    <a:pt x="878276" y="1497"/>
                  </a:lnTo>
                  <a:lnTo>
                    <a:pt x="861705" y="738"/>
                  </a:lnTo>
                  <a:lnTo>
                    <a:pt x="845134" y="238"/>
                  </a:lnTo>
                  <a:lnTo>
                    <a:pt x="828563" y="0"/>
                  </a:lnTo>
                  <a:lnTo>
                    <a:pt x="811991" y="23"/>
                  </a:lnTo>
                  <a:lnTo>
                    <a:pt x="795420" y="308"/>
                  </a:lnTo>
                  <a:lnTo>
                    <a:pt x="778849" y="856"/>
                  </a:lnTo>
                  <a:lnTo>
                    <a:pt x="762278" y="1666"/>
                  </a:lnTo>
                  <a:lnTo>
                    <a:pt x="745706" y="2735"/>
                  </a:lnTo>
                  <a:lnTo>
                    <a:pt x="729135" y="4060"/>
                  </a:lnTo>
                  <a:lnTo>
                    <a:pt x="712564" y="5638"/>
                  </a:lnTo>
                  <a:lnTo>
                    <a:pt x="695992" y="7463"/>
                  </a:lnTo>
                  <a:lnTo>
                    <a:pt x="679421" y="9527"/>
                  </a:lnTo>
                  <a:lnTo>
                    <a:pt x="662850" y="11824"/>
                  </a:lnTo>
                  <a:lnTo>
                    <a:pt x="646279" y="14344"/>
                  </a:lnTo>
                  <a:lnTo>
                    <a:pt x="629707" y="17077"/>
                  </a:lnTo>
                  <a:lnTo>
                    <a:pt x="613136" y="20013"/>
                  </a:lnTo>
                  <a:lnTo>
                    <a:pt x="596565" y="23141"/>
                  </a:lnTo>
                  <a:lnTo>
                    <a:pt x="579994" y="26449"/>
                  </a:lnTo>
                  <a:lnTo>
                    <a:pt x="563422" y="29927"/>
                  </a:lnTo>
                  <a:lnTo>
                    <a:pt x="546851" y="33565"/>
                  </a:lnTo>
                  <a:lnTo>
                    <a:pt x="530280" y="37351"/>
                  </a:lnTo>
                  <a:lnTo>
                    <a:pt x="513709" y="41278"/>
                  </a:lnTo>
                  <a:lnTo>
                    <a:pt x="497137" y="45334"/>
                  </a:lnTo>
                  <a:lnTo>
                    <a:pt x="480566" y="49514"/>
                  </a:lnTo>
                  <a:lnTo>
                    <a:pt x="463995" y="53808"/>
                  </a:lnTo>
                  <a:lnTo>
                    <a:pt x="447424" y="58212"/>
                  </a:lnTo>
                  <a:lnTo>
                    <a:pt x="430852" y="62719"/>
                  </a:lnTo>
                  <a:lnTo>
                    <a:pt x="414281" y="67324"/>
                  </a:lnTo>
                  <a:lnTo>
                    <a:pt x="397710" y="72025"/>
                  </a:lnTo>
                  <a:lnTo>
                    <a:pt x="381139" y="76817"/>
                  </a:lnTo>
                  <a:lnTo>
                    <a:pt x="364567" y="81698"/>
                  </a:lnTo>
                  <a:lnTo>
                    <a:pt x="347996" y="86667"/>
                  </a:lnTo>
                  <a:lnTo>
                    <a:pt x="331425" y="91725"/>
                  </a:lnTo>
                  <a:lnTo>
                    <a:pt x="314853" y="96870"/>
                  </a:lnTo>
                  <a:lnTo>
                    <a:pt x="298282" y="102105"/>
                  </a:lnTo>
                  <a:lnTo>
                    <a:pt x="281711" y="107433"/>
                  </a:lnTo>
                  <a:lnTo>
                    <a:pt x="265140" y="112857"/>
                  </a:lnTo>
                  <a:lnTo>
                    <a:pt x="248568" y="118383"/>
                  </a:lnTo>
                  <a:lnTo>
                    <a:pt x="231997" y="124019"/>
                  </a:lnTo>
                  <a:lnTo>
                    <a:pt x="215426" y="129773"/>
                  </a:lnTo>
                  <a:lnTo>
                    <a:pt x="198855" y="135657"/>
                  </a:lnTo>
                  <a:lnTo>
                    <a:pt x="182283" y="141685"/>
                  </a:lnTo>
                  <a:lnTo>
                    <a:pt x="165712" y="147874"/>
                  </a:lnTo>
                  <a:lnTo>
                    <a:pt x="149141" y="154244"/>
                  </a:lnTo>
                  <a:lnTo>
                    <a:pt x="132570" y="160816"/>
                  </a:lnTo>
                  <a:lnTo>
                    <a:pt x="115998" y="167616"/>
                  </a:lnTo>
                  <a:lnTo>
                    <a:pt x="99427" y="174669"/>
                  </a:lnTo>
                  <a:lnTo>
                    <a:pt x="82856" y="182000"/>
                  </a:lnTo>
                  <a:lnTo>
                    <a:pt x="66285" y="189632"/>
                  </a:lnTo>
                  <a:lnTo>
                    <a:pt x="49713" y="197585"/>
                  </a:lnTo>
                  <a:lnTo>
                    <a:pt x="33142" y="205872"/>
                  </a:lnTo>
                  <a:lnTo>
                    <a:pt x="16571" y="214500"/>
                  </a:lnTo>
                  <a:lnTo>
                    <a:pt x="0" y="2234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871" name="pl7871"/>
            <p:cNvSpPr/>
            <p:nvPr/>
          </p:nvSpPr>
          <p:spPr>
            <a:xfrm>
              <a:off x="9415978" y="5356092"/>
              <a:ext cx="1309129" cy="259244"/>
            </a:xfrm>
            <a:custGeom>
              <a:avLst/>
              <a:pathLst>
                <a:path w="1309129" h="259244">
                  <a:moveTo>
                    <a:pt x="0" y="259244"/>
                  </a:moveTo>
                  <a:lnTo>
                    <a:pt x="16571" y="251356"/>
                  </a:lnTo>
                  <a:lnTo>
                    <a:pt x="33142" y="243589"/>
                  </a:lnTo>
                  <a:lnTo>
                    <a:pt x="49713" y="235945"/>
                  </a:lnTo>
                  <a:lnTo>
                    <a:pt x="66285" y="228422"/>
                  </a:lnTo>
                  <a:lnTo>
                    <a:pt x="82856" y="221022"/>
                  </a:lnTo>
                  <a:lnTo>
                    <a:pt x="99427" y="213743"/>
                  </a:lnTo>
                  <a:lnTo>
                    <a:pt x="115998" y="206586"/>
                  </a:lnTo>
                  <a:lnTo>
                    <a:pt x="132570" y="199551"/>
                  </a:lnTo>
                  <a:lnTo>
                    <a:pt x="149141" y="192637"/>
                  </a:lnTo>
                  <a:lnTo>
                    <a:pt x="165712" y="185846"/>
                  </a:lnTo>
                  <a:lnTo>
                    <a:pt x="182283" y="179177"/>
                  </a:lnTo>
                  <a:lnTo>
                    <a:pt x="198855" y="172629"/>
                  </a:lnTo>
                  <a:lnTo>
                    <a:pt x="215426" y="166203"/>
                  </a:lnTo>
                  <a:lnTo>
                    <a:pt x="231997" y="159899"/>
                  </a:lnTo>
                  <a:lnTo>
                    <a:pt x="248568" y="153717"/>
                  </a:lnTo>
                  <a:lnTo>
                    <a:pt x="265140" y="147657"/>
                  </a:lnTo>
                  <a:lnTo>
                    <a:pt x="281711" y="141719"/>
                  </a:lnTo>
                  <a:lnTo>
                    <a:pt x="298282" y="135902"/>
                  </a:lnTo>
                  <a:lnTo>
                    <a:pt x="314853" y="130208"/>
                  </a:lnTo>
                  <a:lnTo>
                    <a:pt x="331425" y="124635"/>
                  </a:lnTo>
                  <a:lnTo>
                    <a:pt x="347996" y="119184"/>
                  </a:lnTo>
                  <a:lnTo>
                    <a:pt x="364567" y="113855"/>
                  </a:lnTo>
                  <a:lnTo>
                    <a:pt x="381139" y="108648"/>
                  </a:lnTo>
                  <a:lnTo>
                    <a:pt x="397710" y="103563"/>
                  </a:lnTo>
                  <a:lnTo>
                    <a:pt x="414281" y="98600"/>
                  </a:lnTo>
                  <a:lnTo>
                    <a:pt x="430852" y="93758"/>
                  </a:lnTo>
                  <a:lnTo>
                    <a:pt x="447424" y="89039"/>
                  </a:lnTo>
                  <a:lnTo>
                    <a:pt x="463995" y="84441"/>
                  </a:lnTo>
                  <a:lnTo>
                    <a:pt x="480566" y="79965"/>
                  </a:lnTo>
                  <a:lnTo>
                    <a:pt x="497137" y="75611"/>
                  </a:lnTo>
                  <a:lnTo>
                    <a:pt x="513709" y="71379"/>
                  </a:lnTo>
                  <a:lnTo>
                    <a:pt x="530280" y="67269"/>
                  </a:lnTo>
                  <a:lnTo>
                    <a:pt x="546851" y="63280"/>
                  </a:lnTo>
                  <a:lnTo>
                    <a:pt x="563422" y="59414"/>
                  </a:lnTo>
                  <a:lnTo>
                    <a:pt x="579994" y="55669"/>
                  </a:lnTo>
                  <a:lnTo>
                    <a:pt x="596565" y="52046"/>
                  </a:lnTo>
                  <a:lnTo>
                    <a:pt x="613136" y="48545"/>
                  </a:lnTo>
                  <a:lnTo>
                    <a:pt x="629707" y="45166"/>
                  </a:lnTo>
                  <a:lnTo>
                    <a:pt x="646279" y="41909"/>
                  </a:lnTo>
                  <a:lnTo>
                    <a:pt x="662850" y="38774"/>
                  </a:lnTo>
                  <a:lnTo>
                    <a:pt x="679421" y="35761"/>
                  </a:lnTo>
                  <a:lnTo>
                    <a:pt x="695992" y="32869"/>
                  </a:lnTo>
                  <a:lnTo>
                    <a:pt x="712564" y="30099"/>
                  </a:lnTo>
                  <a:lnTo>
                    <a:pt x="729135" y="27452"/>
                  </a:lnTo>
                  <a:lnTo>
                    <a:pt x="745706" y="24926"/>
                  </a:lnTo>
                  <a:lnTo>
                    <a:pt x="762278" y="22522"/>
                  </a:lnTo>
                  <a:lnTo>
                    <a:pt x="778849" y="20239"/>
                  </a:lnTo>
                  <a:lnTo>
                    <a:pt x="795420" y="18079"/>
                  </a:lnTo>
                  <a:lnTo>
                    <a:pt x="811991" y="16041"/>
                  </a:lnTo>
                  <a:lnTo>
                    <a:pt x="828563" y="14124"/>
                  </a:lnTo>
                  <a:lnTo>
                    <a:pt x="845134" y="12329"/>
                  </a:lnTo>
                  <a:lnTo>
                    <a:pt x="861705" y="10656"/>
                  </a:lnTo>
                  <a:lnTo>
                    <a:pt x="878276" y="9105"/>
                  </a:lnTo>
                  <a:lnTo>
                    <a:pt x="894848" y="7676"/>
                  </a:lnTo>
                  <a:lnTo>
                    <a:pt x="911419" y="6369"/>
                  </a:lnTo>
                  <a:lnTo>
                    <a:pt x="927990" y="5184"/>
                  </a:lnTo>
                  <a:lnTo>
                    <a:pt x="944561" y="4120"/>
                  </a:lnTo>
                  <a:lnTo>
                    <a:pt x="961133" y="3179"/>
                  </a:lnTo>
                  <a:lnTo>
                    <a:pt x="977704" y="2359"/>
                  </a:lnTo>
                  <a:lnTo>
                    <a:pt x="994275" y="1661"/>
                  </a:lnTo>
                  <a:lnTo>
                    <a:pt x="1010846" y="1085"/>
                  </a:lnTo>
                  <a:lnTo>
                    <a:pt x="1027418" y="631"/>
                  </a:lnTo>
                  <a:lnTo>
                    <a:pt x="1043989" y="298"/>
                  </a:lnTo>
                  <a:lnTo>
                    <a:pt x="1060560" y="88"/>
                  </a:lnTo>
                  <a:lnTo>
                    <a:pt x="1077131" y="0"/>
                  </a:lnTo>
                  <a:lnTo>
                    <a:pt x="1093703" y="33"/>
                  </a:lnTo>
                  <a:lnTo>
                    <a:pt x="1110274" y="188"/>
                  </a:lnTo>
                  <a:lnTo>
                    <a:pt x="1126845" y="465"/>
                  </a:lnTo>
                  <a:lnTo>
                    <a:pt x="1143417" y="864"/>
                  </a:lnTo>
                  <a:lnTo>
                    <a:pt x="1159988" y="1385"/>
                  </a:lnTo>
                  <a:lnTo>
                    <a:pt x="1176559" y="2028"/>
                  </a:lnTo>
                  <a:lnTo>
                    <a:pt x="1193130" y="2792"/>
                  </a:lnTo>
                  <a:lnTo>
                    <a:pt x="1209702" y="3678"/>
                  </a:lnTo>
                  <a:lnTo>
                    <a:pt x="1226273" y="4687"/>
                  </a:lnTo>
                  <a:lnTo>
                    <a:pt x="1242844" y="5817"/>
                  </a:lnTo>
                  <a:lnTo>
                    <a:pt x="1259415" y="7069"/>
                  </a:lnTo>
                  <a:lnTo>
                    <a:pt x="1275987" y="8443"/>
                  </a:lnTo>
                  <a:lnTo>
                    <a:pt x="1292558" y="9939"/>
                  </a:lnTo>
                  <a:lnTo>
                    <a:pt x="1309129" y="11556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2" name="tx7872"/>
            <p:cNvSpPr/>
            <p:nvPr/>
          </p:nvSpPr>
          <p:spPr>
            <a:xfrm>
              <a:off x="9424705" y="4738397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7873" name="tx7873"/>
            <p:cNvSpPr/>
            <p:nvPr/>
          </p:nvSpPr>
          <p:spPr>
            <a:xfrm>
              <a:off x="9498452" y="4713511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874" name="tx7874"/>
            <p:cNvSpPr/>
            <p:nvPr/>
          </p:nvSpPr>
          <p:spPr>
            <a:xfrm>
              <a:off x="9533061" y="480203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7875" name="tx7875"/>
            <p:cNvSpPr/>
            <p:nvPr/>
          </p:nvSpPr>
          <p:spPr>
            <a:xfrm>
              <a:off x="9557413" y="4775424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7876" name="tx7876"/>
            <p:cNvSpPr/>
            <p:nvPr/>
          </p:nvSpPr>
          <p:spPr>
            <a:xfrm>
              <a:off x="9609329" y="4802033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7877" name="tx7877"/>
            <p:cNvSpPr/>
            <p:nvPr/>
          </p:nvSpPr>
          <p:spPr>
            <a:xfrm>
              <a:off x="9633681" y="4737051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7878" name="tx7878"/>
            <p:cNvSpPr/>
            <p:nvPr/>
          </p:nvSpPr>
          <p:spPr>
            <a:xfrm>
              <a:off x="9424705" y="4831389"/>
              <a:ext cx="64200" cy="6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7879" name="tx7879"/>
            <p:cNvSpPr/>
            <p:nvPr/>
          </p:nvSpPr>
          <p:spPr>
            <a:xfrm>
              <a:off x="9498452" y="4806503"/>
              <a:ext cx="34609" cy="44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880" name="tx7880"/>
            <p:cNvSpPr/>
            <p:nvPr/>
          </p:nvSpPr>
          <p:spPr>
            <a:xfrm>
              <a:off x="9533061" y="489502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7881" name="tx7881"/>
            <p:cNvSpPr/>
            <p:nvPr/>
          </p:nvSpPr>
          <p:spPr>
            <a:xfrm>
              <a:off x="9557413" y="4868416"/>
              <a:ext cx="51916" cy="26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7882" name="tx7882"/>
            <p:cNvSpPr/>
            <p:nvPr/>
          </p:nvSpPr>
          <p:spPr>
            <a:xfrm>
              <a:off x="9609329" y="4895025"/>
              <a:ext cx="24351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7883" name="tx7883"/>
            <p:cNvSpPr/>
            <p:nvPr/>
          </p:nvSpPr>
          <p:spPr>
            <a:xfrm>
              <a:off x="9633681" y="4830043"/>
              <a:ext cx="173025" cy="64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0.14</a:t>
              </a:r>
            </a:p>
          </p:txBody>
        </p:sp>
        <p:sp>
          <p:nvSpPr>
            <p:cNvPr id="7884" name="tx7884"/>
            <p:cNvSpPr/>
            <p:nvPr/>
          </p:nvSpPr>
          <p:spPr>
            <a:xfrm>
              <a:off x="6240573" y="4538614"/>
              <a:ext cx="264259" cy="45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fSARA.ax</a:t>
              </a:r>
            </a:p>
          </p:txBody>
        </p:sp>
        <p:sp>
          <p:nvSpPr>
            <p:cNvPr id="7885" name="tx7885"/>
            <p:cNvSpPr/>
            <p:nvPr/>
          </p:nvSpPr>
          <p:spPr>
            <a:xfrm>
              <a:off x="8230793" y="4527273"/>
              <a:ext cx="199846" cy="564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dummy</a:t>
              </a:r>
            </a:p>
          </p:txBody>
        </p:sp>
        <p:sp>
          <p:nvSpPr>
            <p:cNvPr id="7886" name="tx7886"/>
            <p:cNvSpPr/>
            <p:nvPr/>
          </p:nvSpPr>
          <p:spPr>
            <a:xfrm>
              <a:off x="10141317" y="4527243"/>
              <a:ext cx="294828" cy="56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s4f.speech</a:t>
              </a:r>
            </a:p>
          </p:txBody>
        </p:sp>
        <p:sp>
          <p:nvSpPr>
            <p:cNvPr id="7887" name="tx7887"/>
            <p:cNvSpPr/>
            <p:nvPr/>
          </p:nvSpPr>
          <p:spPr>
            <a:xfrm>
              <a:off x="6249041" y="2432994"/>
              <a:ext cx="247322" cy="45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7888" name="tx7888"/>
            <p:cNvSpPr/>
            <p:nvPr/>
          </p:nvSpPr>
          <p:spPr>
            <a:xfrm>
              <a:off x="8217235" y="2432994"/>
              <a:ext cx="226962" cy="45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SARA.ki</a:t>
              </a:r>
            </a:p>
          </p:txBody>
        </p:sp>
        <p:sp>
          <p:nvSpPr>
            <p:cNvPr id="7889" name="tx7889"/>
            <p:cNvSpPr/>
            <p:nvPr/>
          </p:nvSpPr>
          <p:spPr>
            <a:xfrm>
              <a:off x="10149785" y="2422367"/>
              <a:ext cx="277891" cy="557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s4.speech</a:t>
              </a:r>
            </a:p>
          </p:txBody>
        </p:sp>
        <p:sp>
          <p:nvSpPr>
            <p:cNvPr id="7890" name="tx7890"/>
            <p:cNvSpPr/>
            <p:nvPr/>
          </p:nvSpPr>
          <p:spPr>
            <a:xfrm>
              <a:off x="6272749" y="328147"/>
              <a:ext cx="199905" cy="44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ADL.ax</a:t>
              </a:r>
            </a:p>
          </p:txBody>
        </p:sp>
        <p:sp>
          <p:nvSpPr>
            <p:cNvPr id="7891" name="tx7891"/>
            <p:cNvSpPr/>
            <p:nvPr/>
          </p:nvSpPr>
          <p:spPr>
            <a:xfrm>
              <a:off x="8229052" y="316747"/>
              <a:ext cx="203328" cy="557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ADL.ap</a:t>
              </a:r>
            </a:p>
          </p:txBody>
        </p:sp>
        <p:sp>
          <p:nvSpPr>
            <p:cNvPr id="7892" name="tx7892"/>
            <p:cNvSpPr/>
            <p:nvPr/>
          </p:nvSpPr>
          <p:spPr>
            <a:xfrm>
              <a:off x="10197246" y="328147"/>
              <a:ext cx="182969" cy="44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ADL.bl</a:t>
              </a:r>
            </a:p>
          </p:txBody>
        </p:sp>
        <p:sp>
          <p:nvSpPr>
            <p:cNvPr id="7893" name="tx7893"/>
            <p:cNvSpPr/>
            <p:nvPr/>
          </p:nvSpPr>
          <p:spPr>
            <a:xfrm>
              <a:off x="5457578" y="6513596"/>
              <a:ext cx="84742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894" name="tx7894"/>
            <p:cNvSpPr/>
            <p:nvPr/>
          </p:nvSpPr>
          <p:spPr>
            <a:xfrm>
              <a:off x="5821225" y="6513596"/>
              <a:ext cx="84742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7895" name="tx7895"/>
            <p:cNvSpPr/>
            <p:nvPr/>
          </p:nvSpPr>
          <p:spPr>
            <a:xfrm>
              <a:off x="6184872" y="6513596"/>
              <a:ext cx="84742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7896" name="tx7896"/>
            <p:cNvSpPr/>
            <p:nvPr/>
          </p:nvSpPr>
          <p:spPr>
            <a:xfrm>
              <a:off x="6548519" y="6514340"/>
              <a:ext cx="84742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7897" name="tx7897"/>
            <p:cNvSpPr/>
            <p:nvPr/>
          </p:nvSpPr>
          <p:spPr>
            <a:xfrm>
              <a:off x="6895215" y="6513596"/>
              <a:ext cx="118645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7898" name="tx7898"/>
            <p:cNvSpPr/>
            <p:nvPr/>
          </p:nvSpPr>
          <p:spPr>
            <a:xfrm>
              <a:off x="7258862" y="6513596"/>
              <a:ext cx="118645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12.5</a:t>
              </a:r>
            </a:p>
          </p:txBody>
        </p:sp>
        <p:sp>
          <p:nvSpPr>
            <p:cNvPr id="7899" name="tx7899"/>
            <p:cNvSpPr/>
            <p:nvPr/>
          </p:nvSpPr>
          <p:spPr>
            <a:xfrm>
              <a:off x="9399026" y="6513596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00" name="tx7900"/>
            <p:cNvSpPr/>
            <p:nvPr/>
          </p:nvSpPr>
          <p:spPr>
            <a:xfrm>
              <a:off x="9835403" y="6514340"/>
              <a:ext cx="33903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7901" name="tx7901"/>
            <p:cNvSpPr/>
            <p:nvPr/>
          </p:nvSpPr>
          <p:spPr>
            <a:xfrm>
              <a:off x="10271780" y="6514340"/>
              <a:ext cx="33903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902" name="tx7902"/>
            <p:cNvSpPr/>
            <p:nvPr/>
          </p:nvSpPr>
          <p:spPr>
            <a:xfrm>
              <a:off x="10708156" y="6513566"/>
              <a:ext cx="33903" cy="445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7903" name="tx7903"/>
            <p:cNvSpPr/>
            <p:nvPr/>
          </p:nvSpPr>
          <p:spPr>
            <a:xfrm>
              <a:off x="11144533" y="6514518"/>
              <a:ext cx="33903" cy="4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904" name="tx7904"/>
            <p:cNvSpPr/>
            <p:nvPr/>
          </p:nvSpPr>
          <p:spPr>
            <a:xfrm>
              <a:off x="5482997" y="440797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05" name="tx7905"/>
            <p:cNvSpPr/>
            <p:nvPr/>
          </p:nvSpPr>
          <p:spPr>
            <a:xfrm>
              <a:off x="5967860" y="4408749"/>
              <a:ext cx="33903" cy="437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906" name="tx7906"/>
            <p:cNvSpPr/>
            <p:nvPr/>
          </p:nvSpPr>
          <p:spPr>
            <a:xfrm>
              <a:off x="6435772" y="4407975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907" name="tx7907"/>
            <p:cNvSpPr/>
            <p:nvPr/>
          </p:nvSpPr>
          <p:spPr>
            <a:xfrm>
              <a:off x="6920634" y="4407975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7908" name="tx7908"/>
            <p:cNvSpPr/>
            <p:nvPr/>
          </p:nvSpPr>
          <p:spPr>
            <a:xfrm>
              <a:off x="7441012" y="440797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09" name="tx7909"/>
            <p:cNvSpPr/>
            <p:nvPr/>
          </p:nvSpPr>
          <p:spPr>
            <a:xfrm>
              <a:off x="7986483" y="4408749"/>
              <a:ext cx="33903" cy="437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910" name="tx7910"/>
            <p:cNvSpPr/>
            <p:nvPr/>
          </p:nvSpPr>
          <p:spPr>
            <a:xfrm>
              <a:off x="8515002" y="4407975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911" name="tx7911"/>
            <p:cNvSpPr/>
            <p:nvPr/>
          </p:nvSpPr>
          <p:spPr>
            <a:xfrm>
              <a:off x="9060472" y="4407975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7912" name="tx7912"/>
            <p:cNvSpPr/>
            <p:nvPr/>
          </p:nvSpPr>
          <p:spPr>
            <a:xfrm>
              <a:off x="9399026" y="440797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13" name="tx7913"/>
            <p:cNvSpPr/>
            <p:nvPr/>
          </p:nvSpPr>
          <p:spPr>
            <a:xfrm>
              <a:off x="9980862" y="4408720"/>
              <a:ext cx="33903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914" name="tx7914"/>
            <p:cNvSpPr/>
            <p:nvPr/>
          </p:nvSpPr>
          <p:spPr>
            <a:xfrm>
              <a:off x="10562697" y="4408898"/>
              <a:ext cx="33903" cy="4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915" name="tx7915"/>
            <p:cNvSpPr/>
            <p:nvPr/>
          </p:nvSpPr>
          <p:spPr>
            <a:xfrm>
              <a:off x="11144533" y="440797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7916" name="tx7916"/>
            <p:cNvSpPr/>
            <p:nvPr/>
          </p:nvSpPr>
          <p:spPr>
            <a:xfrm>
              <a:off x="5482997" y="230235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17" name="tx7917"/>
            <p:cNvSpPr/>
            <p:nvPr/>
          </p:nvSpPr>
          <p:spPr>
            <a:xfrm>
              <a:off x="5919374" y="2303100"/>
              <a:ext cx="33903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918" name="tx7918"/>
            <p:cNvSpPr/>
            <p:nvPr/>
          </p:nvSpPr>
          <p:spPr>
            <a:xfrm>
              <a:off x="6355751" y="2303278"/>
              <a:ext cx="33903" cy="4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919" name="tx7919"/>
            <p:cNvSpPr/>
            <p:nvPr/>
          </p:nvSpPr>
          <p:spPr>
            <a:xfrm>
              <a:off x="6792127" y="230235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7920" name="tx7920"/>
            <p:cNvSpPr/>
            <p:nvPr/>
          </p:nvSpPr>
          <p:spPr>
            <a:xfrm>
              <a:off x="7228504" y="230235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7921" name="tx7921"/>
            <p:cNvSpPr/>
            <p:nvPr/>
          </p:nvSpPr>
          <p:spPr>
            <a:xfrm>
              <a:off x="7415592" y="2302355"/>
              <a:ext cx="84742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922" name="tx7922"/>
            <p:cNvSpPr/>
            <p:nvPr/>
          </p:nvSpPr>
          <p:spPr>
            <a:xfrm>
              <a:off x="7779239" y="2302355"/>
              <a:ext cx="84742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7923" name="tx7923"/>
            <p:cNvSpPr/>
            <p:nvPr/>
          </p:nvSpPr>
          <p:spPr>
            <a:xfrm>
              <a:off x="8142886" y="2302355"/>
              <a:ext cx="84742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7924" name="tx7924"/>
            <p:cNvSpPr/>
            <p:nvPr/>
          </p:nvSpPr>
          <p:spPr>
            <a:xfrm>
              <a:off x="8506533" y="2303100"/>
              <a:ext cx="84742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7925" name="tx7925"/>
            <p:cNvSpPr/>
            <p:nvPr/>
          </p:nvSpPr>
          <p:spPr>
            <a:xfrm>
              <a:off x="8853229" y="2302355"/>
              <a:ext cx="118645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7926" name="tx7926"/>
            <p:cNvSpPr/>
            <p:nvPr/>
          </p:nvSpPr>
          <p:spPr>
            <a:xfrm>
              <a:off x="9216876" y="2302355"/>
              <a:ext cx="118645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12.5</a:t>
              </a:r>
            </a:p>
          </p:txBody>
        </p:sp>
        <p:sp>
          <p:nvSpPr>
            <p:cNvPr id="7927" name="tx7927"/>
            <p:cNvSpPr/>
            <p:nvPr/>
          </p:nvSpPr>
          <p:spPr>
            <a:xfrm>
              <a:off x="9399026" y="230235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28" name="tx7928"/>
            <p:cNvSpPr/>
            <p:nvPr/>
          </p:nvSpPr>
          <p:spPr>
            <a:xfrm>
              <a:off x="9897742" y="2303100"/>
              <a:ext cx="33903" cy="438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929" name="tx7929"/>
            <p:cNvSpPr/>
            <p:nvPr/>
          </p:nvSpPr>
          <p:spPr>
            <a:xfrm>
              <a:off x="10396459" y="2303278"/>
              <a:ext cx="33903" cy="43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930" name="tx7930"/>
            <p:cNvSpPr/>
            <p:nvPr/>
          </p:nvSpPr>
          <p:spPr>
            <a:xfrm>
              <a:off x="10895175" y="2302355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7931" name="tx7931"/>
            <p:cNvSpPr/>
            <p:nvPr/>
          </p:nvSpPr>
          <p:spPr>
            <a:xfrm>
              <a:off x="5344609" y="2161837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32" name="tx7932"/>
            <p:cNvSpPr/>
            <p:nvPr/>
          </p:nvSpPr>
          <p:spPr>
            <a:xfrm>
              <a:off x="5310706" y="1796072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933" name="tx7933"/>
            <p:cNvSpPr/>
            <p:nvPr/>
          </p:nvSpPr>
          <p:spPr>
            <a:xfrm>
              <a:off x="5310706" y="1430308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934" name="tx7934"/>
            <p:cNvSpPr/>
            <p:nvPr/>
          </p:nvSpPr>
          <p:spPr>
            <a:xfrm>
              <a:off x="5310706" y="1064513"/>
              <a:ext cx="67806" cy="445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7935" name="tx7935"/>
            <p:cNvSpPr/>
            <p:nvPr/>
          </p:nvSpPr>
          <p:spPr>
            <a:xfrm>
              <a:off x="5310706" y="698778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7936" name="tx7936"/>
            <p:cNvSpPr/>
            <p:nvPr/>
          </p:nvSpPr>
          <p:spPr>
            <a:xfrm>
              <a:off x="5344609" y="4267457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37" name="tx7937"/>
            <p:cNvSpPr/>
            <p:nvPr/>
          </p:nvSpPr>
          <p:spPr>
            <a:xfrm>
              <a:off x="5310706" y="3901692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938" name="tx7938"/>
            <p:cNvSpPr/>
            <p:nvPr/>
          </p:nvSpPr>
          <p:spPr>
            <a:xfrm>
              <a:off x="5310706" y="3535928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939" name="tx7939"/>
            <p:cNvSpPr/>
            <p:nvPr/>
          </p:nvSpPr>
          <p:spPr>
            <a:xfrm>
              <a:off x="5310706" y="3170133"/>
              <a:ext cx="67806" cy="445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7940" name="tx7940"/>
            <p:cNvSpPr/>
            <p:nvPr/>
          </p:nvSpPr>
          <p:spPr>
            <a:xfrm>
              <a:off x="5310706" y="2804398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7941" name="tx7941"/>
            <p:cNvSpPr/>
            <p:nvPr/>
          </p:nvSpPr>
          <p:spPr>
            <a:xfrm>
              <a:off x="5344609" y="6373077"/>
              <a:ext cx="33903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42" name="tx7942"/>
            <p:cNvSpPr/>
            <p:nvPr/>
          </p:nvSpPr>
          <p:spPr>
            <a:xfrm>
              <a:off x="5310706" y="6007312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943" name="tx7943"/>
            <p:cNvSpPr/>
            <p:nvPr/>
          </p:nvSpPr>
          <p:spPr>
            <a:xfrm>
              <a:off x="5310706" y="5641548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944" name="tx7944"/>
            <p:cNvSpPr/>
            <p:nvPr/>
          </p:nvSpPr>
          <p:spPr>
            <a:xfrm>
              <a:off x="5310706" y="5275753"/>
              <a:ext cx="67806" cy="445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7945" name="tx7945"/>
            <p:cNvSpPr/>
            <p:nvPr/>
          </p:nvSpPr>
          <p:spPr>
            <a:xfrm>
              <a:off x="5310706" y="4910018"/>
              <a:ext cx="67806" cy="44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7946" name="tx7946"/>
            <p:cNvSpPr/>
            <p:nvPr/>
          </p:nvSpPr>
          <p:spPr>
            <a:xfrm>
              <a:off x="8260823" y="6589069"/>
              <a:ext cx="139786" cy="554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aval</a:t>
              </a:r>
            </a:p>
          </p:txBody>
        </p:sp>
        <p:sp>
          <p:nvSpPr>
            <p:cNvPr id="7947" name="tx7947"/>
            <p:cNvSpPr/>
            <p:nvPr/>
          </p:nvSpPr>
          <p:spPr>
            <a:xfrm rot="-5400000">
              <a:off x="4863009" y="3409062"/>
              <a:ext cx="753851" cy="715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Upright Stability Score</a:t>
              </a:r>
            </a:p>
          </p:txBody>
        </p:sp>
        <p:sp>
          <p:nvSpPr>
            <p:cNvPr id="7948" name="tx7948"/>
            <p:cNvSpPr/>
            <p:nvPr/>
          </p:nvSpPr>
          <p:spPr>
            <a:xfrm>
              <a:off x="11362632" y="3162144"/>
              <a:ext cx="330435" cy="715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Genotype</a:t>
              </a:r>
            </a:p>
          </p:txBody>
        </p:sp>
        <p:sp>
          <p:nvSpPr>
            <p:cNvPr id="7949" name="pt7949"/>
            <p:cNvSpPr/>
            <p:nvPr/>
          </p:nvSpPr>
          <p:spPr>
            <a:xfrm>
              <a:off x="11454310" y="3371309"/>
              <a:ext cx="36101" cy="3610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0" name="rc7950"/>
            <p:cNvSpPr/>
            <p:nvPr/>
          </p:nvSpPr>
          <p:spPr>
            <a:xfrm>
              <a:off x="11362632" y="3279631"/>
              <a:ext cx="219455" cy="219455"/>
            </a:xfrm>
            <a:prstGeom prst="rect">
              <a:avLst/>
            </a:pr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51" name="pl7951"/>
            <p:cNvSpPr/>
            <p:nvPr/>
          </p:nvSpPr>
          <p:spPr>
            <a:xfrm>
              <a:off x="11384578" y="338935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2" name="pt7952"/>
            <p:cNvSpPr/>
            <p:nvPr/>
          </p:nvSpPr>
          <p:spPr>
            <a:xfrm>
              <a:off x="11454310" y="3590765"/>
              <a:ext cx="36101" cy="3610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3" name="rc7953"/>
            <p:cNvSpPr/>
            <p:nvPr/>
          </p:nvSpPr>
          <p:spPr>
            <a:xfrm>
              <a:off x="11362632" y="3499087"/>
              <a:ext cx="219455" cy="219455"/>
            </a:xfrm>
            <a:prstGeom prst="rect">
              <a:avLst/>
            </a:pr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954" name="pl7954"/>
            <p:cNvSpPr/>
            <p:nvPr/>
          </p:nvSpPr>
          <p:spPr>
            <a:xfrm>
              <a:off x="11384578" y="360881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5" name="tx7955"/>
            <p:cNvSpPr/>
            <p:nvPr/>
          </p:nvSpPr>
          <p:spPr>
            <a:xfrm>
              <a:off x="11620046" y="3366053"/>
              <a:ext cx="257413" cy="45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CRCSCA</a:t>
              </a:r>
            </a:p>
          </p:txBody>
        </p:sp>
        <p:sp>
          <p:nvSpPr>
            <p:cNvPr id="7956" name="tx7956"/>
            <p:cNvSpPr/>
            <p:nvPr/>
          </p:nvSpPr>
          <p:spPr>
            <a:xfrm>
              <a:off x="11620046" y="3586253"/>
              <a:ext cx="199816" cy="443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UNIFAI</a:t>
              </a:r>
            </a:p>
          </p:txBody>
        </p:sp>
      </p:grpSp>
      <p:sp>
        <p:nvSpPr>
          <p:cNvPr id="7957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/>
          <a:lstStyle/>
          <a:p>
            <a:r>
              <a:rPr/>
              <a:t>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Arial</vt:lpstr>
      <vt:lpstr>Calibri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2025-08-29T10:41:05Z</dcterms:modified>
</cp:coreProperties>
</file>
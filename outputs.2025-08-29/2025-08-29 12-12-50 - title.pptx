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4"/>
  </p:sldIdLst>
  <p:sldSz cx="12192000" cy="6858000"/>
  <p:notesSz cx="6858000" cy="9144000"/>
  <p:embeddedFontLst>
    <p:embeddedFont>
      <p:font typeface="Tenorite" panose="00000500000000000000" pitchFamily="2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D9793-A2DD-4368-83B7-2992B2F3B1BA}" v="5" dt="2025-06-10T15:20:23.2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96" d="100"/>
          <a:sy n="96" d="100"/>
        </p:scale>
        <p:origin x="64" y="64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presProps" Target="presProps.xml"/>
<Relationship Id="rId13" Type="http://schemas.microsoft.com/office/2015/10/relationships/revisionInfo" Target="revisionInfo.xml"/>
<Relationship Id="rId3" Type="http://schemas.openxmlformats.org/officeDocument/2006/relationships/handoutMaster" Target="handoutMasters/handoutMaster1.xml"/>
<Relationship Id="rId7" Type="http://schemas.openxmlformats.org/officeDocument/2006/relationships/font" Target="fonts/font4.fntdata"/>
<Relationship Id="rId12" Type="http://schemas.microsoft.com/office/2016/11/relationships/changesInfo" Target="changesInfos/changesInfo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font" Target="fonts/font3.fntdata"/>
<Relationship Id="rId11" Type="http://schemas.openxmlformats.org/officeDocument/2006/relationships/tableStyles" Target="tableStyles.xml"/>
<Relationship Id="rId5" Type="http://schemas.openxmlformats.org/officeDocument/2006/relationships/font" Target="fonts/font2.fntdata"/>
<Relationship Id="rId10" Type="http://schemas.openxmlformats.org/officeDocument/2006/relationships/theme" Target="theme/theme1.xml"/>
<Relationship Id="rId4" Type="http://schemas.openxmlformats.org/officeDocument/2006/relationships/font" Target="fonts/font1.fntdata"/>
<Relationship Id="rId9" Type="http://schemas.openxmlformats.org/officeDocument/2006/relationships/viewProps" Target="viewProps.xml"/>
<Relationship Id="rId14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2" creationId="{F0CB0027-CAAB-A460-8537-923E442AB26E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4" creationId="{83D3389A-D1B1-8045-AF5C-E936D5011CEE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5" creationId="{4B129F14-29DC-E5C7-B871-EFAFD4E6F8C4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6" creationId="{2CAEB7E8-F4B2-F9B3-0EE7-B55EA21C5378}"/>
            </ac:spMkLst>
          </pc:spChg>
          <pc:spChg chg="mod">
            <ac:chgData name="Christian Rummey" userId="1616f22b-5705-4d11-a330-2855031cc605" providerId="ADAL" clId="{A14D9793-A2DD-4368-83B7-2992B2F3B1BA}" dt="2025-06-10T15:20:19.508" v="8" actId="255"/>
            <ac:spMkLst>
              <pc:docMk/>
              <pc:sldMasterMk cId="1297349460" sldId="2147483648"/>
              <pc:sldLayoutMk cId="4256017067" sldId="2147483698"/>
              <ac:spMk id="7" creationId="{9C0C1CB3-BE42-6AF9-C031-C43FC50879AF}"/>
            </ac:spMkLst>
          </pc:spChg>
          <pc:spChg chg="mod">
            <ac:chgData name="Christian Rummey" userId="1616f22b-5705-4d11-a330-2855031cc605" providerId="ADAL" clId="{A14D9793-A2DD-4368-83B7-2992B2F3B1BA}" dt="2025-06-10T15:20:23.221" v="9" actId="255"/>
            <ac:spMkLst>
              <pc:docMk/>
              <pc:sldMasterMk cId="1297349460" sldId="2147483648"/>
              <pc:sldLayoutMk cId="4256017067" sldId="2147483698"/>
              <ac:spMk id="11" creationId="{2F3A1677-D5FD-6F4F-982B-D234B3676989}"/>
            </ac:spMkLst>
          </pc:spChg>
          <pc:cxnChg chg="mod">
            <ac:chgData name="Christian Rummey" userId="1616f22b-5705-4d11-a330-2855031cc605" providerId="ADAL" clId="{A14D9793-A2DD-4368-83B7-2992B2F3B1BA}" dt="2025-06-10T15:20:09.826" v="7" actId="2711"/>
            <ac:cxnSpMkLst>
              <pc:docMk/>
              <pc:sldMasterMk cId="1297349460" sldId="2147483648"/>
              <pc:sldLayoutMk cId="4256017067" sldId="2147483698"/>
              <ac:cxnSpMk id="3" creationId="{220A93F4-9361-BE4A-BDFF-57F61D61B18D}"/>
            </ac:cxnSpMkLst>
          </pc:cxnChg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  <pc:spChg chg="add mod">
            <ac:chgData name="Christian Rummey" userId="1616f22b-5705-4d11-a330-2855031cc605" providerId="ADAL" clId="{BA4FE7E3-BE8F-4020-926C-39CDD45D1D87}" dt="2025-04-22T11:05:18.004" v="6" actId="1076"/>
            <ac:spMkLst>
              <pc:docMk/>
              <pc:sldMasterMk cId="1297349460" sldId="2147483648"/>
              <pc:sldLayoutMk cId="1779765834" sldId="2147483662"/>
              <ac:spMk id="2" creationId="{EBBB5403-9242-AA00-FE6E-B41EFCD3044B}"/>
            </ac:spMkLst>
          </pc:spChg>
          <pc:spChg chg="mod">
            <ac:chgData name="Christian Rummey" userId="1616f22b-5705-4d11-a330-2855031cc605" providerId="ADAL" clId="{BA4FE7E3-BE8F-4020-926C-39CDD45D1D87}" dt="2025-04-22T11:05:11.857" v="5" actId="1076"/>
            <ac:spMkLst>
              <pc:docMk/>
              <pc:sldMasterMk cId="1297349460" sldId="2147483648"/>
              <pc:sldLayoutMk cId="1779765834" sldId="2147483662"/>
              <ac:spMk id="4" creationId="{00000000-0000-0000-0000-000000000000}"/>
            </ac:spMkLst>
          </pc:spChg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  <pc:spChg chg="add mod">
            <ac:chgData name="Christian Rummey" userId="1616f22b-5705-4d11-a330-2855031cc605" providerId="ADAL" clId="{5F97B23C-B94D-4912-9497-32CCAC5D690D}" dt="2025-03-26T12:09:58.584" v="33"/>
            <ac:spMkLst>
              <pc:docMk/>
              <pc:sldMasterMk cId="1297349460" sldId="2147483648"/>
              <pc:sldLayoutMk cId="1779765834" sldId="2147483662"/>
              <ac:spMk id="4" creationId="{00000000-0000-0000-0000-000000000000}"/>
            </ac:spMkLst>
          </pc:spChg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  <pc:spChg chg="mod">
            <ac:chgData name="Christian Rummey" userId="1616f22b-5705-4d11-a330-2855031cc605" providerId="ADAL" clId="{5F97B23C-B94D-4912-9497-32CCAC5D690D}" dt="2025-03-28T11:37:21.372" v="46" actId="108"/>
            <ac:spMkLst>
              <pc:docMk/>
              <pc:sldMasterMk cId="1297349460" sldId="2147483648"/>
              <pc:sldLayoutMk cId="3753787485" sldId="2147483675"/>
              <ac:spMk id="4" creationId="{00000000-0000-0000-0000-000000000000}"/>
            </ac:spMkLst>
          </pc:spChg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  <pc:spChg chg="add mod">
            <ac:chgData name="Christian Rummey" userId="1616f22b-5705-4d11-a330-2855031cc605" providerId="ADAL" clId="{5F97B23C-B94D-4912-9497-32CCAC5D690D}" dt="2025-03-26T12:09:23.783" v="24"/>
            <ac:spMkLst>
              <pc:docMk/>
              <pc:sldMasterMk cId="1297349460" sldId="2147483648"/>
              <pc:sldLayoutMk cId="3487979977" sldId="2147483685"/>
              <ac:spMk id="2" creationId="{189450AF-5B3A-1BE3-45D6-60D099856B54}"/>
            </ac:spMkLst>
          </pc:spChg>
          <pc:spChg chg="add mod">
            <ac:chgData name="Christian Rummey" userId="1616f22b-5705-4d11-a330-2855031cc605" providerId="ADAL" clId="{5F97B23C-B94D-4912-9497-32CCAC5D690D}" dt="2025-03-26T12:09:23.783" v="24"/>
            <ac:spMkLst>
              <pc:docMk/>
              <pc:sldMasterMk cId="1297349460" sldId="2147483648"/>
              <pc:sldLayoutMk cId="3487979977" sldId="2147483685"/>
              <ac:spMk id="5" creationId="{F1CC33CE-F5D7-114C-2E5F-0BB1D6208940}"/>
            </ac:spMkLst>
          </pc:spChg>
          <pc:spChg chg="mod">
            <ac:chgData name="Christian Rummey" userId="1616f22b-5705-4d11-a330-2855031cc605" providerId="ADAL" clId="{5F97B23C-B94D-4912-9497-32CCAC5D690D}" dt="2025-03-28T11:37:41.348" v="49" actId="108"/>
            <ac:spMkLst>
              <pc:docMk/>
              <pc:sldMasterMk cId="1297349460" sldId="2147483648"/>
              <pc:sldLayoutMk cId="3487979977" sldId="2147483685"/>
              <ac:spMk id="11" creationId="{2F3A1677-D5FD-6F4F-982B-D234B3676989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  <pc:spChg chg="add mod">
            <ac:chgData name="Christian Rummey" userId="1616f22b-5705-4d11-a330-2855031cc605" providerId="ADAL" clId="{5F97B23C-B94D-4912-9497-32CCAC5D690D}" dt="2025-03-28T11:37:44.999" v="50" actId="108"/>
            <ac:spMkLst>
              <pc:docMk/>
              <pc:sldMasterMk cId="1297349460" sldId="2147483648"/>
              <pc:sldLayoutMk cId="1567917209" sldId="2147483686"/>
              <ac:spMk id="9" creationId="{5CCC9ECA-AF17-77AA-3FBA-9C2ADA4E93EB}"/>
            </ac:spMkLst>
          </pc:spChg>
          <pc:spChg chg="add mod">
            <ac:chgData name="Christian Rummey" userId="1616f22b-5705-4d11-a330-2855031cc605" providerId="ADAL" clId="{5F97B23C-B94D-4912-9497-32CCAC5D690D}" dt="2025-03-26T12:08:06.003" v="20"/>
            <ac:spMkLst>
              <pc:docMk/>
              <pc:sldMasterMk cId="1297349460" sldId="2147483648"/>
              <pc:sldLayoutMk cId="1567917209" sldId="2147483686"/>
              <ac:spMk id="10" creationId="{00000000-0000-0000-0000-000000000000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  <pc:spChg chg="add mod">
            <ac:chgData name="Christian Rummey" userId="1616f22b-5705-4d11-a330-2855031cc605" providerId="ADAL" clId="{5F97B23C-B94D-4912-9497-32CCAC5D690D}" dt="2025-03-26T12:09:28.790" v="26"/>
            <ac:spMkLst>
              <pc:docMk/>
              <pc:sldMasterMk cId="1297349460" sldId="2147483648"/>
              <pc:sldLayoutMk cId="3387880590" sldId="2147483694"/>
              <ac:spMk id="2" creationId="{3C96B0EB-DC02-C3E4-27BE-B09618C53392}"/>
            </ac:spMkLst>
          </pc:spChg>
          <pc:spChg chg="mod">
            <ac:chgData name="Christian Rummey" userId="1616f22b-5705-4d11-a330-2855031cc605" providerId="ADAL" clId="{5F97B23C-B94D-4912-9497-32CCAC5D690D}" dt="2025-03-28T11:37:37.870" v="48" actId="108"/>
            <ac:spMkLst>
              <pc:docMk/>
              <pc:sldMasterMk cId="1297349460" sldId="2147483648"/>
              <pc:sldLayoutMk cId="3387880590" sldId="2147483694"/>
              <ac:spMk id="5" creationId="{F78D01E8-C1E8-530B-2B36-96123687E1F0}"/>
            </ac:spMkLst>
          </pc:spChg>
          <pc:spChg chg="add mod">
            <ac:chgData name="Christian Rummey" userId="1616f22b-5705-4d11-a330-2855031cc605" providerId="ADAL" clId="{5F97B23C-B94D-4912-9497-32CCAC5D690D}" dt="2025-03-26T12:09:28.790" v="26"/>
            <ac:spMkLst>
              <pc:docMk/>
              <pc:sldMasterMk cId="1297349460" sldId="2147483648"/>
              <pc:sldLayoutMk cId="3387880590" sldId="2147483694"/>
              <ac:spMk id="6" creationId="{353035CB-67F1-9F4F-38E1-119BC05B992D}"/>
            </ac:spMkLst>
          </pc:spChg>
          <pc:spChg chg="mod">
            <ac:chgData name="Christian Rummey" userId="1616f22b-5705-4d11-a330-2855031cc605" providerId="ADAL" clId="{5F97B23C-B94D-4912-9497-32CCAC5D690D}" dt="2025-03-28T11:37:35.668" v="47" actId="108"/>
            <ac:spMkLst>
              <pc:docMk/>
              <pc:sldMasterMk cId="1297349460" sldId="2147483648"/>
              <pc:sldLayoutMk cId="3387880590" sldId="2147483694"/>
              <ac:spMk id="11" creationId="{2F3A1677-D5FD-6F4F-982B-D234B3676989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  <pc:spChg chg="mod">
            <ac:chgData name="Christian Rummey" userId="1616f22b-5705-4d11-a330-2855031cc605" providerId="ADAL" clId="{5F97B23C-B94D-4912-9497-32CCAC5D690D}" dt="2025-03-26T12:08:53.659" v="22" actId="207"/>
            <ac:spMkLst>
              <pc:docMk/>
              <pc:sldMasterMk cId="1297349460" sldId="2147483648"/>
              <pc:sldLayoutMk cId="84449021" sldId="2147483695"/>
              <ac:spMk id="2" creationId="{00000000-0000-0000-0000-000000000000}"/>
            </ac:spMkLst>
          </pc:spChg>
          <pc:spChg chg="mod">
            <ac:chgData name="Christian Rummey" userId="1616f22b-5705-4d11-a330-2855031cc605" providerId="ADAL" clId="{5F97B23C-B94D-4912-9497-32CCAC5D690D}" dt="2025-03-26T12:06:49.789" v="4" actId="404"/>
            <ac:spMkLst>
              <pc:docMk/>
              <pc:sldMasterMk cId="1297349460" sldId="2147483648"/>
              <pc:sldLayoutMk cId="84449021" sldId="2147483695"/>
              <ac:spMk id="3" creationId="{00000000-0000-0000-0000-000000000000}"/>
            </ac:spMkLst>
          </pc:spChg>
          <pc:spChg chg="mod">
            <ac:chgData name="Christian Rummey" userId="1616f22b-5705-4d11-a330-2855031cc605" providerId="ADAL" clId="{5F97B23C-B94D-4912-9497-32CCAC5D690D}" dt="2025-03-28T11:37:17.355" v="45" actId="108"/>
            <ac:spMkLst>
              <pc:docMk/>
              <pc:sldMasterMk cId="1297349460" sldId="2147483648"/>
              <pc:sldLayoutMk cId="84449021" sldId="2147483695"/>
              <ac:spMk id="9" creationId="{2F8024D3-1A65-0428-57F2-93033CA6A491}"/>
            </ac:spMkLst>
          </pc:spChg>
          <pc:spChg chg="add mod">
            <ac:chgData name="Christian Rummey" userId="1616f22b-5705-4d11-a330-2855031cc605" providerId="ADAL" clId="{5F97B23C-B94D-4912-9497-32CCAC5D690D}" dt="2025-03-26T12:09:45.755" v="30"/>
            <ac:spMkLst>
              <pc:docMk/>
              <pc:sldMasterMk cId="1297349460" sldId="2147483648"/>
              <pc:sldLayoutMk cId="84449021" sldId="2147483695"/>
              <ac:spMk id="11" creationId="{FD894503-3C12-466A-60EE-312759D093FB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  <pc:spChg chg="add mod">
            <ac:chgData name="Christian Rummey" userId="1616f22b-5705-4d11-a330-2855031cc605" providerId="ADAL" clId="{5F97B23C-B94D-4912-9497-32CCAC5D690D}" dt="2025-03-27T10:13:50.012" v="38"/>
            <ac:spMkLst>
              <pc:docMk/>
              <pc:sldMasterMk cId="1297349460" sldId="2147483648"/>
              <pc:sldLayoutMk cId="775367414" sldId="2147483696"/>
              <ac:spMk id="8" creationId="{0A197C6F-4D88-488A-50DD-5D7BF6013154}"/>
            </ac:spMkLst>
          </pc:spChg>
          <pc:spChg chg="add mod">
            <ac:chgData name="Christian Rummey" userId="1616f22b-5705-4d11-a330-2855031cc605" providerId="ADAL" clId="{5F97B23C-B94D-4912-9497-32CCAC5D690D}" dt="2025-03-27T10:13:59.609" v="41" actId="14100"/>
            <ac:spMkLst>
              <pc:docMk/>
              <pc:sldMasterMk cId="1297349460" sldId="2147483648"/>
              <pc:sldLayoutMk cId="775367414" sldId="2147483696"/>
              <ac:spMk id="9" creationId="{A3D7ED22-F98E-C2C8-4338-C3DCEAFE0DD6}"/>
            </ac:spMkLst>
          </pc:spChg>
          <pc:spChg chg="add mod">
            <ac:chgData name="Christian Rummey" userId="1616f22b-5705-4d11-a330-2855031cc605" providerId="ADAL" clId="{5F97B23C-B94D-4912-9497-32CCAC5D690D}" dt="2025-03-27T10:14:21.413" v="43"/>
            <ac:spMkLst>
              <pc:docMk/>
              <pc:sldMasterMk cId="1297349460" sldId="2147483648"/>
              <pc:sldLayoutMk cId="775367414" sldId="2147483696"/>
              <ac:spMk id="10" creationId="{0813FBF2-EE6A-7F21-DA43-BEB4A4204A34}"/>
            </ac:spMkLst>
          </pc:spChg>
          <pc:spChg chg="add mod">
            <ac:chgData name="Christian Rummey" userId="1616f22b-5705-4d11-a330-2855031cc605" providerId="ADAL" clId="{5F97B23C-B94D-4912-9497-32CCAC5D690D}" dt="2025-03-27T10:14:21.413" v="43"/>
            <ac:spMkLst>
              <pc:docMk/>
              <pc:sldMasterMk cId="1297349460" sldId="2147483648"/>
              <pc:sldLayoutMk cId="775367414" sldId="2147483696"/>
              <ac:spMk id="12" creationId="{EAF21E59-6130-9132-479A-6011AFDD62FE}"/>
            </ac:spMkLst>
          </pc:spChg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  <pc:spChg chg="add mod">
            <ac:chgData name="Christian Rummey" userId="1616f22b-5705-4d11-a330-2855031cc605" providerId="ADAL" clId="{15F4C84D-1EF1-4114-9C4D-36D8254AFF84}" dt="2025-04-14T10:50:14.983" v="3" actId="14100"/>
            <ac:spMkLst>
              <pc:docMk/>
              <pc:sldMasterMk cId="1297349460" sldId="2147483648"/>
              <pc:sldLayoutMk cId="775367414" sldId="2147483696"/>
              <ac:spMk id="2" creationId="{4070C87E-DFA1-032D-5413-84B5C0EA6962}"/>
            </ac:spMkLst>
          </pc:spChg>
          <pc:spChg chg="mod">
            <ac:chgData name="Christian Rummey" userId="1616f22b-5705-4d11-a330-2855031cc605" providerId="ADAL" clId="{15F4C84D-1EF1-4114-9C4D-36D8254AFF84}" dt="2025-04-14T10:50:04.056" v="0" actId="14100"/>
            <ac:spMkLst>
              <pc:docMk/>
              <pc:sldMasterMk cId="1297349460" sldId="2147483648"/>
              <pc:sldLayoutMk cId="775367414" sldId="2147483696"/>
              <ac:spMk id="8" creationId="{0A197C6F-4D88-488A-50DD-5D7BF6013154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2025-06-10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2025-06-10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Created at 2025-08-29 12-12-50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5183188" y="142929"/>
            <a:ext cx="6770187" cy="6606360"/>
            <a:chOff x="5183188" y="142929"/>
            <a:chExt cx="6770187" cy="6606360"/>
          </a:xfrm>
        </p:grpSpPr>
        <p:sp>
          <p:nvSpPr>
            <p:cNvPr id="3" name="rc3"/>
            <p:cNvSpPr/>
            <p:nvPr/>
          </p:nvSpPr>
          <p:spPr>
            <a:xfrm>
              <a:off x="5183187" y="142929"/>
              <a:ext cx="6770187" cy="6606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5541757" y="5675328"/>
              <a:ext cx="6342028" cy="0"/>
            </a:xfrm>
            <a:custGeom>
              <a:avLst/>
              <a:pathLst>
                <a:path w="6342028" h="0">
                  <a:moveTo>
                    <a:pt x="0" y="0"/>
                  </a:moveTo>
                  <a:lnTo>
                    <a:pt x="6342028" y="0"/>
                  </a:lnTo>
                  <a:lnTo>
                    <a:pt x="634202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5541757" y="3658041"/>
              <a:ext cx="6342028" cy="0"/>
            </a:xfrm>
            <a:custGeom>
              <a:avLst/>
              <a:pathLst>
                <a:path w="6342028" h="0">
                  <a:moveTo>
                    <a:pt x="0" y="0"/>
                  </a:moveTo>
                  <a:lnTo>
                    <a:pt x="6342028" y="0"/>
                  </a:lnTo>
                  <a:lnTo>
                    <a:pt x="634202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541757" y="1640754"/>
              <a:ext cx="6342028" cy="0"/>
            </a:xfrm>
            <a:custGeom>
              <a:avLst/>
              <a:pathLst>
                <a:path w="6342028" h="0">
                  <a:moveTo>
                    <a:pt x="0" y="0"/>
                  </a:moveTo>
                  <a:lnTo>
                    <a:pt x="6342028" y="0"/>
                  </a:lnTo>
                  <a:lnTo>
                    <a:pt x="634202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406579" y="914187"/>
              <a:ext cx="0" cy="5342058"/>
            </a:xfrm>
            <a:custGeom>
              <a:avLst/>
              <a:pathLst>
                <a:path w="0"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559675" y="914187"/>
              <a:ext cx="0" cy="5342058"/>
            </a:xfrm>
            <a:custGeom>
              <a:avLst/>
              <a:pathLst>
                <a:path w="0"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8712771" y="914187"/>
              <a:ext cx="0" cy="5342058"/>
            </a:xfrm>
            <a:custGeom>
              <a:avLst/>
              <a:pathLst>
                <a:path w="0"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865867" y="914187"/>
              <a:ext cx="0" cy="5342058"/>
            </a:xfrm>
            <a:custGeom>
              <a:avLst/>
              <a:pathLst>
                <a:path w="0"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1018963" y="914187"/>
              <a:ext cx="0" cy="5342058"/>
            </a:xfrm>
            <a:custGeom>
              <a:avLst/>
              <a:pathLst>
                <a:path w="0"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41757" y="4666684"/>
              <a:ext cx="6342028" cy="0"/>
            </a:xfrm>
            <a:custGeom>
              <a:avLst/>
              <a:pathLst>
                <a:path w="6342028" h="0">
                  <a:moveTo>
                    <a:pt x="0" y="0"/>
                  </a:moveTo>
                  <a:lnTo>
                    <a:pt x="6342028" y="0"/>
                  </a:lnTo>
                  <a:lnTo>
                    <a:pt x="634202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41757" y="2649397"/>
              <a:ext cx="6342028" cy="0"/>
            </a:xfrm>
            <a:custGeom>
              <a:avLst/>
              <a:pathLst>
                <a:path w="6342028" h="0">
                  <a:moveTo>
                    <a:pt x="0" y="0"/>
                  </a:moveTo>
                  <a:lnTo>
                    <a:pt x="6342028" y="0"/>
                  </a:lnTo>
                  <a:lnTo>
                    <a:pt x="634202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30031" y="914187"/>
              <a:ext cx="0" cy="5342058"/>
            </a:xfrm>
            <a:custGeom>
              <a:avLst/>
              <a:pathLst>
                <a:path w="0"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983127" y="914187"/>
              <a:ext cx="0" cy="5342058"/>
            </a:xfrm>
            <a:custGeom>
              <a:avLst/>
              <a:pathLst>
                <a:path w="0"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36223" y="914187"/>
              <a:ext cx="0" cy="5342058"/>
            </a:xfrm>
            <a:custGeom>
              <a:avLst/>
              <a:pathLst>
                <a:path w="0"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289319" y="914187"/>
              <a:ext cx="0" cy="5342058"/>
            </a:xfrm>
            <a:custGeom>
              <a:avLst/>
              <a:pathLst>
                <a:path w="0"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0442415" y="914187"/>
              <a:ext cx="0" cy="5342058"/>
            </a:xfrm>
            <a:custGeom>
              <a:avLst/>
              <a:pathLst>
                <a:path w="0"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1595511" y="914187"/>
              <a:ext cx="0" cy="5342058"/>
            </a:xfrm>
            <a:custGeom>
              <a:avLst/>
              <a:pathLst>
                <a:path w="0"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5791654" y="4558106"/>
              <a:ext cx="76753" cy="7675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5791654" y="5545770"/>
              <a:ext cx="76753" cy="7675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791654" y="4670671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791654" y="5887902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5791654" y="4482660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791654" y="5975049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944750" y="4628308"/>
              <a:ext cx="76753" cy="7675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944750" y="4628308"/>
              <a:ext cx="76753" cy="7675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944750" y="4628308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944750" y="4628308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6944750" y="4628308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6944750" y="4628308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8097846" y="4075168"/>
              <a:ext cx="76753" cy="7675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8097846" y="3925485"/>
              <a:ext cx="76753" cy="7675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8097846" y="4253899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8097846" y="3310212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8097846" y="4023929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8097846" y="4397127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9250943" y="3409866"/>
              <a:ext cx="76753" cy="7675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9250943" y="3232345"/>
              <a:ext cx="76753" cy="7675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9250943" y="4091306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9250943" y="2500070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9250943" y="3147216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9250943" y="3273901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0404039" y="3012461"/>
              <a:ext cx="76753" cy="7675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0404039" y="2038515"/>
              <a:ext cx="76753" cy="7675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0404039" y="3534938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0404039" y="2011079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0404039" y="2788542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0404039" y="2855516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1557135" y="2498053"/>
              <a:ext cx="76753" cy="7675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1557135" y="1900532"/>
              <a:ext cx="76753" cy="7675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1557135" y="3140760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1557135" y="1118632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11557135" y="2307217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1557135" y="2476669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830031" y="1157008"/>
              <a:ext cx="5765480" cy="4769270"/>
            </a:xfrm>
            <a:custGeom>
              <a:avLst/>
              <a:pathLst>
                <a:path w="5765480" h="4769270">
                  <a:moveTo>
                    <a:pt x="0" y="4769270"/>
                  </a:moveTo>
                  <a:lnTo>
                    <a:pt x="1153096" y="3509676"/>
                  </a:lnTo>
                  <a:lnTo>
                    <a:pt x="2306192" y="2191580"/>
                  </a:lnTo>
                  <a:lnTo>
                    <a:pt x="3459288" y="1381438"/>
                  </a:lnTo>
                  <a:lnTo>
                    <a:pt x="4612384" y="892447"/>
                  </a:lnTo>
                  <a:lnTo>
                    <a:pt x="5765480" y="0"/>
                  </a:lnTo>
                </a:path>
              </a:pathLst>
            </a:custGeom>
            <a:ln w="20325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830031" y="2515046"/>
              <a:ext cx="5765480" cy="3498379"/>
            </a:xfrm>
            <a:custGeom>
              <a:avLst/>
              <a:pathLst>
                <a:path w="5765480" h="3498379">
                  <a:moveTo>
                    <a:pt x="0" y="3498379"/>
                  </a:moveTo>
                  <a:lnTo>
                    <a:pt x="1153096" y="2151638"/>
                  </a:lnTo>
                  <a:lnTo>
                    <a:pt x="2306192" y="1920457"/>
                  </a:lnTo>
                  <a:lnTo>
                    <a:pt x="3459288" y="797231"/>
                  </a:lnTo>
                  <a:lnTo>
                    <a:pt x="4612384" y="378846"/>
                  </a:lnTo>
                  <a:lnTo>
                    <a:pt x="5765480" y="0"/>
                  </a:lnTo>
                </a:path>
              </a:pathLst>
            </a:custGeom>
            <a:ln w="20325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830031" y="1938909"/>
              <a:ext cx="5765480" cy="3645237"/>
            </a:xfrm>
            <a:custGeom>
              <a:avLst/>
              <a:pathLst>
                <a:path w="5765480" h="3645237">
                  <a:moveTo>
                    <a:pt x="0" y="3645237"/>
                  </a:moveTo>
                  <a:lnTo>
                    <a:pt x="1153096" y="2727775"/>
                  </a:lnTo>
                  <a:lnTo>
                    <a:pt x="2306192" y="2024952"/>
                  </a:lnTo>
                  <a:lnTo>
                    <a:pt x="3459288" y="1331813"/>
                  </a:lnTo>
                  <a:lnTo>
                    <a:pt x="4612384" y="137982"/>
                  </a:lnTo>
                  <a:lnTo>
                    <a:pt x="5765480" y="0"/>
                  </a:lnTo>
                </a:path>
              </a:pathLst>
            </a:custGeom>
            <a:ln w="203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830031" y="3179137"/>
              <a:ext cx="5765480" cy="1529910"/>
            </a:xfrm>
            <a:custGeom>
              <a:avLst/>
              <a:pathLst>
                <a:path w="5765480" h="1529910">
                  <a:moveTo>
                    <a:pt x="0" y="1529910"/>
                  </a:moveTo>
                  <a:lnTo>
                    <a:pt x="1153096" y="1487547"/>
                  </a:lnTo>
                  <a:lnTo>
                    <a:pt x="2306192" y="1113139"/>
                  </a:lnTo>
                  <a:lnTo>
                    <a:pt x="3459288" y="950545"/>
                  </a:lnTo>
                  <a:lnTo>
                    <a:pt x="4612384" y="394177"/>
                  </a:lnTo>
                  <a:lnTo>
                    <a:pt x="5765480" y="0"/>
                  </a:lnTo>
                </a:path>
              </a:pathLst>
            </a:custGeom>
            <a:ln w="20325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830031" y="2345594"/>
              <a:ext cx="5765480" cy="2321090"/>
            </a:xfrm>
            <a:custGeom>
              <a:avLst/>
              <a:pathLst>
                <a:path w="5765480" h="2321090">
                  <a:moveTo>
                    <a:pt x="0" y="2175442"/>
                  </a:moveTo>
                  <a:lnTo>
                    <a:pt x="1153096" y="2321090"/>
                  </a:lnTo>
                  <a:lnTo>
                    <a:pt x="2306192" y="1716711"/>
                  </a:lnTo>
                  <a:lnTo>
                    <a:pt x="3459288" y="839998"/>
                  </a:lnTo>
                  <a:lnTo>
                    <a:pt x="4612384" y="481324"/>
                  </a:lnTo>
                  <a:lnTo>
                    <a:pt x="5765480" y="0"/>
                  </a:lnTo>
                </a:path>
              </a:pathLst>
            </a:custGeom>
            <a:ln w="20325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830031" y="2536429"/>
              <a:ext cx="5765480" cy="2130255"/>
            </a:xfrm>
            <a:custGeom>
              <a:avLst/>
              <a:pathLst>
                <a:path w="5765480" h="2130255">
                  <a:moveTo>
                    <a:pt x="0" y="2060053"/>
                  </a:moveTo>
                  <a:lnTo>
                    <a:pt x="1153096" y="2130255"/>
                  </a:lnTo>
                  <a:lnTo>
                    <a:pt x="2306192" y="1577115"/>
                  </a:lnTo>
                  <a:lnTo>
                    <a:pt x="3459288" y="911813"/>
                  </a:lnTo>
                  <a:lnTo>
                    <a:pt x="4612384" y="514408"/>
                  </a:lnTo>
                  <a:lnTo>
                    <a:pt x="5765480" y="0"/>
                  </a:lnTo>
                </a:path>
              </a:pathLst>
            </a:custGeom>
            <a:ln w="203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541757" y="3698387"/>
              <a:ext cx="6342028" cy="0"/>
            </a:xfrm>
            <a:custGeom>
              <a:avLst/>
              <a:pathLst>
                <a:path w="6342028" h="0">
                  <a:moveTo>
                    <a:pt x="0" y="0"/>
                  </a:moveTo>
                  <a:lnTo>
                    <a:pt x="6342028" y="0"/>
                  </a:lnTo>
                  <a:lnTo>
                    <a:pt x="6342028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5416971" y="4624993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416971" y="2609124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798953" y="631718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6952049" y="6318549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105145" y="6318549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258241" y="6317130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0411337" y="6318876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11564434" y="6318604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580813" y="6455554"/>
              <a:ext cx="263915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</a:t>
              </a:r>
            </a:p>
          </p:txBody>
        </p:sp>
        <p:sp>
          <p:nvSpPr>
            <p:cNvPr id="72" name="tx72"/>
            <p:cNvSpPr/>
            <p:nvPr/>
          </p:nvSpPr>
          <p:spPr>
            <a:xfrm rot="-5400000">
              <a:off x="5058916" y="3520517"/>
              <a:ext cx="458322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599810" y="542213"/>
              <a:ext cx="357299" cy="103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74" name="pt74"/>
            <p:cNvSpPr/>
            <p:nvPr/>
          </p:nvSpPr>
          <p:spPr>
            <a:xfrm>
              <a:off x="7098050" y="557316"/>
              <a:ext cx="76753" cy="7675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7816903" y="557316"/>
              <a:ext cx="76753" cy="7675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7315743" y="553018"/>
              <a:ext cx="360218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facoms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8034596" y="554382"/>
              <a:ext cx="347940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treated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8660893" y="516292"/>
              <a:ext cx="504707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analysis</a:t>
              </a:r>
            </a:p>
          </p:txBody>
        </p:sp>
        <p:sp>
          <p:nvSpPr>
            <p:cNvPr id="79" name="pt79"/>
            <p:cNvSpPr/>
            <p:nvPr/>
          </p:nvSpPr>
          <p:spPr>
            <a:xfrm>
              <a:off x="9306540" y="557316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9257134" y="5956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0325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9789486" y="557316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9740080" y="5956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0325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10272431" y="557316"/>
              <a:ext cx="76753" cy="7675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10223025" y="5956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03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tx85"/>
            <p:cNvSpPr/>
            <p:nvPr/>
          </p:nvSpPr>
          <p:spPr>
            <a:xfrm>
              <a:off x="9524234" y="575119"/>
              <a:ext cx="124311" cy="605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10007179" y="554219"/>
              <a:ext cx="124311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10490124" y="533482"/>
              <a:ext cx="335607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pooled</a:t>
              </a:r>
            </a:p>
          </p:txBody>
        </p:sp>
      </p:grpSp>
      <p:sp>
        <p:nvSpPr>
          <p:cNvPr id="88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/>
          <a:lstStyle/>
          <a:p>
            <a:r>
              <a:rPr/>
              <a:t>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Tenorite</vt:lpstr>
      <vt:lpstr>Arial</vt:lpstr>
      <vt:lpstr>Calibri</vt:lpstr>
      <vt:lpstr>CR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Presentation Title</dc:title>
  <dc:creator>Christian Rummey</dc:creator>
  <cp:lastModifiedBy/>
  <cp:revision>64</cp:revision>
  <dcterms:created xsi:type="dcterms:W3CDTF">2020-08-21T08:26:15Z</dcterms:created>
  <dcterms:modified xsi:type="dcterms:W3CDTF">2025-08-29T12:12:50Z</dcterms:modified>
</cp:coreProperties>
</file>
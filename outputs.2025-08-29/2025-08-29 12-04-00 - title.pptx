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embeddedFontLst>
    <p:embeddedFont>
      <p:font typeface="Tenorite" panose="000005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13" d="100"/>
          <a:sy n="113" d="100"/>
        </p:scale>
        <p:origin x="724" y="292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E7C1191B-D07B-482C-9190-242A486BC791}"/>
    <pc:docChg chg="modSld">
      <pc:chgData name="Christian Rummey" userId="1616f22b-5705-4d11-a330-2855031cc605" providerId="ADAL" clId="{E7C1191B-D07B-482C-9190-242A486BC791}" dt="2025-08-29T10:04:20.465" v="28" actId="20577"/>
      <pc:docMkLst>
        <pc:docMk/>
      </pc:docMkLst>
      <pc:sldChg chg="modSp mod">
        <pc:chgData name="Christian Rummey" userId="1616f22b-5705-4d11-a330-2855031cc605" providerId="ADAL" clId="{E7C1191B-D07B-482C-9190-242A486BC791}" dt="2025-08-29T10:04:20.465" v="28" actId="20577"/>
        <pc:sldMkLst>
          <pc:docMk/>
          <pc:sldMk cId="0" sldId="256"/>
        </pc:sldMkLst>
        <pc:spChg chg="mod">
          <ac:chgData name="Christian Rummey" userId="1616f22b-5705-4d11-a330-2855031cc605" providerId="ADAL" clId="{E7C1191B-D07B-482C-9190-242A486BC791}" dt="2025-08-29T10:04:20.465" v="28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2025-08-29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2025-08-29 12-04-00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5603912" y="5072201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5603912" y="347758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5603912" y="1882959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46025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7602054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874384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9885644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1027439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5603912" y="5869511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5603912" y="427489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5603912" y="2680270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5603912" y="1085649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5889361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7031156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8172951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9314746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0456542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1598337" y="914187"/>
              <a:ext cx="0" cy="5342058"/>
            </a:xfrm>
            <a:custGeom>
              <a:avLst/>
              <a:gdLst/>
              <a:ahLst/>
              <a:cxnLst/>
              <a:rect l="0" t="0" r="0" b="0"/>
              <a:pathLst>
                <a:path h="5342058">
                  <a:moveTo>
                    <a:pt x="0" y="534205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5864535" y="5844685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7006330" y="591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7006330" y="4938143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7006330" y="5802826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7006330" y="4600083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7006330" y="5988599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7006330" y="4513974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8148125" y="5367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8148125" y="4243686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8148125" y="5432874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8148125" y="3297677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8148125" y="5391414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8148125" y="4285545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9289920" y="47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9289920" y="3558796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9289920" y="5272216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9289920" y="2497177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9289920" y="4525136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9289920" y="3175689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0431716" y="4317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0431716" y="2379176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0431716" y="4722471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0431716" y="2014007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10431716" y="4170732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0431716" y="2762283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1573511" y="3809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1573511" y="2242835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1573511" y="4332985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1573511" y="1132182"/>
              <a:ext cx="49651" cy="49651"/>
            </a:xfrm>
            <a:prstGeom prst="ellipse">
              <a:avLst/>
            </a:prstGeom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11573511" y="3695136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1573511" y="2387946"/>
              <a:ext cx="49651" cy="49651"/>
            </a:xfrm>
            <a:prstGeom prst="ellipse">
              <a:avLst/>
            </a:prstGeom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5889361" y="1157008"/>
              <a:ext cx="5708975" cy="4712502"/>
            </a:xfrm>
            <a:custGeom>
              <a:avLst/>
              <a:gdLst/>
              <a:ahLst/>
              <a:cxnLst/>
              <a:rect l="0" t="0" r="0" b="0"/>
              <a:pathLst>
                <a:path w="5708975" h="4712502">
                  <a:moveTo>
                    <a:pt x="0" y="4712502"/>
                  </a:moveTo>
                  <a:lnTo>
                    <a:pt x="1141795" y="3467901"/>
                  </a:lnTo>
                  <a:lnTo>
                    <a:pt x="2283590" y="2165494"/>
                  </a:lnTo>
                  <a:lnTo>
                    <a:pt x="3425385" y="1364995"/>
                  </a:lnTo>
                  <a:lnTo>
                    <a:pt x="4567180" y="881825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5889361" y="2412772"/>
              <a:ext cx="5708975" cy="3456738"/>
            </a:xfrm>
            <a:custGeom>
              <a:avLst/>
              <a:gdLst/>
              <a:ahLst/>
              <a:cxnLst/>
              <a:rect l="0" t="0" r="0" b="0"/>
              <a:pathLst>
                <a:path w="5708975" h="3456738">
                  <a:moveTo>
                    <a:pt x="0" y="3456738"/>
                  </a:moveTo>
                  <a:lnTo>
                    <a:pt x="1141795" y="2126028"/>
                  </a:lnTo>
                  <a:lnTo>
                    <a:pt x="2283590" y="1897598"/>
                  </a:lnTo>
                  <a:lnTo>
                    <a:pt x="3425385" y="787742"/>
                  </a:lnTo>
                  <a:lnTo>
                    <a:pt x="4567180" y="374337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5889361" y="2267661"/>
              <a:ext cx="5708975" cy="3601849"/>
            </a:xfrm>
            <a:custGeom>
              <a:avLst/>
              <a:gdLst/>
              <a:ahLst/>
              <a:cxnLst/>
              <a:rect l="0" t="0" r="0" b="0"/>
              <a:pathLst>
                <a:path w="5708975" h="3601849">
                  <a:moveTo>
                    <a:pt x="0" y="3601849"/>
                  </a:moveTo>
                  <a:lnTo>
                    <a:pt x="1141795" y="2695307"/>
                  </a:lnTo>
                  <a:lnTo>
                    <a:pt x="2283590" y="2000850"/>
                  </a:lnTo>
                  <a:lnTo>
                    <a:pt x="3425385" y="1315960"/>
                  </a:lnTo>
                  <a:lnTo>
                    <a:pt x="4567180" y="136340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5889361" y="4357810"/>
              <a:ext cx="5708975" cy="1511700"/>
            </a:xfrm>
            <a:custGeom>
              <a:avLst/>
              <a:gdLst/>
              <a:ahLst/>
              <a:cxnLst/>
              <a:rect l="0" t="0" r="0" b="0"/>
              <a:pathLst>
                <a:path w="5708975" h="1511700">
                  <a:moveTo>
                    <a:pt x="0" y="1511700"/>
                  </a:moveTo>
                  <a:lnTo>
                    <a:pt x="1141795" y="1469841"/>
                  </a:lnTo>
                  <a:lnTo>
                    <a:pt x="2283590" y="1099889"/>
                  </a:lnTo>
                  <a:lnTo>
                    <a:pt x="3425385" y="939231"/>
                  </a:lnTo>
                  <a:lnTo>
                    <a:pt x="4567180" y="389486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5889361" y="3719962"/>
              <a:ext cx="5708975" cy="2293463"/>
            </a:xfrm>
            <a:custGeom>
              <a:avLst/>
              <a:gdLst/>
              <a:ahLst/>
              <a:cxnLst/>
              <a:rect l="0" t="0" r="0" b="0"/>
              <a:pathLst>
                <a:path w="5708975" h="2293463">
                  <a:moveTo>
                    <a:pt x="0" y="2149548"/>
                  </a:moveTo>
                  <a:lnTo>
                    <a:pt x="1141795" y="2293463"/>
                  </a:lnTo>
                  <a:lnTo>
                    <a:pt x="2283590" y="1696277"/>
                  </a:lnTo>
                  <a:lnTo>
                    <a:pt x="3425385" y="830000"/>
                  </a:lnTo>
                  <a:lnTo>
                    <a:pt x="4567180" y="475595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5889361" y="3833978"/>
              <a:ext cx="5708975" cy="2104899"/>
            </a:xfrm>
            <a:custGeom>
              <a:avLst/>
              <a:gdLst/>
              <a:ahLst/>
              <a:cxnLst/>
              <a:rect l="0" t="0" r="0" b="0"/>
              <a:pathLst>
                <a:path w="5708975" h="2104899">
                  <a:moveTo>
                    <a:pt x="0" y="2035533"/>
                  </a:moveTo>
                  <a:lnTo>
                    <a:pt x="1141795" y="2104899"/>
                  </a:lnTo>
                  <a:lnTo>
                    <a:pt x="2283590" y="1558343"/>
                  </a:lnTo>
                  <a:lnTo>
                    <a:pt x="3425385" y="900960"/>
                  </a:lnTo>
                  <a:lnTo>
                    <a:pt x="4567180" y="508285"/>
                  </a:lnTo>
                  <a:lnTo>
                    <a:pt x="570897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5603912" y="4912738"/>
              <a:ext cx="6279873" cy="0"/>
            </a:xfrm>
            <a:custGeom>
              <a:avLst/>
              <a:gdLst/>
              <a:ahLst/>
              <a:cxnLst/>
              <a:rect l="0" t="0" r="0" b="0"/>
              <a:pathLst>
                <a:path w="6279873">
                  <a:moveTo>
                    <a:pt x="0" y="0"/>
                  </a:moveTo>
                  <a:lnTo>
                    <a:pt x="6279873" y="0"/>
                  </a:lnTo>
                  <a:lnTo>
                    <a:pt x="627987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tx65"/>
            <p:cNvSpPr/>
            <p:nvPr/>
          </p:nvSpPr>
          <p:spPr>
            <a:xfrm>
              <a:off x="5479127" y="5827819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79127" y="4234890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479127" y="2638578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416971" y="1045321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5858283" y="631718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000078" y="6318549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141873" y="6318549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283669" y="6317130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0425464" y="6318876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1567259" y="6318604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8611891" y="6455554"/>
              <a:ext cx="263915" cy="1016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</a:t>
              </a:r>
            </a:p>
          </p:txBody>
        </p:sp>
        <p:sp>
          <p:nvSpPr>
            <p:cNvPr id="76" name="tx76"/>
            <p:cNvSpPr/>
            <p:nvPr/>
          </p:nvSpPr>
          <p:spPr>
            <a:xfrm rot="-5400000">
              <a:off x="5058916" y="3520517"/>
              <a:ext cx="458322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630888" y="542213"/>
              <a:ext cx="357299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8" name="pt78"/>
            <p:cNvSpPr/>
            <p:nvPr/>
          </p:nvSpPr>
          <p:spPr>
            <a:xfrm>
              <a:off x="7142678" y="570866"/>
              <a:ext cx="49651" cy="49651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7861531" y="57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80"/>
            <p:cNvSpPr/>
            <p:nvPr/>
          </p:nvSpPr>
          <p:spPr>
            <a:xfrm>
              <a:off x="7346821" y="553018"/>
              <a:ext cx="360218" cy="8267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facoms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065674" y="554382"/>
              <a:ext cx="34794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treated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691970" y="516292"/>
              <a:ext cx="50470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analysis</a:t>
              </a:r>
            </a:p>
          </p:txBody>
        </p:sp>
        <p:sp>
          <p:nvSpPr>
            <p:cNvPr id="83" name="pt83"/>
            <p:cNvSpPr/>
            <p:nvPr/>
          </p:nvSpPr>
          <p:spPr>
            <a:xfrm>
              <a:off x="9351169" y="570866"/>
              <a:ext cx="49651" cy="49651"/>
            </a:xfrm>
            <a:prstGeom prst="ellipse">
              <a:avLst/>
            </a:prstGeom>
            <a:solidFill>
              <a:srgbClr val="3182BD">
                <a:alpha val="100000"/>
              </a:srgbClr>
            </a:solidFill>
            <a:ln w="9000" cap="rnd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9288212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3182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9834114" y="570866"/>
              <a:ext cx="49651" cy="49651"/>
            </a:xfrm>
            <a:prstGeom prst="ellipse">
              <a:avLst/>
            </a:prstGeom>
            <a:solidFill>
              <a:srgbClr val="DE2D26">
                <a:alpha val="100000"/>
              </a:srgbClr>
            </a:solidFill>
            <a:ln w="9000" cap="rnd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9771158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DE2D2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10317059" y="57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10254103" y="595692"/>
              <a:ext cx="175564" cy="0"/>
            </a:xfrm>
            <a:custGeom>
              <a:avLst/>
              <a:gdLst/>
              <a:ahLst/>
              <a:cxnLst/>
              <a:rect l="0" t="0" r="0" b="0"/>
              <a:pathLst>
                <a:path w="175564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tx89"/>
            <p:cNvSpPr/>
            <p:nvPr/>
          </p:nvSpPr>
          <p:spPr>
            <a:xfrm>
              <a:off x="9555312" y="575119"/>
              <a:ext cx="124311" cy="605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oo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0038257" y="554219"/>
              <a:ext cx="124311" cy="814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10521202" y="533482"/>
              <a:ext cx="335607" cy="1022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pooled</a:t>
              </a:r>
            </a:p>
          </p:txBody>
        </p:sp>
      </p:grpSp>
      <p:sp>
        <p:nvSpPr>
          <p:cNvPr id="9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t>Matched Cohorts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25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Tenorite</vt:lpstr>
      <vt:lpstr>Calibri</vt:lpstr>
      <vt:lpstr>Arial</vt:lpstr>
      <vt:lpstr>CR</vt:lpstr>
      <vt:lpstr>Matched Cohorts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2025-08-29T10:04:26Z</dcterms:modified>
</cp:coreProperties>
</file>
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D9793-A2DD-4368-83B7-2992B2F3B1BA}" v="5" dt="2025-06-10T15:20:2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96" d="100"/>
          <a:sy n="96" d="100"/>
        </p:scale>
        <p:origin x="64" y="64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2" creationId="{F0CB0027-CAAB-A460-8537-923E442AB26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4" creationId="{83D3389A-D1B1-8045-AF5C-E936D5011CE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5" creationId="{4B129F14-29DC-E5C7-B871-EFAFD4E6F8C4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6" creationId="{2CAEB7E8-F4B2-F9B3-0EE7-B55EA21C5378}"/>
            </ac:spMkLst>
          </pc:spChg>
          <pc:spChg chg="mod">
            <ac:chgData name="Christian Rummey" userId="1616f22b-5705-4d11-a330-2855031cc605" providerId="ADAL" clId="{A14D9793-A2DD-4368-83B7-2992B2F3B1BA}" dt="2025-06-10T15:20:19.508" v="8" actId="255"/>
            <ac:spMkLst>
              <pc:docMk/>
              <pc:sldMasterMk cId="1297349460" sldId="2147483648"/>
              <pc:sldLayoutMk cId="4256017067" sldId="2147483698"/>
              <ac:spMk id="7" creationId="{9C0C1CB3-BE42-6AF9-C031-C43FC50879AF}"/>
            </ac:spMkLst>
          </pc:spChg>
          <pc:spChg chg="mod">
            <ac:chgData name="Christian Rummey" userId="1616f22b-5705-4d11-a330-2855031cc605" providerId="ADAL" clId="{A14D9793-A2DD-4368-83B7-2992B2F3B1BA}" dt="2025-06-10T15:20:23.221" v="9" actId="255"/>
            <ac:spMkLst>
              <pc:docMk/>
              <pc:sldMasterMk cId="1297349460" sldId="2147483648"/>
              <pc:sldLayoutMk cId="4256017067" sldId="2147483698"/>
              <ac:spMk id="11" creationId="{2F3A1677-D5FD-6F4F-982B-D234B3676989}"/>
            </ac:spMkLst>
          </pc:spChg>
          <pc:cxnChg chg="mod">
            <ac:chgData name="Christian Rummey" userId="1616f22b-5705-4d11-a330-2855031cc605" providerId="ADAL" clId="{A14D9793-A2DD-4368-83B7-2992B2F3B1BA}" dt="2025-06-10T15:20:09.826" v="7" actId="2711"/>
            <ac:cxnSpMkLst>
              <pc:docMk/>
              <pc:sldMasterMk cId="1297349460" sldId="2147483648"/>
              <pc:sldLayoutMk cId="4256017067" sldId="2147483698"/>
              <ac:cxnSpMk id="3" creationId="{220A93F4-9361-BE4A-BDFF-57F61D61B18D}"/>
            </ac:cxnSpMkLst>
          </pc:cxnChg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BA4FE7E3-BE8F-4020-926C-39CDD45D1D87}" dt="2025-04-22T11:05:18.004" v="6" actId="1076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  <pc:spChg chg="mod">
            <ac:chgData name="Christian Rummey" userId="1616f22b-5705-4d11-a330-2855031cc605" providerId="ADAL" clId="{BA4FE7E3-BE8F-4020-926C-39CDD45D1D87}" dt="2025-04-22T11:05:11.857" v="5" actId="1076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5F97B23C-B94D-4912-9497-32CCAC5D690D}" dt="2025-03-26T12:09:58.584" v="33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  <pc:spChg chg="mod">
            <ac:chgData name="Christian Rummey" userId="1616f22b-5705-4d11-a330-2855031cc605" providerId="ADAL" clId="{5F97B23C-B94D-4912-9497-32CCAC5D690D}" dt="2025-03-28T11:37:21.372" v="46" actId="108"/>
            <ac:spMkLst>
              <pc:docMk/>
              <pc:sldMasterMk cId="1297349460" sldId="2147483648"/>
              <pc:sldLayoutMk cId="3753787485" sldId="2147483675"/>
              <ac:spMk id="4" creationId="{00000000-0000-0000-0000-000000000000}"/>
            </ac:spMkLst>
          </pc:spChg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2" creationId="{189450AF-5B3A-1BE3-45D6-60D099856B54}"/>
            </ac:spMkLst>
          </pc:spChg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5" creationId="{F1CC33CE-F5D7-114C-2E5F-0BB1D6208940}"/>
            </ac:spMkLst>
          </pc:spChg>
          <pc:spChg chg="mod">
            <ac:chgData name="Christian Rummey" userId="1616f22b-5705-4d11-a330-2855031cc605" providerId="ADAL" clId="{5F97B23C-B94D-4912-9497-32CCAC5D690D}" dt="2025-03-28T11:37:41.348" v="49" actId="108"/>
            <ac:spMkLst>
              <pc:docMk/>
              <pc:sldMasterMk cId="1297349460" sldId="2147483648"/>
              <pc:sldLayoutMk cId="3487979977" sldId="2147483685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  <pc:spChg chg="add mod">
            <ac:chgData name="Christian Rummey" userId="1616f22b-5705-4d11-a330-2855031cc605" providerId="ADAL" clId="{5F97B23C-B94D-4912-9497-32CCAC5D690D}" dt="2025-03-28T11:37:44.999" v="50" actId="108"/>
            <ac:spMkLst>
              <pc:docMk/>
              <pc:sldMasterMk cId="1297349460" sldId="2147483648"/>
              <pc:sldLayoutMk cId="1567917209" sldId="2147483686"/>
              <ac:spMk id="9" creationId="{5CCC9ECA-AF17-77AA-3FBA-9C2ADA4E93EB}"/>
            </ac:spMkLst>
          </pc:spChg>
          <pc:spChg chg="add mod">
            <ac:chgData name="Christian Rummey" userId="1616f22b-5705-4d11-a330-2855031cc605" providerId="ADAL" clId="{5F97B23C-B94D-4912-9497-32CCAC5D690D}" dt="2025-03-26T12:08:06.003" v="20"/>
            <ac:spMkLst>
              <pc:docMk/>
              <pc:sldMasterMk cId="1297349460" sldId="2147483648"/>
              <pc:sldLayoutMk cId="1567917209" sldId="2147483686"/>
              <ac:spMk id="10" creationId="{00000000-0000-0000-0000-000000000000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2" creationId="{3C96B0EB-DC02-C3E4-27BE-B09618C53392}"/>
            </ac:spMkLst>
          </pc:spChg>
          <pc:spChg chg="mod">
            <ac:chgData name="Christian Rummey" userId="1616f22b-5705-4d11-a330-2855031cc605" providerId="ADAL" clId="{5F97B23C-B94D-4912-9497-32CCAC5D690D}" dt="2025-03-28T11:37:37.870" v="48" actId="108"/>
            <ac:spMkLst>
              <pc:docMk/>
              <pc:sldMasterMk cId="1297349460" sldId="2147483648"/>
              <pc:sldLayoutMk cId="3387880590" sldId="2147483694"/>
              <ac:spMk id="5" creationId="{F78D01E8-C1E8-530B-2B36-96123687E1F0}"/>
            </ac:spMkLst>
          </pc:spChg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6" creationId="{353035CB-67F1-9F4F-38E1-119BC05B992D}"/>
            </ac:spMkLst>
          </pc:spChg>
          <pc:spChg chg="mod">
            <ac:chgData name="Christian Rummey" userId="1616f22b-5705-4d11-a330-2855031cc605" providerId="ADAL" clId="{5F97B23C-B94D-4912-9497-32CCAC5D690D}" dt="2025-03-28T11:37:35.668" v="47" actId="108"/>
            <ac:spMkLst>
              <pc:docMk/>
              <pc:sldMasterMk cId="1297349460" sldId="2147483648"/>
              <pc:sldLayoutMk cId="3387880590" sldId="2147483694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  <pc:spChg chg="mod">
            <ac:chgData name="Christian Rummey" userId="1616f22b-5705-4d11-a330-2855031cc605" providerId="ADAL" clId="{5F97B23C-B94D-4912-9497-32CCAC5D690D}" dt="2025-03-26T12:08:53.659" v="22" actId="207"/>
            <ac:spMkLst>
              <pc:docMk/>
              <pc:sldMasterMk cId="1297349460" sldId="2147483648"/>
              <pc:sldLayoutMk cId="84449021" sldId="2147483695"/>
              <ac:spMk id="2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6T12:06:49.789" v="4" actId="404"/>
            <ac:spMkLst>
              <pc:docMk/>
              <pc:sldMasterMk cId="1297349460" sldId="2147483648"/>
              <pc:sldLayoutMk cId="84449021" sldId="2147483695"/>
              <ac:spMk id="3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8T11:37:17.355" v="45" actId="108"/>
            <ac:spMkLst>
              <pc:docMk/>
              <pc:sldMasterMk cId="1297349460" sldId="2147483648"/>
              <pc:sldLayoutMk cId="84449021" sldId="2147483695"/>
              <ac:spMk id="9" creationId="{2F8024D3-1A65-0428-57F2-93033CA6A491}"/>
            </ac:spMkLst>
          </pc:spChg>
          <pc:spChg chg="add mod">
            <ac:chgData name="Christian Rummey" userId="1616f22b-5705-4d11-a330-2855031cc605" providerId="ADAL" clId="{5F97B23C-B94D-4912-9497-32CCAC5D690D}" dt="2025-03-26T12:09:45.755" v="30"/>
            <ac:spMkLst>
              <pc:docMk/>
              <pc:sldMasterMk cId="1297349460" sldId="2147483648"/>
              <pc:sldLayoutMk cId="84449021" sldId="2147483695"/>
              <ac:spMk id="11" creationId="{FD894503-3C12-466A-60EE-312759D093FB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5F97B23C-B94D-4912-9497-32CCAC5D690D}" dt="2025-03-27T10:13:50.012" v="38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  <pc:spChg chg="add mod">
            <ac:chgData name="Christian Rummey" userId="1616f22b-5705-4d11-a330-2855031cc605" providerId="ADAL" clId="{5F97B23C-B94D-4912-9497-32CCAC5D690D}" dt="2025-03-27T10:13:59.609" v="41" actId="14100"/>
            <ac:spMkLst>
              <pc:docMk/>
              <pc:sldMasterMk cId="1297349460" sldId="2147483648"/>
              <pc:sldLayoutMk cId="775367414" sldId="2147483696"/>
              <ac:spMk id="9" creationId="{A3D7ED22-F98E-C2C8-4338-C3DCEAFE0DD6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0" creationId="{0813FBF2-EE6A-7F21-DA43-BEB4A4204A34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2" creationId="{EAF21E59-6130-9132-479A-6011AFDD62FE}"/>
            </ac:spMkLst>
          </pc:spChg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15F4C84D-1EF1-4114-9C4D-36D8254AFF84}" dt="2025-04-14T10:50:14.983" v="3" actId="14100"/>
            <ac:spMkLst>
              <pc:docMk/>
              <pc:sldMasterMk cId="1297349460" sldId="2147483648"/>
              <pc:sldLayoutMk cId="775367414" sldId="2147483696"/>
              <ac:spMk id="2" creationId="{4070C87E-DFA1-032D-5413-84B5C0EA6962}"/>
            </ac:spMkLst>
          </pc:spChg>
          <pc:spChg chg="mod">
            <ac:chgData name="Christian Rummey" userId="1616f22b-5705-4d11-a330-2855031cc605" providerId="ADAL" clId="{15F4C84D-1EF1-4114-9C4D-36D8254AFF84}" dt="2025-04-14T10:50:04.056" v="0" actId="14100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2025-08-29 10-41-48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5412674" y="200169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5412674" y="163593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412674" y="127016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412674" y="90440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412674" y="53863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53490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240371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27252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14133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412674" y="218457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412674" y="1818813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412674" y="145304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412674" y="1087284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412674" y="72151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10050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96931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483812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970693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457573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465761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743952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952642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709202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709202" y="123992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70920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646576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46576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6952642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46576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465761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6222321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952642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97888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658748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709202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465761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43952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597888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952642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6952642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439523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707436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731780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6465761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952642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83092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952642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07436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857160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344041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735440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95264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222321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613719" y="18251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709202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491999" y="21421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6709202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491999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6952642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491999" y="21177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952642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491999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6100600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719608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222321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491999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465761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6709202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709202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67092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439523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46576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7439523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6100600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46576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7439523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5978880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439523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622232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7092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46576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709202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7439523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622232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646576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707436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719608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952642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735440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610060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646576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491999" y="20811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658748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707436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7439523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670920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670920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634404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6952642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646576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670920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670920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646576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670920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670920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658748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695264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95264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622232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683092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6952642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6952642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670920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695264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622232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491999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49199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978880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97888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6465761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978880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978880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6952642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222321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695264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719608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6952642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719608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622232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95264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646576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695264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7317803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6952642" y="10082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743952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95264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719608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743952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622232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683092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743952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5491999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73544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978880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97888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978880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6465761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83092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491999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73544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97888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978880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978880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7439523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5735440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6465761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6465761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95264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7317803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97888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622232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622232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46576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670920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670920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6952642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46576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709202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6222321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622232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646576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670920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70920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646576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19608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97888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978880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573544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709202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5491999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49199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6952642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743952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622232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5978880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658748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735440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5978880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952642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6952642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952642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6952642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6952642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70920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695264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695264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5735440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5491999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5978880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5978880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5735440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5978880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978880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622232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622232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952642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22232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95264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5978880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73544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6222321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670920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634404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6952642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5978880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573544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646576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6465761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6465761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719608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573544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646576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695264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97888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646576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646576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5978880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646576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622232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6952642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695264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6952642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5491999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978880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5978880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6222321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735440" y="20080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6344041" y="19104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695264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695264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695264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549199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6952642" y="102046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46576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597888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622232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670920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5491999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5978880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695264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6952642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622232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646576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670920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646576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6952642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6222321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5978880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49199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622232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646576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695264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5491999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597888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622232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646576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646576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695264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622232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658748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49199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646576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597888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622232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695264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646576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6952642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5491999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597888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5978880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646576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6952642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5491999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6952642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670920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6952642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743952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6344041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622232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549199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646576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622232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978880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6952642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646576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70920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597888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613719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97888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6465761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670920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658748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597888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6222321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46576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622232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634404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978880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6465761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67092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6465761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6709202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5978880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6222321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6465761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670920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6465761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646576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695264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73544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646576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695264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573544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585716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97888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670920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6952642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6222321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5491999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646576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6465761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683092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695264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5978880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646576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491999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97888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5978880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646576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5978880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646576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670920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97888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622232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5491999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6709202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6465761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670920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6952642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5978880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5978880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597888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5978880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549199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597888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6222321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695264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7074362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622232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6952642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646576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646576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646576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6465761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695264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6709202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6952642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719608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6952642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6222321" y="16788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646576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6952642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6952642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5491999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6222321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7196082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6709202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658748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5857160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6830922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597888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573544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5978880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707436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695264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646576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6222321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6222321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7074362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6952642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622232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670920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670920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97888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646576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646576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695264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695264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622232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6465761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6952642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6100600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695264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695264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6587481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646576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6952642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222321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5491999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5735440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5978880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6222321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646576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5735440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5735440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573544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5491999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646576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646576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5735440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597888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5978880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646576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622232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5978880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597888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597888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5735440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6344041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683092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670920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5978880" y="20567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491999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658748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6952642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6830922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6587481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344041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658748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46576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6709202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6100600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7074362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646576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646576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622232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683092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549199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5978880" y="19714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222321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491999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6222321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646576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670920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6222321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695264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719608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5978880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222321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695264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670920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622232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6100600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5735440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5978880" y="1715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5735440" y="17519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670920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5491999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5735440" y="19592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6952642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6709202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5857160" y="1642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549199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6222321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5491999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5491999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6952642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6222321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465761" y="18861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5857160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587481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5491999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6222321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6830922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6709202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6709202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6222321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6709202" y="1788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5491999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5491999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5491999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6222321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5735440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6952642" y="10692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5491999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6100600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5491999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6222321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5491999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5613719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6100600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6465761" y="155691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6709202" y="131307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5978880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6222321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735440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5735440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6952642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6465761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646576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6709202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6709202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7439523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5491999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6709202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5735440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6587481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6222321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6222321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6222321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7439523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646576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6344041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978880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6344041" y="16056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5978880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6709202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6465761" y="13862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6344041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5857160" y="18251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6465761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6344041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6100600" y="15325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5735440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6952642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6952642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5735440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5491999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5735440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5735440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6222321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5735440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6952642" y="1118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6709202" y="14471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6952642" y="10814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709202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6952642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5613719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6222321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6709202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91999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978880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5857160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6952642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6709202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22232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5491999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6952642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6465761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6465761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6952642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222321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6830922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6952642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6709202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6952642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7439523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5491999" y="19653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952642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735440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6465761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978880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465761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6100600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6222321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622232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491999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6952642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6952642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6344041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585716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6100600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6952642" y="11058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6952642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5491999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5978880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5735440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857160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735440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573544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6952642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5978880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6465761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6709202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5491999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6952642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5491999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491999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5491999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5735440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5491999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5978880" y="20446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5735440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465761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5491999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6465761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6222321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5491999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6587481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5978880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6465761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5978880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5978880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6709202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5491999" y="20811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5491999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952642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5491999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5735440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6222321" y="13740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5978880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6709202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5491999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6222321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6709202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5735440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597888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5735440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6952642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6709202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6222321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6222321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6465761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5978880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6465761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5978880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585716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5978880" y="18739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6952642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6709202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6709202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978880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6952642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5491999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6952642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622232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6222321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5735440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6709202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597888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6709202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597888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465761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6952642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709202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6222321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6709202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6222321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610060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622232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6709202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5978880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6709202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622232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97888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5613719" y="16422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646576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5491999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5735440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5491999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5491999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6465761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465761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6465761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6344041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6952642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952642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5735440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5491999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5491999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5491999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6465761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5857160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6100600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5735440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6465761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6709202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5735440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622232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6222321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622232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622232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5735440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6465761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6222321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5491999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6952642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22232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6952642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6952642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5735440" y="16788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6222321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5978880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7074362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5978880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5735440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5978880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735440" y="21055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5491999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09202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6222321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6465761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5978880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6465761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6952642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6465761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6952642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5491999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5735440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5613719" y="21543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6222321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6952642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6952642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6952642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6952642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5491999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2642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6222321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5978880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6344041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613719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5857160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491999" y="20689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6709202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5978880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5491999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5735440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8"/>
            <p:cNvSpPr/>
            <p:nvPr/>
          </p:nvSpPr>
          <p:spPr>
            <a:xfrm>
              <a:off x="5510050" y="904921"/>
              <a:ext cx="1947523" cy="1048275"/>
            </a:xfrm>
            <a:custGeom>
              <a:avLst/>
              <a:pathLst>
                <a:path w="1947523" h="1048275">
                  <a:moveTo>
                    <a:pt x="0" y="914889"/>
                  </a:moveTo>
                  <a:lnTo>
                    <a:pt x="24652" y="910835"/>
                  </a:lnTo>
                  <a:lnTo>
                    <a:pt x="49304" y="906466"/>
                  </a:lnTo>
                  <a:lnTo>
                    <a:pt x="73956" y="901774"/>
                  </a:lnTo>
                  <a:lnTo>
                    <a:pt x="98608" y="896749"/>
                  </a:lnTo>
                  <a:lnTo>
                    <a:pt x="123260" y="891385"/>
                  </a:lnTo>
                  <a:lnTo>
                    <a:pt x="147913" y="885674"/>
                  </a:lnTo>
                  <a:lnTo>
                    <a:pt x="172565" y="879611"/>
                  </a:lnTo>
                  <a:lnTo>
                    <a:pt x="197217" y="873194"/>
                  </a:lnTo>
                  <a:lnTo>
                    <a:pt x="221869" y="866425"/>
                  </a:lnTo>
                  <a:lnTo>
                    <a:pt x="246521" y="859309"/>
                  </a:lnTo>
                  <a:lnTo>
                    <a:pt x="271174" y="851857"/>
                  </a:lnTo>
                  <a:lnTo>
                    <a:pt x="295826" y="844084"/>
                  </a:lnTo>
                  <a:lnTo>
                    <a:pt x="320478" y="836010"/>
                  </a:lnTo>
                  <a:lnTo>
                    <a:pt x="345130" y="827657"/>
                  </a:lnTo>
                  <a:lnTo>
                    <a:pt x="369782" y="819052"/>
                  </a:lnTo>
                  <a:lnTo>
                    <a:pt x="394435" y="810220"/>
                  </a:lnTo>
                  <a:lnTo>
                    <a:pt x="419087" y="801190"/>
                  </a:lnTo>
                  <a:lnTo>
                    <a:pt x="443739" y="791987"/>
                  </a:lnTo>
                  <a:lnTo>
                    <a:pt x="468391" y="782636"/>
                  </a:lnTo>
                  <a:lnTo>
                    <a:pt x="493043" y="773160"/>
                  </a:lnTo>
                  <a:lnTo>
                    <a:pt x="517696" y="763580"/>
                  </a:lnTo>
                  <a:lnTo>
                    <a:pt x="542348" y="753914"/>
                  </a:lnTo>
                  <a:lnTo>
                    <a:pt x="567000" y="744178"/>
                  </a:lnTo>
                  <a:lnTo>
                    <a:pt x="591652" y="734387"/>
                  </a:lnTo>
                  <a:lnTo>
                    <a:pt x="616304" y="724551"/>
                  </a:lnTo>
                  <a:lnTo>
                    <a:pt x="640957" y="714682"/>
                  </a:lnTo>
                  <a:lnTo>
                    <a:pt x="665609" y="704786"/>
                  </a:lnTo>
                  <a:lnTo>
                    <a:pt x="690261" y="694871"/>
                  </a:lnTo>
                  <a:lnTo>
                    <a:pt x="714913" y="684941"/>
                  </a:lnTo>
                  <a:lnTo>
                    <a:pt x="739565" y="675002"/>
                  </a:lnTo>
                  <a:lnTo>
                    <a:pt x="764218" y="665053"/>
                  </a:lnTo>
                  <a:lnTo>
                    <a:pt x="788870" y="655098"/>
                  </a:lnTo>
                  <a:lnTo>
                    <a:pt x="813522" y="645137"/>
                  </a:lnTo>
                  <a:lnTo>
                    <a:pt x="838174" y="635167"/>
                  </a:lnTo>
                  <a:lnTo>
                    <a:pt x="862826" y="625187"/>
                  </a:lnTo>
                  <a:lnTo>
                    <a:pt x="887479" y="615193"/>
                  </a:lnTo>
                  <a:lnTo>
                    <a:pt x="912131" y="605181"/>
                  </a:lnTo>
                  <a:lnTo>
                    <a:pt x="936783" y="595143"/>
                  </a:lnTo>
                  <a:lnTo>
                    <a:pt x="961435" y="585073"/>
                  </a:lnTo>
                  <a:lnTo>
                    <a:pt x="986087" y="574960"/>
                  </a:lnTo>
                  <a:lnTo>
                    <a:pt x="1010740" y="564794"/>
                  </a:lnTo>
                  <a:lnTo>
                    <a:pt x="1035392" y="554560"/>
                  </a:lnTo>
                  <a:lnTo>
                    <a:pt x="1060044" y="544244"/>
                  </a:lnTo>
                  <a:lnTo>
                    <a:pt x="1084696" y="533828"/>
                  </a:lnTo>
                  <a:lnTo>
                    <a:pt x="1109348" y="523291"/>
                  </a:lnTo>
                  <a:lnTo>
                    <a:pt x="1134001" y="512613"/>
                  </a:lnTo>
                  <a:lnTo>
                    <a:pt x="1158653" y="501768"/>
                  </a:lnTo>
                  <a:lnTo>
                    <a:pt x="1183305" y="490732"/>
                  </a:lnTo>
                  <a:lnTo>
                    <a:pt x="1207957" y="479478"/>
                  </a:lnTo>
                  <a:lnTo>
                    <a:pt x="1232609" y="467980"/>
                  </a:lnTo>
                  <a:lnTo>
                    <a:pt x="1257262" y="456213"/>
                  </a:lnTo>
                  <a:lnTo>
                    <a:pt x="1281914" y="444154"/>
                  </a:lnTo>
                  <a:lnTo>
                    <a:pt x="1306566" y="431783"/>
                  </a:lnTo>
                  <a:lnTo>
                    <a:pt x="1331218" y="419083"/>
                  </a:lnTo>
                  <a:lnTo>
                    <a:pt x="1355870" y="406044"/>
                  </a:lnTo>
                  <a:lnTo>
                    <a:pt x="1380523" y="392658"/>
                  </a:lnTo>
                  <a:lnTo>
                    <a:pt x="1405175" y="378923"/>
                  </a:lnTo>
                  <a:lnTo>
                    <a:pt x="1429827" y="364839"/>
                  </a:lnTo>
                  <a:lnTo>
                    <a:pt x="1454479" y="350410"/>
                  </a:lnTo>
                  <a:lnTo>
                    <a:pt x="1479131" y="335641"/>
                  </a:lnTo>
                  <a:lnTo>
                    <a:pt x="1503784" y="320540"/>
                  </a:lnTo>
                  <a:lnTo>
                    <a:pt x="1528436" y="305116"/>
                  </a:lnTo>
                  <a:lnTo>
                    <a:pt x="1553088" y="289376"/>
                  </a:lnTo>
                  <a:lnTo>
                    <a:pt x="1577740" y="273330"/>
                  </a:lnTo>
                  <a:lnTo>
                    <a:pt x="1602392" y="256984"/>
                  </a:lnTo>
                  <a:lnTo>
                    <a:pt x="1627045" y="240347"/>
                  </a:lnTo>
                  <a:lnTo>
                    <a:pt x="1651697" y="223426"/>
                  </a:lnTo>
                  <a:lnTo>
                    <a:pt x="1676349" y="206226"/>
                  </a:lnTo>
                  <a:lnTo>
                    <a:pt x="1701001" y="188755"/>
                  </a:lnTo>
                  <a:lnTo>
                    <a:pt x="1725653" y="171017"/>
                  </a:lnTo>
                  <a:lnTo>
                    <a:pt x="1750306" y="153017"/>
                  </a:lnTo>
                  <a:lnTo>
                    <a:pt x="1774958" y="134759"/>
                  </a:lnTo>
                  <a:lnTo>
                    <a:pt x="1799610" y="116246"/>
                  </a:lnTo>
                  <a:lnTo>
                    <a:pt x="1824262" y="97483"/>
                  </a:lnTo>
                  <a:lnTo>
                    <a:pt x="1848914" y="78472"/>
                  </a:lnTo>
                  <a:lnTo>
                    <a:pt x="1873566" y="59216"/>
                  </a:lnTo>
                  <a:lnTo>
                    <a:pt x="1898219" y="39717"/>
                  </a:lnTo>
                  <a:lnTo>
                    <a:pt x="1922871" y="19978"/>
                  </a:lnTo>
                  <a:lnTo>
                    <a:pt x="1947523" y="0"/>
                  </a:lnTo>
                  <a:lnTo>
                    <a:pt x="1947523" y="302589"/>
                  </a:lnTo>
                  <a:lnTo>
                    <a:pt x="1922871" y="309263"/>
                  </a:lnTo>
                  <a:lnTo>
                    <a:pt x="1898219" y="316032"/>
                  </a:lnTo>
                  <a:lnTo>
                    <a:pt x="1873566" y="322897"/>
                  </a:lnTo>
                  <a:lnTo>
                    <a:pt x="1848914" y="329861"/>
                  </a:lnTo>
                  <a:lnTo>
                    <a:pt x="1824262" y="336925"/>
                  </a:lnTo>
                  <a:lnTo>
                    <a:pt x="1799610" y="344093"/>
                  </a:lnTo>
                  <a:lnTo>
                    <a:pt x="1774958" y="351367"/>
                  </a:lnTo>
                  <a:lnTo>
                    <a:pt x="1750306" y="358751"/>
                  </a:lnTo>
                  <a:lnTo>
                    <a:pt x="1725653" y="366248"/>
                  </a:lnTo>
                  <a:lnTo>
                    <a:pt x="1701001" y="373863"/>
                  </a:lnTo>
                  <a:lnTo>
                    <a:pt x="1676349" y="381600"/>
                  </a:lnTo>
                  <a:lnTo>
                    <a:pt x="1651697" y="389465"/>
                  </a:lnTo>
                  <a:lnTo>
                    <a:pt x="1627045" y="397464"/>
                  </a:lnTo>
                  <a:lnTo>
                    <a:pt x="1602392" y="405602"/>
                  </a:lnTo>
                  <a:lnTo>
                    <a:pt x="1577740" y="413887"/>
                  </a:lnTo>
                  <a:lnTo>
                    <a:pt x="1553088" y="422327"/>
                  </a:lnTo>
                  <a:lnTo>
                    <a:pt x="1528436" y="430929"/>
                  </a:lnTo>
                  <a:lnTo>
                    <a:pt x="1503784" y="439702"/>
                  </a:lnTo>
                  <a:lnTo>
                    <a:pt x="1479131" y="448655"/>
                  </a:lnTo>
                  <a:lnTo>
                    <a:pt x="1454479" y="457795"/>
                  </a:lnTo>
                  <a:lnTo>
                    <a:pt x="1429827" y="467130"/>
                  </a:lnTo>
                  <a:lnTo>
                    <a:pt x="1405175" y="476665"/>
                  </a:lnTo>
                  <a:lnTo>
                    <a:pt x="1380523" y="486405"/>
                  </a:lnTo>
                  <a:lnTo>
                    <a:pt x="1355870" y="496351"/>
                  </a:lnTo>
                  <a:lnTo>
                    <a:pt x="1331218" y="506498"/>
                  </a:lnTo>
                  <a:lnTo>
                    <a:pt x="1306566" y="516841"/>
                  </a:lnTo>
                  <a:lnTo>
                    <a:pt x="1281914" y="527367"/>
                  </a:lnTo>
                  <a:lnTo>
                    <a:pt x="1257262" y="538061"/>
                  </a:lnTo>
                  <a:lnTo>
                    <a:pt x="1232609" y="548903"/>
                  </a:lnTo>
                  <a:lnTo>
                    <a:pt x="1207957" y="559869"/>
                  </a:lnTo>
                  <a:lnTo>
                    <a:pt x="1183305" y="570935"/>
                  </a:lnTo>
                  <a:lnTo>
                    <a:pt x="1158653" y="582074"/>
                  </a:lnTo>
                  <a:lnTo>
                    <a:pt x="1134001" y="593261"/>
                  </a:lnTo>
                  <a:lnTo>
                    <a:pt x="1109348" y="604469"/>
                  </a:lnTo>
                  <a:lnTo>
                    <a:pt x="1084696" y="615674"/>
                  </a:lnTo>
                  <a:lnTo>
                    <a:pt x="1060044" y="626856"/>
                  </a:lnTo>
                  <a:lnTo>
                    <a:pt x="1035392" y="637993"/>
                  </a:lnTo>
                  <a:lnTo>
                    <a:pt x="1010740" y="649068"/>
                  </a:lnTo>
                  <a:lnTo>
                    <a:pt x="986087" y="660066"/>
                  </a:lnTo>
                  <a:lnTo>
                    <a:pt x="961435" y="670973"/>
                  </a:lnTo>
                  <a:lnTo>
                    <a:pt x="936783" y="681779"/>
                  </a:lnTo>
                  <a:lnTo>
                    <a:pt x="912131" y="692472"/>
                  </a:lnTo>
                  <a:lnTo>
                    <a:pt x="887479" y="703046"/>
                  </a:lnTo>
                  <a:lnTo>
                    <a:pt x="862826" y="713495"/>
                  </a:lnTo>
                  <a:lnTo>
                    <a:pt x="838174" y="723813"/>
                  </a:lnTo>
                  <a:lnTo>
                    <a:pt x="813522" y="733996"/>
                  </a:lnTo>
                  <a:lnTo>
                    <a:pt x="788870" y="744044"/>
                  </a:lnTo>
                  <a:lnTo>
                    <a:pt x="764218" y="753953"/>
                  </a:lnTo>
                  <a:lnTo>
                    <a:pt x="739565" y="763725"/>
                  </a:lnTo>
                  <a:lnTo>
                    <a:pt x="714913" y="773361"/>
                  </a:lnTo>
                  <a:lnTo>
                    <a:pt x="690261" y="782862"/>
                  </a:lnTo>
                  <a:lnTo>
                    <a:pt x="665609" y="792234"/>
                  </a:lnTo>
                  <a:lnTo>
                    <a:pt x="640957" y="801481"/>
                  </a:lnTo>
                  <a:lnTo>
                    <a:pt x="616304" y="810609"/>
                  </a:lnTo>
                  <a:lnTo>
                    <a:pt x="591652" y="819627"/>
                  </a:lnTo>
                  <a:lnTo>
                    <a:pt x="567000" y="828544"/>
                  </a:lnTo>
                  <a:lnTo>
                    <a:pt x="542348" y="837373"/>
                  </a:lnTo>
                  <a:lnTo>
                    <a:pt x="517696" y="846128"/>
                  </a:lnTo>
                  <a:lnTo>
                    <a:pt x="493043" y="854823"/>
                  </a:lnTo>
                  <a:lnTo>
                    <a:pt x="468391" y="863478"/>
                  </a:lnTo>
                  <a:lnTo>
                    <a:pt x="443739" y="872114"/>
                  </a:lnTo>
                  <a:lnTo>
                    <a:pt x="419087" y="880753"/>
                  </a:lnTo>
                  <a:lnTo>
                    <a:pt x="394435" y="889421"/>
                  </a:lnTo>
                  <a:lnTo>
                    <a:pt x="369782" y="898143"/>
                  </a:lnTo>
                  <a:lnTo>
                    <a:pt x="345130" y="906946"/>
                  </a:lnTo>
                  <a:lnTo>
                    <a:pt x="320478" y="915858"/>
                  </a:lnTo>
                  <a:lnTo>
                    <a:pt x="295826" y="924904"/>
                  </a:lnTo>
                  <a:lnTo>
                    <a:pt x="271174" y="934107"/>
                  </a:lnTo>
                  <a:lnTo>
                    <a:pt x="246521" y="943486"/>
                  </a:lnTo>
                  <a:lnTo>
                    <a:pt x="221869" y="953057"/>
                  </a:lnTo>
                  <a:lnTo>
                    <a:pt x="197217" y="962831"/>
                  </a:lnTo>
                  <a:lnTo>
                    <a:pt x="172565" y="972812"/>
                  </a:lnTo>
                  <a:lnTo>
                    <a:pt x="147913" y="983002"/>
                  </a:lnTo>
                  <a:lnTo>
                    <a:pt x="123260" y="993400"/>
                  </a:lnTo>
                  <a:lnTo>
                    <a:pt x="98608" y="1004001"/>
                  </a:lnTo>
                  <a:lnTo>
                    <a:pt x="73956" y="1014797"/>
                  </a:lnTo>
                  <a:lnTo>
                    <a:pt x="49304" y="1025781"/>
                  </a:lnTo>
                  <a:lnTo>
                    <a:pt x="24652" y="1036943"/>
                  </a:lnTo>
                  <a:lnTo>
                    <a:pt x="0" y="104827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5510050" y="904921"/>
              <a:ext cx="1947523" cy="914889"/>
            </a:xfrm>
            <a:custGeom>
              <a:avLst/>
              <a:pathLst>
                <a:path w="1947523" h="914889">
                  <a:moveTo>
                    <a:pt x="0" y="914889"/>
                  </a:moveTo>
                  <a:lnTo>
                    <a:pt x="24652" y="910835"/>
                  </a:lnTo>
                  <a:lnTo>
                    <a:pt x="49304" y="906466"/>
                  </a:lnTo>
                  <a:lnTo>
                    <a:pt x="73956" y="901774"/>
                  </a:lnTo>
                  <a:lnTo>
                    <a:pt x="98608" y="896749"/>
                  </a:lnTo>
                  <a:lnTo>
                    <a:pt x="123260" y="891385"/>
                  </a:lnTo>
                  <a:lnTo>
                    <a:pt x="147913" y="885674"/>
                  </a:lnTo>
                  <a:lnTo>
                    <a:pt x="172565" y="879611"/>
                  </a:lnTo>
                  <a:lnTo>
                    <a:pt x="197217" y="873194"/>
                  </a:lnTo>
                  <a:lnTo>
                    <a:pt x="221869" y="866425"/>
                  </a:lnTo>
                  <a:lnTo>
                    <a:pt x="246521" y="859309"/>
                  </a:lnTo>
                  <a:lnTo>
                    <a:pt x="271174" y="851857"/>
                  </a:lnTo>
                  <a:lnTo>
                    <a:pt x="295826" y="844084"/>
                  </a:lnTo>
                  <a:lnTo>
                    <a:pt x="320478" y="836010"/>
                  </a:lnTo>
                  <a:lnTo>
                    <a:pt x="345130" y="827657"/>
                  </a:lnTo>
                  <a:lnTo>
                    <a:pt x="369782" y="819052"/>
                  </a:lnTo>
                  <a:lnTo>
                    <a:pt x="394435" y="810220"/>
                  </a:lnTo>
                  <a:lnTo>
                    <a:pt x="419087" y="801190"/>
                  </a:lnTo>
                  <a:lnTo>
                    <a:pt x="443739" y="791987"/>
                  </a:lnTo>
                  <a:lnTo>
                    <a:pt x="468391" y="782636"/>
                  </a:lnTo>
                  <a:lnTo>
                    <a:pt x="493043" y="773160"/>
                  </a:lnTo>
                  <a:lnTo>
                    <a:pt x="517696" y="763580"/>
                  </a:lnTo>
                  <a:lnTo>
                    <a:pt x="542348" y="753914"/>
                  </a:lnTo>
                  <a:lnTo>
                    <a:pt x="567000" y="744178"/>
                  </a:lnTo>
                  <a:lnTo>
                    <a:pt x="591652" y="734387"/>
                  </a:lnTo>
                  <a:lnTo>
                    <a:pt x="616304" y="724551"/>
                  </a:lnTo>
                  <a:lnTo>
                    <a:pt x="640957" y="714682"/>
                  </a:lnTo>
                  <a:lnTo>
                    <a:pt x="665609" y="704786"/>
                  </a:lnTo>
                  <a:lnTo>
                    <a:pt x="690261" y="694871"/>
                  </a:lnTo>
                  <a:lnTo>
                    <a:pt x="714913" y="684941"/>
                  </a:lnTo>
                  <a:lnTo>
                    <a:pt x="739565" y="675002"/>
                  </a:lnTo>
                  <a:lnTo>
                    <a:pt x="764218" y="665053"/>
                  </a:lnTo>
                  <a:lnTo>
                    <a:pt x="788870" y="655098"/>
                  </a:lnTo>
                  <a:lnTo>
                    <a:pt x="813522" y="645137"/>
                  </a:lnTo>
                  <a:lnTo>
                    <a:pt x="838174" y="635167"/>
                  </a:lnTo>
                  <a:lnTo>
                    <a:pt x="862826" y="625187"/>
                  </a:lnTo>
                  <a:lnTo>
                    <a:pt x="887479" y="615193"/>
                  </a:lnTo>
                  <a:lnTo>
                    <a:pt x="912131" y="605181"/>
                  </a:lnTo>
                  <a:lnTo>
                    <a:pt x="936783" y="595143"/>
                  </a:lnTo>
                  <a:lnTo>
                    <a:pt x="961435" y="585073"/>
                  </a:lnTo>
                  <a:lnTo>
                    <a:pt x="986087" y="574960"/>
                  </a:lnTo>
                  <a:lnTo>
                    <a:pt x="1010740" y="564794"/>
                  </a:lnTo>
                  <a:lnTo>
                    <a:pt x="1035392" y="554560"/>
                  </a:lnTo>
                  <a:lnTo>
                    <a:pt x="1060044" y="544244"/>
                  </a:lnTo>
                  <a:lnTo>
                    <a:pt x="1084696" y="533828"/>
                  </a:lnTo>
                  <a:lnTo>
                    <a:pt x="1109348" y="523291"/>
                  </a:lnTo>
                  <a:lnTo>
                    <a:pt x="1134001" y="512613"/>
                  </a:lnTo>
                  <a:lnTo>
                    <a:pt x="1158653" y="501768"/>
                  </a:lnTo>
                  <a:lnTo>
                    <a:pt x="1183305" y="490732"/>
                  </a:lnTo>
                  <a:lnTo>
                    <a:pt x="1207957" y="479478"/>
                  </a:lnTo>
                  <a:lnTo>
                    <a:pt x="1232609" y="467980"/>
                  </a:lnTo>
                  <a:lnTo>
                    <a:pt x="1257262" y="456213"/>
                  </a:lnTo>
                  <a:lnTo>
                    <a:pt x="1281914" y="444154"/>
                  </a:lnTo>
                  <a:lnTo>
                    <a:pt x="1306566" y="431783"/>
                  </a:lnTo>
                  <a:lnTo>
                    <a:pt x="1331218" y="419083"/>
                  </a:lnTo>
                  <a:lnTo>
                    <a:pt x="1355870" y="406044"/>
                  </a:lnTo>
                  <a:lnTo>
                    <a:pt x="1380523" y="392658"/>
                  </a:lnTo>
                  <a:lnTo>
                    <a:pt x="1405175" y="378923"/>
                  </a:lnTo>
                  <a:lnTo>
                    <a:pt x="1429827" y="364839"/>
                  </a:lnTo>
                  <a:lnTo>
                    <a:pt x="1454479" y="350410"/>
                  </a:lnTo>
                  <a:lnTo>
                    <a:pt x="1479131" y="335641"/>
                  </a:lnTo>
                  <a:lnTo>
                    <a:pt x="1503784" y="320540"/>
                  </a:lnTo>
                  <a:lnTo>
                    <a:pt x="1528436" y="305116"/>
                  </a:lnTo>
                  <a:lnTo>
                    <a:pt x="1553088" y="289376"/>
                  </a:lnTo>
                  <a:lnTo>
                    <a:pt x="1577740" y="273330"/>
                  </a:lnTo>
                  <a:lnTo>
                    <a:pt x="1602392" y="256984"/>
                  </a:lnTo>
                  <a:lnTo>
                    <a:pt x="1627045" y="240347"/>
                  </a:lnTo>
                  <a:lnTo>
                    <a:pt x="1651697" y="223426"/>
                  </a:lnTo>
                  <a:lnTo>
                    <a:pt x="1676349" y="206226"/>
                  </a:lnTo>
                  <a:lnTo>
                    <a:pt x="1701001" y="188755"/>
                  </a:lnTo>
                  <a:lnTo>
                    <a:pt x="1725653" y="171017"/>
                  </a:lnTo>
                  <a:lnTo>
                    <a:pt x="1750306" y="153017"/>
                  </a:lnTo>
                  <a:lnTo>
                    <a:pt x="1774958" y="134759"/>
                  </a:lnTo>
                  <a:lnTo>
                    <a:pt x="1799610" y="116246"/>
                  </a:lnTo>
                  <a:lnTo>
                    <a:pt x="1824262" y="97483"/>
                  </a:lnTo>
                  <a:lnTo>
                    <a:pt x="1848914" y="78472"/>
                  </a:lnTo>
                  <a:lnTo>
                    <a:pt x="1873566" y="59216"/>
                  </a:lnTo>
                  <a:lnTo>
                    <a:pt x="1898219" y="39717"/>
                  </a:lnTo>
                  <a:lnTo>
                    <a:pt x="1922871" y="19978"/>
                  </a:lnTo>
                  <a:lnTo>
                    <a:pt x="19475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5510050" y="1207510"/>
              <a:ext cx="1947523" cy="745686"/>
            </a:xfrm>
            <a:custGeom>
              <a:avLst/>
              <a:pathLst>
                <a:path w="1947523" h="745686">
                  <a:moveTo>
                    <a:pt x="1947523" y="0"/>
                  </a:moveTo>
                  <a:lnTo>
                    <a:pt x="1922871" y="6674"/>
                  </a:lnTo>
                  <a:lnTo>
                    <a:pt x="1898219" y="13443"/>
                  </a:lnTo>
                  <a:lnTo>
                    <a:pt x="1873566" y="20308"/>
                  </a:lnTo>
                  <a:lnTo>
                    <a:pt x="1848914" y="27272"/>
                  </a:lnTo>
                  <a:lnTo>
                    <a:pt x="1824262" y="34336"/>
                  </a:lnTo>
                  <a:lnTo>
                    <a:pt x="1799610" y="41504"/>
                  </a:lnTo>
                  <a:lnTo>
                    <a:pt x="1774958" y="48778"/>
                  </a:lnTo>
                  <a:lnTo>
                    <a:pt x="1750306" y="56162"/>
                  </a:lnTo>
                  <a:lnTo>
                    <a:pt x="1725653" y="63659"/>
                  </a:lnTo>
                  <a:lnTo>
                    <a:pt x="1701001" y="71274"/>
                  </a:lnTo>
                  <a:lnTo>
                    <a:pt x="1676349" y="79011"/>
                  </a:lnTo>
                  <a:lnTo>
                    <a:pt x="1651697" y="86876"/>
                  </a:lnTo>
                  <a:lnTo>
                    <a:pt x="1627045" y="94874"/>
                  </a:lnTo>
                  <a:lnTo>
                    <a:pt x="1602392" y="103013"/>
                  </a:lnTo>
                  <a:lnTo>
                    <a:pt x="1577740" y="111298"/>
                  </a:lnTo>
                  <a:lnTo>
                    <a:pt x="1553088" y="119738"/>
                  </a:lnTo>
                  <a:lnTo>
                    <a:pt x="1528436" y="128340"/>
                  </a:lnTo>
                  <a:lnTo>
                    <a:pt x="1503784" y="137113"/>
                  </a:lnTo>
                  <a:lnTo>
                    <a:pt x="1479131" y="146066"/>
                  </a:lnTo>
                  <a:lnTo>
                    <a:pt x="1454479" y="155206"/>
                  </a:lnTo>
                  <a:lnTo>
                    <a:pt x="1429827" y="164541"/>
                  </a:lnTo>
                  <a:lnTo>
                    <a:pt x="1405175" y="174076"/>
                  </a:lnTo>
                  <a:lnTo>
                    <a:pt x="1380523" y="183816"/>
                  </a:lnTo>
                  <a:lnTo>
                    <a:pt x="1355870" y="193761"/>
                  </a:lnTo>
                  <a:lnTo>
                    <a:pt x="1331218" y="203909"/>
                  </a:lnTo>
                  <a:lnTo>
                    <a:pt x="1306566" y="214252"/>
                  </a:lnTo>
                  <a:lnTo>
                    <a:pt x="1281914" y="224778"/>
                  </a:lnTo>
                  <a:lnTo>
                    <a:pt x="1257262" y="235472"/>
                  </a:lnTo>
                  <a:lnTo>
                    <a:pt x="1232609" y="246314"/>
                  </a:lnTo>
                  <a:lnTo>
                    <a:pt x="1207957" y="257280"/>
                  </a:lnTo>
                  <a:lnTo>
                    <a:pt x="1183305" y="268346"/>
                  </a:lnTo>
                  <a:lnTo>
                    <a:pt x="1158653" y="279485"/>
                  </a:lnTo>
                  <a:lnTo>
                    <a:pt x="1134001" y="290672"/>
                  </a:lnTo>
                  <a:lnTo>
                    <a:pt x="1109348" y="301880"/>
                  </a:lnTo>
                  <a:lnTo>
                    <a:pt x="1084696" y="313085"/>
                  </a:lnTo>
                  <a:lnTo>
                    <a:pt x="1060044" y="324267"/>
                  </a:lnTo>
                  <a:lnTo>
                    <a:pt x="1035392" y="335404"/>
                  </a:lnTo>
                  <a:lnTo>
                    <a:pt x="1010740" y="346479"/>
                  </a:lnTo>
                  <a:lnTo>
                    <a:pt x="986087" y="357477"/>
                  </a:lnTo>
                  <a:lnTo>
                    <a:pt x="961435" y="368384"/>
                  </a:lnTo>
                  <a:lnTo>
                    <a:pt x="936783" y="379189"/>
                  </a:lnTo>
                  <a:lnTo>
                    <a:pt x="912131" y="389883"/>
                  </a:lnTo>
                  <a:lnTo>
                    <a:pt x="887479" y="400457"/>
                  </a:lnTo>
                  <a:lnTo>
                    <a:pt x="862826" y="410906"/>
                  </a:lnTo>
                  <a:lnTo>
                    <a:pt x="838174" y="421224"/>
                  </a:lnTo>
                  <a:lnTo>
                    <a:pt x="813522" y="431407"/>
                  </a:lnTo>
                  <a:lnTo>
                    <a:pt x="788870" y="441454"/>
                  </a:lnTo>
                  <a:lnTo>
                    <a:pt x="764218" y="451364"/>
                  </a:lnTo>
                  <a:lnTo>
                    <a:pt x="739565" y="461136"/>
                  </a:lnTo>
                  <a:lnTo>
                    <a:pt x="714913" y="470771"/>
                  </a:lnTo>
                  <a:lnTo>
                    <a:pt x="690261" y="480273"/>
                  </a:lnTo>
                  <a:lnTo>
                    <a:pt x="665609" y="489645"/>
                  </a:lnTo>
                  <a:lnTo>
                    <a:pt x="640957" y="498891"/>
                  </a:lnTo>
                  <a:lnTo>
                    <a:pt x="616304" y="508020"/>
                  </a:lnTo>
                  <a:lnTo>
                    <a:pt x="591652" y="517038"/>
                  </a:lnTo>
                  <a:lnTo>
                    <a:pt x="567000" y="525955"/>
                  </a:lnTo>
                  <a:lnTo>
                    <a:pt x="542348" y="534784"/>
                  </a:lnTo>
                  <a:lnTo>
                    <a:pt x="517696" y="543538"/>
                  </a:lnTo>
                  <a:lnTo>
                    <a:pt x="493043" y="552234"/>
                  </a:lnTo>
                  <a:lnTo>
                    <a:pt x="468391" y="560889"/>
                  </a:lnTo>
                  <a:lnTo>
                    <a:pt x="443739" y="569525"/>
                  </a:lnTo>
                  <a:lnTo>
                    <a:pt x="419087" y="578164"/>
                  </a:lnTo>
                  <a:lnTo>
                    <a:pt x="394435" y="586832"/>
                  </a:lnTo>
                  <a:lnTo>
                    <a:pt x="369782" y="595554"/>
                  </a:lnTo>
                  <a:lnTo>
                    <a:pt x="345130" y="604357"/>
                  </a:lnTo>
                  <a:lnTo>
                    <a:pt x="320478" y="613269"/>
                  </a:lnTo>
                  <a:lnTo>
                    <a:pt x="295826" y="622315"/>
                  </a:lnTo>
                  <a:lnTo>
                    <a:pt x="271174" y="631518"/>
                  </a:lnTo>
                  <a:lnTo>
                    <a:pt x="246521" y="640897"/>
                  </a:lnTo>
                  <a:lnTo>
                    <a:pt x="221869" y="650468"/>
                  </a:lnTo>
                  <a:lnTo>
                    <a:pt x="197217" y="660241"/>
                  </a:lnTo>
                  <a:lnTo>
                    <a:pt x="172565" y="670222"/>
                  </a:lnTo>
                  <a:lnTo>
                    <a:pt x="147913" y="680413"/>
                  </a:lnTo>
                  <a:lnTo>
                    <a:pt x="123260" y="690811"/>
                  </a:lnTo>
                  <a:lnTo>
                    <a:pt x="98608" y="701412"/>
                  </a:lnTo>
                  <a:lnTo>
                    <a:pt x="73956" y="712208"/>
                  </a:lnTo>
                  <a:lnTo>
                    <a:pt x="49304" y="723192"/>
                  </a:lnTo>
                  <a:lnTo>
                    <a:pt x="24652" y="734354"/>
                  </a:lnTo>
                  <a:lnTo>
                    <a:pt x="0" y="7456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5510050" y="1056216"/>
              <a:ext cx="1947523" cy="830288"/>
            </a:xfrm>
            <a:custGeom>
              <a:avLst/>
              <a:pathLst>
                <a:path w="1947523" h="830288">
                  <a:moveTo>
                    <a:pt x="0" y="830288"/>
                  </a:moveTo>
                  <a:lnTo>
                    <a:pt x="24652" y="822594"/>
                  </a:lnTo>
                  <a:lnTo>
                    <a:pt x="49304" y="814829"/>
                  </a:lnTo>
                  <a:lnTo>
                    <a:pt x="73956" y="806991"/>
                  </a:lnTo>
                  <a:lnTo>
                    <a:pt x="98608" y="799081"/>
                  </a:lnTo>
                  <a:lnTo>
                    <a:pt x="123260" y="791098"/>
                  </a:lnTo>
                  <a:lnTo>
                    <a:pt x="147913" y="783044"/>
                  </a:lnTo>
                  <a:lnTo>
                    <a:pt x="172565" y="774917"/>
                  </a:lnTo>
                  <a:lnTo>
                    <a:pt x="197217" y="766718"/>
                  </a:lnTo>
                  <a:lnTo>
                    <a:pt x="221869" y="758447"/>
                  </a:lnTo>
                  <a:lnTo>
                    <a:pt x="246521" y="750103"/>
                  </a:lnTo>
                  <a:lnTo>
                    <a:pt x="271174" y="741688"/>
                  </a:lnTo>
                  <a:lnTo>
                    <a:pt x="295826" y="733200"/>
                  </a:lnTo>
                  <a:lnTo>
                    <a:pt x="320478" y="724640"/>
                  </a:lnTo>
                  <a:lnTo>
                    <a:pt x="345130" y="716007"/>
                  </a:lnTo>
                  <a:lnTo>
                    <a:pt x="369782" y="707303"/>
                  </a:lnTo>
                  <a:lnTo>
                    <a:pt x="394435" y="698526"/>
                  </a:lnTo>
                  <a:lnTo>
                    <a:pt x="419087" y="689677"/>
                  </a:lnTo>
                  <a:lnTo>
                    <a:pt x="443739" y="680756"/>
                  </a:lnTo>
                  <a:lnTo>
                    <a:pt x="468391" y="671762"/>
                  </a:lnTo>
                  <a:lnTo>
                    <a:pt x="493043" y="662697"/>
                  </a:lnTo>
                  <a:lnTo>
                    <a:pt x="517696" y="653559"/>
                  </a:lnTo>
                  <a:lnTo>
                    <a:pt x="542348" y="644349"/>
                  </a:lnTo>
                  <a:lnTo>
                    <a:pt x="567000" y="635067"/>
                  </a:lnTo>
                  <a:lnTo>
                    <a:pt x="591652" y="625712"/>
                  </a:lnTo>
                  <a:lnTo>
                    <a:pt x="616304" y="616285"/>
                  </a:lnTo>
                  <a:lnTo>
                    <a:pt x="640957" y="606787"/>
                  </a:lnTo>
                  <a:lnTo>
                    <a:pt x="665609" y="597215"/>
                  </a:lnTo>
                  <a:lnTo>
                    <a:pt x="690261" y="587572"/>
                  </a:lnTo>
                  <a:lnTo>
                    <a:pt x="714913" y="577856"/>
                  </a:lnTo>
                  <a:lnTo>
                    <a:pt x="739565" y="568069"/>
                  </a:lnTo>
                  <a:lnTo>
                    <a:pt x="764218" y="558209"/>
                  </a:lnTo>
                  <a:lnTo>
                    <a:pt x="788870" y="548276"/>
                  </a:lnTo>
                  <a:lnTo>
                    <a:pt x="813522" y="538272"/>
                  </a:lnTo>
                  <a:lnTo>
                    <a:pt x="838174" y="528195"/>
                  </a:lnTo>
                  <a:lnTo>
                    <a:pt x="862826" y="518046"/>
                  </a:lnTo>
                  <a:lnTo>
                    <a:pt x="887479" y="507825"/>
                  </a:lnTo>
                  <a:lnTo>
                    <a:pt x="912131" y="497532"/>
                  </a:lnTo>
                  <a:lnTo>
                    <a:pt x="936783" y="487166"/>
                  </a:lnTo>
                  <a:lnTo>
                    <a:pt x="961435" y="476729"/>
                  </a:lnTo>
                  <a:lnTo>
                    <a:pt x="986087" y="466219"/>
                  </a:lnTo>
                  <a:lnTo>
                    <a:pt x="1010740" y="455636"/>
                  </a:lnTo>
                  <a:lnTo>
                    <a:pt x="1035392" y="444982"/>
                  </a:lnTo>
                  <a:lnTo>
                    <a:pt x="1060044" y="434255"/>
                  </a:lnTo>
                  <a:lnTo>
                    <a:pt x="1084696" y="423457"/>
                  </a:lnTo>
                  <a:lnTo>
                    <a:pt x="1109348" y="412585"/>
                  </a:lnTo>
                  <a:lnTo>
                    <a:pt x="1134001" y="401642"/>
                  </a:lnTo>
                  <a:lnTo>
                    <a:pt x="1158653" y="390627"/>
                  </a:lnTo>
                  <a:lnTo>
                    <a:pt x="1183305" y="379539"/>
                  </a:lnTo>
                  <a:lnTo>
                    <a:pt x="1207957" y="368379"/>
                  </a:lnTo>
                  <a:lnTo>
                    <a:pt x="1232609" y="357147"/>
                  </a:lnTo>
                  <a:lnTo>
                    <a:pt x="1257262" y="345843"/>
                  </a:lnTo>
                  <a:lnTo>
                    <a:pt x="1281914" y="334466"/>
                  </a:lnTo>
                  <a:lnTo>
                    <a:pt x="1306566" y="323017"/>
                  </a:lnTo>
                  <a:lnTo>
                    <a:pt x="1331218" y="311496"/>
                  </a:lnTo>
                  <a:lnTo>
                    <a:pt x="1355870" y="299903"/>
                  </a:lnTo>
                  <a:lnTo>
                    <a:pt x="1380523" y="288237"/>
                  </a:lnTo>
                  <a:lnTo>
                    <a:pt x="1405175" y="276500"/>
                  </a:lnTo>
                  <a:lnTo>
                    <a:pt x="1429827" y="264690"/>
                  </a:lnTo>
                  <a:lnTo>
                    <a:pt x="1454479" y="252808"/>
                  </a:lnTo>
                  <a:lnTo>
                    <a:pt x="1479131" y="240853"/>
                  </a:lnTo>
                  <a:lnTo>
                    <a:pt x="1503784" y="228827"/>
                  </a:lnTo>
                  <a:lnTo>
                    <a:pt x="1528436" y="216728"/>
                  </a:lnTo>
                  <a:lnTo>
                    <a:pt x="1553088" y="204557"/>
                  </a:lnTo>
                  <a:lnTo>
                    <a:pt x="1577740" y="192314"/>
                  </a:lnTo>
                  <a:lnTo>
                    <a:pt x="1602392" y="179998"/>
                  </a:lnTo>
                  <a:lnTo>
                    <a:pt x="1627045" y="167611"/>
                  </a:lnTo>
                  <a:lnTo>
                    <a:pt x="1651697" y="155151"/>
                  </a:lnTo>
                  <a:lnTo>
                    <a:pt x="1676349" y="142619"/>
                  </a:lnTo>
                  <a:lnTo>
                    <a:pt x="1701001" y="130014"/>
                  </a:lnTo>
                  <a:lnTo>
                    <a:pt x="1725653" y="117338"/>
                  </a:lnTo>
                  <a:lnTo>
                    <a:pt x="1750306" y="104589"/>
                  </a:lnTo>
                  <a:lnTo>
                    <a:pt x="1774958" y="91768"/>
                  </a:lnTo>
                  <a:lnTo>
                    <a:pt x="1799610" y="78875"/>
                  </a:lnTo>
                  <a:lnTo>
                    <a:pt x="1824262" y="65910"/>
                  </a:lnTo>
                  <a:lnTo>
                    <a:pt x="1848914" y="52872"/>
                  </a:lnTo>
                  <a:lnTo>
                    <a:pt x="1873566" y="39762"/>
                  </a:lnTo>
                  <a:lnTo>
                    <a:pt x="1898219" y="26580"/>
                  </a:lnTo>
                  <a:lnTo>
                    <a:pt x="1922871" y="13326"/>
                  </a:lnTo>
                  <a:lnTo>
                    <a:pt x="194752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2"/>
            <p:cNvSpPr/>
            <p:nvPr/>
          </p:nvSpPr>
          <p:spPr>
            <a:xfrm>
              <a:off x="5510050" y="944455"/>
              <a:ext cx="1947523" cy="762704"/>
            </a:xfrm>
            <a:custGeom>
              <a:avLst/>
              <a:pathLst>
                <a:path w="1947523" h="762704">
                  <a:moveTo>
                    <a:pt x="0" y="664780"/>
                  </a:moveTo>
                  <a:lnTo>
                    <a:pt x="24652" y="661129"/>
                  </a:lnTo>
                  <a:lnTo>
                    <a:pt x="49304" y="657320"/>
                  </a:lnTo>
                  <a:lnTo>
                    <a:pt x="73956" y="653353"/>
                  </a:lnTo>
                  <a:lnTo>
                    <a:pt x="98608" y="649225"/>
                  </a:lnTo>
                  <a:lnTo>
                    <a:pt x="123260" y="644934"/>
                  </a:lnTo>
                  <a:lnTo>
                    <a:pt x="147913" y="640477"/>
                  </a:lnTo>
                  <a:lnTo>
                    <a:pt x="172565" y="635852"/>
                  </a:lnTo>
                  <a:lnTo>
                    <a:pt x="197217" y="631057"/>
                  </a:lnTo>
                  <a:lnTo>
                    <a:pt x="221869" y="626090"/>
                  </a:lnTo>
                  <a:lnTo>
                    <a:pt x="246521" y="620949"/>
                  </a:lnTo>
                  <a:lnTo>
                    <a:pt x="271174" y="615632"/>
                  </a:lnTo>
                  <a:lnTo>
                    <a:pt x="295826" y="610139"/>
                  </a:lnTo>
                  <a:lnTo>
                    <a:pt x="320478" y="604470"/>
                  </a:lnTo>
                  <a:lnTo>
                    <a:pt x="345130" y="598625"/>
                  </a:lnTo>
                  <a:lnTo>
                    <a:pt x="369782" y="592608"/>
                  </a:lnTo>
                  <a:lnTo>
                    <a:pt x="394435" y="586421"/>
                  </a:lnTo>
                  <a:lnTo>
                    <a:pt x="419087" y="580069"/>
                  </a:lnTo>
                  <a:lnTo>
                    <a:pt x="443739" y="573558"/>
                  </a:lnTo>
                  <a:lnTo>
                    <a:pt x="468391" y="566895"/>
                  </a:lnTo>
                  <a:lnTo>
                    <a:pt x="493043" y="560088"/>
                  </a:lnTo>
                  <a:lnTo>
                    <a:pt x="517696" y="553146"/>
                  </a:lnTo>
                  <a:lnTo>
                    <a:pt x="542348" y="546078"/>
                  </a:lnTo>
                  <a:lnTo>
                    <a:pt x="567000" y="538895"/>
                  </a:lnTo>
                  <a:lnTo>
                    <a:pt x="591652" y="531605"/>
                  </a:lnTo>
                  <a:lnTo>
                    <a:pt x="616304" y="524218"/>
                  </a:lnTo>
                  <a:lnTo>
                    <a:pt x="640957" y="516744"/>
                  </a:lnTo>
                  <a:lnTo>
                    <a:pt x="665609" y="509190"/>
                  </a:lnTo>
                  <a:lnTo>
                    <a:pt x="690261" y="501565"/>
                  </a:lnTo>
                  <a:lnTo>
                    <a:pt x="714913" y="493876"/>
                  </a:lnTo>
                  <a:lnTo>
                    <a:pt x="739565" y="486128"/>
                  </a:lnTo>
                  <a:lnTo>
                    <a:pt x="764218" y="478329"/>
                  </a:lnTo>
                  <a:lnTo>
                    <a:pt x="788870" y="470482"/>
                  </a:lnTo>
                  <a:lnTo>
                    <a:pt x="813522" y="462592"/>
                  </a:lnTo>
                  <a:lnTo>
                    <a:pt x="838174" y="454663"/>
                  </a:lnTo>
                  <a:lnTo>
                    <a:pt x="862826" y="446698"/>
                  </a:lnTo>
                  <a:lnTo>
                    <a:pt x="887479" y="438698"/>
                  </a:lnTo>
                  <a:lnTo>
                    <a:pt x="912131" y="430667"/>
                  </a:lnTo>
                  <a:lnTo>
                    <a:pt x="936783" y="422604"/>
                  </a:lnTo>
                  <a:lnTo>
                    <a:pt x="961435" y="414511"/>
                  </a:lnTo>
                  <a:lnTo>
                    <a:pt x="986087" y="406388"/>
                  </a:lnTo>
                  <a:lnTo>
                    <a:pt x="1010740" y="398234"/>
                  </a:lnTo>
                  <a:lnTo>
                    <a:pt x="1035392" y="390048"/>
                  </a:lnTo>
                  <a:lnTo>
                    <a:pt x="1060044" y="381828"/>
                  </a:lnTo>
                  <a:lnTo>
                    <a:pt x="1084696" y="373570"/>
                  </a:lnTo>
                  <a:lnTo>
                    <a:pt x="1109348" y="365272"/>
                  </a:lnTo>
                  <a:lnTo>
                    <a:pt x="1134001" y="356929"/>
                  </a:lnTo>
                  <a:lnTo>
                    <a:pt x="1158653" y="348534"/>
                  </a:lnTo>
                  <a:lnTo>
                    <a:pt x="1183305" y="340080"/>
                  </a:lnTo>
                  <a:lnTo>
                    <a:pt x="1207957" y="331559"/>
                  </a:lnTo>
                  <a:lnTo>
                    <a:pt x="1232609" y="322961"/>
                  </a:lnTo>
                  <a:lnTo>
                    <a:pt x="1257262" y="314273"/>
                  </a:lnTo>
                  <a:lnTo>
                    <a:pt x="1281914" y="305481"/>
                  </a:lnTo>
                  <a:lnTo>
                    <a:pt x="1306566" y="296571"/>
                  </a:lnTo>
                  <a:lnTo>
                    <a:pt x="1331218" y="287526"/>
                  </a:lnTo>
                  <a:lnTo>
                    <a:pt x="1355870" y="278328"/>
                  </a:lnTo>
                  <a:lnTo>
                    <a:pt x="1380523" y="268961"/>
                  </a:lnTo>
                  <a:lnTo>
                    <a:pt x="1405175" y="259409"/>
                  </a:lnTo>
                  <a:lnTo>
                    <a:pt x="1429827" y="249659"/>
                  </a:lnTo>
                  <a:lnTo>
                    <a:pt x="1454479" y="239700"/>
                  </a:lnTo>
                  <a:lnTo>
                    <a:pt x="1479131" y="229526"/>
                  </a:lnTo>
                  <a:lnTo>
                    <a:pt x="1503784" y="219134"/>
                  </a:lnTo>
                  <a:lnTo>
                    <a:pt x="1528436" y="208524"/>
                  </a:lnTo>
                  <a:lnTo>
                    <a:pt x="1553088" y="197700"/>
                  </a:lnTo>
                  <a:lnTo>
                    <a:pt x="1577740" y="186667"/>
                  </a:lnTo>
                  <a:lnTo>
                    <a:pt x="1602392" y="175432"/>
                  </a:lnTo>
                  <a:lnTo>
                    <a:pt x="1627045" y="164000"/>
                  </a:lnTo>
                  <a:lnTo>
                    <a:pt x="1651697" y="152379"/>
                  </a:lnTo>
                  <a:lnTo>
                    <a:pt x="1676349" y="140576"/>
                  </a:lnTo>
                  <a:lnTo>
                    <a:pt x="1701001" y="128596"/>
                  </a:lnTo>
                  <a:lnTo>
                    <a:pt x="1725653" y="116444"/>
                  </a:lnTo>
                  <a:lnTo>
                    <a:pt x="1750306" y="104127"/>
                  </a:lnTo>
                  <a:lnTo>
                    <a:pt x="1774958" y="91646"/>
                  </a:lnTo>
                  <a:lnTo>
                    <a:pt x="1799610" y="79008"/>
                  </a:lnTo>
                  <a:lnTo>
                    <a:pt x="1824262" y="66214"/>
                  </a:lnTo>
                  <a:lnTo>
                    <a:pt x="1848914" y="53267"/>
                  </a:lnTo>
                  <a:lnTo>
                    <a:pt x="1873566" y="40171"/>
                  </a:lnTo>
                  <a:lnTo>
                    <a:pt x="1898219" y="26926"/>
                  </a:lnTo>
                  <a:lnTo>
                    <a:pt x="1922871" y="13535"/>
                  </a:lnTo>
                  <a:lnTo>
                    <a:pt x="1947523" y="0"/>
                  </a:lnTo>
                  <a:lnTo>
                    <a:pt x="1947523" y="109457"/>
                  </a:lnTo>
                  <a:lnTo>
                    <a:pt x="1922871" y="117313"/>
                  </a:lnTo>
                  <a:lnTo>
                    <a:pt x="1898219" y="125193"/>
                  </a:lnTo>
                  <a:lnTo>
                    <a:pt x="1873566" y="133099"/>
                  </a:lnTo>
                  <a:lnTo>
                    <a:pt x="1848914" y="141032"/>
                  </a:lnTo>
                  <a:lnTo>
                    <a:pt x="1824262" y="148994"/>
                  </a:lnTo>
                  <a:lnTo>
                    <a:pt x="1799610" y="156988"/>
                  </a:lnTo>
                  <a:lnTo>
                    <a:pt x="1774958" y="165017"/>
                  </a:lnTo>
                  <a:lnTo>
                    <a:pt x="1750306" y="173084"/>
                  </a:lnTo>
                  <a:lnTo>
                    <a:pt x="1725653" y="181192"/>
                  </a:lnTo>
                  <a:lnTo>
                    <a:pt x="1701001" y="189346"/>
                  </a:lnTo>
                  <a:lnTo>
                    <a:pt x="1676349" y="197550"/>
                  </a:lnTo>
                  <a:lnTo>
                    <a:pt x="1651697" y="205811"/>
                  </a:lnTo>
                  <a:lnTo>
                    <a:pt x="1627045" y="214133"/>
                  </a:lnTo>
                  <a:lnTo>
                    <a:pt x="1602392" y="222524"/>
                  </a:lnTo>
                  <a:lnTo>
                    <a:pt x="1577740" y="230990"/>
                  </a:lnTo>
                  <a:lnTo>
                    <a:pt x="1553088" y="239538"/>
                  </a:lnTo>
                  <a:lnTo>
                    <a:pt x="1528436" y="248175"/>
                  </a:lnTo>
                  <a:lnTo>
                    <a:pt x="1503784" y="256905"/>
                  </a:lnTo>
                  <a:lnTo>
                    <a:pt x="1479131" y="265731"/>
                  </a:lnTo>
                  <a:lnTo>
                    <a:pt x="1454479" y="274655"/>
                  </a:lnTo>
                  <a:lnTo>
                    <a:pt x="1429827" y="283674"/>
                  </a:lnTo>
                  <a:lnTo>
                    <a:pt x="1405175" y="292780"/>
                  </a:lnTo>
                  <a:lnTo>
                    <a:pt x="1380523" y="301964"/>
                  </a:lnTo>
                  <a:lnTo>
                    <a:pt x="1355870" y="311213"/>
                  </a:lnTo>
                  <a:lnTo>
                    <a:pt x="1331218" y="320510"/>
                  </a:lnTo>
                  <a:lnTo>
                    <a:pt x="1306566" y="329838"/>
                  </a:lnTo>
                  <a:lnTo>
                    <a:pt x="1281914" y="339181"/>
                  </a:lnTo>
                  <a:lnTo>
                    <a:pt x="1257262" y="348522"/>
                  </a:lnTo>
                  <a:lnTo>
                    <a:pt x="1232609" y="357846"/>
                  </a:lnTo>
                  <a:lnTo>
                    <a:pt x="1207957" y="367139"/>
                  </a:lnTo>
                  <a:lnTo>
                    <a:pt x="1183305" y="376388"/>
                  </a:lnTo>
                  <a:lnTo>
                    <a:pt x="1158653" y="385584"/>
                  </a:lnTo>
                  <a:lnTo>
                    <a:pt x="1134001" y="394718"/>
                  </a:lnTo>
                  <a:lnTo>
                    <a:pt x="1109348" y="403783"/>
                  </a:lnTo>
                  <a:lnTo>
                    <a:pt x="1084696" y="412772"/>
                  </a:lnTo>
                  <a:lnTo>
                    <a:pt x="1060044" y="421682"/>
                  </a:lnTo>
                  <a:lnTo>
                    <a:pt x="1035392" y="430507"/>
                  </a:lnTo>
                  <a:lnTo>
                    <a:pt x="1010740" y="439246"/>
                  </a:lnTo>
                  <a:lnTo>
                    <a:pt x="986087" y="447897"/>
                  </a:lnTo>
                  <a:lnTo>
                    <a:pt x="961435" y="456458"/>
                  </a:lnTo>
                  <a:lnTo>
                    <a:pt x="936783" y="464928"/>
                  </a:lnTo>
                  <a:lnTo>
                    <a:pt x="912131" y="473308"/>
                  </a:lnTo>
                  <a:lnTo>
                    <a:pt x="887479" y="481598"/>
                  </a:lnTo>
                  <a:lnTo>
                    <a:pt x="862826" y="489800"/>
                  </a:lnTo>
                  <a:lnTo>
                    <a:pt x="838174" y="497915"/>
                  </a:lnTo>
                  <a:lnTo>
                    <a:pt x="813522" y="505945"/>
                  </a:lnTo>
                  <a:lnTo>
                    <a:pt x="788870" y="513894"/>
                  </a:lnTo>
                  <a:lnTo>
                    <a:pt x="764218" y="521766"/>
                  </a:lnTo>
                  <a:lnTo>
                    <a:pt x="739565" y="529564"/>
                  </a:lnTo>
                  <a:lnTo>
                    <a:pt x="714913" y="537293"/>
                  </a:lnTo>
                  <a:lnTo>
                    <a:pt x="690261" y="544960"/>
                  </a:lnTo>
                  <a:lnTo>
                    <a:pt x="665609" y="552570"/>
                  </a:lnTo>
                  <a:lnTo>
                    <a:pt x="640957" y="560131"/>
                  </a:lnTo>
                  <a:lnTo>
                    <a:pt x="616304" y="567651"/>
                  </a:lnTo>
                  <a:lnTo>
                    <a:pt x="591652" y="575137"/>
                  </a:lnTo>
                  <a:lnTo>
                    <a:pt x="567000" y="582600"/>
                  </a:lnTo>
                  <a:lnTo>
                    <a:pt x="542348" y="590048"/>
                  </a:lnTo>
                  <a:lnTo>
                    <a:pt x="517696" y="597491"/>
                  </a:lnTo>
                  <a:lnTo>
                    <a:pt x="493043" y="604940"/>
                  </a:lnTo>
                  <a:lnTo>
                    <a:pt x="468391" y="612402"/>
                  </a:lnTo>
                  <a:lnTo>
                    <a:pt x="443739" y="619888"/>
                  </a:lnTo>
                  <a:lnTo>
                    <a:pt x="419087" y="627405"/>
                  </a:lnTo>
                  <a:lnTo>
                    <a:pt x="394435" y="634961"/>
                  </a:lnTo>
                  <a:lnTo>
                    <a:pt x="369782" y="642560"/>
                  </a:lnTo>
                  <a:lnTo>
                    <a:pt x="345130" y="650209"/>
                  </a:lnTo>
                  <a:lnTo>
                    <a:pt x="320478" y="657910"/>
                  </a:lnTo>
                  <a:lnTo>
                    <a:pt x="295826" y="665666"/>
                  </a:lnTo>
                  <a:lnTo>
                    <a:pt x="271174" y="673477"/>
                  </a:lnTo>
                  <a:lnTo>
                    <a:pt x="246521" y="681343"/>
                  </a:lnTo>
                  <a:lnTo>
                    <a:pt x="221869" y="689264"/>
                  </a:lnTo>
                  <a:lnTo>
                    <a:pt x="197217" y="697238"/>
                  </a:lnTo>
                  <a:lnTo>
                    <a:pt x="172565" y="705264"/>
                  </a:lnTo>
                  <a:lnTo>
                    <a:pt x="147913" y="713340"/>
                  </a:lnTo>
                  <a:lnTo>
                    <a:pt x="123260" y="721463"/>
                  </a:lnTo>
                  <a:lnTo>
                    <a:pt x="98608" y="729630"/>
                  </a:lnTo>
                  <a:lnTo>
                    <a:pt x="73956" y="737841"/>
                  </a:lnTo>
                  <a:lnTo>
                    <a:pt x="49304" y="746091"/>
                  </a:lnTo>
                  <a:lnTo>
                    <a:pt x="24652" y="754379"/>
                  </a:lnTo>
                  <a:lnTo>
                    <a:pt x="0" y="76270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5510050" y="944455"/>
              <a:ext cx="1947523" cy="664780"/>
            </a:xfrm>
            <a:custGeom>
              <a:avLst/>
              <a:pathLst>
                <a:path w="1947523" h="664780">
                  <a:moveTo>
                    <a:pt x="0" y="664780"/>
                  </a:moveTo>
                  <a:lnTo>
                    <a:pt x="24652" y="661129"/>
                  </a:lnTo>
                  <a:lnTo>
                    <a:pt x="49304" y="657320"/>
                  </a:lnTo>
                  <a:lnTo>
                    <a:pt x="73956" y="653353"/>
                  </a:lnTo>
                  <a:lnTo>
                    <a:pt x="98608" y="649225"/>
                  </a:lnTo>
                  <a:lnTo>
                    <a:pt x="123260" y="644934"/>
                  </a:lnTo>
                  <a:lnTo>
                    <a:pt x="147913" y="640477"/>
                  </a:lnTo>
                  <a:lnTo>
                    <a:pt x="172565" y="635852"/>
                  </a:lnTo>
                  <a:lnTo>
                    <a:pt x="197217" y="631057"/>
                  </a:lnTo>
                  <a:lnTo>
                    <a:pt x="221869" y="626090"/>
                  </a:lnTo>
                  <a:lnTo>
                    <a:pt x="246521" y="620949"/>
                  </a:lnTo>
                  <a:lnTo>
                    <a:pt x="271174" y="615632"/>
                  </a:lnTo>
                  <a:lnTo>
                    <a:pt x="295826" y="610139"/>
                  </a:lnTo>
                  <a:lnTo>
                    <a:pt x="320478" y="604470"/>
                  </a:lnTo>
                  <a:lnTo>
                    <a:pt x="345130" y="598625"/>
                  </a:lnTo>
                  <a:lnTo>
                    <a:pt x="369782" y="592608"/>
                  </a:lnTo>
                  <a:lnTo>
                    <a:pt x="394435" y="586421"/>
                  </a:lnTo>
                  <a:lnTo>
                    <a:pt x="419087" y="580069"/>
                  </a:lnTo>
                  <a:lnTo>
                    <a:pt x="443739" y="573558"/>
                  </a:lnTo>
                  <a:lnTo>
                    <a:pt x="468391" y="566895"/>
                  </a:lnTo>
                  <a:lnTo>
                    <a:pt x="493043" y="560088"/>
                  </a:lnTo>
                  <a:lnTo>
                    <a:pt x="517696" y="553146"/>
                  </a:lnTo>
                  <a:lnTo>
                    <a:pt x="542348" y="546078"/>
                  </a:lnTo>
                  <a:lnTo>
                    <a:pt x="567000" y="538895"/>
                  </a:lnTo>
                  <a:lnTo>
                    <a:pt x="591652" y="531605"/>
                  </a:lnTo>
                  <a:lnTo>
                    <a:pt x="616304" y="524218"/>
                  </a:lnTo>
                  <a:lnTo>
                    <a:pt x="640957" y="516744"/>
                  </a:lnTo>
                  <a:lnTo>
                    <a:pt x="665609" y="509190"/>
                  </a:lnTo>
                  <a:lnTo>
                    <a:pt x="690261" y="501565"/>
                  </a:lnTo>
                  <a:lnTo>
                    <a:pt x="714913" y="493876"/>
                  </a:lnTo>
                  <a:lnTo>
                    <a:pt x="739565" y="486128"/>
                  </a:lnTo>
                  <a:lnTo>
                    <a:pt x="764218" y="478329"/>
                  </a:lnTo>
                  <a:lnTo>
                    <a:pt x="788870" y="470482"/>
                  </a:lnTo>
                  <a:lnTo>
                    <a:pt x="813522" y="462592"/>
                  </a:lnTo>
                  <a:lnTo>
                    <a:pt x="838174" y="454663"/>
                  </a:lnTo>
                  <a:lnTo>
                    <a:pt x="862826" y="446698"/>
                  </a:lnTo>
                  <a:lnTo>
                    <a:pt x="887479" y="438698"/>
                  </a:lnTo>
                  <a:lnTo>
                    <a:pt x="912131" y="430667"/>
                  </a:lnTo>
                  <a:lnTo>
                    <a:pt x="936783" y="422604"/>
                  </a:lnTo>
                  <a:lnTo>
                    <a:pt x="961435" y="414511"/>
                  </a:lnTo>
                  <a:lnTo>
                    <a:pt x="986087" y="406388"/>
                  </a:lnTo>
                  <a:lnTo>
                    <a:pt x="1010740" y="398234"/>
                  </a:lnTo>
                  <a:lnTo>
                    <a:pt x="1035392" y="390048"/>
                  </a:lnTo>
                  <a:lnTo>
                    <a:pt x="1060044" y="381828"/>
                  </a:lnTo>
                  <a:lnTo>
                    <a:pt x="1084696" y="373570"/>
                  </a:lnTo>
                  <a:lnTo>
                    <a:pt x="1109348" y="365272"/>
                  </a:lnTo>
                  <a:lnTo>
                    <a:pt x="1134001" y="356929"/>
                  </a:lnTo>
                  <a:lnTo>
                    <a:pt x="1158653" y="348534"/>
                  </a:lnTo>
                  <a:lnTo>
                    <a:pt x="1183305" y="340080"/>
                  </a:lnTo>
                  <a:lnTo>
                    <a:pt x="1207957" y="331559"/>
                  </a:lnTo>
                  <a:lnTo>
                    <a:pt x="1232609" y="322961"/>
                  </a:lnTo>
                  <a:lnTo>
                    <a:pt x="1257262" y="314273"/>
                  </a:lnTo>
                  <a:lnTo>
                    <a:pt x="1281914" y="305481"/>
                  </a:lnTo>
                  <a:lnTo>
                    <a:pt x="1306566" y="296571"/>
                  </a:lnTo>
                  <a:lnTo>
                    <a:pt x="1331218" y="287526"/>
                  </a:lnTo>
                  <a:lnTo>
                    <a:pt x="1355870" y="278328"/>
                  </a:lnTo>
                  <a:lnTo>
                    <a:pt x="1380523" y="268961"/>
                  </a:lnTo>
                  <a:lnTo>
                    <a:pt x="1405175" y="259409"/>
                  </a:lnTo>
                  <a:lnTo>
                    <a:pt x="1429827" y="249659"/>
                  </a:lnTo>
                  <a:lnTo>
                    <a:pt x="1454479" y="239700"/>
                  </a:lnTo>
                  <a:lnTo>
                    <a:pt x="1479131" y="229526"/>
                  </a:lnTo>
                  <a:lnTo>
                    <a:pt x="1503784" y="219134"/>
                  </a:lnTo>
                  <a:lnTo>
                    <a:pt x="1528436" y="208524"/>
                  </a:lnTo>
                  <a:lnTo>
                    <a:pt x="1553088" y="197700"/>
                  </a:lnTo>
                  <a:lnTo>
                    <a:pt x="1577740" y="186667"/>
                  </a:lnTo>
                  <a:lnTo>
                    <a:pt x="1602392" y="175432"/>
                  </a:lnTo>
                  <a:lnTo>
                    <a:pt x="1627045" y="164000"/>
                  </a:lnTo>
                  <a:lnTo>
                    <a:pt x="1651697" y="152379"/>
                  </a:lnTo>
                  <a:lnTo>
                    <a:pt x="1676349" y="140576"/>
                  </a:lnTo>
                  <a:lnTo>
                    <a:pt x="1701001" y="128596"/>
                  </a:lnTo>
                  <a:lnTo>
                    <a:pt x="1725653" y="116444"/>
                  </a:lnTo>
                  <a:lnTo>
                    <a:pt x="1750306" y="104127"/>
                  </a:lnTo>
                  <a:lnTo>
                    <a:pt x="1774958" y="91646"/>
                  </a:lnTo>
                  <a:lnTo>
                    <a:pt x="1799610" y="79008"/>
                  </a:lnTo>
                  <a:lnTo>
                    <a:pt x="1824262" y="66214"/>
                  </a:lnTo>
                  <a:lnTo>
                    <a:pt x="1848914" y="53267"/>
                  </a:lnTo>
                  <a:lnTo>
                    <a:pt x="1873566" y="40171"/>
                  </a:lnTo>
                  <a:lnTo>
                    <a:pt x="1898219" y="26926"/>
                  </a:lnTo>
                  <a:lnTo>
                    <a:pt x="1922871" y="13535"/>
                  </a:lnTo>
                  <a:lnTo>
                    <a:pt x="19475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5510050" y="1053912"/>
              <a:ext cx="1947523" cy="653246"/>
            </a:xfrm>
            <a:custGeom>
              <a:avLst/>
              <a:pathLst>
                <a:path w="1947523" h="653246">
                  <a:moveTo>
                    <a:pt x="1947523" y="0"/>
                  </a:moveTo>
                  <a:lnTo>
                    <a:pt x="1922871" y="7856"/>
                  </a:lnTo>
                  <a:lnTo>
                    <a:pt x="1898219" y="15736"/>
                  </a:lnTo>
                  <a:lnTo>
                    <a:pt x="1873566" y="23641"/>
                  </a:lnTo>
                  <a:lnTo>
                    <a:pt x="1848914" y="31574"/>
                  </a:lnTo>
                  <a:lnTo>
                    <a:pt x="1824262" y="39537"/>
                  </a:lnTo>
                  <a:lnTo>
                    <a:pt x="1799610" y="47531"/>
                  </a:lnTo>
                  <a:lnTo>
                    <a:pt x="1774958" y="55560"/>
                  </a:lnTo>
                  <a:lnTo>
                    <a:pt x="1750306" y="63626"/>
                  </a:lnTo>
                  <a:lnTo>
                    <a:pt x="1725653" y="71734"/>
                  </a:lnTo>
                  <a:lnTo>
                    <a:pt x="1701001" y="79888"/>
                  </a:lnTo>
                  <a:lnTo>
                    <a:pt x="1676349" y="88093"/>
                  </a:lnTo>
                  <a:lnTo>
                    <a:pt x="1651697" y="96353"/>
                  </a:lnTo>
                  <a:lnTo>
                    <a:pt x="1627045" y="104676"/>
                  </a:lnTo>
                  <a:lnTo>
                    <a:pt x="1602392" y="113067"/>
                  </a:lnTo>
                  <a:lnTo>
                    <a:pt x="1577740" y="121533"/>
                  </a:lnTo>
                  <a:lnTo>
                    <a:pt x="1553088" y="130081"/>
                  </a:lnTo>
                  <a:lnTo>
                    <a:pt x="1528436" y="138717"/>
                  </a:lnTo>
                  <a:lnTo>
                    <a:pt x="1503784" y="147447"/>
                  </a:lnTo>
                  <a:lnTo>
                    <a:pt x="1479131" y="156274"/>
                  </a:lnTo>
                  <a:lnTo>
                    <a:pt x="1454479" y="165198"/>
                  </a:lnTo>
                  <a:lnTo>
                    <a:pt x="1429827" y="174216"/>
                  </a:lnTo>
                  <a:lnTo>
                    <a:pt x="1405175" y="183323"/>
                  </a:lnTo>
                  <a:lnTo>
                    <a:pt x="1380523" y="192507"/>
                  </a:lnTo>
                  <a:lnTo>
                    <a:pt x="1355870" y="201755"/>
                  </a:lnTo>
                  <a:lnTo>
                    <a:pt x="1331218" y="211052"/>
                  </a:lnTo>
                  <a:lnTo>
                    <a:pt x="1306566" y="220381"/>
                  </a:lnTo>
                  <a:lnTo>
                    <a:pt x="1281914" y="229724"/>
                  </a:lnTo>
                  <a:lnTo>
                    <a:pt x="1257262" y="239065"/>
                  </a:lnTo>
                  <a:lnTo>
                    <a:pt x="1232609" y="248389"/>
                  </a:lnTo>
                  <a:lnTo>
                    <a:pt x="1207957" y="257681"/>
                  </a:lnTo>
                  <a:lnTo>
                    <a:pt x="1183305" y="266931"/>
                  </a:lnTo>
                  <a:lnTo>
                    <a:pt x="1158653" y="276127"/>
                  </a:lnTo>
                  <a:lnTo>
                    <a:pt x="1134001" y="285261"/>
                  </a:lnTo>
                  <a:lnTo>
                    <a:pt x="1109348" y="294325"/>
                  </a:lnTo>
                  <a:lnTo>
                    <a:pt x="1084696" y="303315"/>
                  </a:lnTo>
                  <a:lnTo>
                    <a:pt x="1060044" y="312224"/>
                  </a:lnTo>
                  <a:lnTo>
                    <a:pt x="1035392" y="321050"/>
                  </a:lnTo>
                  <a:lnTo>
                    <a:pt x="1010740" y="329789"/>
                  </a:lnTo>
                  <a:lnTo>
                    <a:pt x="986087" y="338439"/>
                  </a:lnTo>
                  <a:lnTo>
                    <a:pt x="961435" y="347000"/>
                  </a:lnTo>
                  <a:lnTo>
                    <a:pt x="936783" y="355471"/>
                  </a:lnTo>
                  <a:lnTo>
                    <a:pt x="912131" y="363851"/>
                  </a:lnTo>
                  <a:lnTo>
                    <a:pt x="887479" y="372141"/>
                  </a:lnTo>
                  <a:lnTo>
                    <a:pt x="862826" y="380342"/>
                  </a:lnTo>
                  <a:lnTo>
                    <a:pt x="838174" y="388457"/>
                  </a:lnTo>
                  <a:lnTo>
                    <a:pt x="813522" y="396488"/>
                  </a:lnTo>
                  <a:lnTo>
                    <a:pt x="788870" y="404437"/>
                  </a:lnTo>
                  <a:lnTo>
                    <a:pt x="764218" y="412308"/>
                  </a:lnTo>
                  <a:lnTo>
                    <a:pt x="739565" y="420106"/>
                  </a:lnTo>
                  <a:lnTo>
                    <a:pt x="714913" y="427836"/>
                  </a:lnTo>
                  <a:lnTo>
                    <a:pt x="690261" y="435502"/>
                  </a:lnTo>
                  <a:lnTo>
                    <a:pt x="665609" y="443113"/>
                  </a:lnTo>
                  <a:lnTo>
                    <a:pt x="640957" y="450674"/>
                  </a:lnTo>
                  <a:lnTo>
                    <a:pt x="616304" y="458193"/>
                  </a:lnTo>
                  <a:lnTo>
                    <a:pt x="591652" y="465680"/>
                  </a:lnTo>
                  <a:lnTo>
                    <a:pt x="567000" y="473142"/>
                  </a:lnTo>
                  <a:lnTo>
                    <a:pt x="542348" y="480591"/>
                  </a:lnTo>
                  <a:lnTo>
                    <a:pt x="517696" y="488034"/>
                  </a:lnTo>
                  <a:lnTo>
                    <a:pt x="493043" y="495482"/>
                  </a:lnTo>
                  <a:lnTo>
                    <a:pt x="468391" y="502945"/>
                  </a:lnTo>
                  <a:lnTo>
                    <a:pt x="443739" y="510431"/>
                  </a:lnTo>
                  <a:lnTo>
                    <a:pt x="419087" y="517948"/>
                  </a:lnTo>
                  <a:lnTo>
                    <a:pt x="394435" y="525503"/>
                  </a:lnTo>
                  <a:lnTo>
                    <a:pt x="369782" y="533103"/>
                  </a:lnTo>
                  <a:lnTo>
                    <a:pt x="345130" y="540752"/>
                  </a:lnTo>
                  <a:lnTo>
                    <a:pt x="320478" y="548453"/>
                  </a:lnTo>
                  <a:lnTo>
                    <a:pt x="295826" y="556208"/>
                  </a:lnTo>
                  <a:lnTo>
                    <a:pt x="271174" y="564019"/>
                  </a:lnTo>
                  <a:lnTo>
                    <a:pt x="246521" y="571885"/>
                  </a:lnTo>
                  <a:lnTo>
                    <a:pt x="221869" y="579807"/>
                  </a:lnTo>
                  <a:lnTo>
                    <a:pt x="197217" y="587781"/>
                  </a:lnTo>
                  <a:lnTo>
                    <a:pt x="172565" y="595807"/>
                  </a:lnTo>
                  <a:lnTo>
                    <a:pt x="147913" y="603883"/>
                  </a:lnTo>
                  <a:lnTo>
                    <a:pt x="123260" y="612005"/>
                  </a:lnTo>
                  <a:lnTo>
                    <a:pt x="98608" y="620173"/>
                  </a:lnTo>
                  <a:lnTo>
                    <a:pt x="73956" y="628383"/>
                  </a:lnTo>
                  <a:lnTo>
                    <a:pt x="49304" y="636633"/>
                  </a:lnTo>
                  <a:lnTo>
                    <a:pt x="24652" y="644922"/>
                  </a:lnTo>
                  <a:lnTo>
                    <a:pt x="0" y="6532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5510050" y="999184"/>
              <a:ext cx="1947523" cy="659013"/>
            </a:xfrm>
            <a:custGeom>
              <a:avLst/>
              <a:pathLst>
                <a:path w="1947523" h="659013">
                  <a:moveTo>
                    <a:pt x="0" y="659013"/>
                  </a:moveTo>
                  <a:lnTo>
                    <a:pt x="24652" y="653025"/>
                  </a:lnTo>
                  <a:lnTo>
                    <a:pt x="49304" y="646977"/>
                  </a:lnTo>
                  <a:lnTo>
                    <a:pt x="73956" y="640868"/>
                  </a:lnTo>
                  <a:lnTo>
                    <a:pt x="98608" y="634699"/>
                  </a:lnTo>
                  <a:lnTo>
                    <a:pt x="123260" y="628470"/>
                  </a:lnTo>
                  <a:lnTo>
                    <a:pt x="147913" y="622180"/>
                  </a:lnTo>
                  <a:lnTo>
                    <a:pt x="172565" y="615830"/>
                  </a:lnTo>
                  <a:lnTo>
                    <a:pt x="197217" y="609419"/>
                  </a:lnTo>
                  <a:lnTo>
                    <a:pt x="221869" y="602948"/>
                  </a:lnTo>
                  <a:lnTo>
                    <a:pt x="246521" y="596417"/>
                  </a:lnTo>
                  <a:lnTo>
                    <a:pt x="271174" y="589825"/>
                  </a:lnTo>
                  <a:lnTo>
                    <a:pt x="295826" y="583173"/>
                  </a:lnTo>
                  <a:lnTo>
                    <a:pt x="320478" y="576461"/>
                  </a:lnTo>
                  <a:lnTo>
                    <a:pt x="345130" y="569689"/>
                  </a:lnTo>
                  <a:lnTo>
                    <a:pt x="369782" y="562855"/>
                  </a:lnTo>
                  <a:lnTo>
                    <a:pt x="394435" y="555962"/>
                  </a:lnTo>
                  <a:lnTo>
                    <a:pt x="419087" y="549008"/>
                  </a:lnTo>
                  <a:lnTo>
                    <a:pt x="443739" y="541994"/>
                  </a:lnTo>
                  <a:lnTo>
                    <a:pt x="468391" y="534920"/>
                  </a:lnTo>
                  <a:lnTo>
                    <a:pt x="493043" y="527785"/>
                  </a:lnTo>
                  <a:lnTo>
                    <a:pt x="517696" y="520590"/>
                  </a:lnTo>
                  <a:lnTo>
                    <a:pt x="542348" y="513334"/>
                  </a:lnTo>
                  <a:lnTo>
                    <a:pt x="567000" y="506018"/>
                  </a:lnTo>
                  <a:lnTo>
                    <a:pt x="591652" y="498642"/>
                  </a:lnTo>
                  <a:lnTo>
                    <a:pt x="616304" y="491206"/>
                  </a:lnTo>
                  <a:lnTo>
                    <a:pt x="640957" y="483709"/>
                  </a:lnTo>
                  <a:lnTo>
                    <a:pt x="665609" y="476151"/>
                  </a:lnTo>
                  <a:lnTo>
                    <a:pt x="690261" y="468534"/>
                  </a:lnTo>
                  <a:lnTo>
                    <a:pt x="714913" y="460856"/>
                  </a:lnTo>
                  <a:lnTo>
                    <a:pt x="739565" y="453117"/>
                  </a:lnTo>
                  <a:lnTo>
                    <a:pt x="764218" y="445319"/>
                  </a:lnTo>
                  <a:lnTo>
                    <a:pt x="788870" y="437459"/>
                  </a:lnTo>
                  <a:lnTo>
                    <a:pt x="813522" y="429540"/>
                  </a:lnTo>
                  <a:lnTo>
                    <a:pt x="838174" y="421560"/>
                  </a:lnTo>
                  <a:lnTo>
                    <a:pt x="862826" y="413520"/>
                  </a:lnTo>
                  <a:lnTo>
                    <a:pt x="887479" y="405419"/>
                  </a:lnTo>
                  <a:lnTo>
                    <a:pt x="912131" y="397259"/>
                  </a:lnTo>
                  <a:lnTo>
                    <a:pt x="936783" y="389037"/>
                  </a:lnTo>
                  <a:lnTo>
                    <a:pt x="961435" y="380756"/>
                  </a:lnTo>
                  <a:lnTo>
                    <a:pt x="986087" y="372414"/>
                  </a:lnTo>
                  <a:lnTo>
                    <a:pt x="1010740" y="364012"/>
                  </a:lnTo>
                  <a:lnTo>
                    <a:pt x="1035392" y="355549"/>
                  </a:lnTo>
                  <a:lnTo>
                    <a:pt x="1060044" y="347026"/>
                  </a:lnTo>
                  <a:lnTo>
                    <a:pt x="1084696" y="338442"/>
                  </a:lnTo>
                  <a:lnTo>
                    <a:pt x="1109348" y="329799"/>
                  </a:lnTo>
                  <a:lnTo>
                    <a:pt x="1134001" y="321095"/>
                  </a:lnTo>
                  <a:lnTo>
                    <a:pt x="1158653" y="312330"/>
                  </a:lnTo>
                  <a:lnTo>
                    <a:pt x="1183305" y="303505"/>
                  </a:lnTo>
                  <a:lnTo>
                    <a:pt x="1207957" y="294620"/>
                  </a:lnTo>
                  <a:lnTo>
                    <a:pt x="1232609" y="285675"/>
                  </a:lnTo>
                  <a:lnTo>
                    <a:pt x="1257262" y="276669"/>
                  </a:lnTo>
                  <a:lnTo>
                    <a:pt x="1281914" y="267603"/>
                  </a:lnTo>
                  <a:lnTo>
                    <a:pt x="1306566" y="258476"/>
                  </a:lnTo>
                  <a:lnTo>
                    <a:pt x="1331218" y="249289"/>
                  </a:lnTo>
                  <a:lnTo>
                    <a:pt x="1355870" y="240042"/>
                  </a:lnTo>
                  <a:lnTo>
                    <a:pt x="1380523" y="230734"/>
                  </a:lnTo>
                  <a:lnTo>
                    <a:pt x="1405175" y="221366"/>
                  </a:lnTo>
                  <a:lnTo>
                    <a:pt x="1429827" y="211938"/>
                  </a:lnTo>
                  <a:lnTo>
                    <a:pt x="1454479" y="202449"/>
                  </a:lnTo>
                  <a:lnTo>
                    <a:pt x="1479131" y="192900"/>
                  </a:lnTo>
                  <a:lnTo>
                    <a:pt x="1503784" y="183290"/>
                  </a:lnTo>
                  <a:lnTo>
                    <a:pt x="1528436" y="173621"/>
                  </a:lnTo>
                  <a:lnTo>
                    <a:pt x="1553088" y="163891"/>
                  </a:lnTo>
                  <a:lnTo>
                    <a:pt x="1577740" y="154100"/>
                  </a:lnTo>
                  <a:lnTo>
                    <a:pt x="1602392" y="144249"/>
                  </a:lnTo>
                  <a:lnTo>
                    <a:pt x="1627045" y="134338"/>
                  </a:lnTo>
                  <a:lnTo>
                    <a:pt x="1651697" y="124366"/>
                  </a:lnTo>
                  <a:lnTo>
                    <a:pt x="1676349" y="114334"/>
                  </a:lnTo>
                  <a:lnTo>
                    <a:pt x="1701001" y="104242"/>
                  </a:lnTo>
                  <a:lnTo>
                    <a:pt x="1725653" y="94089"/>
                  </a:lnTo>
                  <a:lnTo>
                    <a:pt x="1750306" y="83876"/>
                  </a:lnTo>
                  <a:lnTo>
                    <a:pt x="1774958" y="73603"/>
                  </a:lnTo>
                  <a:lnTo>
                    <a:pt x="1799610" y="63269"/>
                  </a:lnTo>
                  <a:lnTo>
                    <a:pt x="1824262" y="52875"/>
                  </a:lnTo>
                  <a:lnTo>
                    <a:pt x="1848914" y="42421"/>
                  </a:lnTo>
                  <a:lnTo>
                    <a:pt x="1873566" y="31906"/>
                  </a:lnTo>
                  <a:lnTo>
                    <a:pt x="1898219" y="21331"/>
                  </a:lnTo>
                  <a:lnTo>
                    <a:pt x="1922871" y="10695"/>
                  </a:lnTo>
                  <a:lnTo>
                    <a:pt x="1947523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tx976"/>
            <p:cNvSpPr/>
            <p:nvPr/>
          </p:nvSpPr>
          <p:spPr>
            <a:xfrm>
              <a:off x="5519788" y="52715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5593534" y="50227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5628143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652495" y="56418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704411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5728763" y="52581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5519788" y="620148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5593534" y="59526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5628143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5652495" y="65717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986" name="tx986"/>
            <p:cNvSpPr/>
            <p:nvPr/>
          </p:nvSpPr>
          <p:spPr>
            <a:xfrm>
              <a:off x="5704411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5728763" y="61880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988" name="pl988"/>
            <p:cNvSpPr/>
            <p:nvPr/>
          </p:nvSpPr>
          <p:spPr>
            <a:xfrm>
              <a:off x="5412674" y="410731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5412674" y="374155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5412674" y="337578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5412674" y="301002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5412674" y="264425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5780539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6321518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6862497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7403476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5412674" y="429019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5412674" y="3924433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5412674" y="355866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5412674" y="3192904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5412674" y="282713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5510050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6051029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6592007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7132986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6249370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6573957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6249370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6465761" y="33455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7114936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6573957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6357565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6249370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6032978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5924782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6573957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6249370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6357565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646576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614117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6573957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6682153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7331327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6573957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6249370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657395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635756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6032978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6682153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6682153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5600195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646576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5816587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646576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5924782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5708391" y="3930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6032978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5491999" y="4247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6249370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5708391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6465761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657395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5491999" y="42233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6357565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5491999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603297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635756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5708391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5491999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6032978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6032978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5816587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6249370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7439523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689854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7223131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5816587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6573957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6790348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635756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7114936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7114936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646576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646576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6249370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6249370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689854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7006740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6898544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5816587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61411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668215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5600195" y="4186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635756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711493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7439523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614117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689854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5924782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6682153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61411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614117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635756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646576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635756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635756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635756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6249370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614117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6249370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6249370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7006740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614117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668215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7006740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7223131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614117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603297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6465761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6573957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5924782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646576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635756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603297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646576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7006740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711493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5708391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5816587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6032978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5924782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6032978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6249370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6141174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614117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635756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689854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614117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614117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646576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6249370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6249370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6249370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6249370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635756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646576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6573957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6898544" y="31138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657395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6682153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6790348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679034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646576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646576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6573957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646576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657395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657395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5816587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5816587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581658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5816587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5924782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6032978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6032978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581658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668215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689854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679034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668215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679034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668215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689854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6032978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5924782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5924782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5816587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6249370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6249370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614117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646576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7439523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646576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5924782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6032978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5816587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6032978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6032978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6032978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614117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657395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6790348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5924782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6357565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5924782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614117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6032978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635756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668215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5816587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5924782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5924782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614117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6357565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635756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5816587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5816587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6032978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646576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657395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679034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635756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5924782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635756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5600195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581658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6032978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5924782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6249370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6465761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6357565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6357565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6032978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5924782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603297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635756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635756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5600195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5708391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5816587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5816587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5600195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5924782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5924782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614117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614117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6032978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6357565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5924782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646576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614117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5924782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603297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5924782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5924782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6249370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6573957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5816587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5924782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5924782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603297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6249370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657395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5816587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646576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635756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6032978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816587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5816587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6249370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657395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614117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6465761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646576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6465761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5708391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5708391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5816587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5708391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5816587" y="41136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6032978" y="4016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6249370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6249370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6573957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570839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6573957" y="31260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679034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5924782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5924782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614117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5600195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5816587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635756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6249370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614117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5816587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614117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5816587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6357565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5708391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5816587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5924782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5924782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603297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6249370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5600195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6032978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5924782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5924782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614117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6249370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6573957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6249370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6032978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657395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657395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6682153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5816587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614117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6032978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6249370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646576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6357565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6357565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6573957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5924782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5924782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635756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657395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6573957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5924782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5924782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5924782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614117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6032978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614117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6249370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614117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657395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614117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6032978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646576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6032978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679034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5816587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6249370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5924782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5924782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6032978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6249370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646576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6141174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6573957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6573957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570839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614117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657395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646576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570839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6249370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635756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657395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6573957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5816587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5491999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61411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6357565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679034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689854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6357565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6249370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5600195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5924782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614117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5924782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6032978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635756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5924782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6032978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5924782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6357565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6141174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657395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6573957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668215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6032978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5924782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5708391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6032978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6682153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7223131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6249370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6465761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6032978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6249370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6573957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7114936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6357565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6682153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7114936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6573957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657395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689854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635756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5816587" y="3784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5708391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6032978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6465761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6573957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6682153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6682153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679034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657395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6032978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6032978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614117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5924782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5924782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7006740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689854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6032978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6465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6141174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6357565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6682153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635756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6032978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657395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61411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6032978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6032978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5924782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603297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6032978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6465761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6032978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6032978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6249370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5924782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6357565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5708391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5708391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6249370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5924782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5924782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581658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5816587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5816587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5924782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614117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679034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5600195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6032978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5924782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5924782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5816587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6032978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635756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5708391" y="4162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5708391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614117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6790348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6141174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6032978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5924782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668215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614117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6249370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657395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5924782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635756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6357565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5816587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5924782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5924782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5600195" y="40770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6357565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679034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5816587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5924782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614117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679034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6790348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61411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635756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7006740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6141174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5924782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635756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5924782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6141174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5816587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5816587" y="38210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5816587" y="3857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7006740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5924782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5708391" y="40648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6573957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6573957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5816587" y="3747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6357565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6573957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6790348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7439523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6357565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6032978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5708391" y="39917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5924782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6465761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5924782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6249370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6465761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5816587" y="3894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5816587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614117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6790348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5708391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5924782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6573957" y="31748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5491999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5816587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816587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5708391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570839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5816587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6032978" y="366254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6465761" y="34186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6249370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6898544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6032978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5708391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6032978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6249370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6032978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6682153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6357565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5924782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6249370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6249370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614117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6249370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614117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5816587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6682153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5924782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614117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5600195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5816587" y="37113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5708391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6032978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6249370" y="34918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5708391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6465761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5924782" y="39307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6141174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6249370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6032978" y="36381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5924782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5924782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6141174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6465761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5924782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5600195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5816587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5600195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614117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5816587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6249370" y="3223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6141174" y="35528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6573957" y="31870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614117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6465761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5491999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6032978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6682153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5708391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5708391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5600195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7006740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6357565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5816587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5600195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614117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6141174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6249370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5924782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6357565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6790348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6790348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5924782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7114936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6682153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7439523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5600195" y="40709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6032978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6357565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5708391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6249370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6465761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581658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5924782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6249370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5924782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5924782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5491999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6357565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6357565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6573957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6465761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5816587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5600195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6357565" y="32114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6032978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6357565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6141174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5491999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5708391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6357565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5708391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5600195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614117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5708391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6032978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6141174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5924782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6357565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5708391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5491999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5491999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5816587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5491999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5600195" y="41502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5816587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6249370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5600195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6357565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581658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5600195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5924782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5816587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5924782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5924782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6249370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614117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5491999" y="4186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5708391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6790348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5600195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6032978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6357565" y="3479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581658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6573957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5708391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5600195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6141174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6032978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6032978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6032978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6898544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6682153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6032978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614117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5924782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6249370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6032978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6032978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5816587" y="39795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614117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6357565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6898544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581658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6465761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5600195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6032978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6032978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7006740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6032978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5708391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6357565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5924782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614117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570839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6465761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6357565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614117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5924782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614117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5924782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6357565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6032978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6357565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6032978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6357565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6032978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5924782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5924782" y="37478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5924782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6032978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581658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5816587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5491999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5924782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6790348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6141174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5491999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614117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6357565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5816587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5600195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5708391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5600195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5708391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5924782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5816587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5600195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6357565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7223131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5600195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6357565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6249370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5924782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5924782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5600195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6249370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6465761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5708391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6141174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5924782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6573957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6357565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6032978" y="3784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700674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5816587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581658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5708391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5708391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5708391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5491999" y="42111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5491999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5924782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6141174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6249370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5708391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6032978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6141174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5708391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5924782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5816587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5924782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5491999" y="4259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6898544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679034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6682153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6465761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6465761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5491999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6141174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6032978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5924782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5924782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5491999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5708391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5491999" y="4174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6032978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6032978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5600195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5816587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g1951"/>
            <p:cNvSpPr/>
            <p:nvPr/>
          </p:nvSpPr>
          <p:spPr>
            <a:xfrm>
              <a:off x="5510050" y="2911071"/>
              <a:ext cx="1947523" cy="1366184"/>
            </a:xfrm>
            <a:custGeom>
              <a:avLst/>
              <a:pathLst>
                <a:path w="1947523" h="1366184">
                  <a:moveTo>
                    <a:pt x="0" y="1286452"/>
                  </a:moveTo>
                  <a:lnTo>
                    <a:pt x="24652" y="1261433"/>
                  </a:lnTo>
                  <a:lnTo>
                    <a:pt x="49304" y="1236600"/>
                  </a:lnTo>
                  <a:lnTo>
                    <a:pt x="73956" y="1211948"/>
                  </a:lnTo>
                  <a:lnTo>
                    <a:pt x="98608" y="1187474"/>
                  </a:lnTo>
                  <a:lnTo>
                    <a:pt x="123260" y="1163171"/>
                  </a:lnTo>
                  <a:lnTo>
                    <a:pt x="147913" y="1139032"/>
                  </a:lnTo>
                  <a:lnTo>
                    <a:pt x="172565" y="1115052"/>
                  </a:lnTo>
                  <a:lnTo>
                    <a:pt x="197217" y="1091225"/>
                  </a:lnTo>
                  <a:lnTo>
                    <a:pt x="221869" y="1067544"/>
                  </a:lnTo>
                  <a:lnTo>
                    <a:pt x="246521" y="1044005"/>
                  </a:lnTo>
                  <a:lnTo>
                    <a:pt x="271174" y="1020603"/>
                  </a:lnTo>
                  <a:lnTo>
                    <a:pt x="295826" y="997340"/>
                  </a:lnTo>
                  <a:lnTo>
                    <a:pt x="320478" y="974217"/>
                  </a:lnTo>
                  <a:lnTo>
                    <a:pt x="345130" y="951240"/>
                  </a:lnTo>
                  <a:lnTo>
                    <a:pt x="369782" y="928420"/>
                  </a:lnTo>
                  <a:lnTo>
                    <a:pt x="394435" y="905770"/>
                  </a:lnTo>
                  <a:lnTo>
                    <a:pt x="419087" y="883305"/>
                  </a:lnTo>
                  <a:lnTo>
                    <a:pt x="443739" y="861045"/>
                  </a:lnTo>
                  <a:lnTo>
                    <a:pt x="468391" y="839006"/>
                  </a:lnTo>
                  <a:lnTo>
                    <a:pt x="493043" y="817207"/>
                  </a:lnTo>
                  <a:lnTo>
                    <a:pt x="517696" y="795664"/>
                  </a:lnTo>
                  <a:lnTo>
                    <a:pt x="542348" y="774392"/>
                  </a:lnTo>
                  <a:lnTo>
                    <a:pt x="567000" y="753404"/>
                  </a:lnTo>
                  <a:lnTo>
                    <a:pt x="591652" y="732712"/>
                  </a:lnTo>
                  <a:lnTo>
                    <a:pt x="616304" y="712324"/>
                  </a:lnTo>
                  <a:lnTo>
                    <a:pt x="640957" y="692247"/>
                  </a:lnTo>
                  <a:lnTo>
                    <a:pt x="665609" y="672488"/>
                  </a:lnTo>
                  <a:lnTo>
                    <a:pt x="690261" y="653051"/>
                  </a:lnTo>
                  <a:lnTo>
                    <a:pt x="714913" y="633938"/>
                  </a:lnTo>
                  <a:lnTo>
                    <a:pt x="739565" y="615150"/>
                  </a:lnTo>
                  <a:lnTo>
                    <a:pt x="764218" y="596689"/>
                  </a:lnTo>
                  <a:lnTo>
                    <a:pt x="788870" y="578553"/>
                  </a:lnTo>
                  <a:lnTo>
                    <a:pt x="813522" y="560740"/>
                  </a:lnTo>
                  <a:lnTo>
                    <a:pt x="838174" y="543248"/>
                  </a:lnTo>
                  <a:lnTo>
                    <a:pt x="862826" y="526073"/>
                  </a:lnTo>
                  <a:lnTo>
                    <a:pt x="887479" y="509210"/>
                  </a:lnTo>
                  <a:lnTo>
                    <a:pt x="912131" y="492654"/>
                  </a:lnTo>
                  <a:lnTo>
                    <a:pt x="936783" y="476397"/>
                  </a:lnTo>
                  <a:lnTo>
                    <a:pt x="961435" y="460434"/>
                  </a:lnTo>
                  <a:lnTo>
                    <a:pt x="986087" y="444756"/>
                  </a:lnTo>
                  <a:lnTo>
                    <a:pt x="1010740" y="429354"/>
                  </a:lnTo>
                  <a:lnTo>
                    <a:pt x="1035392" y="414220"/>
                  </a:lnTo>
                  <a:lnTo>
                    <a:pt x="1060044" y="399344"/>
                  </a:lnTo>
                  <a:lnTo>
                    <a:pt x="1084696" y="384717"/>
                  </a:lnTo>
                  <a:lnTo>
                    <a:pt x="1109348" y="370329"/>
                  </a:lnTo>
                  <a:lnTo>
                    <a:pt x="1134001" y="356172"/>
                  </a:lnTo>
                  <a:lnTo>
                    <a:pt x="1158653" y="342237"/>
                  </a:lnTo>
                  <a:lnTo>
                    <a:pt x="1183305" y="328516"/>
                  </a:lnTo>
                  <a:lnTo>
                    <a:pt x="1207957" y="315002"/>
                  </a:lnTo>
                  <a:lnTo>
                    <a:pt x="1232609" y="301690"/>
                  </a:lnTo>
                  <a:lnTo>
                    <a:pt x="1257262" y="288574"/>
                  </a:lnTo>
                  <a:lnTo>
                    <a:pt x="1281914" y="275652"/>
                  </a:lnTo>
                  <a:lnTo>
                    <a:pt x="1306566" y="262919"/>
                  </a:lnTo>
                  <a:lnTo>
                    <a:pt x="1331218" y="250375"/>
                  </a:lnTo>
                  <a:lnTo>
                    <a:pt x="1355870" y="238018"/>
                  </a:lnTo>
                  <a:lnTo>
                    <a:pt x="1380523" y="225847"/>
                  </a:lnTo>
                  <a:lnTo>
                    <a:pt x="1405175" y="213864"/>
                  </a:lnTo>
                  <a:lnTo>
                    <a:pt x="1429827" y="202068"/>
                  </a:lnTo>
                  <a:lnTo>
                    <a:pt x="1454479" y="190461"/>
                  </a:lnTo>
                  <a:lnTo>
                    <a:pt x="1479131" y="179044"/>
                  </a:lnTo>
                  <a:lnTo>
                    <a:pt x="1503784" y="167818"/>
                  </a:lnTo>
                  <a:lnTo>
                    <a:pt x="1528436" y="156785"/>
                  </a:lnTo>
                  <a:lnTo>
                    <a:pt x="1553088" y="145946"/>
                  </a:lnTo>
                  <a:lnTo>
                    <a:pt x="1577740" y="135303"/>
                  </a:lnTo>
                  <a:lnTo>
                    <a:pt x="1602392" y="124857"/>
                  </a:lnTo>
                  <a:lnTo>
                    <a:pt x="1627045" y="114610"/>
                  </a:lnTo>
                  <a:lnTo>
                    <a:pt x="1651697" y="104562"/>
                  </a:lnTo>
                  <a:lnTo>
                    <a:pt x="1676349" y="94717"/>
                  </a:lnTo>
                  <a:lnTo>
                    <a:pt x="1701001" y="85074"/>
                  </a:lnTo>
                  <a:lnTo>
                    <a:pt x="1725653" y="75634"/>
                  </a:lnTo>
                  <a:lnTo>
                    <a:pt x="1750306" y="66400"/>
                  </a:lnTo>
                  <a:lnTo>
                    <a:pt x="1774958" y="57371"/>
                  </a:lnTo>
                  <a:lnTo>
                    <a:pt x="1799610" y="48549"/>
                  </a:lnTo>
                  <a:lnTo>
                    <a:pt x="1824262" y="39934"/>
                  </a:lnTo>
                  <a:lnTo>
                    <a:pt x="1848914" y="31528"/>
                  </a:lnTo>
                  <a:lnTo>
                    <a:pt x="1873566" y="23330"/>
                  </a:lnTo>
                  <a:lnTo>
                    <a:pt x="1898219" y="15343"/>
                  </a:lnTo>
                  <a:lnTo>
                    <a:pt x="1922871" y="7566"/>
                  </a:lnTo>
                  <a:lnTo>
                    <a:pt x="1947523" y="0"/>
                  </a:lnTo>
                  <a:lnTo>
                    <a:pt x="1947523" y="218071"/>
                  </a:lnTo>
                  <a:lnTo>
                    <a:pt x="1922871" y="217193"/>
                  </a:lnTo>
                  <a:lnTo>
                    <a:pt x="1898219" y="216722"/>
                  </a:lnTo>
                  <a:lnTo>
                    <a:pt x="1873566" y="216660"/>
                  </a:lnTo>
                  <a:lnTo>
                    <a:pt x="1848914" y="217007"/>
                  </a:lnTo>
                  <a:lnTo>
                    <a:pt x="1824262" y="217763"/>
                  </a:lnTo>
                  <a:lnTo>
                    <a:pt x="1799610" y="218930"/>
                  </a:lnTo>
                  <a:lnTo>
                    <a:pt x="1774958" y="220508"/>
                  </a:lnTo>
                  <a:lnTo>
                    <a:pt x="1750306" y="222498"/>
                  </a:lnTo>
                  <a:lnTo>
                    <a:pt x="1725653" y="224901"/>
                  </a:lnTo>
                  <a:lnTo>
                    <a:pt x="1701001" y="227717"/>
                  </a:lnTo>
                  <a:lnTo>
                    <a:pt x="1676349" y="230949"/>
                  </a:lnTo>
                  <a:lnTo>
                    <a:pt x="1651697" y="234597"/>
                  </a:lnTo>
                  <a:lnTo>
                    <a:pt x="1627045" y="238662"/>
                  </a:lnTo>
                  <a:lnTo>
                    <a:pt x="1602392" y="243146"/>
                  </a:lnTo>
                  <a:lnTo>
                    <a:pt x="1577740" y="248050"/>
                  </a:lnTo>
                  <a:lnTo>
                    <a:pt x="1553088" y="253375"/>
                  </a:lnTo>
                  <a:lnTo>
                    <a:pt x="1528436" y="259124"/>
                  </a:lnTo>
                  <a:lnTo>
                    <a:pt x="1503784" y="265296"/>
                  </a:lnTo>
                  <a:lnTo>
                    <a:pt x="1479131" y="271895"/>
                  </a:lnTo>
                  <a:lnTo>
                    <a:pt x="1454479" y="278921"/>
                  </a:lnTo>
                  <a:lnTo>
                    <a:pt x="1429827" y="286376"/>
                  </a:lnTo>
                  <a:lnTo>
                    <a:pt x="1405175" y="294261"/>
                  </a:lnTo>
                  <a:lnTo>
                    <a:pt x="1380523" y="302577"/>
                  </a:lnTo>
                  <a:lnTo>
                    <a:pt x="1355870" y="311324"/>
                  </a:lnTo>
                  <a:lnTo>
                    <a:pt x="1331218" y="320504"/>
                  </a:lnTo>
                  <a:lnTo>
                    <a:pt x="1306566" y="330115"/>
                  </a:lnTo>
                  <a:lnTo>
                    <a:pt x="1281914" y="340156"/>
                  </a:lnTo>
                  <a:lnTo>
                    <a:pt x="1257262" y="350627"/>
                  </a:lnTo>
                  <a:lnTo>
                    <a:pt x="1232609" y="361523"/>
                  </a:lnTo>
                  <a:lnTo>
                    <a:pt x="1207957" y="372841"/>
                  </a:lnTo>
                  <a:lnTo>
                    <a:pt x="1183305" y="384576"/>
                  </a:lnTo>
                  <a:lnTo>
                    <a:pt x="1158653" y="396723"/>
                  </a:lnTo>
                  <a:lnTo>
                    <a:pt x="1134001" y="409274"/>
                  </a:lnTo>
                  <a:lnTo>
                    <a:pt x="1109348" y="422222"/>
                  </a:lnTo>
                  <a:lnTo>
                    <a:pt x="1084696" y="435558"/>
                  </a:lnTo>
                  <a:lnTo>
                    <a:pt x="1060044" y="449273"/>
                  </a:lnTo>
                  <a:lnTo>
                    <a:pt x="1035392" y="463358"/>
                  </a:lnTo>
                  <a:lnTo>
                    <a:pt x="1010740" y="477804"/>
                  </a:lnTo>
                  <a:lnTo>
                    <a:pt x="986087" y="492601"/>
                  </a:lnTo>
                  <a:lnTo>
                    <a:pt x="961435" y="507740"/>
                  </a:lnTo>
                  <a:lnTo>
                    <a:pt x="936783" y="523213"/>
                  </a:lnTo>
                  <a:lnTo>
                    <a:pt x="912131" y="539011"/>
                  </a:lnTo>
                  <a:lnTo>
                    <a:pt x="887479" y="555128"/>
                  </a:lnTo>
                  <a:lnTo>
                    <a:pt x="862826" y="571557"/>
                  </a:lnTo>
                  <a:lnTo>
                    <a:pt x="838174" y="588293"/>
                  </a:lnTo>
                  <a:lnTo>
                    <a:pt x="813522" y="605330"/>
                  </a:lnTo>
                  <a:lnTo>
                    <a:pt x="788870" y="622666"/>
                  </a:lnTo>
                  <a:lnTo>
                    <a:pt x="764218" y="640296"/>
                  </a:lnTo>
                  <a:lnTo>
                    <a:pt x="739565" y="658221"/>
                  </a:lnTo>
                  <a:lnTo>
                    <a:pt x="714913" y="676438"/>
                  </a:lnTo>
                  <a:lnTo>
                    <a:pt x="690261" y="694947"/>
                  </a:lnTo>
                  <a:lnTo>
                    <a:pt x="665609" y="713752"/>
                  </a:lnTo>
                  <a:lnTo>
                    <a:pt x="640957" y="732853"/>
                  </a:lnTo>
                  <a:lnTo>
                    <a:pt x="616304" y="752256"/>
                  </a:lnTo>
                  <a:lnTo>
                    <a:pt x="591652" y="771966"/>
                  </a:lnTo>
                  <a:lnTo>
                    <a:pt x="567000" y="791990"/>
                  </a:lnTo>
                  <a:lnTo>
                    <a:pt x="542348" y="812337"/>
                  </a:lnTo>
                  <a:lnTo>
                    <a:pt x="517696" y="833019"/>
                  </a:lnTo>
                  <a:lnTo>
                    <a:pt x="493043" y="854049"/>
                  </a:lnTo>
                  <a:lnTo>
                    <a:pt x="468391" y="875441"/>
                  </a:lnTo>
                  <a:lnTo>
                    <a:pt x="443739" y="897212"/>
                  </a:lnTo>
                  <a:lnTo>
                    <a:pt x="419087" y="919380"/>
                  </a:lnTo>
                  <a:lnTo>
                    <a:pt x="394435" y="941964"/>
                  </a:lnTo>
                  <a:lnTo>
                    <a:pt x="369782" y="964980"/>
                  </a:lnTo>
                  <a:lnTo>
                    <a:pt x="345130" y="988444"/>
                  </a:lnTo>
                  <a:lnTo>
                    <a:pt x="320478" y="1012371"/>
                  </a:lnTo>
                  <a:lnTo>
                    <a:pt x="295826" y="1036770"/>
                  </a:lnTo>
                  <a:lnTo>
                    <a:pt x="271174" y="1061648"/>
                  </a:lnTo>
                  <a:lnTo>
                    <a:pt x="246521" y="1087006"/>
                  </a:lnTo>
                  <a:lnTo>
                    <a:pt x="221869" y="1112845"/>
                  </a:lnTo>
                  <a:lnTo>
                    <a:pt x="197217" y="1139161"/>
                  </a:lnTo>
                  <a:lnTo>
                    <a:pt x="172565" y="1165949"/>
                  </a:lnTo>
                  <a:lnTo>
                    <a:pt x="147913" y="1193204"/>
                  </a:lnTo>
                  <a:lnTo>
                    <a:pt x="123260" y="1220919"/>
                  </a:lnTo>
                  <a:lnTo>
                    <a:pt x="98608" y="1249087"/>
                  </a:lnTo>
                  <a:lnTo>
                    <a:pt x="73956" y="1277703"/>
                  </a:lnTo>
                  <a:lnTo>
                    <a:pt x="49304" y="1306761"/>
                  </a:lnTo>
                  <a:lnTo>
                    <a:pt x="24652" y="1336256"/>
                  </a:lnTo>
                  <a:lnTo>
                    <a:pt x="0" y="136618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5510050" y="2911071"/>
              <a:ext cx="1947523" cy="1286452"/>
            </a:xfrm>
            <a:custGeom>
              <a:avLst/>
              <a:pathLst>
                <a:path w="1947523" h="1286452">
                  <a:moveTo>
                    <a:pt x="0" y="1286452"/>
                  </a:moveTo>
                  <a:lnTo>
                    <a:pt x="24652" y="1261433"/>
                  </a:lnTo>
                  <a:lnTo>
                    <a:pt x="49304" y="1236600"/>
                  </a:lnTo>
                  <a:lnTo>
                    <a:pt x="73956" y="1211948"/>
                  </a:lnTo>
                  <a:lnTo>
                    <a:pt x="98608" y="1187474"/>
                  </a:lnTo>
                  <a:lnTo>
                    <a:pt x="123260" y="1163171"/>
                  </a:lnTo>
                  <a:lnTo>
                    <a:pt x="147913" y="1139032"/>
                  </a:lnTo>
                  <a:lnTo>
                    <a:pt x="172565" y="1115052"/>
                  </a:lnTo>
                  <a:lnTo>
                    <a:pt x="197217" y="1091225"/>
                  </a:lnTo>
                  <a:lnTo>
                    <a:pt x="221869" y="1067544"/>
                  </a:lnTo>
                  <a:lnTo>
                    <a:pt x="246521" y="1044005"/>
                  </a:lnTo>
                  <a:lnTo>
                    <a:pt x="271174" y="1020603"/>
                  </a:lnTo>
                  <a:lnTo>
                    <a:pt x="295826" y="997340"/>
                  </a:lnTo>
                  <a:lnTo>
                    <a:pt x="320478" y="974217"/>
                  </a:lnTo>
                  <a:lnTo>
                    <a:pt x="345130" y="951240"/>
                  </a:lnTo>
                  <a:lnTo>
                    <a:pt x="369782" y="928420"/>
                  </a:lnTo>
                  <a:lnTo>
                    <a:pt x="394435" y="905770"/>
                  </a:lnTo>
                  <a:lnTo>
                    <a:pt x="419087" y="883305"/>
                  </a:lnTo>
                  <a:lnTo>
                    <a:pt x="443739" y="861045"/>
                  </a:lnTo>
                  <a:lnTo>
                    <a:pt x="468391" y="839006"/>
                  </a:lnTo>
                  <a:lnTo>
                    <a:pt x="493043" y="817207"/>
                  </a:lnTo>
                  <a:lnTo>
                    <a:pt x="517696" y="795664"/>
                  </a:lnTo>
                  <a:lnTo>
                    <a:pt x="542348" y="774392"/>
                  </a:lnTo>
                  <a:lnTo>
                    <a:pt x="567000" y="753404"/>
                  </a:lnTo>
                  <a:lnTo>
                    <a:pt x="591652" y="732712"/>
                  </a:lnTo>
                  <a:lnTo>
                    <a:pt x="616304" y="712324"/>
                  </a:lnTo>
                  <a:lnTo>
                    <a:pt x="640957" y="692247"/>
                  </a:lnTo>
                  <a:lnTo>
                    <a:pt x="665609" y="672488"/>
                  </a:lnTo>
                  <a:lnTo>
                    <a:pt x="690261" y="653051"/>
                  </a:lnTo>
                  <a:lnTo>
                    <a:pt x="714913" y="633938"/>
                  </a:lnTo>
                  <a:lnTo>
                    <a:pt x="739565" y="615150"/>
                  </a:lnTo>
                  <a:lnTo>
                    <a:pt x="764218" y="596689"/>
                  </a:lnTo>
                  <a:lnTo>
                    <a:pt x="788870" y="578553"/>
                  </a:lnTo>
                  <a:lnTo>
                    <a:pt x="813522" y="560740"/>
                  </a:lnTo>
                  <a:lnTo>
                    <a:pt x="838174" y="543248"/>
                  </a:lnTo>
                  <a:lnTo>
                    <a:pt x="862826" y="526073"/>
                  </a:lnTo>
                  <a:lnTo>
                    <a:pt x="887479" y="509210"/>
                  </a:lnTo>
                  <a:lnTo>
                    <a:pt x="912131" y="492654"/>
                  </a:lnTo>
                  <a:lnTo>
                    <a:pt x="936783" y="476397"/>
                  </a:lnTo>
                  <a:lnTo>
                    <a:pt x="961435" y="460434"/>
                  </a:lnTo>
                  <a:lnTo>
                    <a:pt x="986087" y="444756"/>
                  </a:lnTo>
                  <a:lnTo>
                    <a:pt x="1010740" y="429354"/>
                  </a:lnTo>
                  <a:lnTo>
                    <a:pt x="1035392" y="414220"/>
                  </a:lnTo>
                  <a:lnTo>
                    <a:pt x="1060044" y="399344"/>
                  </a:lnTo>
                  <a:lnTo>
                    <a:pt x="1084696" y="384717"/>
                  </a:lnTo>
                  <a:lnTo>
                    <a:pt x="1109348" y="370329"/>
                  </a:lnTo>
                  <a:lnTo>
                    <a:pt x="1134001" y="356172"/>
                  </a:lnTo>
                  <a:lnTo>
                    <a:pt x="1158653" y="342237"/>
                  </a:lnTo>
                  <a:lnTo>
                    <a:pt x="1183305" y="328516"/>
                  </a:lnTo>
                  <a:lnTo>
                    <a:pt x="1207957" y="315002"/>
                  </a:lnTo>
                  <a:lnTo>
                    <a:pt x="1232609" y="301690"/>
                  </a:lnTo>
                  <a:lnTo>
                    <a:pt x="1257262" y="288574"/>
                  </a:lnTo>
                  <a:lnTo>
                    <a:pt x="1281914" y="275652"/>
                  </a:lnTo>
                  <a:lnTo>
                    <a:pt x="1306566" y="262919"/>
                  </a:lnTo>
                  <a:lnTo>
                    <a:pt x="1331218" y="250375"/>
                  </a:lnTo>
                  <a:lnTo>
                    <a:pt x="1355870" y="238018"/>
                  </a:lnTo>
                  <a:lnTo>
                    <a:pt x="1380523" y="225847"/>
                  </a:lnTo>
                  <a:lnTo>
                    <a:pt x="1405175" y="213864"/>
                  </a:lnTo>
                  <a:lnTo>
                    <a:pt x="1429827" y="202068"/>
                  </a:lnTo>
                  <a:lnTo>
                    <a:pt x="1454479" y="190461"/>
                  </a:lnTo>
                  <a:lnTo>
                    <a:pt x="1479131" y="179044"/>
                  </a:lnTo>
                  <a:lnTo>
                    <a:pt x="1503784" y="167818"/>
                  </a:lnTo>
                  <a:lnTo>
                    <a:pt x="1528436" y="156785"/>
                  </a:lnTo>
                  <a:lnTo>
                    <a:pt x="1553088" y="145946"/>
                  </a:lnTo>
                  <a:lnTo>
                    <a:pt x="1577740" y="135303"/>
                  </a:lnTo>
                  <a:lnTo>
                    <a:pt x="1602392" y="124857"/>
                  </a:lnTo>
                  <a:lnTo>
                    <a:pt x="1627045" y="114610"/>
                  </a:lnTo>
                  <a:lnTo>
                    <a:pt x="1651697" y="104562"/>
                  </a:lnTo>
                  <a:lnTo>
                    <a:pt x="1676349" y="94717"/>
                  </a:lnTo>
                  <a:lnTo>
                    <a:pt x="1701001" y="85074"/>
                  </a:lnTo>
                  <a:lnTo>
                    <a:pt x="1725653" y="75634"/>
                  </a:lnTo>
                  <a:lnTo>
                    <a:pt x="1750306" y="66400"/>
                  </a:lnTo>
                  <a:lnTo>
                    <a:pt x="1774958" y="57371"/>
                  </a:lnTo>
                  <a:lnTo>
                    <a:pt x="1799610" y="48549"/>
                  </a:lnTo>
                  <a:lnTo>
                    <a:pt x="1824262" y="39934"/>
                  </a:lnTo>
                  <a:lnTo>
                    <a:pt x="1848914" y="31528"/>
                  </a:lnTo>
                  <a:lnTo>
                    <a:pt x="1873566" y="23330"/>
                  </a:lnTo>
                  <a:lnTo>
                    <a:pt x="1898219" y="15343"/>
                  </a:lnTo>
                  <a:lnTo>
                    <a:pt x="1922871" y="7566"/>
                  </a:lnTo>
                  <a:lnTo>
                    <a:pt x="19475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53" name="pl1953"/>
            <p:cNvSpPr/>
            <p:nvPr/>
          </p:nvSpPr>
          <p:spPr>
            <a:xfrm>
              <a:off x="5510050" y="3127731"/>
              <a:ext cx="1947523" cy="1149523"/>
            </a:xfrm>
            <a:custGeom>
              <a:avLst/>
              <a:pathLst>
                <a:path w="1947523" h="1149523">
                  <a:moveTo>
                    <a:pt x="1947523" y="1411"/>
                  </a:moveTo>
                  <a:lnTo>
                    <a:pt x="1922871" y="532"/>
                  </a:lnTo>
                  <a:lnTo>
                    <a:pt x="1898219" y="62"/>
                  </a:lnTo>
                  <a:lnTo>
                    <a:pt x="1873566" y="0"/>
                  </a:lnTo>
                  <a:lnTo>
                    <a:pt x="1848914" y="346"/>
                  </a:lnTo>
                  <a:lnTo>
                    <a:pt x="1824262" y="1103"/>
                  </a:lnTo>
                  <a:lnTo>
                    <a:pt x="1799610" y="2270"/>
                  </a:lnTo>
                  <a:lnTo>
                    <a:pt x="1774958" y="3848"/>
                  </a:lnTo>
                  <a:lnTo>
                    <a:pt x="1750306" y="5837"/>
                  </a:lnTo>
                  <a:lnTo>
                    <a:pt x="1725653" y="8240"/>
                  </a:lnTo>
                  <a:lnTo>
                    <a:pt x="1701001" y="11057"/>
                  </a:lnTo>
                  <a:lnTo>
                    <a:pt x="1676349" y="14289"/>
                  </a:lnTo>
                  <a:lnTo>
                    <a:pt x="1651697" y="17937"/>
                  </a:lnTo>
                  <a:lnTo>
                    <a:pt x="1627045" y="22002"/>
                  </a:lnTo>
                  <a:lnTo>
                    <a:pt x="1602392" y="26486"/>
                  </a:lnTo>
                  <a:lnTo>
                    <a:pt x="1577740" y="31390"/>
                  </a:lnTo>
                  <a:lnTo>
                    <a:pt x="1553088" y="36715"/>
                  </a:lnTo>
                  <a:lnTo>
                    <a:pt x="1528436" y="42463"/>
                  </a:lnTo>
                  <a:lnTo>
                    <a:pt x="1503784" y="48636"/>
                  </a:lnTo>
                  <a:lnTo>
                    <a:pt x="1479131" y="55235"/>
                  </a:lnTo>
                  <a:lnTo>
                    <a:pt x="1454479" y="62261"/>
                  </a:lnTo>
                  <a:lnTo>
                    <a:pt x="1429827" y="69715"/>
                  </a:lnTo>
                  <a:lnTo>
                    <a:pt x="1405175" y="77600"/>
                  </a:lnTo>
                  <a:lnTo>
                    <a:pt x="1380523" y="85916"/>
                  </a:lnTo>
                  <a:lnTo>
                    <a:pt x="1355870" y="94664"/>
                  </a:lnTo>
                  <a:lnTo>
                    <a:pt x="1331218" y="103844"/>
                  </a:lnTo>
                  <a:lnTo>
                    <a:pt x="1306566" y="113455"/>
                  </a:lnTo>
                  <a:lnTo>
                    <a:pt x="1281914" y="123496"/>
                  </a:lnTo>
                  <a:lnTo>
                    <a:pt x="1257262" y="133966"/>
                  </a:lnTo>
                  <a:lnTo>
                    <a:pt x="1232609" y="144862"/>
                  </a:lnTo>
                  <a:lnTo>
                    <a:pt x="1207957" y="156181"/>
                  </a:lnTo>
                  <a:lnTo>
                    <a:pt x="1183305" y="167916"/>
                  </a:lnTo>
                  <a:lnTo>
                    <a:pt x="1158653" y="180063"/>
                  </a:lnTo>
                  <a:lnTo>
                    <a:pt x="1134001" y="192614"/>
                  </a:lnTo>
                  <a:lnTo>
                    <a:pt x="1109348" y="205562"/>
                  </a:lnTo>
                  <a:lnTo>
                    <a:pt x="1084696" y="218898"/>
                  </a:lnTo>
                  <a:lnTo>
                    <a:pt x="1060044" y="232613"/>
                  </a:lnTo>
                  <a:lnTo>
                    <a:pt x="1035392" y="246698"/>
                  </a:lnTo>
                  <a:lnTo>
                    <a:pt x="1010740" y="261144"/>
                  </a:lnTo>
                  <a:lnTo>
                    <a:pt x="986087" y="275941"/>
                  </a:lnTo>
                  <a:lnTo>
                    <a:pt x="961435" y="291080"/>
                  </a:lnTo>
                  <a:lnTo>
                    <a:pt x="936783" y="306552"/>
                  </a:lnTo>
                  <a:lnTo>
                    <a:pt x="912131" y="322351"/>
                  </a:lnTo>
                  <a:lnTo>
                    <a:pt x="887479" y="338468"/>
                  </a:lnTo>
                  <a:lnTo>
                    <a:pt x="862826" y="354897"/>
                  </a:lnTo>
                  <a:lnTo>
                    <a:pt x="838174" y="371632"/>
                  </a:lnTo>
                  <a:lnTo>
                    <a:pt x="813522" y="388670"/>
                  </a:lnTo>
                  <a:lnTo>
                    <a:pt x="788870" y="406005"/>
                  </a:lnTo>
                  <a:lnTo>
                    <a:pt x="764218" y="423636"/>
                  </a:lnTo>
                  <a:lnTo>
                    <a:pt x="739565" y="441560"/>
                  </a:lnTo>
                  <a:lnTo>
                    <a:pt x="714913" y="459777"/>
                  </a:lnTo>
                  <a:lnTo>
                    <a:pt x="690261" y="478287"/>
                  </a:lnTo>
                  <a:lnTo>
                    <a:pt x="665609" y="497091"/>
                  </a:lnTo>
                  <a:lnTo>
                    <a:pt x="640957" y="516193"/>
                  </a:lnTo>
                  <a:lnTo>
                    <a:pt x="616304" y="535596"/>
                  </a:lnTo>
                  <a:lnTo>
                    <a:pt x="591652" y="555305"/>
                  </a:lnTo>
                  <a:lnTo>
                    <a:pt x="567000" y="575329"/>
                  </a:lnTo>
                  <a:lnTo>
                    <a:pt x="542348" y="595677"/>
                  </a:lnTo>
                  <a:lnTo>
                    <a:pt x="517696" y="616359"/>
                  </a:lnTo>
                  <a:lnTo>
                    <a:pt x="493043" y="637388"/>
                  </a:lnTo>
                  <a:lnTo>
                    <a:pt x="468391" y="658781"/>
                  </a:lnTo>
                  <a:lnTo>
                    <a:pt x="443739" y="680552"/>
                  </a:lnTo>
                  <a:lnTo>
                    <a:pt x="419087" y="702720"/>
                  </a:lnTo>
                  <a:lnTo>
                    <a:pt x="394435" y="725303"/>
                  </a:lnTo>
                  <a:lnTo>
                    <a:pt x="369782" y="748319"/>
                  </a:lnTo>
                  <a:lnTo>
                    <a:pt x="345130" y="771784"/>
                  </a:lnTo>
                  <a:lnTo>
                    <a:pt x="320478" y="795711"/>
                  </a:lnTo>
                  <a:lnTo>
                    <a:pt x="295826" y="820110"/>
                  </a:lnTo>
                  <a:lnTo>
                    <a:pt x="271174" y="844987"/>
                  </a:lnTo>
                  <a:lnTo>
                    <a:pt x="246521" y="870346"/>
                  </a:lnTo>
                  <a:lnTo>
                    <a:pt x="221869" y="896185"/>
                  </a:lnTo>
                  <a:lnTo>
                    <a:pt x="197217" y="922501"/>
                  </a:lnTo>
                  <a:lnTo>
                    <a:pt x="172565" y="949289"/>
                  </a:lnTo>
                  <a:lnTo>
                    <a:pt x="147913" y="976544"/>
                  </a:lnTo>
                  <a:lnTo>
                    <a:pt x="123260" y="1004258"/>
                  </a:lnTo>
                  <a:lnTo>
                    <a:pt x="98608" y="1032427"/>
                  </a:lnTo>
                  <a:lnTo>
                    <a:pt x="73956" y="1061043"/>
                  </a:lnTo>
                  <a:lnTo>
                    <a:pt x="49304" y="1090101"/>
                  </a:lnTo>
                  <a:lnTo>
                    <a:pt x="24652" y="1119596"/>
                  </a:lnTo>
                  <a:lnTo>
                    <a:pt x="0" y="11495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54" name="pl1954"/>
            <p:cNvSpPr/>
            <p:nvPr/>
          </p:nvSpPr>
          <p:spPr>
            <a:xfrm>
              <a:off x="5510050" y="3020107"/>
              <a:ext cx="1947523" cy="1217282"/>
            </a:xfrm>
            <a:custGeom>
              <a:avLst/>
              <a:pathLst>
                <a:path w="1947523" h="1217282">
                  <a:moveTo>
                    <a:pt x="0" y="1217282"/>
                  </a:moveTo>
                  <a:lnTo>
                    <a:pt x="24652" y="1189809"/>
                  </a:lnTo>
                  <a:lnTo>
                    <a:pt x="49304" y="1162645"/>
                  </a:lnTo>
                  <a:lnTo>
                    <a:pt x="73956" y="1135790"/>
                  </a:lnTo>
                  <a:lnTo>
                    <a:pt x="98608" y="1109245"/>
                  </a:lnTo>
                  <a:lnTo>
                    <a:pt x="123260" y="1083009"/>
                  </a:lnTo>
                  <a:lnTo>
                    <a:pt x="147913" y="1057082"/>
                  </a:lnTo>
                  <a:lnTo>
                    <a:pt x="172565" y="1031465"/>
                  </a:lnTo>
                  <a:lnTo>
                    <a:pt x="197217" y="1006157"/>
                  </a:lnTo>
                  <a:lnTo>
                    <a:pt x="221869" y="981159"/>
                  </a:lnTo>
                  <a:lnTo>
                    <a:pt x="246521" y="956470"/>
                  </a:lnTo>
                  <a:lnTo>
                    <a:pt x="271174" y="932090"/>
                  </a:lnTo>
                  <a:lnTo>
                    <a:pt x="295826" y="908019"/>
                  </a:lnTo>
                  <a:lnTo>
                    <a:pt x="320478" y="884258"/>
                  </a:lnTo>
                  <a:lnTo>
                    <a:pt x="345130" y="860806"/>
                  </a:lnTo>
                  <a:lnTo>
                    <a:pt x="369782" y="837664"/>
                  </a:lnTo>
                  <a:lnTo>
                    <a:pt x="394435" y="814831"/>
                  </a:lnTo>
                  <a:lnTo>
                    <a:pt x="419087" y="792307"/>
                  </a:lnTo>
                  <a:lnTo>
                    <a:pt x="443739" y="770093"/>
                  </a:lnTo>
                  <a:lnTo>
                    <a:pt x="468391" y="748188"/>
                  </a:lnTo>
                  <a:lnTo>
                    <a:pt x="493043" y="726592"/>
                  </a:lnTo>
                  <a:lnTo>
                    <a:pt x="517696" y="705306"/>
                  </a:lnTo>
                  <a:lnTo>
                    <a:pt x="542348" y="684329"/>
                  </a:lnTo>
                  <a:lnTo>
                    <a:pt x="567000" y="663661"/>
                  </a:lnTo>
                  <a:lnTo>
                    <a:pt x="591652" y="643303"/>
                  </a:lnTo>
                  <a:lnTo>
                    <a:pt x="616304" y="623254"/>
                  </a:lnTo>
                  <a:lnTo>
                    <a:pt x="640957" y="603515"/>
                  </a:lnTo>
                  <a:lnTo>
                    <a:pt x="665609" y="584084"/>
                  </a:lnTo>
                  <a:lnTo>
                    <a:pt x="690261" y="564963"/>
                  </a:lnTo>
                  <a:lnTo>
                    <a:pt x="714913" y="546152"/>
                  </a:lnTo>
                  <a:lnTo>
                    <a:pt x="739565" y="527650"/>
                  </a:lnTo>
                  <a:lnTo>
                    <a:pt x="764218" y="509457"/>
                  </a:lnTo>
                  <a:lnTo>
                    <a:pt x="788870" y="491574"/>
                  </a:lnTo>
                  <a:lnTo>
                    <a:pt x="813522" y="473999"/>
                  </a:lnTo>
                  <a:lnTo>
                    <a:pt x="838174" y="456735"/>
                  </a:lnTo>
                  <a:lnTo>
                    <a:pt x="862826" y="439779"/>
                  </a:lnTo>
                  <a:lnTo>
                    <a:pt x="887479" y="423133"/>
                  </a:lnTo>
                  <a:lnTo>
                    <a:pt x="912131" y="406797"/>
                  </a:lnTo>
                  <a:lnTo>
                    <a:pt x="936783" y="390769"/>
                  </a:lnTo>
                  <a:lnTo>
                    <a:pt x="961435" y="375051"/>
                  </a:lnTo>
                  <a:lnTo>
                    <a:pt x="986087" y="359643"/>
                  </a:lnTo>
                  <a:lnTo>
                    <a:pt x="1010740" y="344543"/>
                  </a:lnTo>
                  <a:lnTo>
                    <a:pt x="1035392" y="329753"/>
                  </a:lnTo>
                  <a:lnTo>
                    <a:pt x="1060044" y="315273"/>
                  </a:lnTo>
                  <a:lnTo>
                    <a:pt x="1084696" y="301102"/>
                  </a:lnTo>
                  <a:lnTo>
                    <a:pt x="1109348" y="287240"/>
                  </a:lnTo>
                  <a:lnTo>
                    <a:pt x="1134001" y="273687"/>
                  </a:lnTo>
                  <a:lnTo>
                    <a:pt x="1158653" y="260444"/>
                  </a:lnTo>
                  <a:lnTo>
                    <a:pt x="1183305" y="247510"/>
                  </a:lnTo>
                  <a:lnTo>
                    <a:pt x="1207957" y="234886"/>
                  </a:lnTo>
                  <a:lnTo>
                    <a:pt x="1232609" y="222571"/>
                  </a:lnTo>
                  <a:lnTo>
                    <a:pt x="1257262" y="210565"/>
                  </a:lnTo>
                  <a:lnTo>
                    <a:pt x="1281914" y="198868"/>
                  </a:lnTo>
                  <a:lnTo>
                    <a:pt x="1306566" y="187481"/>
                  </a:lnTo>
                  <a:lnTo>
                    <a:pt x="1331218" y="176404"/>
                  </a:lnTo>
                  <a:lnTo>
                    <a:pt x="1355870" y="165635"/>
                  </a:lnTo>
                  <a:lnTo>
                    <a:pt x="1380523" y="155176"/>
                  </a:lnTo>
                  <a:lnTo>
                    <a:pt x="1405175" y="145026"/>
                  </a:lnTo>
                  <a:lnTo>
                    <a:pt x="1429827" y="135186"/>
                  </a:lnTo>
                  <a:lnTo>
                    <a:pt x="1454479" y="125655"/>
                  </a:lnTo>
                  <a:lnTo>
                    <a:pt x="1479131" y="116434"/>
                  </a:lnTo>
                  <a:lnTo>
                    <a:pt x="1503784" y="107521"/>
                  </a:lnTo>
                  <a:lnTo>
                    <a:pt x="1528436" y="98918"/>
                  </a:lnTo>
                  <a:lnTo>
                    <a:pt x="1553088" y="90625"/>
                  </a:lnTo>
                  <a:lnTo>
                    <a:pt x="1577740" y="82641"/>
                  </a:lnTo>
                  <a:lnTo>
                    <a:pt x="1602392" y="74966"/>
                  </a:lnTo>
                  <a:lnTo>
                    <a:pt x="1627045" y="67600"/>
                  </a:lnTo>
                  <a:lnTo>
                    <a:pt x="1651697" y="60544"/>
                  </a:lnTo>
                  <a:lnTo>
                    <a:pt x="1676349" y="53797"/>
                  </a:lnTo>
                  <a:lnTo>
                    <a:pt x="1701001" y="47360"/>
                  </a:lnTo>
                  <a:lnTo>
                    <a:pt x="1725653" y="41232"/>
                  </a:lnTo>
                  <a:lnTo>
                    <a:pt x="1750306" y="35413"/>
                  </a:lnTo>
                  <a:lnTo>
                    <a:pt x="1774958" y="29904"/>
                  </a:lnTo>
                  <a:lnTo>
                    <a:pt x="1799610" y="24703"/>
                  </a:lnTo>
                  <a:lnTo>
                    <a:pt x="1824262" y="19813"/>
                  </a:lnTo>
                  <a:lnTo>
                    <a:pt x="1848914" y="15231"/>
                  </a:lnTo>
                  <a:lnTo>
                    <a:pt x="1873566" y="10959"/>
                  </a:lnTo>
                  <a:lnTo>
                    <a:pt x="1898219" y="6997"/>
                  </a:lnTo>
                  <a:lnTo>
                    <a:pt x="1922871" y="3343"/>
                  </a:lnTo>
                  <a:lnTo>
                    <a:pt x="194752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g1955"/>
            <p:cNvSpPr/>
            <p:nvPr/>
          </p:nvSpPr>
          <p:spPr>
            <a:xfrm>
              <a:off x="5510050" y="3027156"/>
              <a:ext cx="1947523" cy="1038154"/>
            </a:xfrm>
            <a:custGeom>
              <a:avLst/>
              <a:pathLst>
                <a:path w="1947523" h="1038154">
                  <a:moveTo>
                    <a:pt x="0" y="964208"/>
                  </a:moveTo>
                  <a:lnTo>
                    <a:pt x="24652" y="941788"/>
                  </a:lnTo>
                  <a:lnTo>
                    <a:pt x="49304" y="919618"/>
                  </a:lnTo>
                  <a:lnTo>
                    <a:pt x="73956" y="897698"/>
                  </a:lnTo>
                  <a:lnTo>
                    <a:pt x="98608" y="876026"/>
                  </a:lnTo>
                  <a:lnTo>
                    <a:pt x="123260" y="854601"/>
                  </a:lnTo>
                  <a:lnTo>
                    <a:pt x="147913" y="833421"/>
                  </a:lnTo>
                  <a:lnTo>
                    <a:pt x="172565" y="812484"/>
                  </a:lnTo>
                  <a:lnTo>
                    <a:pt x="197217" y="791788"/>
                  </a:lnTo>
                  <a:lnTo>
                    <a:pt x="221869" y="771329"/>
                  </a:lnTo>
                  <a:lnTo>
                    <a:pt x="246521" y="751105"/>
                  </a:lnTo>
                  <a:lnTo>
                    <a:pt x="271174" y="731113"/>
                  </a:lnTo>
                  <a:lnTo>
                    <a:pt x="295826" y="711348"/>
                  </a:lnTo>
                  <a:lnTo>
                    <a:pt x="320478" y="691808"/>
                  </a:lnTo>
                  <a:lnTo>
                    <a:pt x="345130" y="672487"/>
                  </a:lnTo>
                  <a:lnTo>
                    <a:pt x="369782" y="653383"/>
                  </a:lnTo>
                  <a:lnTo>
                    <a:pt x="394435" y="634493"/>
                  </a:lnTo>
                  <a:lnTo>
                    <a:pt x="419087" y="615814"/>
                  </a:lnTo>
                  <a:lnTo>
                    <a:pt x="443739" y="597347"/>
                  </a:lnTo>
                  <a:lnTo>
                    <a:pt x="468391" y="579092"/>
                  </a:lnTo>
                  <a:lnTo>
                    <a:pt x="493043" y="561055"/>
                  </a:lnTo>
                  <a:lnTo>
                    <a:pt x="517696" y="543242"/>
                  </a:lnTo>
                  <a:lnTo>
                    <a:pt x="542348" y="525662"/>
                  </a:lnTo>
                  <a:lnTo>
                    <a:pt x="567000" y="508326"/>
                  </a:lnTo>
                  <a:lnTo>
                    <a:pt x="591652" y="491247"/>
                  </a:lnTo>
                  <a:lnTo>
                    <a:pt x="616304" y="474436"/>
                  </a:lnTo>
                  <a:lnTo>
                    <a:pt x="640957" y="457907"/>
                  </a:lnTo>
                  <a:lnTo>
                    <a:pt x="665609" y="441670"/>
                  </a:lnTo>
                  <a:lnTo>
                    <a:pt x="690261" y="425736"/>
                  </a:lnTo>
                  <a:lnTo>
                    <a:pt x="714913" y="410114"/>
                  </a:lnTo>
                  <a:lnTo>
                    <a:pt x="739565" y="394811"/>
                  </a:lnTo>
                  <a:lnTo>
                    <a:pt x="764218" y="379833"/>
                  </a:lnTo>
                  <a:lnTo>
                    <a:pt x="788870" y="365185"/>
                  </a:lnTo>
                  <a:lnTo>
                    <a:pt x="813522" y="350871"/>
                  </a:lnTo>
                  <a:lnTo>
                    <a:pt x="838174" y="336893"/>
                  </a:lnTo>
                  <a:lnTo>
                    <a:pt x="862826" y="323253"/>
                  </a:lnTo>
                  <a:lnTo>
                    <a:pt x="887479" y="309952"/>
                  </a:lnTo>
                  <a:lnTo>
                    <a:pt x="912131" y="296990"/>
                  </a:lnTo>
                  <a:lnTo>
                    <a:pt x="936783" y="284364"/>
                  </a:lnTo>
                  <a:lnTo>
                    <a:pt x="961435" y="272074"/>
                  </a:lnTo>
                  <a:lnTo>
                    <a:pt x="986087" y="260116"/>
                  </a:lnTo>
                  <a:lnTo>
                    <a:pt x="1010740" y="248487"/>
                  </a:lnTo>
                  <a:lnTo>
                    <a:pt x="1035392" y="237181"/>
                  </a:lnTo>
                  <a:lnTo>
                    <a:pt x="1060044" y="226193"/>
                  </a:lnTo>
                  <a:lnTo>
                    <a:pt x="1084696" y="215516"/>
                  </a:lnTo>
                  <a:lnTo>
                    <a:pt x="1109348" y="205143"/>
                  </a:lnTo>
                  <a:lnTo>
                    <a:pt x="1134001" y="195065"/>
                  </a:lnTo>
                  <a:lnTo>
                    <a:pt x="1158653" y="185273"/>
                  </a:lnTo>
                  <a:lnTo>
                    <a:pt x="1183305" y="175759"/>
                  </a:lnTo>
                  <a:lnTo>
                    <a:pt x="1207957" y="166511"/>
                  </a:lnTo>
                  <a:lnTo>
                    <a:pt x="1232609" y="157522"/>
                  </a:lnTo>
                  <a:lnTo>
                    <a:pt x="1257262" y="148783"/>
                  </a:lnTo>
                  <a:lnTo>
                    <a:pt x="1281914" y="140285"/>
                  </a:lnTo>
                  <a:lnTo>
                    <a:pt x="1306566" y="132024"/>
                  </a:lnTo>
                  <a:lnTo>
                    <a:pt x="1331218" y="123995"/>
                  </a:lnTo>
                  <a:lnTo>
                    <a:pt x="1355870" y="116194"/>
                  </a:lnTo>
                  <a:lnTo>
                    <a:pt x="1380523" y="108619"/>
                  </a:lnTo>
                  <a:lnTo>
                    <a:pt x="1405175" y="101271"/>
                  </a:lnTo>
                  <a:lnTo>
                    <a:pt x="1429827" y="94149"/>
                  </a:lnTo>
                  <a:lnTo>
                    <a:pt x="1454479" y="87255"/>
                  </a:lnTo>
                  <a:lnTo>
                    <a:pt x="1479131" y="80591"/>
                  </a:lnTo>
                  <a:lnTo>
                    <a:pt x="1503784" y="74158"/>
                  </a:lnTo>
                  <a:lnTo>
                    <a:pt x="1528436" y="67959"/>
                  </a:lnTo>
                  <a:lnTo>
                    <a:pt x="1553088" y="61995"/>
                  </a:lnTo>
                  <a:lnTo>
                    <a:pt x="1577740" y="56270"/>
                  </a:lnTo>
                  <a:lnTo>
                    <a:pt x="1602392" y="50785"/>
                  </a:lnTo>
                  <a:lnTo>
                    <a:pt x="1627045" y="45542"/>
                  </a:lnTo>
                  <a:lnTo>
                    <a:pt x="1651697" y="40542"/>
                  </a:lnTo>
                  <a:lnTo>
                    <a:pt x="1676349" y="35788"/>
                  </a:lnTo>
                  <a:lnTo>
                    <a:pt x="1701001" y="31280"/>
                  </a:lnTo>
                  <a:lnTo>
                    <a:pt x="1725653" y="27021"/>
                  </a:lnTo>
                  <a:lnTo>
                    <a:pt x="1750306" y="23010"/>
                  </a:lnTo>
                  <a:lnTo>
                    <a:pt x="1774958" y="19250"/>
                  </a:lnTo>
                  <a:lnTo>
                    <a:pt x="1799610" y="15741"/>
                  </a:lnTo>
                  <a:lnTo>
                    <a:pt x="1824262" y="12483"/>
                  </a:lnTo>
                  <a:lnTo>
                    <a:pt x="1848914" y="9479"/>
                  </a:lnTo>
                  <a:lnTo>
                    <a:pt x="1873566" y="6728"/>
                  </a:lnTo>
                  <a:lnTo>
                    <a:pt x="1898219" y="4230"/>
                  </a:lnTo>
                  <a:lnTo>
                    <a:pt x="1922871" y="1987"/>
                  </a:lnTo>
                  <a:lnTo>
                    <a:pt x="1947523" y="0"/>
                  </a:lnTo>
                  <a:lnTo>
                    <a:pt x="1947523" y="114458"/>
                  </a:lnTo>
                  <a:lnTo>
                    <a:pt x="1922871" y="111260"/>
                  </a:lnTo>
                  <a:lnTo>
                    <a:pt x="1898219" y="108450"/>
                  </a:lnTo>
                  <a:lnTo>
                    <a:pt x="1873566" y="106030"/>
                  </a:lnTo>
                  <a:lnTo>
                    <a:pt x="1848914" y="103999"/>
                  </a:lnTo>
                  <a:lnTo>
                    <a:pt x="1824262" y="102359"/>
                  </a:lnTo>
                  <a:lnTo>
                    <a:pt x="1799610" y="101111"/>
                  </a:lnTo>
                  <a:lnTo>
                    <a:pt x="1774958" y="100254"/>
                  </a:lnTo>
                  <a:lnTo>
                    <a:pt x="1750306" y="99789"/>
                  </a:lnTo>
                  <a:lnTo>
                    <a:pt x="1725653" y="99719"/>
                  </a:lnTo>
                  <a:lnTo>
                    <a:pt x="1701001" y="100043"/>
                  </a:lnTo>
                  <a:lnTo>
                    <a:pt x="1676349" y="100762"/>
                  </a:lnTo>
                  <a:lnTo>
                    <a:pt x="1651697" y="101879"/>
                  </a:lnTo>
                  <a:lnTo>
                    <a:pt x="1627045" y="103395"/>
                  </a:lnTo>
                  <a:lnTo>
                    <a:pt x="1602392" y="105310"/>
                  </a:lnTo>
                  <a:lnTo>
                    <a:pt x="1577740" y="107628"/>
                  </a:lnTo>
                  <a:lnTo>
                    <a:pt x="1553088" y="110349"/>
                  </a:lnTo>
                  <a:lnTo>
                    <a:pt x="1528436" y="113476"/>
                  </a:lnTo>
                  <a:lnTo>
                    <a:pt x="1503784" y="117010"/>
                  </a:lnTo>
                  <a:lnTo>
                    <a:pt x="1479131" y="120955"/>
                  </a:lnTo>
                  <a:lnTo>
                    <a:pt x="1454479" y="125313"/>
                  </a:lnTo>
                  <a:lnTo>
                    <a:pt x="1429827" y="130084"/>
                  </a:lnTo>
                  <a:lnTo>
                    <a:pt x="1405175" y="135271"/>
                  </a:lnTo>
                  <a:lnTo>
                    <a:pt x="1380523" y="140876"/>
                  </a:lnTo>
                  <a:lnTo>
                    <a:pt x="1355870" y="146898"/>
                  </a:lnTo>
                  <a:lnTo>
                    <a:pt x="1331218" y="153338"/>
                  </a:lnTo>
                  <a:lnTo>
                    <a:pt x="1306566" y="160193"/>
                  </a:lnTo>
                  <a:lnTo>
                    <a:pt x="1281914" y="167460"/>
                  </a:lnTo>
                  <a:lnTo>
                    <a:pt x="1257262" y="175134"/>
                  </a:lnTo>
                  <a:lnTo>
                    <a:pt x="1232609" y="183211"/>
                  </a:lnTo>
                  <a:lnTo>
                    <a:pt x="1207957" y="191681"/>
                  </a:lnTo>
                  <a:lnTo>
                    <a:pt x="1183305" y="200537"/>
                  </a:lnTo>
                  <a:lnTo>
                    <a:pt x="1158653" y="209769"/>
                  </a:lnTo>
                  <a:lnTo>
                    <a:pt x="1134001" y="219369"/>
                  </a:lnTo>
                  <a:lnTo>
                    <a:pt x="1109348" y="229326"/>
                  </a:lnTo>
                  <a:lnTo>
                    <a:pt x="1084696" y="239631"/>
                  </a:lnTo>
                  <a:lnTo>
                    <a:pt x="1060044" y="250277"/>
                  </a:lnTo>
                  <a:lnTo>
                    <a:pt x="1035392" y="261255"/>
                  </a:lnTo>
                  <a:lnTo>
                    <a:pt x="1010740" y="272559"/>
                  </a:lnTo>
                  <a:lnTo>
                    <a:pt x="986087" y="284183"/>
                  </a:lnTo>
                  <a:lnTo>
                    <a:pt x="961435" y="296123"/>
                  </a:lnTo>
                  <a:lnTo>
                    <a:pt x="936783" y="308374"/>
                  </a:lnTo>
                  <a:lnTo>
                    <a:pt x="912131" y="320934"/>
                  </a:lnTo>
                  <a:lnTo>
                    <a:pt x="887479" y="333800"/>
                  </a:lnTo>
                  <a:lnTo>
                    <a:pt x="862826" y="346972"/>
                  </a:lnTo>
                  <a:lnTo>
                    <a:pt x="838174" y="360449"/>
                  </a:lnTo>
                  <a:lnTo>
                    <a:pt x="813522" y="374231"/>
                  </a:lnTo>
                  <a:lnTo>
                    <a:pt x="788870" y="388321"/>
                  </a:lnTo>
                  <a:lnTo>
                    <a:pt x="764218" y="402721"/>
                  </a:lnTo>
                  <a:lnTo>
                    <a:pt x="739565" y="417435"/>
                  </a:lnTo>
                  <a:lnTo>
                    <a:pt x="714913" y="432467"/>
                  </a:lnTo>
                  <a:lnTo>
                    <a:pt x="690261" y="447824"/>
                  </a:lnTo>
                  <a:lnTo>
                    <a:pt x="665609" y="463513"/>
                  </a:lnTo>
                  <a:lnTo>
                    <a:pt x="640957" y="479543"/>
                  </a:lnTo>
                  <a:lnTo>
                    <a:pt x="616304" y="495925"/>
                  </a:lnTo>
                  <a:lnTo>
                    <a:pt x="591652" y="512669"/>
                  </a:lnTo>
                  <a:lnTo>
                    <a:pt x="567000" y="529788"/>
                  </a:lnTo>
                  <a:lnTo>
                    <a:pt x="542348" y="547294"/>
                  </a:lnTo>
                  <a:lnTo>
                    <a:pt x="517696" y="565200"/>
                  </a:lnTo>
                  <a:lnTo>
                    <a:pt x="493043" y="583517"/>
                  </a:lnTo>
                  <a:lnTo>
                    <a:pt x="468391" y="602253"/>
                  </a:lnTo>
                  <a:lnTo>
                    <a:pt x="443739" y="621416"/>
                  </a:lnTo>
                  <a:lnTo>
                    <a:pt x="419087" y="641009"/>
                  </a:lnTo>
                  <a:lnTo>
                    <a:pt x="394435" y="661035"/>
                  </a:lnTo>
                  <a:lnTo>
                    <a:pt x="369782" y="681493"/>
                  </a:lnTo>
                  <a:lnTo>
                    <a:pt x="345130" y="702382"/>
                  </a:lnTo>
                  <a:lnTo>
                    <a:pt x="320478" y="723698"/>
                  </a:lnTo>
                  <a:lnTo>
                    <a:pt x="295826" y="745437"/>
                  </a:lnTo>
                  <a:lnTo>
                    <a:pt x="271174" y="767597"/>
                  </a:lnTo>
                  <a:lnTo>
                    <a:pt x="246521" y="790172"/>
                  </a:lnTo>
                  <a:lnTo>
                    <a:pt x="221869" y="813160"/>
                  </a:lnTo>
                  <a:lnTo>
                    <a:pt x="197217" y="836556"/>
                  </a:lnTo>
                  <a:lnTo>
                    <a:pt x="172565" y="860359"/>
                  </a:lnTo>
                  <a:lnTo>
                    <a:pt x="147913" y="884564"/>
                  </a:lnTo>
                  <a:lnTo>
                    <a:pt x="123260" y="909171"/>
                  </a:lnTo>
                  <a:lnTo>
                    <a:pt x="98608" y="934177"/>
                  </a:lnTo>
                  <a:lnTo>
                    <a:pt x="73956" y="959579"/>
                  </a:lnTo>
                  <a:lnTo>
                    <a:pt x="49304" y="985377"/>
                  </a:lnTo>
                  <a:lnTo>
                    <a:pt x="24652" y="1011569"/>
                  </a:lnTo>
                  <a:lnTo>
                    <a:pt x="0" y="103815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56" name="pl1956"/>
            <p:cNvSpPr/>
            <p:nvPr/>
          </p:nvSpPr>
          <p:spPr>
            <a:xfrm>
              <a:off x="5510050" y="3027156"/>
              <a:ext cx="1947523" cy="964208"/>
            </a:xfrm>
            <a:custGeom>
              <a:avLst/>
              <a:pathLst>
                <a:path w="1947523" h="964208">
                  <a:moveTo>
                    <a:pt x="0" y="964208"/>
                  </a:moveTo>
                  <a:lnTo>
                    <a:pt x="24652" y="941788"/>
                  </a:lnTo>
                  <a:lnTo>
                    <a:pt x="49304" y="919618"/>
                  </a:lnTo>
                  <a:lnTo>
                    <a:pt x="73956" y="897698"/>
                  </a:lnTo>
                  <a:lnTo>
                    <a:pt x="98608" y="876026"/>
                  </a:lnTo>
                  <a:lnTo>
                    <a:pt x="123260" y="854601"/>
                  </a:lnTo>
                  <a:lnTo>
                    <a:pt x="147913" y="833421"/>
                  </a:lnTo>
                  <a:lnTo>
                    <a:pt x="172565" y="812484"/>
                  </a:lnTo>
                  <a:lnTo>
                    <a:pt x="197217" y="791788"/>
                  </a:lnTo>
                  <a:lnTo>
                    <a:pt x="221869" y="771329"/>
                  </a:lnTo>
                  <a:lnTo>
                    <a:pt x="246521" y="751105"/>
                  </a:lnTo>
                  <a:lnTo>
                    <a:pt x="271174" y="731113"/>
                  </a:lnTo>
                  <a:lnTo>
                    <a:pt x="295826" y="711348"/>
                  </a:lnTo>
                  <a:lnTo>
                    <a:pt x="320478" y="691808"/>
                  </a:lnTo>
                  <a:lnTo>
                    <a:pt x="345130" y="672487"/>
                  </a:lnTo>
                  <a:lnTo>
                    <a:pt x="369782" y="653383"/>
                  </a:lnTo>
                  <a:lnTo>
                    <a:pt x="394435" y="634493"/>
                  </a:lnTo>
                  <a:lnTo>
                    <a:pt x="419087" y="615814"/>
                  </a:lnTo>
                  <a:lnTo>
                    <a:pt x="443739" y="597347"/>
                  </a:lnTo>
                  <a:lnTo>
                    <a:pt x="468391" y="579092"/>
                  </a:lnTo>
                  <a:lnTo>
                    <a:pt x="493043" y="561055"/>
                  </a:lnTo>
                  <a:lnTo>
                    <a:pt x="517696" y="543242"/>
                  </a:lnTo>
                  <a:lnTo>
                    <a:pt x="542348" y="525662"/>
                  </a:lnTo>
                  <a:lnTo>
                    <a:pt x="567000" y="508326"/>
                  </a:lnTo>
                  <a:lnTo>
                    <a:pt x="591652" y="491247"/>
                  </a:lnTo>
                  <a:lnTo>
                    <a:pt x="616304" y="474436"/>
                  </a:lnTo>
                  <a:lnTo>
                    <a:pt x="640957" y="457907"/>
                  </a:lnTo>
                  <a:lnTo>
                    <a:pt x="665609" y="441670"/>
                  </a:lnTo>
                  <a:lnTo>
                    <a:pt x="690261" y="425736"/>
                  </a:lnTo>
                  <a:lnTo>
                    <a:pt x="714913" y="410114"/>
                  </a:lnTo>
                  <a:lnTo>
                    <a:pt x="739565" y="394811"/>
                  </a:lnTo>
                  <a:lnTo>
                    <a:pt x="764218" y="379833"/>
                  </a:lnTo>
                  <a:lnTo>
                    <a:pt x="788870" y="365185"/>
                  </a:lnTo>
                  <a:lnTo>
                    <a:pt x="813522" y="350871"/>
                  </a:lnTo>
                  <a:lnTo>
                    <a:pt x="838174" y="336893"/>
                  </a:lnTo>
                  <a:lnTo>
                    <a:pt x="862826" y="323253"/>
                  </a:lnTo>
                  <a:lnTo>
                    <a:pt x="887479" y="309952"/>
                  </a:lnTo>
                  <a:lnTo>
                    <a:pt x="912131" y="296990"/>
                  </a:lnTo>
                  <a:lnTo>
                    <a:pt x="936783" y="284364"/>
                  </a:lnTo>
                  <a:lnTo>
                    <a:pt x="961435" y="272074"/>
                  </a:lnTo>
                  <a:lnTo>
                    <a:pt x="986087" y="260116"/>
                  </a:lnTo>
                  <a:lnTo>
                    <a:pt x="1010740" y="248487"/>
                  </a:lnTo>
                  <a:lnTo>
                    <a:pt x="1035392" y="237181"/>
                  </a:lnTo>
                  <a:lnTo>
                    <a:pt x="1060044" y="226193"/>
                  </a:lnTo>
                  <a:lnTo>
                    <a:pt x="1084696" y="215516"/>
                  </a:lnTo>
                  <a:lnTo>
                    <a:pt x="1109348" y="205143"/>
                  </a:lnTo>
                  <a:lnTo>
                    <a:pt x="1134001" y="195065"/>
                  </a:lnTo>
                  <a:lnTo>
                    <a:pt x="1158653" y="185273"/>
                  </a:lnTo>
                  <a:lnTo>
                    <a:pt x="1183305" y="175759"/>
                  </a:lnTo>
                  <a:lnTo>
                    <a:pt x="1207957" y="166511"/>
                  </a:lnTo>
                  <a:lnTo>
                    <a:pt x="1232609" y="157522"/>
                  </a:lnTo>
                  <a:lnTo>
                    <a:pt x="1257262" y="148783"/>
                  </a:lnTo>
                  <a:lnTo>
                    <a:pt x="1281914" y="140285"/>
                  </a:lnTo>
                  <a:lnTo>
                    <a:pt x="1306566" y="132024"/>
                  </a:lnTo>
                  <a:lnTo>
                    <a:pt x="1331218" y="123995"/>
                  </a:lnTo>
                  <a:lnTo>
                    <a:pt x="1355870" y="116194"/>
                  </a:lnTo>
                  <a:lnTo>
                    <a:pt x="1380523" y="108619"/>
                  </a:lnTo>
                  <a:lnTo>
                    <a:pt x="1405175" y="101271"/>
                  </a:lnTo>
                  <a:lnTo>
                    <a:pt x="1429827" y="94149"/>
                  </a:lnTo>
                  <a:lnTo>
                    <a:pt x="1454479" y="87255"/>
                  </a:lnTo>
                  <a:lnTo>
                    <a:pt x="1479131" y="80591"/>
                  </a:lnTo>
                  <a:lnTo>
                    <a:pt x="1503784" y="74158"/>
                  </a:lnTo>
                  <a:lnTo>
                    <a:pt x="1528436" y="67959"/>
                  </a:lnTo>
                  <a:lnTo>
                    <a:pt x="1553088" y="61995"/>
                  </a:lnTo>
                  <a:lnTo>
                    <a:pt x="1577740" y="56270"/>
                  </a:lnTo>
                  <a:lnTo>
                    <a:pt x="1602392" y="50785"/>
                  </a:lnTo>
                  <a:lnTo>
                    <a:pt x="1627045" y="45542"/>
                  </a:lnTo>
                  <a:lnTo>
                    <a:pt x="1651697" y="40542"/>
                  </a:lnTo>
                  <a:lnTo>
                    <a:pt x="1676349" y="35788"/>
                  </a:lnTo>
                  <a:lnTo>
                    <a:pt x="1701001" y="31280"/>
                  </a:lnTo>
                  <a:lnTo>
                    <a:pt x="1725653" y="27021"/>
                  </a:lnTo>
                  <a:lnTo>
                    <a:pt x="1750306" y="23010"/>
                  </a:lnTo>
                  <a:lnTo>
                    <a:pt x="1774958" y="19250"/>
                  </a:lnTo>
                  <a:lnTo>
                    <a:pt x="1799610" y="15741"/>
                  </a:lnTo>
                  <a:lnTo>
                    <a:pt x="1824262" y="12483"/>
                  </a:lnTo>
                  <a:lnTo>
                    <a:pt x="1848914" y="9479"/>
                  </a:lnTo>
                  <a:lnTo>
                    <a:pt x="1873566" y="6728"/>
                  </a:lnTo>
                  <a:lnTo>
                    <a:pt x="1898219" y="4230"/>
                  </a:lnTo>
                  <a:lnTo>
                    <a:pt x="1922871" y="1987"/>
                  </a:lnTo>
                  <a:lnTo>
                    <a:pt x="19475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57" name="pl1957"/>
            <p:cNvSpPr/>
            <p:nvPr/>
          </p:nvSpPr>
          <p:spPr>
            <a:xfrm>
              <a:off x="5510050" y="3126875"/>
              <a:ext cx="1947523" cy="938435"/>
            </a:xfrm>
            <a:custGeom>
              <a:avLst/>
              <a:pathLst>
                <a:path w="1947523" h="938435">
                  <a:moveTo>
                    <a:pt x="1947523" y="14739"/>
                  </a:moveTo>
                  <a:lnTo>
                    <a:pt x="1922871" y="11540"/>
                  </a:lnTo>
                  <a:lnTo>
                    <a:pt x="1898219" y="8731"/>
                  </a:lnTo>
                  <a:lnTo>
                    <a:pt x="1873566" y="6311"/>
                  </a:lnTo>
                  <a:lnTo>
                    <a:pt x="1848914" y="4280"/>
                  </a:lnTo>
                  <a:lnTo>
                    <a:pt x="1824262" y="2640"/>
                  </a:lnTo>
                  <a:lnTo>
                    <a:pt x="1799610" y="1391"/>
                  </a:lnTo>
                  <a:lnTo>
                    <a:pt x="1774958" y="534"/>
                  </a:lnTo>
                  <a:lnTo>
                    <a:pt x="1750306" y="70"/>
                  </a:lnTo>
                  <a:lnTo>
                    <a:pt x="1725653" y="0"/>
                  </a:lnTo>
                  <a:lnTo>
                    <a:pt x="1701001" y="323"/>
                  </a:lnTo>
                  <a:lnTo>
                    <a:pt x="1676349" y="1043"/>
                  </a:lnTo>
                  <a:lnTo>
                    <a:pt x="1651697" y="2160"/>
                  </a:lnTo>
                  <a:lnTo>
                    <a:pt x="1627045" y="3676"/>
                  </a:lnTo>
                  <a:lnTo>
                    <a:pt x="1602392" y="5591"/>
                  </a:lnTo>
                  <a:lnTo>
                    <a:pt x="1577740" y="7908"/>
                  </a:lnTo>
                  <a:lnTo>
                    <a:pt x="1553088" y="10630"/>
                  </a:lnTo>
                  <a:lnTo>
                    <a:pt x="1528436" y="13757"/>
                  </a:lnTo>
                  <a:lnTo>
                    <a:pt x="1503784" y="17291"/>
                  </a:lnTo>
                  <a:lnTo>
                    <a:pt x="1479131" y="21236"/>
                  </a:lnTo>
                  <a:lnTo>
                    <a:pt x="1454479" y="25593"/>
                  </a:lnTo>
                  <a:lnTo>
                    <a:pt x="1429827" y="30365"/>
                  </a:lnTo>
                  <a:lnTo>
                    <a:pt x="1405175" y="35552"/>
                  </a:lnTo>
                  <a:lnTo>
                    <a:pt x="1380523" y="41157"/>
                  </a:lnTo>
                  <a:lnTo>
                    <a:pt x="1355870" y="47179"/>
                  </a:lnTo>
                  <a:lnTo>
                    <a:pt x="1331218" y="53619"/>
                  </a:lnTo>
                  <a:lnTo>
                    <a:pt x="1306566" y="60474"/>
                  </a:lnTo>
                  <a:lnTo>
                    <a:pt x="1281914" y="67741"/>
                  </a:lnTo>
                  <a:lnTo>
                    <a:pt x="1257262" y="75415"/>
                  </a:lnTo>
                  <a:lnTo>
                    <a:pt x="1232609" y="83492"/>
                  </a:lnTo>
                  <a:lnTo>
                    <a:pt x="1207957" y="91962"/>
                  </a:lnTo>
                  <a:lnTo>
                    <a:pt x="1183305" y="100818"/>
                  </a:lnTo>
                  <a:lnTo>
                    <a:pt x="1158653" y="110050"/>
                  </a:lnTo>
                  <a:lnTo>
                    <a:pt x="1134001" y="119650"/>
                  </a:lnTo>
                  <a:lnTo>
                    <a:pt x="1109348" y="129607"/>
                  </a:lnTo>
                  <a:lnTo>
                    <a:pt x="1084696" y="139912"/>
                  </a:lnTo>
                  <a:lnTo>
                    <a:pt x="1060044" y="150558"/>
                  </a:lnTo>
                  <a:lnTo>
                    <a:pt x="1035392" y="161536"/>
                  </a:lnTo>
                  <a:lnTo>
                    <a:pt x="1010740" y="172840"/>
                  </a:lnTo>
                  <a:lnTo>
                    <a:pt x="986087" y="184464"/>
                  </a:lnTo>
                  <a:lnTo>
                    <a:pt x="961435" y="196404"/>
                  </a:lnTo>
                  <a:lnTo>
                    <a:pt x="936783" y="208655"/>
                  </a:lnTo>
                  <a:lnTo>
                    <a:pt x="912131" y="221215"/>
                  </a:lnTo>
                  <a:lnTo>
                    <a:pt x="887479" y="234081"/>
                  </a:lnTo>
                  <a:lnTo>
                    <a:pt x="862826" y="247253"/>
                  </a:lnTo>
                  <a:lnTo>
                    <a:pt x="838174" y="260729"/>
                  </a:lnTo>
                  <a:lnTo>
                    <a:pt x="813522" y="274512"/>
                  </a:lnTo>
                  <a:lnTo>
                    <a:pt x="788870" y="288602"/>
                  </a:lnTo>
                  <a:lnTo>
                    <a:pt x="764218" y="303002"/>
                  </a:lnTo>
                  <a:lnTo>
                    <a:pt x="739565" y="317716"/>
                  </a:lnTo>
                  <a:lnTo>
                    <a:pt x="714913" y="332748"/>
                  </a:lnTo>
                  <a:lnTo>
                    <a:pt x="690261" y="348105"/>
                  </a:lnTo>
                  <a:lnTo>
                    <a:pt x="665609" y="363794"/>
                  </a:lnTo>
                  <a:lnTo>
                    <a:pt x="640957" y="379824"/>
                  </a:lnTo>
                  <a:lnTo>
                    <a:pt x="616304" y="396205"/>
                  </a:lnTo>
                  <a:lnTo>
                    <a:pt x="591652" y="412950"/>
                  </a:lnTo>
                  <a:lnTo>
                    <a:pt x="567000" y="430069"/>
                  </a:lnTo>
                  <a:lnTo>
                    <a:pt x="542348" y="447575"/>
                  </a:lnTo>
                  <a:lnTo>
                    <a:pt x="517696" y="465481"/>
                  </a:lnTo>
                  <a:lnTo>
                    <a:pt x="493043" y="483798"/>
                  </a:lnTo>
                  <a:lnTo>
                    <a:pt x="468391" y="502534"/>
                  </a:lnTo>
                  <a:lnTo>
                    <a:pt x="443739" y="521696"/>
                  </a:lnTo>
                  <a:lnTo>
                    <a:pt x="419087" y="541290"/>
                  </a:lnTo>
                  <a:lnTo>
                    <a:pt x="394435" y="561316"/>
                  </a:lnTo>
                  <a:lnTo>
                    <a:pt x="369782" y="581774"/>
                  </a:lnTo>
                  <a:lnTo>
                    <a:pt x="345130" y="602663"/>
                  </a:lnTo>
                  <a:lnTo>
                    <a:pt x="320478" y="623979"/>
                  </a:lnTo>
                  <a:lnTo>
                    <a:pt x="295826" y="645718"/>
                  </a:lnTo>
                  <a:lnTo>
                    <a:pt x="271174" y="667878"/>
                  </a:lnTo>
                  <a:lnTo>
                    <a:pt x="246521" y="690453"/>
                  </a:lnTo>
                  <a:lnTo>
                    <a:pt x="221869" y="713440"/>
                  </a:lnTo>
                  <a:lnTo>
                    <a:pt x="197217" y="736837"/>
                  </a:lnTo>
                  <a:lnTo>
                    <a:pt x="172565" y="760640"/>
                  </a:lnTo>
                  <a:lnTo>
                    <a:pt x="147913" y="784845"/>
                  </a:lnTo>
                  <a:lnTo>
                    <a:pt x="123260" y="809452"/>
                  </a:lnTo>
                  <a:lnTo>
                    <a:pt x="98608" y="834458"/>
                  </a:lnTo>
                  <a:lnTo>
                    <a:pt x="73956" y="859860"/>
                  </a:lnTo>
                  <a:lnTo>
                    <a:pt x="49304" y="885658"/>
                  </a:lnTo>
                  <a:lnTo>
                    <a:pt x="24652" y="911850"/>
                  </a:lnTo>
                  <a:lnTo>
                    <a:pt x="0" y="9384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58" name="pl1958"/>
            <p:cNvSpPr/>
            <p:nvPr/>
          </p:nvSpPr>
          <p:spPr>
            <a:xfrm>
              <a:off x="5510050" y="3083497"/>
              <a:ext cx="1947523" cy="944841"/>
            </a:xfrm>
            <a:custGeom>
              <a:avLst/>
              <a:pathLst>
                <a:path w="1947523" h="944841">
                  <a:moveTo>
                    <a:pt x="0" y="944841"/>
                  </a:moveTo>
                  <a:lnTo>
                    <a:pt x="24652" y="920338"/>
                  </a:lnTo>
                  <a:lnTo>
                    <a:pt x="49304" y="896157"/>
                  </a:lnTo>
                  <a:lnTo>
                    <a:pt x="73956" y="872298"/>
                  </a:lnTo>
                  <a:lnTo>
                    <a:pt x="98608" y="848761"/>
                  </a:lnTo>
                  <a:lnTo>
                    <a:pt x="123260" y="825546"/>
                  </a:lnTo>
                  <a:lnTo>
                    <a:pt x="147913" y="802652"/>
                  </a:lnTo>
                  <a:lnTo>
                    <a:pt x="172565" y="780081"/>
                  </a:lnTo>
                  <a:lnTo>
                    <a:pt x="197217" y="757831"/>
                  </a:lnTo>
                  <a:lnTo>
                    <a:pt x="221869" y="735904"/>
                  </a:lnTo>
                  <a:lnTo>
                    <a:pt x="246521" y="714298"/>
                  </a:lnTo>
                  <a:lnTo>
                    <a:pt x="271174" y="693014"/>
                  </a:lnTo>
                  <a:lnTo>
                    <a:pt x="295826" y="672052"/>
                  </a:lnTo>
                  <a:lnTo>
                    <a:pt x="320478" y="651412"/>
                  </a:lnTo>
                  <a:lnTo>
                    <a:pt x="345130" y="631094"/>
                  </a:lnTo>
                  <a:lnTo>
                    <a:pt x="369782" y="611098"/>
                  </a:lnTo>
                  <a:lnTo>
                    <a:pt x="394435" y="591423"/>
                  </a:lnTo>
                  <a:lnTo>
                    <a:pt x="419087" y="572071"/>
                  </a:lnTo>
                  <a:lnTo>
                    <a:pt x="443739" y="553040"/>
                  </a:lnTo>
                  <a:lnTo>
                    <a:pt x="468391" y="534332"/>
                  </a:lnTo>
                  <a:lnTo>
                    <a:pt x="493043" y="515945"/>
                  </a:lnTo>
                  <a:lnTo>
                    <a:pt x="517696" y="497880"/>
                  </a:lnTo>
                  <a:lnTo>
                    <a:pt x="542348" y="480137"/>
                  </a:lnTo>
                  <a:lnTo>
                    <a:pt x="567000" y="462716"/>
                  </a:lnTo>
                  <a:lnTo>
                    <a:pt x="591652" y="445617"/>
                  </a:lnTo>
                  <a:lnTo>
                    <a:pt x="616304" y="428840"/>
                  </a:lnTo>
                  <a:lnTo>
                    <a:pt x="640957" y="412385"/>
                  </a:lnTo>
                  <a:lnTo>
                    <a:pt x="665609" y="396251"/>
                  </a:lnTo>
                  <a:lnTo>
                    <a:pt x="690261" y="380440"/>
                  </a:lnTo>
                  <a:lnTo>
                    <a:pt x="714913" y="364950"/>
                  </a:lnTo>
                  <a:lnTo>
                    <a:pt x="739565" y="349782"/>
                  </a:lnTo>
                  <a:lnTo>
                    <a:pt x="764218" y="334936"/>
                  </a:lnTo>
                  <a:lnTo>
                    <a:pt x="788870" y="320412"/>
                  </a:lnTo>
                  <a:lnTo>
                    <a:pt x="813522" y="306210"/>
                  </a:lnTo>
                  <a:lnTo>
                    <a:pt x="838174" y="292330"/>
                  </a:lnTo>
                  <a:lnTo>
                    <a:pt x="862826" y="278772"/>
                  </a:lnTo>
                  <a:lnTo>
                    <a:pt x="887479" y="265535"/>
                  </a:lnTo>
                  <a:lnTo>
                    <a:pt x="912131" y="252621"/>
                  </a:lnTo>
                  <a:lnTo>
                    <a:pt x="936783" y="240028"/>
                  </a:lnTo>
                  <a:lnTo>
                    <a:pt x="961435" y="227758"/>
                  </a:lnTo>
                  <a:lnTo>
                    <a:pt x="986087" y="215809"/>
                  </a:lnTo>
                  <a:lnTo>
                    <a:pt x="1010740" y="204182"/>
                  </a:lnTo>
                  <a:lnTo>
                    <a:pt x="1035392" y="192877"/>
                  </a:lnTo>
                  <a:lnTo>
                    <a:pt x="1060044" y="181894"/>
                  </a:lnTo>
                  <a:lnTo>
                    <a:pt x="1084696" y="171233"/>
                  </a:lnTo>
                  <a:lnTo>
                    <a:pt x="1109348" y="160894"/>
                  </a:lnTo>
                  <a:lnTo>
                    <a:pt x="1134001" y="150876"/>
                  </a:lnTo>
                  <a:lnTo>
                    <a:pt x="1158653" y="141181"/>
                  </a:lnTo>
                  <a:lnTo>
                    <a:pt x="1183305" y="131807"/>
                  </a:lnTo>
                  <a:lnTo>
                    <a:pt x="1207957" y="122756"/>
                  </a:lnTo>
                  <a:lnTo>
                    <a:pt x="1232609" y="114026"/>
                  </a:lnTo>
                  <a:lnTo>
                    <a:pt x="1257262" y="105618"/>
                  </a:lnTo>
                  <a:lnTo>
                    <a:pt x="1281914" y="97532"/>
                  </a:lnTo>
                  <a:lnTo>
                    <a:pt x="1306566" y="89768"/>
                  </a:lnTo>
                  <a:lnTo>
                    <a:pt x="1331218" y="82326"/>
                  </a:lnTo>
                  <a:lnTo>
                    <a:pt x="1355870" y="75205"/>
                  </a:lnTo>
                  <a:lnTo>
                    <a:pt x="1380523" y="68407"/>
                  </a:lnTo>
                  <a:lnTo>
                    <a:pt x="1405175" y="61931"/>
                  </a:lnTo>
                  <a:lnTo>
                    <a:pt x="1429827" y="55776"/>
                  </a:lnTo>
                  <a:lnTo>
                    <a:pt x="1454479" y="49943"/>
                  </a:lnTo>
                  <a:lnTo>
                    <a:pt x="1479131" y="44432"/>
                  </a:lnTo>
                  <a:lnTo>
                    <a:pt x="1503784" y="39244"/>
                  </a:lnTo>
                  <a:lnTo>
                    <a:pt x="1528436" y="34377"/>
                  </a:lnTo>
                  <a:lnTo>
                    <a:pt x="1553088" y="29831"/>
                  </a:lnTo>
                  <a:lnTo>
                    <a:pt x="1577740" y="25608"/>
                  </a:lnTo>
                  <a:lnTo>
                    <a:pt x="1602392" y="21707"/>
                  </a:lnTo>
                  <a:lnTo>
                    <a:pt x="1627045" y="18128"/>
                  </a:lnTo>
                  <a:lnTo>
                    <a:pt x="1651697" y="14870"/>
                  </a:lnTo>
                  <a:lnTo>
                    <a:pt x="1676349" y="11934"/>
                  </a:lnTo>
                  <a:lnTo>
                    <a:pt x="1701001" y="9321"/>
                  </a:lnTo>
                  <a:lnTo>
                    <a:pt x="1725653" y="7029"/>
                  </a:lnTo>
                  <a:lnTo>
                    <a:pt x="1750306" y="5059"/>
                  </a:lnTo>
                  <a:lnTo>
                    <a:pt x="1774958" y="3411"/>
                  </a:lnTo>
                  <a:lnTo>
                    <a:pt x="1799610" y="2085"/>
                  </a:lnTo>
                  <a:lnTo>
                    <a:pt x="1824262" y="1081"/>
                  </a:lnTo>
                  <a:lnTo>
                    <a:pt x="1848914" y="398"/>
                  </a:lnTo>
                  <a:lnTo>
                    <a:pt x="1873566" y="38"/>
                  </a:lnTo>
                  <a:lnTo>
                    <a:pt x="1898219" y="0"/>
                  </a:lnTo>
                  <a:lnTo>
                    <a:pt x="1922871" y="283"/>
                  </a:lnTo>
                  <a:lnTo>
                    <a:pt x="1947523" y="888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tx1959"/>
            <p:cNvSpPr/>
            <p:nvPr/>
          </p:nvSpPr>
          <p:spPr>
            <a:xfrm>
              <a:off x="5519788" y="263277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960" name="tx1960"/>
            <p:cNvSpPr/>
            <p:nvPr/>
          </p:nvSpPr>
          <p:spPr>
            <a:xfrm>
              <a:off x="5593534" y="260789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61" name="tx1961"/>
            <p:cNvSpPr/>
            <p:nvPr/>
          </p:nvSpPr>
          <p:spPr>
            <a:xfrm>
              <a:off x="5628143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62" name="tx1962"/>
            <p:cNvSpPr/>
            <p:nvPr/>
          </p:nvSpPr>
          <p:spPr>
            <a:xfrm>
              <a:off x="5652495" y="266980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963" name="tx1963"/>
            <p:cNvSpPr/>
            <p:nvPr/>
          </p:nvSpPr>
          <p:spPr>
            <a:xfrm>
              <a:off x="5704411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64" name="tx1964"/>
            <p:cNvSpPr/>
            <p:nvPr/>
          </p:nvSpPr>
          <p:spPr>
            <a:xfrm>
              <a:off x="5728763" y="263143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0.81</a:t>
              </a:r>
            </a:p>
          </p:txBody>
        </p:sp>
        <p:sp>
          <p:nvSpPr>
            <p:cNvPr id="1965" name="tx1965"/>
            <p:cNvSpPr/>
            <p:nvPr/>
          </p:nvSpPr>
          <p:spPr>
            <a:xfrm>
              <a:off x="5519788" y="2725769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966" name="tx1966"/>
            <p:cNvSpPr/>
            <p:nvPr/>
          </p:nvSpPr>
          <p:spPr>
            <a:xfrm>
              <a:off x="5593534" y="270088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67" name="tx1967"/>
            <p:cNvSpPr/>
            <p:nvPr/>
          </p:nvSpPr>
          <p:spPr>
            <a:xfrm>
              <a:off x="5628143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68" name="tx1968"/>
            <p:cNvSpPr/>
            <p:nvPr/>
          </p:nvSpPr>
          <p:spPr>
            <a:xfrm>
              <a:off x="5652495" y="276279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969" name="tx1969"/>
            <p:cNvSpPr/>
            <p:nvPr/>
          </p:nvSpPr>
          <p:spPr>
            <a:xfrm>
              <a:off x="5704411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70" name="tx1970"/>
            <p:cNvSpPr/>
            <p:nvPr/>
          </p:nvSpPr>
          <p:spPr>
            <a:xfrm>
              <a:off x="5728763" y="272442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971" name="pl1971"/>
            <p:cNvSpPr/>
            <p:nvPr/>
          </p:nvSpPr>
          <p:spPr>
            <a:xfrm>
              <a:off x="5412674" y="621293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l1972"/>
            <p:cNvSpPr/>
            <p:nvPr/>
          </p:nvSpPr>
          <p:spPr>
            <a:xfrm>
              <a:off x="5412674" y="584717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l1973"/>
            <p:cNvSpPr/>
            <p:nvPr/>
          </p:nvSpPr>
          <p:spPr>
            <a:xfrm>
              <a:off x="5412674" y="548140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l1974"/>
            <p:cNvSpPr/>
            <p:nvPr/>
          </p:nvSpPr>
          <p:spPr>
            <a:xfrm>
              <a:off x="5412674" y="511564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l1975"/>
            <p:cNvSpPr/>
            <p:nvPr/>
          </p:nvSpPr>
          <p:spPr>
            <a:xfrm>
              <a:off x="5412674" y="474987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l1976"/>
            <p:cNvSpPr/>
            <p:nvPr/>
          </p:nvSpPr>
          <p:spPr>
            <a:xfrm>
              <a:off x="5712917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l1977"/>
            <p:cNvSpPr/>
            <p:nvPr/>
          </p:nvSpPr>
          <p:spPr>
            <a:xfrm>
              <a:off x="6118651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l1978"/>
            <p:cNvSpPr/>
            <p:nvPr/>
          </p:nvSpPr>
          <p:spPr>
            <a:xfrm>
              <a:off x="6524385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l1979"/>
            <p:cNvSpPr/>
            <p:nvPr/>
          </p:nvSpPr>
          <p:spPr>
            <a:xfrm>
              <a:off x="6930119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l1980"/>
            <p:cNvSpPr/>
            <p:nvPr/>
          </p:nvSpPr>
          <p:spPr>
            <a:xfrm>
              <a:off x="7335853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l1981"/>
            <p:cNvSpPr/>
            <p:nvPr/>
          </p:nvSpPr>
          <p:spPr>
            <a:xfrm>
              <a:off x="5412674" y="639581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l1982"/>
            <p:cNvSpPr/>
            <p:nvPr/>
          </p:nvSpPr>
          <p:spPr>
            <a:xfrm>
              <a:off x="5412674" y="6030053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l1983"/>
            <p:cNvSpPr/>
            <p:nvPr/>
          </p:nvSpPr>
          <p:spPr>
            <a:xfrm>
              <a:off x="5412674" y="566428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l1984"/>
            <p:cNvSpPr/>
            <p:nvPr/>
          </p:nvSpPr>
          <p:spPr>
            <a:xfrm>
              <a:off x="5412674" y="5298524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l1985"/>
            <p:cNvSpPr/>
            <p:nvPr/>
          </p:nvSpPr>
          <p:spPr>
            <a:xfrm>
              <a:off x="5412674" y="493275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l1986"/>
            <p:cNvSpPr/>
            <p:nvPr/>
          </p:nvSpPr>
          <p:spPr>
            <a:xfrm>
              <a:off x="5510050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l1987"/>
            <p:cNvSpPr/>
            <p:nvPr/>
          </p:nvSpPr>
          <p:spPr>
            <a:xfrm>
              <a:off x="5915784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l1988"/>
            <p:cNvSpPr/>
            <p:nvPr/>
          </p:nvSpPr>
          <p:spPr>
            <a:xfrm>
              <a:off x="6321518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l1989"/>
            <p:cNvSpPr/>
            <p:nvPr/>
          </p:nvSpPr>
          <p:spPr>
            <a:xfrm>
              <a:off x="6727252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l1990"/>
            <p:cNvSpPr/>
            <p:nvPr/>
          </p:nvSpPr>
          <p:spPr>
            <a:xfrm>
              <a:off x="7132986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l1991"/>
            <p:cNvSpPr/>
            <p:nvPr/>
          </p:nvSpPr>
          <p:spPr>
            <a:xfrm>
              <a:off x="7538720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6141174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6465761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6141174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6303467" y="54511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7277229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6465761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6141174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6141174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581658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5654293" y="5743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6465761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5978880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6141174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630346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5978880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6465761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6628055" y="5902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7439523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6465761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614117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646576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5816587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6628055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6628055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5491999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630346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5816587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6465761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5816587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5654293" y="6036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5978880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5491999" y="6353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6141174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5491999" y="578035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6303467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646576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5491999" y="63289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6303467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5491999" y="63046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5978880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630346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5491999" y="6060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5491999" y="6060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5978880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5978880" y="576816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5654293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7439523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7277229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5816587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6465761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6790348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7114936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7114936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630346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630346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614117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6952642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711493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6952642" y="53048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5654293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5978880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6628055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5491999" y="629242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7439523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6952642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581658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6628055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5978880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59788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614117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630346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614117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614117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630346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614117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59788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5978880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711493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59788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6628055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7114936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7277229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5978880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581658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6303467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6465761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581658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630346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581658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630346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6952642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5491999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5654293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5978880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581658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5978880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6141174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5978880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5978880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6952642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5978880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59788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630346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614117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614117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5978880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59788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614117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630346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6465761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6952642" y="52195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6465761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6628055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6790348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6790348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5654293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630346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630346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6465761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630346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6465761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6465761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5654293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5654293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5654293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5654293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5654293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5816587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581658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5654293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6628055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6628055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6628055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5978880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581658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5816587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5654293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614117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614117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5978880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630346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7439523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646576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581658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5978880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5654293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5978880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581658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581658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5978880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646576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6790348" y="52682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581658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6141174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5816587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5978880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581658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6628055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5654293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581658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5654293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5978880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6141174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614117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5654293" y="578035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5654293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581658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630346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6465761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614117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581658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630346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5491999" y="63046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5654293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5816587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5654293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5978880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6303467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6141174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6141174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581658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5654293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581658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614117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614117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5491999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5654293" y="60120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5654293" y="60120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5654293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5491999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581658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581658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5978880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581658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6141174" y="55608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581658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630346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5978880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581658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581658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5816587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581658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614117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6465761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5654293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581658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5978880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6141174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646576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5654293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5654293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630346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614117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581658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5654293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5654293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6465761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5978880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6303467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630346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6303467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5654293" y="6194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5654293" y="61583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5654293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5654293" y="61583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5654293" y="62192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5816587" y="6121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5978880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6465761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6465761" y="52317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581658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581658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59788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5491999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5654293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614117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5978880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5978880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5654293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59788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5654293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5654293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6141174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5491999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5654293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581658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581658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581658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5491999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581658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581658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581658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5978880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6465761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614117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581658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646576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646576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6628055" y="52682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5654293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581658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6141174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630346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6141174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6141174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6465761" y="53048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581658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581658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614117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646576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6465761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581658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581658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581658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5978880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5816587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5978880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5978880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646576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5978880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5816587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630346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5978880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6790348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5654293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614117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5816587" y="576816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581658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581658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614117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630346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5978880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6465761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6465761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5491999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646576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630346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5491999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614117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614117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646576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6465761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5654293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5491999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5978880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6303467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6952642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6303467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5491999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581658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5978880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5654293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5654293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581658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581658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5654293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6141174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5978880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646576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6465761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6628055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581658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5654293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5654293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581658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6628055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7439523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614117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6303467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5978880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6628055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7277229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6303467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6628055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7277229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6465761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646576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614117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5654293" y="5890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5654293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5816587" y="5902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6303467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6465761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6628055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6628055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646576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581658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5816587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5978880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581658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5816587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7114936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6952642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5816587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630346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5978880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6303467" y="55608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6628055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581658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646576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5978880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581658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581658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5654293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5978880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5816587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6303467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581658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581658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5978880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5816587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5654293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6303467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5654293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5654293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6141174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5654293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5816587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5654293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5654293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5654293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5978880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6790348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5491999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5816587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581658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5654293" y="5743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5654293" y="584131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5978880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630346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5654293" y="62680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5654293" y="6194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6790348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5978880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5816587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5816587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6628055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5978880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6141174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646576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5654293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614117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6141174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5654293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581658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5491999" y="61826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6303467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5816587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5816587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5978880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6790348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6790348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5978880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614117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6952642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5978880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5816587" y="584131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614117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5654293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5978880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5654293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5654293" y="592665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5654293" y="5963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7114936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581658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5654293" y="61705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6465761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6465761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5654293" y="585350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6141174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6465761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6790348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7439523" y="51341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6141174" y="54145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5978880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5654293" y="60973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5816587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6465761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581658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614117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5978880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6303467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5654293" y="599981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5816587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6628055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5491999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5816587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6465761" y="52804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5491999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5654293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5654293" y="58778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5491999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5491999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5654293" y="6268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5816587" y="576816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6465761" y="55243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614117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6952642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5816587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5654293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5816587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6141174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581658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6628055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6303467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5816587" y="607296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6141174" y="578035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6141174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5978880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614117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5978880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5654293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6628055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5654293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5491999" y="624365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5654293" y="58169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5491999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5816587" y="578035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6141174" y="55974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5654293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6465761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5816587" y="60363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5978880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5978880" y="57437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5816587" y="592665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581658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5978880" y="53048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6303467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581658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5491999" y="59632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5816587" y="607296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5491999" y="63289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6141174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5816587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6141174" y="53292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5978880" y="56584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6465761" y="52926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5978880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630346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5491999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5816587" y="57071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6628055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5654293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5491999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5491999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7114936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6303467" y="54145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5654293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5654293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5978880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5978880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6141174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5816587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6303467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581658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7277229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6628055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7439523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5491999" y="61765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5816587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6141174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5491999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6303467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5654293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5816587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6141174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5816587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581658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5491999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6141174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6141174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6465761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6303467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5654293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5491999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6141174" y="53170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581658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6141174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5978880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5491999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5491999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5491999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5491999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5978880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5491999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5816587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5978880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5816587" y="5914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6141174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5491999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5491999" y="624365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5491999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5654293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5491999" y="63289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5491999" y="62558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5654293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6141174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5491999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6141174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5654293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5491999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5654293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5654293" y="5914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5816587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581658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6141174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5978880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5491999" y="629242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5654293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6790348" y="53658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5491999" y="6121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5816587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6303467" y="5585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5654293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6465761" y="53658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5654293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5491999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5978880" y="592665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5816587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581658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5816587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6952642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6628055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5816587" y="5670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5978880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5816587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6141174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581658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5978880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5816587" y="608515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5978880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6303467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5654293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6303467" y="5670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5491999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5816587" y="57071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581658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7114936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581658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5654293" y="60241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630346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581658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5978880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5491999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6303467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6141174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5978880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5816587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581658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6303467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581658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6303467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5978880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6141174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5978880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581658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5816587" y="585350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581658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5816587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5654293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5654293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5491999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5816587" y="59632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6790348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5978880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5491999" y="6268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6141174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5654293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5491999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5654293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5491999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5654293" y="6121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5816587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5654293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5491999" y="618269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6141174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7277229" y="51341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5491999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6141174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6141174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581658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581658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5491999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6141174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6303467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5491999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5978880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581658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6465761" y="53048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614117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5978880" y="5890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7114936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5654293" y="5987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5654293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5654293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5491999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5491999" y="618269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5491999" y="631680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5491999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5654293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5978880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6141174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5491999" y="5987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5816587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5978880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5654293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5654293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5654293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5654293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5491999" y="6365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6952642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679034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6628055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6303467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6303467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5491999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5978880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5978880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5654293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5816587" y="58778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5491999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5654293" y="60241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5491999" y="6280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5978880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5491999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5654293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g2937"/>
            <p:cNvSpPr/>
            <p:nvPr/>
          </p:nvSpPr>
          <p:spPr>
            <a:xfrm>
              <a:off x="5510050" y="5082691"/>
              <a:ext cx="1947523" cy="1155149"/>
            </a:xfrm>
            <a:custGeom>
              <a:avLst/>
              <a:pathLst>
                <a:path w="1947523" h="1155149">
                  <a:moveTo>
                    <a:pt x="0" y="1085832"/>
                  </a:moveTo>
                  <a:lnTo>
                    <a:pt x="24652" y="1061759"/>
                  </a:lnTo>
                  <a:lnTo>
                    <a:pt x="49304" y="1037877"/>
                  </a:lnTo>
                  <a:lnTo>
                    <a:pt x="73956" y="1014177"/>
                  </a:lnTo>
                  <a:lnTo>
                    <a:pt x="98608" y="990648"/>
                  </a:lnTo>
                  <a:lnTo>
                    <a:pt x="123260" y="967281"/>
                  </a:lnTo>
                  <a:lnTo>
                    <a:pt x="147913" y="944068"/>
                  </a:lnTo>
                  <a:lnTo>
                    <a:pt x="172565" y="921001"/>
                  </a:lnTo>
                  <a:lnTo>
                    <a:pt x="197217" y="898074"/>
                  </a:lnTo>
                  <a:lnTo>
                    <a:pt x="221869" y="875287"/>
                  </a:lnTo>
                  <a:lnTo>
                    <a:pt x="246521" y="852644"/>
                  </a:lnTo>
                  <a:lnTo>
                    <a:pt x="271174" y="830154"/>
                  </a:lnTo>
                  <a:lnTo>
                    <a:pt x="295826" y="807833"/>
                  </a:lnTo>
                  <a:lnTo>
                    <a:pt x="320478" y="785697"/>
                  </a:lnTo>
                  <a:lnTo>
                    <a:pt x="345130" y="763769"/>
                  </a:lnTo>
                  <a:lnTo>
                    <a:pt x="369782" y="742072"/>
                  </a:lnTo>
                  <a:lnTo>
                    <a:pt x="394435" y="720627"/>
                  </a:lnTo>
                  <a:lnTo>
                    <a:pt x="419087" y="699456"/>
                  </a:lnTo>
                  <a:lnTo>
                    <a:pt x="443739" y="678579"/>
                  </a:lnTo>
                  <a:lnTo>
                    <a:pt x="468391" y="658012"/>
                  </a:lnTo>
                  <a:lnTo>
                    <a:pt x="493043" y="637770"/>
                  </a:lnTo>
                  <a:lnTo>
                    <a:pt x="517696" y="617865"/>
                  </a:lnTo>
                  <a:lnTo>
                    <a:pt x="542348" y="598306"/>
                  </a:lnTo>
                  <a:lnTo>
                    <a:pt x="567000" y="579103"/>
                  </a:lnTo>
                  <a:lnTo>
                    <a:pt x="591652" y="560261"/>
                  </a:lnTo>
                  <a:lnTo>
                    <a:pt x="616304" y="541786"/>
                  </a:lnTo>
                  <a:lnTo>
                    <a:pt x="640957" y="523681"/>
                  </a:lnTo>
                  <a:lnTo>
                    <a:pt x="665609" y="505948"/>
                  </a:lnTo>
                  <a:lnTo>
                    <a:pt x="690261" y="488589"/>
                  </a:lnTo>
                  <a:lnTo>
                    <a:pt x="714913" y="471605"/>
                  </a:lnTo>
                  <a:lnTo>
                    <a:pt x="739565" y="454995"/>
                  </a:lnTo>
                  <a:lnTo>
                    <a:pt x="764218" y="438758"/>
                  </a:lnTo>
                  <a:lnTo>
                    <a:pt x="788870" y="422893"/>
                  </a:lnTo>
                  <a:lnTo>
                    <a:pt x="813522" y="407395"/>
                  </a:lnTo>
                  <a:lnTo>
                    <a:pt x="838174" y="392264"/>
                  </a:lnTo>
                  <a:lnTo>
                    <a:pt x="862826" y="377494"/>
                  </a:lnTo>
                  <a:lnTo>
                    <a:pt x="887479" y="363081"/>
                  </a:lnTo>
                  <a:lnTo>
                    <a:pt x="912131" y="349019"/>
                  </a:lnTo>
                  <a:lnTo>
                    <a:pt x="936783" y="335304"/>
                  </a:lnTo>
                  <a:lnTo>
                    <a:pt x="961435" y="321928"/>
                  </a:lnTo>
                  <a:lnTo>
                    <a:pt x="986087" y="308884"/>
                  </a:lnTo>
                  <a:lnTo>
                    <a:pt x="1010740" y="296165"/>
                  </a:lnTo>
                  <a:lnTo>
                    <a:pt x="1035392" y="283764"/>
                  </a:lnTo>
                  <a:lnTo>
                    <a:pt x="1060044" y="271671"/>
                  </a:lnTo>
                  <a:lnTo>
                    <a:pt x="1084696" y="259878"/>
                  </a:lnTo>
                  <a:lnTo>
                    <a:pt x="1109348" y="248376"/>
                  </a:lnTo>
                  <a:lnTo>
                    <a:pt x="1134001" y="237157"/>
                  </a:lnTo>
                  <a:lnTo>
                    <a:pt x="1158653" y="226213"/>
                  </a:lnTo>
                  <a:lnTo>
                    <a:pt x="1183305" y="215534"/>
                  </a:lnTo>
                  <a:lnTo>
                    <a:pt x="1207957" y="205114"/>
                  </a:lnTo>
                  <a:lnTo>
                    <a:pt x="1232609" y="194944"/>
                  </a:lnTo>
                  <a:lnTo>
                    <a:pt x="1257262" y="185019"/>
                  </a:lnTo>
                  <a:lnTo>
                    <a:pt x="1281914" y="175334"/>
                  </a:lnTo>
                  <a:lnTo>
                    <a:pt x="1306566" y="165882"/>
                  </a:lnTo>
                  <a:lnTo>
                    <a:pt x="1331218" y="156661"/>
                  </a:lnTo>
                  <a:lnTo>
                    <a:pt x="1355870" y="147667"/>
                  </a:lnTo>
                  <a:lnTo>
                    <a:pt x="1380523" y="138898"/>
                  </a:lnTo>
                  <a:lnTo>
                    <a:pt x="1405175" y="130352"/>
                  </a:lnTo>
                  <a:lnTo>
                    <a:pt x="1429827" y="122029"/>
                  </a:lnTo>
                  <a:lnTo>
                    <a:pt x="1454479" y="113928"/>
                  </a:lnTo>
                  <a:lnTo>
                    <a:pt x="1479131" y="106049"/>
                  </a:lnTo>
                  <a:lnTo>
                    <a:pt x="1503784" y="98392"/>
                  </a:lnTo>
                  <a:lnTo>
                    <a:pt x="1528436" y="90959"/>
                  </a:lnTo>
                  <a:lnTo>
                    <a:pt x="1553088" y="83750"/>
                  </a:lnTo>
                  <a:lnTo>
                    <a:pt x="1577740" y="76767"/>
                  </a:lnTo>
                  <a:lnTo>
                    <a:pt x="1602392" y="70011"/>
                  </a:lnTo>
                  <a:lnTo>
                    <a:pt x="1627045" y="63483"/>
                  </a:lnTo>
                  <a:lnTo>
                    <a:pt x="1651697" y="57186"/>
                  </a:lnTo>
                  <a:lnTo>
                    <a:pt x="1676349" y="51119"/>
                  </a:lnTo>
                  <a:lnTo>
                    <a:pt x="1701001" y="45284"/>
                  </a:lnTo>
                  <a:lnTo>
                    <a:pt x="1725653" y="39684"/>
                  </a:lnTo>
                  <a:lnTo>
                    <a:pt x="1750306" y="34319"/>
                  </a:lnTo>
                  <a:lnTo>
                    <a:pt x="1774958" y="29190"/>
                  </a:lnTo>
                  <a:lnTo>
                    <a:pt x="1799610" y="24299"/>
                  </a:lnTo>
                  <a:lnTo>
                    <a:pt x="1824262" y="19646"/>
                  </a:lnTo>
                  <a:lnTo>
                    <a:pt x="1848914" y="15233"/>
                  </a:lnTo>
                  <a:lnTo>
                    <a:pt x="1873566" y="11062"/>
                  </a:lnTo>
                  <a:lnTo>
                    <a:pt x="1898219" y="7131"/>
                  </a:lnTo>
                  <a:lnTo>
                    <a:pt x="1922871" y="3444"/>
                  </a:lnTo>
                  <a:lnTo>
                    <a:pt x="1947523" y="0"/>
                  </a:lnTo>
                  <a:lnTo>
                    <a:pt x="1947523" y="227381"/>
                  </a:lnTo>
                  <a:lnTo>
                    <a:pt x="1922871" y="222357"/>
                  </a:lnTo>
                  <a:lnTo>
                    <a:pt x="1898219" y="217785"/>
                  </a:lnTo>
                  <a:lnTo>
                    <a:pt x="1873566" y="213664"/>
                  </a:lnTo>
                  <a:lnTo>
                    <a:pt x="1848914" y="209995"/>
                  </a:lnTo>
                  <a:lnTo>
                    <a:pt x="1824262" y="206780"/>
                  </a:lnTo>
                  <a:lnTo>
                    <a:pt x="1799610" y="204019"/>
                  </a:lnTo>
                  <a:lnTo>
                    <a:pt x="1774958" y="201713"/>
                  </a:lnTo>
                  <a:lnTo>
                    <a:pt x="1750306" y="199863"/>
                  </a:lnTo>
                  <a:lnTo>
                    <a:pt x="1725653" y="198471"/>
                  </a:lnTo>
                  <a:lnTo>
                    <a:pt x="1701001" y="197539"/>
                  </a:lnTo>
                  <a:lnTo>
                    <a:pt x="1676349" y="197066"/>
                  </a:lnTo>
                  <a:lnTo>
                    <a:pt x="1651697" y="197054"/>
                  </a:lnTo>
                  <a:lnTo>
                    <a:pt x="1627045" y="197506"/>
                  </a:lnTo>
                  <a:lnTo>
                    <a:pt x="1602392" y="198422"/>
                  </a:lnTo>
                  <a:lnTo>
                    <a:pt x="1577740" y="199804"/>
                  </a:lnTo>
                  <a:lnTo>
                    <a:pt x="1553088" y="201652"/>
                  </a:lnTo>
                  <a:lnTo>
                    <a:pt x="1528436" y="203969"/>
                  </a:lnTo>
                  <a:lnTo>
                    <a:pt x="1503784" y="206756"/>
                  </a:lnTo>
                  <a:lnTo>
                    <a:pt x="1479131" y="210013"/>
                  </a:lnTo>
                  <a:lnTo>
                    <a:pt x="1454479" y="213742"/>
                  </a:lnTo>
                  <a:lnTo>
                    <a:pt x="1429827" y="217943"/>
                  </a:lnTo>
                  <a:lnTo>
                    <a:pt x="1405175" y="222615"/>
                  </a:lnTo>
                  <a:lnTo>
                    <a:pt x="1380523" y="227759"/>
                  </a:lnTo>
                  <a:lnTo>
                    <a:pt x="1355870" y="233374"/>
                  </a:lnTo>
                  <a:lnTo>
                    <a:pt x="1331218" y="239458"/>
                  </a:lnTo>
                  <a:lnTo>
                    <a:pt x="1306566" y="246009"/>
                  </a:lnTo>
                  <a:lnTo>
                    <a:pt x="1281914" y="253024"/>
                  </a:lnTo>
                  <a:lnTo>
                    <a:pt x="1257262" y="260498"/>
                  </a:lnTo>
                  <a:lnTo>
                    <a:pt x="1232609" y="268428"/>
                  </a:lnTo>
                  <a:lnTo>
                    <a:pt x="1207957" y="276807"/>
                  </a:lnTo>
                  <a:lnTo>
                    <a:pt x="1183305" y="285629"/>
                  </a:lnTo>
                  <a:lnTo>
                    <a:pt x="1158653" y="294886"/>
                  </a:lnTo>
                  <a:lnTo>
                    <a:pt x="1134001" y="304572"/>
                  </a:lnTo>
                  <a:lnTo>
                    <a:pt x="1109348" y="314677"/>
                  </a:lnTo>
                  <a:lnTo>
                    <a:pt x="1084696" y="325194"/>
                  </a:lnTo>
                  <a:lnTo>
                    <a:pt x="1060044" y="336114"/>
                  </a:lnTo>
                  <a:lnTo>
                    <a:pt x="1035392" y="347427"/>
                  </a:lnTo>
                  <a:lnTo>
                    <a:pt x="1010740" y="359126"/>
                  </a:lnTo>
                  <a:lnTo>
                    <a:pt x="986087" y="371202"/>
                  </a:lnTo>
                  <a:lnTo>
                    <a:pt x="961435" y="383647"/>
                  </a:lnTo>
                  <a:lnTo>
                    <a:pt x="936783" y="396454"/>
                  </a:lnTo>
                  <a:lnTo>
                    <a:pt x="912131" y="409615"/>
                  </a:lnTo>
                  <a:lnTo>
                    <a:pt x="887479" y="423124"/>
                  </a:lnTo>
                  <a:lnTo>
                    <a:pt x="862826" y="436976"/>
                  </a:lnTo>
                  <a:lnTo>
                    <a:pt x="838174" y="451165"/>
                  </a:lnTo>
                  <a:lnTo>
                    <a:pt x="813522" y="465686"/>
                  </a:lnTo>
                  <a:lnTo>
                    <a:pt x="788870" y="480536"/>
                  </a:lnTo>
                  <a:lnTo>
                    <a:pt x="764218" y="495711"/>
                  </a:lnTo>
                  <a:lnTo>
                    <a:pt x="739565" y="511209"/>
                  </a:lnTo>
                  <a:lnTo>
                    <a:pt x="714913" y="527028"/>
                  </a:lnTo>
                  <a:lnTo>
                    <a:pt x="690261" y="543167"/>
                  </a:lnTo>
                  <a:lnTo>
                    <a:pt x="665609" y="559625"/>
                  </a:lnTo>
                  <a:lnTo>
                    <a:pt x="640957" y="576403"/>
                  </a:lnTo>
                  <a:lnTo>
                    <a:pt x="616304" y="593503"/>
                  </a:lnTo>
                  <a:lnTo>
                    <a:pt x="591652" y="610927"/>
                  </a:lnTo>
                  <a:lnTo>
                    <a:pt x="567000" y="628679"/>
                  </a:lnTo>
                  <a:lnTo>
                    <a:pt x="542348" y="646763"/>
                  </a:lnTo>
                  <a:lnTo>
                    <a:pt x="517696" y="665186"/>
                  </a:lnTo>
                  <a:lnTo>
                    <a:pt x="493043" y="683956"/>
                  </a:lnTo>
                  <a:lnTo>
                    <a:pt x="468391" y="703083"/>
                  </a:lnTo>
                  <a:lnTo>
                    <a:pt x="443739" y="722579"/>
                  </a:lnTo>
                  <a:lnTo>
                    <a:pt x="419087" y="742460"/>
                  </a:lnTo>
                  <a:lnTo>
                    <a:pt x="394435" y="762741"/>
                  </a:lnTo>
                  <a:lnTo>
                    <a:pt x="369782" y="783441"/>
                  </a:lnTo>
                  <a:lnTo>
                    <a:pt x="345130" y="804584"/>
                  </a:lnTo>
                  <a:lnTo>
                    <a:pt x="320478" y="826189"/>
                  </a:lnTo>
                  <a:lnTo>
                    <a:pt x="295826" y="848281"/>
                  </a:lnTo>
                  <a:lnTo>
                    <a:pt x="271174" y="870881"/>
                  </a:lnTo>
                  <a:lnTo>
                    <a:pt x="246521" y="894007"/>
                  </a:lnTo>
                  <a:lnTo>
                    <a:pt x="221869" y="917674"/>
                  </a:lnTo>
                  <a:lnTo>
                    <a:pt x="197217" y="941891"/>
                  </a:lnTo>
                  <a:lnTo>
                    <a:pt x="172565" y="966662"/>
                  </a:lnTo>
                  <a:lnTo>
                    <a:pt x="147913" y="991987"/>
                  </a:lnTo>
                  <a:lnTo>
                    <a:pt x="123260" y="1017859"/>
                  </a:lnTo>
                  <a:lnTo>
                    <a:pt x="98608" y="1044273"/>
                  </a:lnTo>
                  <a:lnTo>
                    <a:pt x="73956" y="1071218"/>
                  </a:lnTo>
                  <a:lnTo>
                    <a:pt x="49304" y="1098686"/>
                  </a:lnTo>
                  <a:lnTo>
                    <a:pt x="24652" y="1126666"/>
                  </a:lnTo>
                  <a:lnTo>
                    <a:pt x="0" y="115514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38" name="pl2938"/>
            <p:cNvSpPr/>
            <p:nvPr/>
          </p:nvSpPr>
          <p:spPr>
            <a:xfrm>
              <a:off x="5510050" y="5082691"/>
              <a:ext cx="1947523" cy="1085832"/>
            </a:xfrm>
            <a:custGeom>
              <a:avLst/>
              <a:pathLst>
                <a:path w="1947523" h="1085832">
                  <a:moveTo>
                    <a:pt x="0" y="1085832"/>
                  </a:moveTo>
                  <a:lnTo>
                    <a:pt x="24652" y="1061759"/>
                  </a:lnTo>
                  <a:lnTo>
                    <a:pt x="49304" y="1037877"/>
                  </a:lnTo>
                  <a:lnTo>
                    <a:pt x="73956" y="1014177"/>
                  </a:lnTo>
                  <a:lnTo>
                    <a:pt x="98608" y="990648"/>
                  </a:lnTo>
                  <a:lnTo>
                    <a:pt x="123260" y="967281"/>
                  </a:lnTo>
                  <a:lnTo>
                    <a:pt x="147913" y="944068"/>
                  </a:lnTo>
                  <a:lnTo>
                    <a:pt x="172565" y="921001"/>
                  </a:lnTo>
                  <a:lnTo>
                    <a:pt x="197217" y="898074"/>
                  </a:lnTo>
                  <a:lnTo>
                    <a:pt x="221869" y="875287"/>
                  </a:lnTo>
                  <a:lnTo>
                    <a:pt x="246521" y="852644"/>
                  </a:lnTo>
                  <a:lnTo>
                    <a:pt x="271174" y="830154"/>
                  </a:lnTo>
                  <a:lnTo>
                    <a:pt x="295826" y="807833"/>
                  </a:lnTo>
                  <a:lnTo>
                    <a:pt x="320478" y="785697"/>
                  </a:lnTo>
                  <a:lnTo>
                    <a:pt x="345130" y="763769"/>
                  </a:lnTo>
                  <a:lnTo>
                    <a:pt x="369782" y="742072"/>
                  </a:lnTo>
                  <a:lnTo>
                    <a:pt x="394435" y="720627"/>
                  </a:lnTo>
                  <a:lnTo>
                    <a:pt x="419087" y="699456"/>
                  </a:lnTo>
                  <a:lnTo>
                    <a:pt x="443739" y="678579"/>
                  </a:lnTo>
                  <a:lnTo>
                    <a:pt x="468391" y="658012"/>
                  </a:lnTo>
                  <a:lnTo>
                    <a:pt x="493043" y="637770"/>
                  </a:lnTo>
                  <a:lnTo>
                    <a:pt x="517696" y="617865"/>
                  </a:lnTo>
                  <a:lnTo>
                    <a:pt x="542348" y="598306"/>
                  </a:lnTo>
                  <a:lnTo>
                    <a:pt x="567000" y="579103"/>
                  </a:lnTo>
                  <a:lnTo>
                    <a:pt x="591652" y="560261"/>
                  </a:lnTo>
                  <a:lnTo>
                    <a:pt x="616304" y="541786"/>
                  </a:lnTo>
                  <a:lnTo>
                    <a:pt x="640957" y="523681"/>
                  </a:lnTo>
                  <a:lnTo>
                    <a:pt x="665609" y="505948"/>
                  </a:lnTo>
                  <a:lnTo>
                    <a:pt x="690261" y="488589"/>
                  </a:lnTo>
                  <a:lnTo>
                    <a:pt x="714913" y="471605"/>
                  </a:lnTo>
                  <a:lnTo>
                    <a:pt x="739565" y="454995"/>
                  </a:lnTo>
                  <a:lnTo>
                    <a:pt x="764218" y="438758"/>
                  </a:lnTo>
                  <a:lnTo>
                    <a:pt x="788870" y="422893"/>
                  </a:lnTo>
                  <a:lnTo>
                    <a:pt x="813522" y="407395"/>
                  </a:lnTo>
                  <a:lnTo>
                    <a:pt x="838174" y="392264"/>
                  </a:lnTo>
                  <a:lnTo>
                    <a:pt x="862826" y="377494"/>
                  </a:lnTo>
                  <a:lnTo>
                    <a:pt x="887479" y="363081"/>
                  </a:lnTo>
                  <a:lnTo>
                    <a:pt x="912131" y="349019"/>
                  </a:lnTo>
                  <a:lnTo>
                    <a:pt x="936783" y="335304"/>
                  </a:lnTo>
                  <a:lnTo>
                    <a:pt x="961435" y="321928"/>
                  </a:lnTo>
                  <a:lnTo>
                    <a:pt x="986087" y="308884"/>
                  </a:lnTo>
                  <a:lnTo>
                    <a:pt x="1010740" y="296165"/>
                  </a:lnTo>
                  <a:lnTo>
                    <a:pt x="1035392" y="283764"/>
                  </a:lnTo>
                  <a:lnTo>
                    <a:pt x="1060044" y="271671"/>
                  </a:lnTo>
                  <a:lnTo>
                    <a:pt x="1084696" y="259878"/>
                  </a:lnTo>
                  <a:lnTo>
                    <a:pt x="1109348" y="248376"/>
                  </a:lnTo>
                  <a:lnTo>
                    <a:pt x="1134001" y="237157"/>
                  </a:lnTo>
                  <a:lnTo>
                    <a:pt x="1158653" y="226213"/>
                  </a:lnTo>
                  <a:lnTo>
                    <a:pt x="1183305" y="215534"/>
                  </a:lnTo>
                  <a:lnTo>
                    <a:pt x="1207957" y="205114"/>
                  </a:lnTo>
                  <a:lnTo>
                    <a:pt x="1232609" y="194944"/>
                  </a:lnTo>
                  <a:lnTo>
                    <a:pt x="1257262" y="185019"/>
                  </a:lnTo>
                  <a:lnTo>
                    <a:pt x="1281914" y="175334"/>
                  </a:lnTo>
                  <a:lnTo>
                    <a:pt x="1306566" y="165882"/>
                  </a:lnTo>
                  <a:lnTo>
                    <a:pt x="1331218" y="156661"/>
                  </a:lnTo>
                  <a:lnTo>
                    <a:pt x="1355870" y="147667"/>
                  </a:lnTo>
                  <a:lnTo>
                    <a:pt x="1380523" y="138898"/>
                  </a:lnTo>
                  <a:lnTo>
                    <a:pt x="1405175" y="130352"/>
                  </a:lnTo>
                  <a:lnTo>
                    <a:pt x="1429827" y="122029"/>
                  </a:lnTo>
                  <a:lnTo>
                    <a:pt x="1454479" y="113928"/>
                  </a:lnTo>
                  <a:lnTo>
                    <a:pt x="1479131" y="106049"/>
                  </a:lnTo>
                  <a:lnTo>
                    <a:pt x="1503784" y="98392"/>
                  </a:lnTo>
                  <a:lnTo>
                    <a:pt x="1528436" y="90959"/>
                  </a:lnTo>
                  <a:lnTo>
                    <a:pt x="1553088" y="83750"/>
                  </a:lnTo>
                  <a:lnTo>
                    <a:pt x="1577740" y="76767"/>
                  </a:lnTo>
                  <a:lnTo>
                    <a:pt x="1602392" y="70011"/>
                  </a:lnTo>
                  <a:lnTo>
                    <a:pt x="1627045" y="63483"/>
                  </a:lnTo>
                  <a:lnTo>
                    <a:pt x="1651697" y="57186"/>
                  </a:lnTo>
                  <a:lnTo>
                    <a:pt x="1676349" y="51119"/>
                  </a:lnTo>
                  <a:lnTo>
                    <a:pt x="1701001" y="45284"/>
                  </a:lnTo>
                  <a:lnTo>
                    <a:pt x="1725653" y="39684"/>
                  </a:lnTo>
                  <a:lnTo>
                    <a:pt x="1750306" y="34319"/>
                  </a:lnTo>
                  <a:lnTo>
                    <a:pt x="1774958" y="29190"/>
                  </a:lnTo>
                  <a:lnTo>
                    <a:pt x="1799610" y="24299"/>
                  </a:lnTo>
                  <a:lnTo>
                    <a:pt x="1824262" y="19646"/>
                  </a:lnTo>
                  <a:lnTo>
                    <a:pt x="1848914" y="15233"/>
                  </a:lnTo>
                  <a:lnTo>
                    <a:pt x="1873566" y="11062"/>
                  </a:lnTo>
                  <a:lnTo>
                    <a:pt x="1898219" y="7131"/>
                  </a:lnTo>
                  <a:lnTo>
                    <a:pt x="1922871" y="3444"/>
                  </a:lnTo>
                  <a:lnTo>
                    <a:pt x="19475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39" name="pl2939"/>
            <p:cNvSpPr/>
            <p:nvPr/>
          </p:nvSpPr>
          <p:spPr>
            <a:xfrm>
              <a:off x="5510050" y="5279746"/>
              <a:ext cx="1947523" cy="958094"/>
            </a:xfrm>
            <a:custGeom>
              <a:avLst/>
              <a:pathLst>
                <a:path w="1947523" h="958094">
                  <a:moveTo>
                    <a:pt x="1947523" y="30326"/>
                  </a:moveTo>
                  <a:lnTo>
                    <a:pt x="1922871" y="25302"/>
                  </a:lnTo>
                  <a:lnTo>
                    <a:pt x="1898219" y="20730"/>
                  </a:lnTo>
                  <a:lnTo>
                    <a:pt x="1873566" y="16609"/>
                  </a:lnTo>
                  <a:lnTo>
                    <a:pt x="1848914" y="12940"/>
                  </a:lnTo>
                  <a:lnTo>
                    <a:pt x="1824262" y="9725"/>
                  </a:lnTo>
                  <a:lnTo>
                    <a:pt x="1799610" y="6964"/>
                  </a:lnTo>
                  <a:lnTo>
                    <a:pt x="1774958" y="4658"/>
                  </a:lnTo>
                  <a:lnTo>
                    <a:pt x="1750306" y="2808"/>
                  </a:lnTo>
                  <a:lnTo>
                    <a:pt x="1725653" y="1417"/>
                  </a:lnTo>
                  <a:lnTo>
                    <a:pt x="1701001" y="484"/>
                  </a:lnTo>
                  <a:lnTo>
                    <a:pt x="1676349" y="11"/>
                  </a:lnTo>
                  <a:lnTo>
                    <a:pt x="1651697" y="0"/>
                  </a:lnTo>
                  <a:lnTo>
                    <a:pt x="1627045" y="451"/>
                  </a:lnTo>
                  <a:lnTo>
                    <a:pt x="1602392" y="1367"/>
                  </a:lnTo>
                  <a:lnTo>
                    <a:pt x="1577740" y="2749"/>
                  </a:lnTo>
                  <a:lnTo>
                    <a:pt x="1553088" y="4597"/>
                  </a:lnTo>
                  <a:lnTo>
                    <a:pt x="1528436" y="6914"/>
                  </a:lnTo>
                  <a:lnTo>
                    <a:pt x="1503784" y="9701"/>
                  </a:lnTo>
                  <a:lnTo>
                    <a:pt x="1479131" y="12958"/>
                  </a:lnTo>
                  <a:lnTo>
                    <a:pt x="1454479" y="16687"/>
                  </a:lnTo>
                  <a:lnTo>
                    <a:pt x="1429827" y="20888"/>
                  </a:lnTo>
                  <a:lnTo>
                    <a:pt x="1405175" y="25560"/>
                  </a:lnTo>
                  <a:lnTo>
                    <a:pt x="1380523" y="30704"/>
                  </a:lnTo>
                  <a:lnTo>
                    <a:pt x="1355870" y="36319"/>
                  </a:lnTo>
                  <a:lnTo>
                    <a:pt x="1331218" y="42403"/>
                  </a:lnTo>
                  <a:lnTo>
                    <a:pt x="1306566" y="48954"/>
                  </a:lnTo>
                  <a:lnTo>
                    <a:pt x="1281914" y="55969"/>
                  </a:lnTo>
                  <a:lnTo>
                    <a:pt x="1257262" y="63443"/>
                  </a:lnTo>
                  <a:lnTo>
                    <a:pt x="1232609" y="71373"/>
                  </a:lnTo>
                  <a:lnTo>
                    <a:pt x="1207957" y="79752"/>
                  </a:lnTo>
                  <a:lnTo>
                    <a:pt x="1183305" y="88574"/>
                  </a:lnTo>
                  <a:lnTo>
                    <a:pt x="1158653" y="97831"/>
                  </a:lnTo>
                  <a:lnTo>
                    <a:pt x="1134001" y="107517"/>
                  </a:lnTo>
                  <a:lnTo>
                    <a:pt x="1109348" y="117622"/>
                  </a:lnTo>
                  <a:lnTo>
                    <a:pt x="1084696" y="128139"/>
                  </a:lnTo>
                  <a:lnTo>
                    <a:pt x="1060044" y="139059"/>
                  </a:lnTo>
                  <a:lnTo>
                    <a:pt x="1035392" y="150372"/>
                  </a:lnTo>
                  <a:lnTo>
                    <a:pt x="1010740" y="162071"/>
                  </a:lnTo>
                  <a:lnTo>
                    <a:pt x="986087" y="174147"/>
                  </a:lnTo>
                  <a:lnTo>
                    <a:pt x="961435" y="186592"/>
                  </a:lnTo>
                  <a:lnTo>
                    <a:pt x="936783" y="199399"/>
                  </a:lnTo>
                  <a:lnTo>
                    <a:pt x="912131" y="212560"/>
                  </a:lnTo>
                  <a:lnTo>
                    <a:pt x="887479" y="226069"/>
                  </a:lnTo>
                  <a:lnTo>
                    <a:pt x="862826" y="239921"/>
                  </a:lnTo>
                  <a:lnTo>
                    <a:pt x="838174" y="254110"/>
                  </a:lnTo>
                  <a:lnTo>
                    <a:pt x="813522" y="268631"/>
                  </a:lnTo>
                  <a:lnTo>
                    <a:pt x="788870" y="283481"/>
                  </a:lnTo>
                  <a:lnTo>
                    <a:pt x="764218" y="298656"/>
                  </a:lnTo>
                  <a:lnTo>
                    <a:pt x="739565" y="314154"/>
                  </a:lnTo>
                  <a:lnTo>
                    <a:pt x="714913" y="329973"/>
                  </a:lnTo>
                  <a:lnTo>
                    <a:pt x="690261" y="346112"/>
                  </a:lnTo>
                  <a:lnTo>
                    <a:pt x="665609" y="362570"/>
                  </a:lnTo>
                  <a:lnTo>
                    <a:pt x="640957" y="379348"/>
                  </a:lnTo>
                  <a:lnTo>
                    <a:pt x="616304" y="396448"/>
                  </a:lnTo>
                  <a:lnTo>
                    <a:pt x="591652" y="413872"/>
                  </a:lnTo>
                  <a:lnTo>
                    <a:pt x="567000" y="431624"/>
                  </a:lnTo>
                  <a:lnTo>
                    <a:pt x="542348" y="449708"/>
                  </a:lnTo>
                  <a:lnTo>
                    <a:pt x="517696" y="468131"/>
                  </a:lnTo>
                  <a:lnTo>
                    <a:pt x="493043" y="486901"/>
                  </a:lnTo>
                  <a:lnTo>
                    <a:pt x="468391" y="506028"/>
                  </a:lnTo>
                  <a:lnTo>
                    <a:pt x="443739" y="525525"/>
                  </a:lnTo>
                  <a:lnTo>
                    <a:pt x="419087" y="545405"/>
                  </a:lnTo>
                  <a:lnTo>
                    <a:pt x="394435" y="565686"/>
                  </a:lnTo>
                  <a:lnTo>
                    <a:pt x="369782" y="586387"/>
                  </a:lnTo>
                  <a:lnTo>
                    <a:pt x="345130" y="607529"/>
                  </a:lnTo>
                  <a:lnTo>
                    <a:pt x="320478" y="629134"/>
                  </a:lnTo>
                  <a:lnTo>
                    <a:pt x="295826" y="651226"/>
                  </a:lnTo>
                  <a:lnTo>
                    <a:pt x="271174" y="673826"/>
                  </a:lnTo>
                  <a:lnTo>
                    <a:pt x="246521" y="696952"/>
                  </a:lnTo>
                  <a:lnTo>
                    <a:pt x="221869" y="720619"/>
                  </a:lnTo>
                  <a:lnTo>
                    <a:pt x="197217" y="744836"/>
                  </a:lnTo>
                  <a:lnTo>
                    <a:pt x="172565" y="769607"/>
                  </a:lnTo>
                  <a:lnTo>
                    <a:pt x="147913" y="794932"/>
                  </a:lnTo>
                  <a:lnTo>
                    <a:pt x="123260" y="820804"/>
                  </a:lnTo>
                  <a:lnTo>
                    <a:pt x="98608" y="847218"/>
                  </a:lnTo>
                  <a:lnTo>
                    <a:pt x="73956" y="874163"/>
                  </a:lnTo>
                  <a:lnTo>
                    <a:pt x="49304" y="901631"/>
                  </a:lnTo>
                  <a:lnTo>
                    <a:pt x="24652" y="929611"/>
                  </a:lnTo>
                  <a:lnTo>
                    <a:pt x="0" y="9580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40" name="pl2940"/>
            <p:cNvSpPr/>
            <p:nvPr/>
          </p:nvSpPr>
          <p:spPr>
            <a:xfrm>
              <a:off x="5510050" y="5195054"/>
              <a:ext cx="1947523" cy="1008127"/>
            </a:xfrm>
            <a:custGeom>
              <a:avLst/>
              <a:pathLst>
                <a:path w="1947523" h="1008127">
                  <a:moveTo>
                    <a:pt x="0" y="1008127"/>
                  </a:moveTo>
                  <a:lnTo>
                    <a:pt x="24652" y="981849"/>
                  </a:lnTo>
                  <a:lnTo>
                    <a:pt x="49304" y="955918"/>
                  </a:lnTo>
                  <a:lnTo>
                    <a:pt x="73956" y="930334"/>
                  </a:lnTo>
                  <a:lnTo>
                    <a:pt x="98608" y="905097"/>
                  </a:lnTo>
                  <a:lnTo>
                    <a:pt x="123260" y="880207"/>
                  </a:lnTo>
                  <a:lnTo>
                    <a:pt x="147913" y="855664"/>
                  </a:lnTo>
                  <a:lnTo>
                    <a:pt x="172565" y="831468"/>
                  </a:lnTo>
                  <a:lnTo>
                    <a:pt x="197217" y="807619"/>
                  </a:lnTo>
                  <a:lnTo>
                    <a:pt x="221869" y="784117"/>
                  </a:lnTo>
                  <a:lnTo>
                    <a:pt x="246521" y="760962"/>
                  </a:lnTo>
                  <a:lnTo>
                    <a:pt x="271174" y="738155"/>
                  </a:lnTo>
                  <a:lnTo>
                    <a:pt x="295826" y="715694"/>
                  </a:lnTo>
                  <a:lnTo>
                    <a:pt x="320478" y="693580"/>
                  </a:lnTo>
                  <a:lnTo>
                    <a:pt x="345130" y="671813"/>
                  </a:lnTo>
                  <a:lnTo>
                    <a:pt x="369782" y="650393"/>
                  </a:lnTo>
                  <a:lnTo>
                    <a:pt x="394435" y="629321"/>
                  </a:lnTo>
                  <a:lnTo>
                    <a:pt x="419087" y="608595"/>
                  </a:lnTo>
                  <a:lnTo>
                    <a:pt x="443739" y="588216"/>
                  </a:lnTo>
                  <a:lnTo>
                    <a:pt x="468391" y="568184"/>
                  </a:lnTo>
                  <a:lnTo>
                    <a:pt x="493043" y="548500"/>
                  </a:lnTo>
                  <a:lnTo>
                    <a:pt x="517696" y="529162"/>
                  </a:lnTo>
                  <a:lnTo>
                    <a:pt x="542348" y="510171"/>
                  </a:lnTo>
                  <a:lnTo>
                    <a:pt x="567000" y="491528"/>
                  </a:lnTo>
                  <a:lnTo>
                    <a:pt x="591652" y="473231"/>
                  </a:lnTo>
                  <a:lnTo>
                    <a:pt x="616304" y="455281"/>
                  </a:lnTo>
                  <a:lnTo>
                    <a:pt x="640957" y="437679"/>
                  </a:lnTo>
                  <a:lnTo>
                    <a:pt x="665609" y="420423"/>
                  </a:lnTo>
                  <a:lnTo>
                    <a:pt x="690261" y="403515"/>
                  </a:lnTo>
                  <a:lnTo>
                    <a:pt x="714913" y="386953"/>
                  </a:lnTo>
                  <a:lnTo>
                    <a:pt x="739565" y="370739"/>
                  </a:lnTo>
                  <a:lnTo>
                    <a:pt x="764218" y="354871"/>
                  </a:lnTo>
                  <a:lnTo>
                    <a:pt x="788870" y="339351"/>
                  </a:lnTo>
                  <a:lnTo>
                    <a:pt x="813522" y="324177"/>
                  </a:lnTo>
                  <a:lnTo>
                    <a:pt x="838174" y="309351"/>
                  </a:lnTo>
                  <a:lnTo>
                    <a:pt x="862826" y="294872"/>
                  </a:lnTo>
                  <a:lnTo>
                    <a:pt x="887479" y="280739"/>
                  </a:lnTo>
                  <a:lnTo>
                    <a:pt x="912131" y="266954"/>
                  </a:lnTo>
                  <a:lnTo>
                    <a:pt x="936783" y="253515"/>
                  </a:lnTo>
                  <a:lnTo>
                    <a:pt x="961435" y="240424"/>
                  </a:lnTo>
                  <a:lnTo>
                    <a:pt x="986087" y="227680"/>
                  </a:lnTo>
                  <a:lnTo>
                    <a:pt x="1010740" y="215283"/>
                  </a:lnTo>
                  <a:lnTo>
                    <a:pt x="1035392" y="203232"/>
                  </a:lnTo>
                  <a:lnTo>
                    <a:pt x="1060044" y="191529"/>
                  </a:lnTo>
                  <a:lnTo>
                    <a:pt x="1084696" y="180173"/>
                  </a:lnTo>
                  <a:lnTo>
                    <a:pt x="1109348" y="169164"/>
                  </a:lnTo>
                  <a:lnTo>
                    <a:pt x="1134001" y="158501"/>
                  </a:lnTo>
                  <a:lnTo>
                    <a:pt x="1158653" y="148186"/>
                  </a:lnTo>
                  <a:lnTo>
                    <a:pt x="1183305" y="138218"/>
                  </a:lnTo>
                  <a:lnTo>
                    <a:pt x="1207957" y="128597"/>
                  </a:lnTo>
                  <a:lnTo>
                    <a:pt x="1232609" y="119323"/>
                  </a:lnTo>
                  <a:lnTo>
                    <a:pt x="1257262" y="110396"/>
                  </a:lnTo>
                  <a:lnTo>
                    <a:pt x="1281914" y="101816"/>
                  </a:lnTo>
                  <a:lnTo>
                    <a:pt x="1306566" y="93583"/>
                  </a:lnTo>
                  <a:lnTo>
                    <a:pt x="1331218" y="85696"/>
                  </a:lnTo>
                  <a:lnTo>
                    <a:pt x="1355870" y="78157"/>
                  </a:lnTo>
                  <a:lnTo>
                    <a:pt x="1380523" y="70965"/>
                  </a:lnTo>
                  <a:lnTo>
                    <a:pt x="1405175" y="64120"/>
                  </a:lnTo>
                  <a:lnTo>
                    <a:pt x="1429827" y="57623"/>
                  </a:lnTo>
                  <a:lnTo>
                    <a:pt x="1454479" y="51472"/>
                  </a:lnTo>
                  <a:lnTo>
                    <a:pt x="1479131" y="45668"/>
                  </a:lnTo>
                  <a:lnTo>
                    <a:pt x="1503784" y="40211"/>
                  </a:lnTo>
                  <a:lnTo>
                    <a:pt x="1528436" y="35101"/>
                  </a:lnTo>
                  <a:lnTo>
                    <a:pt x="1553088" y="30338"/>
                  </a:lnTo>
                  <a:lnTo>
                    <a:pt x="1577740" y="25922"/>
                  </a:lnTo>
                  <a:lnTo>
                    <a:pt x="1602392" y="21853"/>
                  </a:lnTo>
                  <a:lnTo>
                    <a:pt x="1627045" y="18132"/>
                  </a:lnTo>
                  <a:lnTo>
                    <a:pt x="1651697" y="14757"/>
                  </a:lnTo>
                  <a:lnTo>
                    <a:pt x="1676349" y="11729"/>
                  </a:lnTo>
                  <a:lnTo>
                    <a:pt x="1701001" y="9048"/>
                  </a:lnTo>
                  <a:lnTo>
                    <a:pt x="1725653" y="6714"/>
                  </a:lnTo>
                  <a:lnTo>
                    <a:pt x="1750306" y="4728"/>
                  </a:lnTo>
                  <a:lnTo>
                    <a:pt x="1774958" y="3088"/>
                  </a:lnTo>
                  <a:lnTo>
                    <a:pt x="1799610" y="1795"/>
                  </a:lnTo>
                  <a:lnTo>
                    <a:pt x="1824262" y="850"/>
                  </a:lnTo>
                  <a:lnTo>
                    <a:pt x="1848914" y="251"/>
                  </a:lnTo>
                  <a:lnTo>
                    <a:pt x="1873566" y="0"/>
                  </a:lnTo>
                  <a:lnTo>
                    <a:pt x="1898219" y="95"/>
                  </a:lnTo>
                  <a:lnTo>
                    <a:pt x="1922871" y="537"/>
                  </a:lnTo>
                  <a:lnTo>
                    <a:pt x="1947523" y="1327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g2941"/>
            <p:cNvSpPr/>
            <p:nvPr/>
          </p:nvSpPr>
          <p:spPr>
            <a:xfrm>
              <a:off x="5510050" y="5173639"/>
              <a:ext cx="1947523" cy="821265"/>
            </a:xfrm>
            <a:custGeom>
              <a:avLst/>
              <a:pathLst>
                <a:path w="1947523" h="821265">
                  <a:moveTo>
                    <a:pt x="0" y="768558"/>
                  </a:moveTo>
                  <a:lnTo>
                    <a:pt x="24652" y="748969"/>
                  </a:lnTo>
                  <a:lnTo>
                    <a:pt x="49304" y="729612"/>
                  </a:lnTo>
                  <a:lnTo>
                    <a:pt x="73956" y="710484"/>
                  </a:lnTo>
                  <a:lnTo>
                    <a:pt x="98608" y="691583"/>
                  </a:lnTo>
                  <a:lnTo>
                    <a:pt x="123260" y="672905"/>
                  </a:lnTo>
                  <a:lnTo>
                    <a:pt x="147913" y="654447"/>
                  </a:lnTo>
                  <a:lnTo>
                    <a:pt x="172565" y="636205"/>
                  </a:lnTo>
                  <a:lnTo>
                    <a:pt x="197217" y="618175"/>
                  </a:lnTo>
                  <a:lnTo>
                    <a:pt x="221869" y="600353"/>
                  </a:lnTo>
                  <a:lnTo>
                    <a:pt x="246521" y="582734"/>
                  </a:lnTo>
                  <a:lnTo>
                    <a:pt x="271174" y="565315"/>
                  </a:lnTo>
                  <a:lnTo>
                    <a:pt x="295826" y="548093"/>
                  </a:lnTo>
                  <a:lnTo>
                    <a:pt x="320478" y="531067"/>
                  </a:lnTo>
                  <a:lnTo>
                    <a:pt x="345130" y="514238"/>
                  </a:lnTo>
                  <a:lnTo>
                    <a:pt x="369782" y="497609"/>
                  </a:lnTo>
                  <a:lnTo>
                    <a:pt x="394435" y="481184"/>
                  </a:lnTo>
                  <a:lnTo>
                    <a:pt x="419087" y="464971"/>
                  </a:lnTo>
                  <a:lnTo>
                    <a:pt x="443739" y="448981"/>
                  </a:lnTo>
                  <a:lnTo>
                    <a:pt x="468391" y="433223"/>
                  </a:lnTo>
                  <a:lnTo>
                    <a:pt x="493043" y="417710"/>
                  </a:lnTo>
                  <a:lnTo>
                    <a:pt x="517696" y="402453"/>
                  </a:lnTo>
                  <a:lnTo>
                    <a:pt x="542348" y="387463"/>
                  </a:lnTo>
                  <a:lnTo>
                    <a:pt x="567000" y="372749"/>
                  </a:lnTo>
                  <a:lnTo>
                    <a:pt x="591652" y="358321"/>
                  </a:lnTo>
                  <a:lnTo>
                    <a:pt x="616304" y="344186"/>
                  </a:lnTo>
                  <a:lnTo>
                    <a:pt x="640957" y="330351"/>
                  </a:lnTo>
                  <a:lnTo>
                    <a:pt x="665609" y="316821"/>
                  </a:lnTo>
                  <a:lnTo>
                    <a:pt x="690261" y="303601"/>
                  </a:lnTo>
                  <a:lnTo>
                    <a:pt x="714913" y="290694"/>
                  </a:lnTo>
                  <a:lnTo>
                    <a:pt x="739565" y="278103"/>
                  </a:lnTo>
                  <a:lnTo>
                    <a:pt x="764218" y="265830"/>
                  </a:lnTo>
                  <a:lnTo>
                    <a:pt x="788870" y="253876"/>
                  </a:lnTo>
                  <a:lnTo>
                    <a:pt x="813522" y="242243"/>
                  </a:lnTo>
                  <a:lnTo>
                    <a:pt x="838174" y="230929"/>
                  </a:lnTo>
                  <a:lnTo>
                    <a:pt x="862826" y="219936"/>
                  </a:lnTo>
                  <a:lnTo>
                    <a:pt x="887479" y="209261"/>
                  </a:lnTo>
                  <a:lnTo>
                    <a:pt x="912131" y="198904"/>
                  </a:lnTo>
                  <a:lnTo>
                    <a:pt x="936783" y="188862"/>
                  </a:lnTo>
                  <a:lnTo>
                    <a:pt x="961435" y="179134"/>
                  </a:lnTo>
                  <a:lnTo>
                    <a:pt x="986087" y="169716"/>
                  </a:lnTo>
                  <a:lnTo>
                    <a:pt x="1010740" y="160605"/>
                  </a:lnTo>
                  <a:lnTo>
                    <a:pt x="1035392" y="151796"/>
                  </a:lnTo>
                  <a:lnTo>
                    <a:pt x="1060044" y="143285"/>
                  </a:lnTo>
                  <a:lnTo>
                    <a:pt x="1084696" y="135066"/>
                  </a:lnTo>
                  <a:lnTo>
                    <a:pt x="1109348" y="127135"/>
                  </a:lnTo>
                  <a:lnTo>
                    <a:pt x="1134001" y="119484"/>
                  </a:lnTo>
                  <a:lnTo>
                    <a:pt x="1158653" y="112106"/>
                  </a:lnTo>
                  <a:lnTo>
                    <a:pt x="1183305" y="104996"/>
                  </a:lnTo>
                  <a:lnTo>
                    <a:pt x="1207957" y="98145"/>
                  </a:lnTo>
                  <a:lnTo>
                    <a:pt x="1232609" y="91548"/>
                  </a:lnTo>
                  <a:lnTo>
                    <a:pt x="1257262" y="85197"/>
                  </a:lnTo>
                  <a:lnTo>
                    <a:pt x="1281914" y="79086"/>
                  </a:lnTo>
                  <a:lnTo>
                    <a:pt x="1306566" y="73209"/>
                  </a:lnTo>
                  <a:lnTo>
                    <a:pt x="1331218" y="67563"/>
                  </a:lnTo>
                  <a:lnTo>
                    <a:pt x="1355870" y="62142"/>
                  </a:lnTo>
                  <a:lnTo>
                    <a:pt x="1380523" y="56946"/>
                  </a:lnTo>
                  <a:lnTo>
                    <a:pt x="1405175" y="51971"/>
                  </a:lnTo>
                  <a:lnTo>
                    <a:pt x="1429827" y="47216"/>
                  </a:lnTo>
                  <a:lnTo>
                    <a:pt x="1454479" y="42683"/>
                  </a:lnTo>
                  <a:lnTo>
                    <a:pt x="1479131" y="38370"/>
                  </a:lnTo>
                  <a:lnTo>
                    <a:pt x="1503784" y="34278"/>
                  </a:lnTo>
                  <a:lnTo>
                    <a:pt x="1528436" y="30410"/>
                  </a:lnTo>
                  <a:lnTo>
                    <a:pt x="1553088" y="26766"/>
                  </a:lnTo>
                  <a:lnTo>
                    <a:pt x="1577740" y="23348"/>
                  </a:lnTo>
                  <a:lnTo>
                    <a:pt x="1602392" y="20157"/>
                  </a:lnTo>
                  <a:lnTo>
                    <a:pt x="1627045" y="17195"/>
                  </a:lnTo>
                  <a:lnTo>
                    <a:pt x="1651697" y="14463"/>
                  </a:lnTo>
                  <a:lnTo>
                    <a:pt x="1676349" y="11964"/>
                  </a:lnTo>
                  <a:lnTo>
                    <a:pt x="1701001" y="9698"/>
                  </a:lnTo>
                  <a:lnTo>
                    <a:pt x="1725653" y="7667"/>
                  </a:lnTo>
                  <a:lnTo>
                    <a:pt x="1750306" y="5872"/>
                  </a:lnTo>
                  <a:lnTo>
                    <a:pt x="1774958" y="4314"/>
                  </a:lnTo>
                  <a:lnTo>
                    <a:pt x="1799610" y="2995"/>
                  </a:lnTo>
                  <a:lnTo>
                    <a:pt x="1824262" y="1914"/>
                  </a:lnTo>
                  <a:lnTo>
                    <a:pt x="1848914" y="1074"/>
                  </a:lnTo>
                  <a:lnTo>
                    <a:pt x="1873566" y="474"/>
                  </a:lnTo>
                  <a:lnTo>
                    <a:pt x="1898219" y="116"/>
                  </a:lnTo>
                  <a:lnTo>
                    <a:pt x="1922871" y="0"/>
                  </a:lnTo>
                  <a:lnTo>
                    <a:pt x="1947523" y="126"/>
                  </a:lnTo>
                  <a:lnTo>
                    <a:pt x="1947523" y="104601"/>
                  </a:lnTo>
                  <a:lnTo>
                    <a:pt x="1922871" y="99985"/>
                  </a:lnTo>
                  <a:lnTo>
                    <a:pt x="1898219" y="95730"/>
                  </a:lnTo>
                  <a:lnTo>
                    <a:pt x="1873566" y="91836"/>
                  </a:lnTo>
                  <a:lnTo>
                    <a:pt x="1848914" y="88304"/>
                  </a:lnTo>
                  <a:lnTo>
                    <a:pt x="1824262" y="85136"/>
                  </a:lnTo>
                  <a:lnTo>
                    <a:pt x="1799610" y="82331"/>
                  </a:lnTo>
                  <a:lnTo>
                    <a:pt x="1774958" y="79890"/>
                  </a:lnTo>
                  <a:lnTo>
                    <a:pt x="1750306" y="77815"/>
                  </a:lnTo>
                  <a:lnTo>
                    <a:pt x="1725653" y="76106"/>
                  </a:lnTo>
                  <a:lnTo>
                    <a:pt x="1701001" y="74765"/>
                  </a:lnTo>
                  <a:lnTo>
                    <a:pt x="1676349" y="73793"/>
                  </a:lnTo>
                  <a:lnTo>
                    <a:pt x="1651697" y="73191"/>
                  </a:lnTo>
                  <a:lnTo>
                    <a:pt x="1627045" y="72960"/>
                  </a:lnTo>
                  <a:lnTo>
                    <a:pt x="1602392" y="73102"/>
                  </a:lnTo>
                  <a:lnTo>
                    <a:pt x="1577740" y="73620"/>
                  </a:lnTo>
                  <a:lnTo>
                    <a:pt x="1553088" y="74513"/>
                  </a:lnTo>
                  <a:lnTo>
                    <a:pt x="1528436" y="75784"/>
                  </a:lnTo>
                  <a:lnTo>
                    <a:pt x="1503784" y="77435"/>
                  </a:lnTo>
                  <a:lnTo>
                    <a:pt x="1479131" y="79466"/>
                  </a:lnTo>
                  <a:lnTo>
                    <a:pt x="1454479" y="81879"/>
                  </a:lnTo>
                  <a:lnTo>
                    <a:pt x="1429827" y="84675"/>
                  </a:lnTo>
                  <a:lnTo>
                    <a:pt x="1405175" y="87854"/>
                  </a:lnTo>
                  <a:lnTo>
                    <a:pt x="1380523" y="91416"/>
                  </a:lnTo>
                  <a:lnTo>
                    <a:pt x="1355870" y="95360"/>
                  </a:lnTo>
                  <a:lnTo>
                    <a:pt x="1331218" y="99684"/>
                  </a:lnTo>
                  <a:lnTo>
                    <a:pt x="1306566" y="104386"/>
                  </a:lnTo>
                  <a:lnTo>
                    <a:pt x="1281914" y="109461"/>
                  </a:lnTo>
                  <a:lnTo>
                    <a:pt x="1257262" y="114905"/>
                  </a:lnTo>
                  <a:lnTo>
                    <a:pt x="1232609" y="120712"/>
                  </a:lnTo>
                  <a:lnTo>
                    <a:pt x="1207957" y="126877"/>
                  </a:lnTo>
                  <a:lnTo>
                    <a:pt x="1183305" y="133393"/>
                  </a:lnTo>
                  <a:lnTo>
                    <a:pt x="1158653" y="140252"/>
                  </a:lnTo>
                  <a:lnTo>
                    <a:pt x="1134001" y="147448"/>
                  </a:lnTo>
                  <a:lnTo>
                    <a:pt x="1109348" y="154974"/>
                  </a:lnTo>
                  <a:lnTo>
                    <a:pt x="1084696" y="162823"/>
                  </a:lnTo>
                  <a:lnTo>
                    <a:pt x="1060044" y="170989"/>
                  </a:lnTo>
                  <a:lnTo>
                    <a:pt x="1035392" y="179466"/>
                  </a:lnTo>
                  <a:lnTo>
                    <a:pt x="1010740" y="188248"/>
                  </a:lnTo>
                  <a:lnTo>
                    <a:pt x="986087" y="197332"/>
                  </a:lnTo>
                  <a:lnTo>
                    <a:pt x="961435" y="206712"/>
                  </a:lnTo>
                  <a:lnTo>
                    <a:pt x="936783" y="216386"/>
                  </a:lnTo>
                  <a:lnTo>
                    <a:pt x="912131" y="226351"/>
                  </a:lnTo>
                  <a:lnTo>
                    <a:pt x="887479" y="236603"/>
                  </a:lnTo>
                  <a:lnTo>
                    <a:pt x="862826" y="247142"/>
                  </a:lnTo>
                  <a:lnTo>
                    <a:pt x="838174" y="257965"/>
                  </a:lnTo>
                  <a:lnTo>
                    <a:pt x="813522" y="269072"/>
                  </a:lnTo>
                  <a:lnTo>
                    <a:pt x="788870" y="280462"/>
                  </a:lnTo>
                  <a:lnTo>
                    <a:pt x="764218" y="292136"/>
                  </a:lnTo>
                  <a:lnTo>
                    <a:pt x="739565" y="304095"/>
                  </a:lnTo>
                  <a:lnTo>
                    <a:pt x="714913" y="316339"/>
                  </a:lnTo>
                  <a:lnTo>
                    <a:pt x="690261" y="328871"/>
                  </a:lnTo>
                  <a:lnTo>
                    <a:pt x="665609" y="341693"/>
                  </a:lnTo>
                  <a:lnTo>
                    <a:pt x="640957" y="354809"/>
                  </a:lnTo>
                  <a:lnTo>
                    <a:pt x="616304" y="368223"/>
                  </a:lnTo>
                  <a:lnTo>
                    <a:pt x="591652" y="381941"/>
                  </a:lnTo>
                  <a:lnTo>
                    <a:pt x="567000" y="395970"/>
                  </a:lnTo>
                  <a:lnTo>
                    <a:pt x="542348" y="410316"/>
                  </a:lnTo>
                  <a:lnTo>
                    <a:pt x="517696" y="424990"/>
                  </a:lnTo>
                  <a:lnTo>
                    <a:pt x="493043" y="440000"/>
                  </a:lnTo>
                  <a:lnTo>
                    <a:pt x="468391" y="455358"/>
                  </a:lnTo>
                  <a:lnTo>
                    <a:pt x="443739" y="471075"/>
                  </a:lnTo>
                  <a:lnTo>
                    <a:pt x="419087" y="487163"/>
                  </a:lnTo>
                  <a:lnTo>
                    <a:pt x="394435" y="503633"/>
                  </a:lnTo>
                  <a:lnTo>
                    <a:pt x="369782" y="520494"/>
                  </a:lnTo>
                  <a:lnTo>
                    <a:pt x="345130" y="537753"/>
                  </a:lnTo>
                  <a:lnTo>
                    <a:pt x="320478" y="555417"/>
                  </a:lnTo>
                  <a:lnTo>
                    <a:pt x="295826" y="573488"/>
                  </a:lnTo>
                  <a:lnTo>
                    <a:pt x="271174" y="591967"/>
                  </a:lnTo>
                  <a:lnTo>
                    <a:pt x="246521" y="610852"/>
                  </a:lnTo>
                  <a:lnTo>
                    <a:pt x="221869" y="630140"/>
                  </a:lnTo>
                  <a:lnTo>
                    <a:pt x="197217" y="649829"/>
                  </a:lnTo>
                  <a:lnTo>
                    <a:pt x="172565" y="669913"/>
                  </a:lnTo>
                  <a:lnTo>
                    <a:pt x="147913" y="690390"/>
                  </a:lnTo>
                  <a:lnTo>
                    <a:pt x="123260" y="711254"/>
                  </a:lnTo>
                  <a:lnTo>
                    <a:pt x="98608" y="732501"/>
                  </a:lnTo>
                  <a:lnTo>
                    <a:pt x="73956" y="754129"/>
                  </a:lnTo>
                  <a:lnTo>
                    <a:pt x="49304" y="776134"/>
                  </a:lnTo>
                  <a:lnTo>
                    <a:pt x="24652" y="798514"/>
                  </a:lnTo>
                  <a:lnTo>
                    <a:pt x="0" y="82126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42" name="pl2942"/>
            <p:cNvSpPr/>
            <p:nvPr/>
          </p:nvSpPr>
          <p:spPr>
            <a:xfrm>
              <a:off x="5510050" y="5173639"/>
              <a:ext cx="1947523" cy="768558"/>
            </a:xfrm>
            <a:custGeom>
              <a:avLst/>
              <a:pathLst>
                <a:path w="1947523" h="768558">
                  <a:moveTo>
                    <a:pt x="0" y="768558"/>
                  </a:moveTo>
                  <a:lnTo>
                    <a:pt x="24652" y="748969"/>
                  </a:lnTo>
                  <a:lnTo>
                    <a:pt x="49304" y="729612"/>
                  </a:lnTo>
                  <a:lnTo>
                    <a:pt x="73956" y="710484"/>
                  </a:lnTo>
                  <a:lnTo>
                    <a:pt x="98608" y="691583"/>
                  </a:lnTo>
                  <a:lnTo>
                    <a:pt x="123260" y="672905"/>
                  </a:lnTo>
                  <a:lnTo>
                    <a:pt x="147913" y="654447"/>
                  </a:lnTo>
                  <a:lnTo>
                    <a:pt x="172565" y="636205"/>
                  </a:lnTo>
                  <a:lnTo>
                    <a:pt x="197217" y="618175"/>
                  </a:lnTo>
                  <a:lnTo>
                    <a:pt x="221869" y="600353"/>
                  </a:lnTo>
                  <a:lnTo>
                    <a:pt x="246521" y="582734"/>
                  </a:lnTo>
                  <a:lnTo>
                    <a:pt x="271174" y="565315"/>
                  </a:lnTo>
                  <a:lnTo>
                    <a:pt x="295826" y="548093"/>
                  </a:lnTo>
                  <a:lnTo>
                    <a:pt x="320478" y="531067"/>
                  </a:lnTo>
                  <a:lnTo>
                    <a:pt x="345130" y="514238"/>
                  </a:lnTo>
                  <a:lnTo>
                    <a:pt x="369782" y="497609"/>
                  </a:lnTo>
                  <a:lnTo>
                    <a:pt x="394435" y="481184"/>
                  </a:lnTo>
                  <a:lnTo>
                    <a:pt x="419087" y="464971"/>
                  </a:lnTo>
                  <a:lnTo>
                    <a:pt x="443739" y="448981"/>
                  </a:lnTo>
                  <a:lnTo>
                    <a:pt x="468391" y="433223"/>
                  </a:lnTo>
                  <a:lnTo>
                    <a:pt x="493043" y="417710"/>
                  </a:lnTo>
                  <a:lnTo>
                    <a:pt x="517696" y="402453"/>
                  </a:lnTo>
                  <a:lnTo>
                    <a:pt x="542348" y="387463"/>
                  </a:lnTo>
                  <a:lnTo>
                    <a:pt x="567000" y="372749"/>
                  </a:lnTo>
                  <a:lnTo>
                    <a:pt x="591652" y="358321"/>
                  </a:lnTo>
                  <a:lnTo>
                    <a:pt x="616304" y="344186"/>
                  </a:lnTo>
                  <a:lnTo>
                    <a:pt x="640957" y="330351"/>
                  </a:lnTo>
                  <a:lnTo>
                    <a:pt x="665609" y="316821"/>
                  </a:lnTo>
                  <a:lnTo>
                    <a:pt x="690261" y="303601"/>
                  </a:lnTo>
                  <a:lnTo>
                    <a:pt x="714913" y="290694"/>
                  </a:lnTo>
                  <a:lnTo>
                    <a:pt x="739565" y="278103"/>
                  </a:lnTo>
                  <a:lnTo>
                    <a:pt x="764218" y="265830"/>
                  </a:lnTo>
                  <a:lnTo>
                    <a:pt x="788870" y="253876"/>
                  </a:lnTo>
                  <a:lnTo>
                    <a:pt x="813522" y="242243"/>
                  </a:lnTo>
                  <a:lnTo>
                    <a:pt x="838174" y="230929"/>
                  </a:lnTo>
                  <a:lnTo>
                    <a:pt x="862826" y="219936"/>
                  </a:lnTo>
                  <a:lnTo>
                    <a:pt x="887479" y="209261"/>
                  </a:lnTo>
                  <a:lnTo>
                    <a:pt x="912131" y="198904"/>
                  </a:lnTo>
                  <a:lnTo>
                    <a:pt x="936783" y="188862"/>
                  </a:lnTo>
                  <a:lnTo>
                    <a:pt x="961435" y="179134"/>
                  </a:lnTo>
                  <a:lnTo>
                    <a:pt x="986087" y="169716"/>
                  </a:lnTo>
                  <a:lnTo>
                    <a:pt x="1010740" y="160605"/>
                  </a:lnTo>
                  <a:lnTo>
                    <a:pt x="1035392" y="151796"/>
                  </a:lnTo>
                  <a:lnTo>
                    <a:pt x="1060044" y="143285"/>
                  </a:lnTo>
                  <a:lnTo>
                    <a:pt x="1084696" y="135066"/>
                  </a:lnTo>
                  <a:lnTo>
                    <a:pt x="1109348" y="127135"/>
                  </a:lnTo>
                  <a:lnTo>
                    <a:pt x="1134001" y="119484"/>
                  </a:lnTo>
                  <a:lnTo>
                    <a:pt x="1158653" y="112106"/>
                  </a:lnTo>
                  <a:lnTo>
                    <a:pt x="1183305" y="104996"/>
                  </a:lnTo>
                  <a:lnTo>
                    <a:pt x="1207957" y="98145"/>
                  </a:lnTo>
                  <a:lnTo>
                    <a:pt x="1232609" y="91548"/>
                  </a:lnTo>
                  <a:lnTo>
                    <a:pt x="1257262" y="85197"/>
                  </a:lnTo>
                  <a:lnTo>
                    <a:pt x="1281914" y="79086"/>
                  </a:lnTo>
                  <a:lnTo>
                    <a:pt x="1306566" y="73209"/>
                  </a:lnTo>
                  <a:lnTo>
                    <a:pt x="1331218" y="67563"/>
                  </a:lnTo>
                  <a:lnTo>
                    <a:pt x="1355870" y="62142"/>
                  </a:lnTo>
                  <a:lnTo>
                    <a:pt x="1380523" y="56946"/>
                  </a:lnTo>
                  <a:lnTo>
                    <a:pt x="1405175" y="51971"/>
                  </a:lnTo>
                  <a:lnTo>
                    <a:pt x="1429827" y="47216"/>
                  </a:lnTo>
                  <a:lnTo>
                    <a:pt x="1454479" y="42683"/>
                  </a:lnTo>
                  <a:lnTo>
                    <a:pt x="1479131" y="38370"/>
                  </a:lnTo>
                  <a:lnTo>
                    <a:pt x="1503784" y="34278"/>
                  </a:lnTo>
                  <a:lnTo>
                    <a:pt x="1528436" y="30410"/>
                  </a:lnTo>
                  <a:lnTo>
                    <a:pt x="1553088" y="26766"/>
                  </a:lnTo>
                  <a:lnTo>
                    <a:pt x="1577740" y="23348"/>
                  </a:lnTo>
                  <a:lnTo>
                    <a:pt x="1602392" y="20157"/>
                  </a:lnTo>
                  <a:lnTo>
                    <a:pt x="1627045" y="17195"/>
                  </a:lnTo>
                  <a:lnTo>
                    <a:pt x="1651697" y="14463"/>
                  </a:lnTo>
                  <a:lnTo>
                    <a:pt x="1676349" y="11964"/>
                  </a:lnTo>
                  <a:lnTo>
                    <a:pt x="1701001" y="9698"/>
                  </a:lnTo>
                  <a:lnTo>
                    <a:pt x="1725653" y="7667"/>
                  </a:lnTo>
                  <a:lnTo>
                    <a:pt x="1750306" y="5872"/>
                  </a:lnTo>
                  <a:lnTo>
                    <a:pt x="1774958" y="4314"/>
                  </a:lnTo>
                  <a:lnTo>
                    <a:pt x="1799610" y="2995"/>
                  </a:lnTo>
                  <a:lnTo>
                    <a:pt x="1824262" y="1914"/>
                  </a:lnTo>
                  <a:lnTo>
                    <a:pt x="1848914" y="1074"/>
                  </a:lnTo>
                  <a:lnTo>
                    <a:pt x="1873566" y="474"/>
                  </a:lnTo>
                  <a:lnTo>
                    <a:pt x="1898219" y="116"/>
                  </a:lnTo>
                  <a:lnTo>
                    <a:pt x="1922871" y="0"/>
                  </a:lnTo>
                  <a:lnTo>
                    <a:pt x="1947523" y="1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43" name="pl2943"/>
            <p:cNvSpPr/>
            <p:nvPr/>
          </p:nvSpPr>
          <p:spPr>
            <a:xfrm>
              <a:off x="5510050" y="5246599"/>
              <a:ext cx="1947523" cy="748304"/>
            </a:xfrm>
            <a:custGeom>
              <a:avLst/>
              <a:pathLst>
                <a:path w="1947523" h="748304">
                  <a:moveTo>
                    <a:pt x="1947523" y="31641"/>
                  </a:moveTo>
                  <a:lnTo>
                    <a:pt x="1922871" y="27024"/>
                  </a:lnTo>
                  <a:lnTo>
                    <a:pt x="1898219" y="22769"/>
                  </a:lnTo>
                  <a:lnTo>
                    <a:pt x="1873566" y="18876"/>
                  </a:lnTo>
                  <a:lnTo>
                    <a:pt x="1848914" y="15344"/>
                  </a:lnTo>
                  <a:lnTo>
                    <a:pt x="1824262" y="12175"/>
                  </a:lnTo>
                  <a:lnTo>
                    <a:pt x="1799610" y="9370"/>
                  </a:lnTo>
                  <a:lnTo>
                    <a:pt x="1774958" y="6930"/>
                  </a:lnTo>
                  <a:lnTo>
                    <a:pt x="1750306" y="4854"/>
                  </a:lnTo>
                  <a:lnTo>
                    <a:pt x="1725653" y="3146"/>
                  </a:lnTo>
                  <a:lnTo>
                    <a:pt x="1701001" y="1805"/>
                  </a:lnTo>
                  <a:lnTo>
                    <a:pt x="1676349" y="832"/>
                  </a:lnTo>
                  <a:lnTo>
                    <a:pt x="1651697" y="230"/>
                  </a:lnTo>
                  <a:lnTo>
                    <a:pt x="1627045" y="0"/>
                  </a:lnTo>
                  <a:lnTo>
                    <a:pt x="1602392" y="142"/>
                  </a:lnTo>
                  <a:lnTo>
                    <a:pt x="1577740" y="659"/>
                  </a:lnTo>
                  <a:lnTo>
                    <a:pt x="1553088" y="1552"/>
                  </a:lnTo>
                  <a:lnTo>
                    <a:pt x="1528436" y="2824"/>
                  </a:lnTo>
                  <a:lnTo>
                    <a:pt x="1503784" y="4474"/>
                  </a:lnTo>
                  <a:lnTo>
                    <a:pt x="1479131" y="6505"/>
                  </a:lnTo>
                  <a:lnTo>
                    <a:pt x="1454479" y="8919"/>
                  </a:lnTo>
                  <a:lnTo>
                    <a:pt x="1429827" y="11715"/>
                  </a:lnTo>
                  <a:lnTo>
                    <a:pt x="1405175" y="14894"/>
                  </a:lnTo>
                  <a:lnTo>
                    <a:pt x="1380523" y="18456"/>
                  </a:lnTo>
                  <a:lnTo>
                    <a:pt x="1355870" y="22400"/>
                  </a:lnTo>
                  <a:lnTo>
                    <a:pt x="1331218" y="26724"/>
                  </a:lnTo>
                  <a:lnTo>
                    <a:pt x="1306566" y="31425"/>
                  </a:lnTo>
                  <a:lnTo>
                    <a:pt x="1281914" y="36500"/>
                  </a:lnTo>
                  <a:lnTo>
                    <a:pt x="1257262" y="41945"/>
                  </a:lnTo>
                  <a:lnTo>
                    <a:pt x="1232609" y="47752"/>
                  </a:lnTo>
                  <a:lnTo>
                    <a:pt x="1207957" y="53917"/>
                  </a:lnTo>
                  <a:lnTo>
                    <a:pt x="1183305" y="60433"/>
                  </a:lnTo>
                  <a:lnTo>
                    <a:pt x="1158653" y="67292"/>
                  </a:lnTo>
                  <a:lnTo>
                    <a:pt x="1134001" y="74488"/>
                  </a:lnTo>
                  <a:lnTo>
                    <a:pt x="1109348" y="82014"/>
                  </a:lnTo>
                  <a:lnTo>
                    <a:pt x="1084696" y="89863"/>
                  </a:lnTo>
                  <a:lnTo>
                    <a:pt x="1060044" y="98028"/>
                  </a:lnTo>
                  <a:lnTo>
                    <a:pt x="1035392" y="106505"/>
                  </a:lnTo>
                  <a:lnTo>
                    <a:pt x="1010740" y="115288"/>
                  </a:lnTo>
                  <a:lnTo>
                    <a:pt x="986087" y="124371"/>
                  </a:lnTo>
                  <a:lnTo>
                    <a:pt x="961435" y="133752"/>
                  </a:lnTo>
                  <a:lnTo>
                    <a:pt x="936783" y="143426"/>
                  </a:lnTo>
                  <a:lnTo>
                    <a:pt x="912131" y="153390"/>
                  </a:lnTo>
                  <a:lnTo>
                    <a:pt x="887479" y="163643"/>
                  </a:lnTo>
                  <a:lnTo>
                    <a:pt x="862826" y="174181"/>
                  </a:lnTo>
                  <a:lnTo>
                    <a:pt x="838174" y="185005"/>
                  </a:lnTo>
                  <a:lnTo>
                    <a:pt x="813522" y="196112"/>
                  </a:lnTo>
                  <a:lnTo>
                    <a:pt x="788870" y="207502"/>
                  </a:lnTo>
                  <a:lnTo>
                    <a:pt x="764218" y="219176"/>
                  </a:lnTo>
                  <a:lnTo>
                    <a:pt x="739565" y="231134"/>
                  </a:lnTo>
                  <a:lnTo>
                    <a:pt x="714913" y="243378"/>
                  </a:lnTo>
                  <a:lnTo>
                    <a:pt x="690261" y="255910"/>
                  </a:lnTo>
                  <a:lnTo>
                    <a:pt x="665609" y="268732"/>
                  </a:lnTo>
                  <a:lnTo>
                    <a:pt x="640957" y="281848"/>
                  </a:lnTo>
                  <a:lnTo>
                    <a:pt x="616304" y="295263"/>
                  </a:lnTo>
                  <a:lnTo>
                    <a:pt x="591652" y="308981"/>
                  </a:lnTo>
                  <a:lnTo>
                    <a:pt x="567000" y="323009"/>
                  </a:lnTo>
                  <a:lnTo>
                    <a:pt x="542348" y="337356"/>
                  </a:lnTo>
                  <a:lnTo>
                    <a:pt x="517696" y="352029"/>
                  </a:lnTo>
                  <a:lnTo>
                    <a:pt x="493043" y="367040"/>
                  </a:lnTo>
                  <a:lnTo>
                    <a:pt x="468391" y="382398"/>
                  </a:lnTo>
                  <a:lnTo>
                    <a:pt x="443739" y="398115"/>
                  </a:lnTo>
                  <a:lnTo>
                    <a:pt x="419087" y="414203"/>
                  </a:lnTo>
                  <a:lnTo>
                    <a:pt x="394435" y="430673"/>
                  </a:lnTo>
                  <a:lnTo>
                    <a:pt x="369782" y="447533"/>
                  </a:lnTo>
                  <a:lnTo>
                    <a:pt x="345130" y="464793"/>
                  </a:lnTo>
                  <a:lnTo>
                    <a:pt x="320478" y="482457"/>
                  </a:lnTo>
                  <a:lnTo>
                    <a:pt x="295826" y="500528"/>
                  </a:lnTo>
                  <a:lnTo>
                    <a:pt x="271174" y="519006"/>
                  </a:lnTo>
                  <a:lnTo>
                    <a:pt x="246521" y="537891"/>
                  </a:lnTo>
                  <a:lnTo>
                    <a:pt x="221869" y="557180"/>
                  </a:lnTo>
                  <a:lnTo>
                    <a:pt x="197217" y="576868"/>
                  </a:lnTo>
                  <a:lnTo>
                    <a:pt x="172565" y="596953"/>
                  </a:lnTo>
                  <a:lnTo>
                    <a:pt x="147913" y="617429"/>
                  </a:lnTo>
                  <a:lnTo>
                    <a:pt x="123260" y="638293"/>
                  </a:lnTo>
                  <a:lnTo>
                    <a:pt x="98608" y="659541"/>
                  </a:lnTo>
                  <a:lnTo>
                    <a:pt x="73956" y="681169"/>
                  </a:lnTo>
                  <a:lnTo>
                    <a:pt x="49304" y="703174"/>
                  </a:lnTo>
                  <a:lnTo>
                    <a:pt x="24652" y="725553"/>
                  </a:lnTo>
                  <a:lnTo>
                    <a:pt x="0" y="7483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44" name="pl2944"/>
            <p:cNvSpPr/>
            <p:nvPr/>
          </p:nvSpPr>
          <p:spPr>
            <a:xfrm>
              <a:off x="5510050" y="5215483"/>
              <a:ext cx="1947523" cy="753067"/>
            </a:xfrm>
            <a:custGeom>
              <a:avLst/>
              <a:pathLst>
                <a:path w="1947523" h="753067">
                  <a:moveTo>
                    <a:pt x="0" y="753067"/>
                  </a:moveTo>
                  <a:lnTo>
                    <a:pt x="24652" y="731897"/>
                  </a:lnTo>
                  <a:lnTo>
                    <a:pt x="49304" y="711029"/>
                  </a:lnTo>
                  <a:lnTo>
                    <a:pt x="73956" y="690463"/>
                  </a:lnTo>
                  <a:lnTo>
                    <a:pt x="98608" y="670198"/>
                  </a:lnTo>
                  <a:lnTo>
                    <a:pt x="123260" y="650235"/>
                  </a:lnTo>
                  <a:lnTo>
                    <a:pt x="147913" y="630574"/>
                  </a:lnTo>
                  <a:lnTo>
                    <a:pt x="172565" y="611215"/>
                  </a:lnTo>
                  <a:lnTo>
                    <a:pt x="197217" y="592158"/>
                  </a:lnTo>
                  <a:lnTo>
                    <a:pt x="221869" y="573402"/>
                  </a:lnTo>
                  <a:lnTo>
                    <a:pt x="246521" y="554949"/>
                  </a:lnTo>
                  <a:lnTo>
                    <a:pt x="271174" y="536797"/>
                  </a:lnTo>
                  <a:lnTo>
                    <a:pt x="295826" y="518947"/>
                  </a:lnTo>
                  <a:lnTo>
                    <a:pt x="320478" y="501398"/>
                  </a:lnTo>
                  <a:lnTo>
                    <a:pt x="345130" y="484152"/>
                  </a:lnTo>
                  <a:lnTo>
                    <a:pt x="369782" y="467207"/>
                  </a:lnTo>
                  <a:lnTo>
                    <a:pt x="394435" y="450564"/>
                  </a:lnTo>
                  <a:lnTo>
                    <a:pt x="419087" y="434223"/>
                  </a:lnTo>
                  <a:lnTo>
                    <a:pt x="443739" y="418184"/>
                  </a:lnTo>
                  <a:lnTo>
                    <a:pt x="468391" y="402447"/>
                  </a:lnTo>
                  <a:lnTo>
                    <a:pt x="493043" y="387011"/>
                  </a:lnTo>
                  <a:lnTo>
                    <a:pt x="517696" y="371877"/>
                  </a:lnTo>
                  <a:lnTo>
                    <a:pt x="542348" y="357045"/>
                  </a:lnTo>
                  <a:lnTo>
                    <a:pt x="567000" y="342515"/>
                  </a:lnTo>
                  <a:lnTo>
                    <a:pt x="591652" y="328287"/>
                  </a:lnTo>
                  <a:lnTo>
                    <a:pt x="616304" y="314360"/>
                  </a:lnTo>
                  <a:lnTo>
                    <a:pt x="640957" y="300736"/>
                  </a:lnTo>
                  <a:lnTo>
                    <a:pt x="665609" y="287413"/>
                  </a:lnTo>
                  <a:lnTo>
                    <a:pt x="690261" y="274392"/>
                  </a:lnTo>
                  <a:lnTo>
                    <a:pt x="714913" y="261672"/>
                  </a:lnTo>
                  <a:lnTo>
                    <a:pt x="739565" y="249255"/>
                  </a:lnTo>
                  <a:lnTo>
                    <a:pt x="764218" y="237139"/>
                  </a:lnTo>
                  <a:lnTo>
                    <a:pt x="788870" y="225325"/>
                  </a:lnTo>
                  <a:lnTo>
                    <a:pt x="813522" y="213813"/>
                  </a:lnTo>
                  <a:lnTo>
                    <a:pt x="838174" y="202603"/>
                  </a:lnTo>
                  <a:lnTo>
                    <a:pt x="862826" y="191695"/>
                  </a:lnTo>
                  <a:lnTo>
                    <a:pt x="887479" y="181088"/>
                  </a:lnTo>
                  <a:lnTo>
                    <a:pt x="912131" y="170783"/>
                  </a:lnTo>
                  <a:lnTo>
                    <a:pt x="936783" y="160780"/>
                  </a:lnTo>
                  <a:lnTo>
                    <a:pt x="961435" y="151079"/>
                  </a:lnTo>
                  <a:lnTo>
                    <a:pt x="986087" y="141680"/>
                  </a:lnTo>
                  <a:lnTo>
                    <a:pt x="1010740" y="132582"/>
                  </a:lnTo>
                  <a:lnTo>
                    <a:pt x="1035392" y="123787"/>
                  </a:lnTo>
                  <a:lnTo>
                    <a:pt x="1060044" y="115293"/>
                  </a:lnTo>
                  <a:lnTo>
                    <a:pt x="1084696" y="107101"/>
                  </a:lnTo>
                  <a:lnTo>
                    <a:pt x="1109348" y="99210"/>
                  </a:lnTo>
                  <a:lnTo>
                    <a:pt x="1134001" y="91622"/>
                  </a:lnTo>
                  <a:lnTo>
                    <a:pt x="1158653" y="84335"/>
                  </a:lnTo>
                  <a:lnTo>
                    <a:pt x="1183305" y="77350"/>
                  </a:lnTo>
                  <a:lnTo>
                    <a:pt x="1207957" y="70667"/>
                  </a:lnTo>
                  <a:lnTo>
                    <a:pt x="1232609" y="64286"/>
                  </a:lnTo>
                  <a:lnTo>
                    <a:pt x="1257262" y="58207"/>
                  </a:lnTo>
                  <a:lnTo>
                    <a:pt x="1281914" y="52429"/>
                  </a:lnTo>
                  <a:lnTo>
                    <a:pt x="1306566" y="46953"/>
                  </a:lnTo>
                  <a:lnTo>
                    <a:pt x="1331218" y="41780"/>
                  </a:lnTo>
                  <a:lnTo>
                    <a:pt x="1355870" y="36907"/>
                  </a:lnTo>
                  <a:lnTo>
                    <a:pt x="1380523" y="32337"/>
                  </a:lnTo>
                  <a:lnTo>
                    <a:pt x="1405175" y="28069"/>
                  </a:lnTo>
                  <a:lnTo>
                    <a:pt x="1429827" y="24102"/>
                  </a:lnTo>
                  <a:lnTo>
                    <a:pt x="1454479" y="20437"/>
                  </a:lnTo>
                  <a:lnTo>
                    <a:pt x="1479131" y="17074"/>
                  </a:lnTo>
                  <a:lnTo>
                    <a:pt x="1503784" y="14013"/>
                  </a:lnTo>
                  <a:lnTo>
                    <a:pt x="1528436" y="11253"/>
                  </a:lnTo>
                  <a:lnTo>
                    <a:pt x="1553088" y="8795"/>
                  </a:lnTo>
                  <a:lnTo>
                    <a:pt x="1577740" y="6640"/>
                  </a:lnTo>
                  <a:lnTo>
                    <a:pt x="1602392" y="4786"/>
                  </a:lnTo>
                  <a:lnTo>
                    <a:pt x="1627045" y="3233"/>
                  </a:lnTo>
                  <a:lnTo>
                    <a:pt x="1651697" y="1983"/>
                  </a:lnTo>
                  <a:lnTo>
                    <a:pt x="1676349" y="1034"/>
                  </a:lnTo>
                  <a:lnTo>
                    <a:pt x="1701001" y="388"/>
                  </a:lnTo>
                  <a:lnTo>
                    <a:pt x="1725653" y="43"/>
                  </a:lnTo>
                  <a:lnTo>
                    <a:pt x="1750306" y="0"/>
                  </a:lnTo>
                  <a:lnTo>
                    <a:pt x="1774958" y="258"/>
                  </a:lnTo>
                  <a:lnTo>
                    <a:pt x="1799610" y="819"/>
                  </a:lnTo>
                  <a:lnTo>
                    <a:pt x="1824262" y="1681"/>
                  </a:lnTo>
                  <a:lnTo>
                    <a:pt x="1848914" y="2845"/>
                  </a:lnTo>
                  <a:lnTo>
                    <a:pt x="1873566" y="4311"/>
                  </a:lnTo>
                  <a:lnTo>
                    <a:pt x="1898219" y="6079"/>
                  </a:lnTo>
                  <a:lnTo>
                    <a:pt x="1922871" y="8148"/>
                  </a:lnTo>
                  <a:lnTo>
                    <a:pt x="1947523" y="1052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tx2945"/>
            <p:cNvSpPr/>
            <p:nvPr/>
          </p:nvSpPr>
          <p:spPr>
            <a:xfrm>
              <a:off x="5519788" y="473839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946" name="tx2946"/>
            <p:cNvSpPr/>
            <p:nvPr/>
          </p:nvSpPr>
          <p:spPr>
            <a:xfrm>
              <a:off x="5593534" y="471351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47" name="tx2947"/>
            <p:cNvSpPr/>
            <p:nvPr/>
          </p:nvSpPr>
          <p:spPr>
            <a:xfrm>
              <a:off x="5628143" y="480203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48" name="tx2948"/>
            <p:cNvSpPr/>
            <p:nvPr/>
          </p:nvSpPr>
          <p:spPr>
            <a:xfrm>
              <a:off x="5652495" y="477542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949" name="tx2949"/>
            <p:cNvSpPr/>
            <p:nvPr/>
          </p:nvSpPr>
          <p:spPr>
            <a:xfrm>
              <a:off x="5704411" y="480203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50" name="tx2950"/>
            <p:cNvSpPr/>
            <p:nvPr/>
          </p:nvSpPr>
          <p:spPr>
            <a:xfrm>
              <a:off x="5728763" y="473705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2951" name="tx2951"/>
            <p:cNvSpPr/>
            <p:nvPr/>
          </p:nvSpPr>
          <p:spPr>
            <a:xfrm>
              <a:off x="5519788" y="4831389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952" name="tx2952"/>
            <p:cNvSpPr/>
            <p:nvPr/>
          </p:nvSpPr>
          <p:spPr>
            <a:xfrm>
              <a:off x="5593534" y="480650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53" name="tx2953"/>
            <p:cNvSpPr/>
            <p:nvPr/>
          </p:nvSpPr>
          <p:spPr>
            <a:xfrm>
              <a:off x="5628143" y="489502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54" name="tx2954"/>
            <p:cNvSpPr/>
            <p:nvPr/>
          </p:nvSpPr>
          <p:spPr>
            <a:xfrm>
              <a:off x="5652495" y="486841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955" name="tx2955"/>
            <p:cNvSpPr/>
            <p:nvPr/>
          </p:nvSpPr>
          <p:spPr>
            <a:xfrm>
              <a:off x="5704411" y="489502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56" name="tx2956"/>
            <p:cNvSpPr/>
            <p:nvPr/>
          </p:nvSpPr>
          <p:spPr>
            <a:xfrm>
              <a:off x="5728763" y="483004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0.70</a:t>
              </a:r>
            </a:p>
          </p:txBody>
        </p:sp>
        <p:sp>
          <p:nvSpPr>
            <p:cNvPr id="2957" name="pl2957"/>
            <p:cNvSpPr/>
            <p:nvPr/>
          </p:nvSpPr>
          <p:spPr>
            <a:xfrm>
              <a:off x="7592907" y="200169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l2958"/>
            <p:cNvSpPr/>
            <p:nvPr/>
          </p:nvSpPr>
          <p:spPr>
            <a:xfrm>
              <a:off x="7592907" y="163593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l2959"/>
            <p:cNvSpPr/>
            <p:nvPr/>
          </p:nvSpPr>
          <p:spPr>
            <a:xfrm>
              <a:off x="7592907" y="127016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l2960"/>
            <p:cNvSpPr/>
            <p:nvPr/>
          </p:nvSpPr>
          <p:spPr>
            <a:xfrm>
              <a:off x="7592907" y="90440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l2961"/>
            <p:cNvSpPr/>
            <p:nvPr/>
          </p:nvSpPr>
          <p:spPr>
            <a:xfrm>
              <a:off x="7592907" y="53863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l2962"/>
            <p:cNvSpPr/>
            <p:nvPr/>
          </p:nvSpPr>
          <p:spPr>
            <a:xfrm>
              <a:off x="7893151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l2963"/>
            <p:cNvSpPr/>
            <p:nvPr/>
          </p:nvSpPr>
          <p:spPr>
            <a:xfrm>
              <a:off x="8298885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l2964"/>
            <p:cNvSpPr/>
            <p:nvPr/>
          </p:nvSpPr>
          <p:spPr>
            <a:xfrm>
              <a:off x="8704619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l2965"/>
            <p:cNvSpPr/>
            <p:nvPr/>
          </p:nvSpPr>
          <p:spPr>
            <a:xfrm>
              <a:off x="9110353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l2966"/>
            <p:cNvSpPr/>
            <p:nvPr/>
          </p:nvSpPr>
          <p:spPr>
            <a:xfrm>
              <a:off x="9516087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l2967"/>
            <p:cNvSpPr/>
            <p:nvPr/>
          </p:nvSpPr>
          <p:spPr>
            <a:xfrm>
              <a:off x="7592907" y="218457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l2968"/>
            <p:cNvSpPr/>
            <p:nvPr/>
          </p:nvSpPr>
          <p:spPr>
            <a:xfrm>
              <a:off x="7592907" y="1818813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l2969"/>
            <p:cNvSpPr/>
            <p:nvPr/>
          </p:nvSpPr>
          <p:spPr>
            <a:xfrm>
              <a:off x="7592907" y="145304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l2970"/>
            <p:cNvSpPr/>
            <p:nvPr/>
          </p:nvSpPr>
          <p:spPr>
            <a:xfrm>
              <a:off x="7592907" y="1087284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l2971"/>
            <p:cNvSpPr/>
            <p:nvPr/>
          </p:nvSpPr>
          <p:spPr>
            <a:xfrm>
              <a:off x="7592907" y="72151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l2972"/>
            <p:cNvSpPr/>
            <p:nvPr/>
          </p:nvSpPr>
          <p:spPr>
            <a:xfrm>
              <a:off x="7690283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l2973"/>
            <p:cNvSpPr/>
            <p:nvPr/>
          </p:nvSpPr>
          <p:spPr>
            <a:xfrm>
              <a:off x="8096018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l2974"/>
            <p:cNvSpPr/>
            <p:nvPr/>
          </p:nvSpPr>
          <p:spPr>
            <a:xfrm>
              <a:off x="8501752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l2975"/>
            <p:cNvSpPr/>
            <p:nvPr/>
          </p:nvSpPr>
          <p:spPr>
            <a:xfrm>
              <a:off x="8907486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l2976"/>
            <p:cNvSpPr/>
            <p:nvPr/>
          </p:nvSpPr>
          <p:spPr>
            <a:xfrm>
              <a:off x="9313220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l2977"/>
            <p:cNvSpPr/>
            <p:nvPr/>
          </p:nvSpPr>
          <p:spPr>
            <a:xfrm>
              <a:off x="9718954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8483701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8159114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8483701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8483701" y="123992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8889435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824026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7996820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8483701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84837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7672233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783452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7996820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7834526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8645995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783452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783452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8159114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85648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7834526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848370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767223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8321407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8727141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8645995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84837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864599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824026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913287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864599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8483701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8727141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815911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8564848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8321407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856484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8159114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8645995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8321407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7672233" y="18251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8159114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7672233" y="21421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8645995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7672233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8483701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880828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7672233" y="21177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8645995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7672233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7834526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880828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8159114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7672233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8159114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8727141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8483701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888943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905172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8645995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864599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8970582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7996820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897058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864599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897058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8159114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848370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8808288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7996820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880828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8483701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897058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824026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807796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815911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815911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848370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897058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8645995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8159114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815911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815911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7672233" y="20811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85648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9132876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791567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799682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8321407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7915673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848370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815911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832140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840255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84837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84837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84837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8159114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799682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7996820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815911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815911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815911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7996820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7996820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815911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83214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8159114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7996820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83214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832140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832140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832140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832140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8321407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7996820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8321407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824026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84837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85648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815911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84837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832140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7672233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767223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7834526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783452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783452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8402554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8402554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864599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8483701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8159114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8159114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856484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8159114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83214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807796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8159114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8159114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783452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7996820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799682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7996820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83214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8321407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815911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815911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8483701" y="10082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85648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880828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880828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848370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8159114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7996820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848370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83214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83214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83214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83214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7672233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7834526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767223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8159114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8321407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8321407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83214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767223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767223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783452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7996820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824026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83214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8159114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8159114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8159114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83214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83214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8159114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8159114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8321407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848370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83214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848370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9132876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872714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872714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7834526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8159114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8159114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8159114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8159114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8159114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t3225"/>
            <p:cNvSpPr/>
            <p:nvPr/>
          </p:nvSpPr>
          <p:spPr>
            <a:xfrm>
              <a:off x="815911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t3226"/>
            <p:cNvSpPr/>
            <p:nvPr/>
          </p:nvSpPr>
          <p:spPr>
            <a:xfrm>
              <a:off x="83214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t3227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t3228"/>
            <p:cNvSpPr/>
            <p:nvPr/>
          </p:nvSpPr>
          <p:spPr>
            <a:xfrm>
              <a:off x="848370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t3229"/>
            <p:cNvSpPr/>
            <p:nvPr/>
          </p:nvSpPr>
          <p:spPr>
            <a:xfrm>
              <a:off x="8321407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t3230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t3231"/>
            <p:cNvSpPr/>
            <p:nvPr/>
          </p:nvSpPr>
          <p:spPr>
            <a:xfrm>
              <a:off x="840255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t3232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t3233"/>
            <p:cNvSpPr/>
            <p:nvPr/>
          </p:nvSpPr>
          <p:spPr>
            <a:xfrm>
              <a:off x="799682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t3234"/>
            <p:cNvSpPr/>
            <p:nvPr/>
          </p:nvSpPr>
          <p:spPr>
            <a:xfrm>
              <a:off x="8321407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t3235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t3236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t3237"/>
            <p:cNvSpPr/>
            <p:nvPr/>
          </p:nvSpPr>
          <p:spPr>
            <a:xfrm>
              <a:off x="7672233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t3238"/>
            <p:cNvSpPr/>
            <p:nvPr/>
          </p:nvSpPr>
          <p:spPr>
            <a:xfrm>
              <a:off x="767223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t3239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t3240"/>
            <p:cNvSpPr/>
            <p:nvPr/>
          </p:nvSpPr>
          <p:spPr>
            <a:xfrm>
              <a:off x="864599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t3241"/>
            <p:cNvSpPr/>
            <p:nvPr/>
          </p:nvSpPr>
          <p:spPr>
            <a:xfrm>
              <a:off x="880828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t3242"/>
            <p:cNvSpPr/>
            <p:nvPr/>
          </p:nvSpPr>
          <p:spPr>
            <a:xfrm>
              <a:off x="799682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t3243"/>
            <p:cNvSpPr/>
            <p:nvPr/>
          </p:nvSpPr>
          <p:spPr>
            <a:xfrm>
              <a:off x="8159114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t3244"/>
            <p:cNvSpPr/>
            <p:nvPr/>
          </p:nvSpPr>
          <p:spPr>
            <a:xfrm>
              <a:off x="83214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t3245"/>
            <p:cNvSpPr/>
            <p:nvPr/>
          </p:nvSpPr>
          <p:spPr>
            <a:xfrm>
              <a:off x="767223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t3246"/>
            <p:cNvSpPr/>
            <p:nvPr/>
          </p:nvSpPr>
          <p:spPr>
            <a:xfrm>
              <a:off x="7672233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t3247"/>
            <p:cNvSpPr/>
            <p:nvPr/>
          </p:nvSpPr>
          <p:spPr>
            <a:xfrm>
              <a:off x="83214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t3248"/>
            <p:cNvSpPr/>
            <p:nvPr/>
          </p:nvSpPr>
          <p:spPr>
            <a:xfrm>
              <a:off x="832140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t3249"/>
            <p:cNvSpPr/>
            <p:nvPr/>
          </p:nvSpPr>
          <p:spPr>
            <a:xfrm>
              <a:off x="832140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t3250"/>
            <p:cNvSpPr/>
            <p:nvPr/>
          </p:nvSpPr>
          <p:spPr>
            <a:xfrm>
              <a:off x="8321407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t3251"/>
            <p:cNvSpPr/>
            <p:nvPr/>
          </p:nvSpPr>
          <p:spPr>
            <a:xfrm>
              <a:off x="815911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t3252"/>
            <p:cNvSpPr/>
            <p:nvPr/>
          </p:nvSpPr>
          <p:spPr>
            <a:xfrm>
              <a:off x="7996820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t3253"/>
            <p:cNvSpPr/>
            <p:nvPr/>
          </p:nvSpPr>
          <p:spPr>
            <a:xfrm>
              <a:off x="767223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t3254"/>
            <p:cNvSpPr/>
            <p:nvPr/>
          </p:nvSpPr>
          <p:spPr>
            <a:xfrm>
              <a:off x="8159114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t3255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t3256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t3257"/>
            <p:cNvSpPr/>
            <p:nvPr/>
          </p:nvSpPr>
          <p:spPr>
            <a:xfrm>
              <a:off x="83214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t3258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t3259"/>
            <p:cNvSpPr/>
            <p:nvPr/>
          </p:nvSpPr>
          <p:spPr>
            <a:xfrm>
              <a:off x="8402554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t3260"/>
            <p:cNvSpPr/>
            <p:nvPr/>
          </p:nvSpPr>
          <p:spPr>
            <a:xfrm>
              <a:off x="7996820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t3261"/>
            <p:cNvSpPr/>
            <p:nvPr/>
          </p:nvSpPr>
          <p:spPr>
            <a:xfrm>
              <a:off x="7915673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t3262"/>
            <p:cNvSpPr/>
            <p:nvPr/>
          </p:nvSpPr>
          <p:spPr>
            <a:xfrm>
              <a:off x="83214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t3263"/>
            <p:cNvSpPr/>
            <p:nvPr/>
          </p:nvSpPr>
          <p:spPr>
            <a:xfrm>
              <a:off x="848370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t3264"/>
            <p:cNvSpPr/>
            <p:nvPr/>
          </p:nvSpPr>
          <p:spPr>
            <a:xfrm>
              <a:off x="7672233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t3265"/>
            <p:cNvSpPr/>
            <p:nvPr/>
          </p:nvSpPr>
          <p:spPr>
            <a:xfrm>
              <a:off x="767223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t3266"/>
            <p:cNvSpPr/>
            <p:nvPr/>
          </p:nvSpPr>
          <p:spPr>
            <a:xfrm>
              <a:off x="8159114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t3267"/>
            <p:cNvSpPr/>
            <p:nvPr/>
          </p:nvSpPr>
          <p:spPr>
            <a:xfrm>
              <a:off x="7996820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t3268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t3269"/>
            <p:cNvSpPr/>
            <p:nvPr/>
          </p:nvSpPr>
          <p:spPr>
            <a:xfrm>
              <a:off x="8321407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t3270"/>
            <p:cNvSpPr/>
            <p:nvPr/>
          </p:nvSpPr>
          <p:spPr>
            <a:xfrm>
              <a:off x="8159114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t3271"/>
            <p:cNvSpPr/>
            <p:nvPr/>
          </p:nvSpPr>
          <p:spPr>
            <a:xfrm>
              <a:off x="8321407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t3272"/>
            <p:cNvSpPr/>
            <p:nvPr/>
          </p:nvSpPr>
          <p:spPr>
            <a:xfrm>
              <a:off x="799682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t3273"/>
            <p:cNvSpPr/>
            <p:nvPr/>
          </p:nvSpPr>
          <p:spPr>
            <a:xfrm>
              <a:off x="8159114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t3274"/>
            <p:cNvSpPr/>
            <p:nvPr/>
          </p:nvSpPr>
          <p:spPr>
            <a:xfrm>
              <a:off x="815911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t3275"/>
            <p:cNvSpPr/>
            <p:nvPr/>
          </p:nvSpPr>
          <p:spPr>
            <a:xfrm>
              <a:off x="83214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t3276"/>
            <p:cNvSpPr/>
            <p:nvPr/>
          </p:nvSpPr>
          <p:spPr>
            <a:xfrm>
              <a:off x="83214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t3277"/>
            <p:cNvSpPr/>
            <p:nvPr/>
          </p:nvSpPr>
          <p:spPr>
            <a:xfrm>
              <a:off x="7834526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t3278"/>
            <p:cNvSpPr/>
            <p:nvPr/>
          </p:nvSpPr>
          <p:spPr>
            <a:xfrm>
              <a:off x="7834526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t3279"/>
            <p:cNvSpPr/>
            <p:nvPr/>
          </p:nvSpPr>
          <p:spPr>
            <a:xfrm>
              <a:off x="7834526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t3280"/>
            <p:cNvSpPr/>
            <p:nvPr/>
          </p:nvSpPr>
          <p:spPr>
            <a:xfrm>
              <a:off x="7834526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t3281"/>
            <p:cNvSpPr/>
            <p:nvPr/>
          </p:nvSpPr>
          <p:spPr>
            <a:xfrm>
              <a:off x="7996820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t3282"/>
            <p:cNvSpPr/>
            <p:nvPr/>
          </p:nvSpPr>
          <p:spPr>
            <a:xfrm>
              <a:off x="7996820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t3283"/>
            <p:cNvSpPr/>
            <p:nvPr/>
          </p:nvSpPr>
          <p:spPr>
            <a:xfrm>
              <a:off x="7834526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t3284"/>
            <p:cNvSpPr/>
            <p:nvPr/>
          </p:nvSpPr>
          <p:spPr>
            <a:xfrm>
              <a:off x="799682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t3285"/>
            <p:cNvSpPr/>
            <p:nvPr/>
          </p:nvSpPr>
          <p:spPr>
            <a:xfrm>
              <a:off x="8321407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t3286"/>
            <p:cNvSpPr/>
            <p:nvPr/>
          </p:nvSpPr>
          <p:spPr>
            <a:xfrm>
              <a:off x="83214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t3287"/>
            <p:cNvSpPr/>
            <p:nvPr/>
          </p:nvSpPr>
          <p:spPr>
            <a:xfrm>
              <a:off x="7834526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t3288"/>
            <p:cNvSpPr/>
            <p:nvPr/>
          </p:nvSpPr>
          <p:spPr>
            <a:xfrm>
              <a:off x="7834526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t3289"/>
            <p:cNvSpPr/>
            <p:nvPr/>
          </p:nvSpPr>
          <p:spPr>
            <a:xfrm>
              <a:off x="8159114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t3290"/>
            <p:cNvSpPr/>
            <p:nvPr/>
          </p:nvSpPr>
          <p:spPr>
            <a:xfrm>
              <a:off x="7672233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t3291"/>
            <p:cNvSpPr/>
            <p:nvPr/>
          </p:nvSpPr>
          <p:spPr>
            <a:xfrm>
              <a:off x="767223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t3292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t3293"/>
            <p:cNvSpPr/>
            <p:nvPr/>
          </p:nvSpPr>
          <p:spPr>
            <a:xfrm>
              <a:off x="8159114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t3294"/>
            <p:cNvSpPr/>
            <p:nvPr/>
          </p:nvSpPr>
          <p:spPr>
            <a:xfrm>
              <a:off x="8402554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t3295"/>
            <p:cNvSpPr/>
            <p:nvPr/>
          </p:nvSpPr>
          <p:spPr>
            <a:xfrm>
              <a:off x="864599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t3296"/>
            <p:cNvSpPr/>
            <p:nvPr/>
          </p:nvSpPr>
          <p:spPr>
            <a:xfrm>
              <a:off x="8645995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t3297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t3298"/>
            <p:cNvSpPr/>
            <p:nvPr/>
          </p:nvSpPr>
          <p:spPr>
            <a:xfrm>
              <a:off x="8645995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t3299"/>
            <p:cNvSpPr/>
            <p:nvPr/>
          </p:nvSpPr>
          <p:spPr>
            <a:xfrm>
              <a:off x="7672233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t3300"/>
            <p:cNvSpPr/>
            <p:nvPr/>
          </p:nvSpPr>
          <p:spPr>
            <a:xfrm>
              <a:off x="84837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t3301"/>
            <p:cNvSpPr/>
            <p:nvPr/>
          </p:nvSpPr>
          <p:spPr>
            <a:xfrm>
              <a:off x="84837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t3302"/>
            <p:cNvSpPr/>
            <p:nvPr/>
          </p:nvSpPr>
          <p:spPr>
            <a:xfrm>
              <a:off x="832140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t3303"/>
            <p:cNvSpPr/>
            <p:nvPr/>
          </p:nvSpPr>
          <p:spPr>
            <a:xfrm>
              <a:off x="8321407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t3304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t3305"/>
            <p:cNvSpPr/>
            <p:nvPr/>
          </p:nvSpPr>
          <p:spPr>
            <a:xfrm>
              <a:off x="864599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t3306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t3307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t3308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t3309"/>
            <p:cNvSpPr/>
            <p:nvPr/>
          </p:nvSpPr>
          <p:spPr>
            <a:xfrm>
              <a:off x="815911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t3310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t3311"/>
            <p:cNvSpPr/>
            <p:nvPr/>
          </p:nvSpPr>
          <p:spPr>
            <a:xfrm>
              <a:off x="83214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t3312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t3313"/>
            <p:cNvSpPr/>
            <p:nvPr/>
          </p:nvSpPr>
          <p:spPr>
            <a:xfrm>
              <a:off x="84837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t3314"/>
            <p:cNvSpPr/>
            <p:nvPr/>
          </p:nvSpPr>
          <p:spPr>
            <a:xfrm>
              <a:off x="767223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t3315"/>
            <p:cNvSpPr/>
            <p:nvPr/>
          </p:nvSpPr>
          <p:spPr>
            <a:xfrm>
              <a:off x="799682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t3316"/>
            <p:cNvSpPr/>
            <p:nvPr/>
          </p:nvSpPr>
          <p:spPr>
            <a:xfrm>
              <a:off x="8159114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t3317"/>
            <p:cNvSpPr/>
            <p:nvPr/>
          </p:nvSpPr>
          <p:spPr>
            <a:xfrm>
              <a:off x="7834526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t3318"/>
            <p:cNvSpPr/>
            <p:nvPr/>
          </p:nvSpPr>
          <p:spPr>
            <a:xfrm>
              <a:off x="799682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t3319"/>
            <p:cNvSpPr/>
            <p:nvPr/>
          </p:nvSpPr>
          <p:spPr>
            <a:xfrm>
              <a:off x="7996820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t3320"/>
            <p:cNvSpPr/>
            <p:nvPr/>
          </p:nvSpPr>
          <p:spPr>
            <a:xfrm>
              <a:off x="83214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t3321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t3322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t3323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t3324"/>
            <p:cNvSpPr/>
            <p:nvPr/>
          </p:nvSpPr>
          <p:spPr>
            <a:xfrm>
              <a:off x="83214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t3325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t3326"/>
            <p:cNvSpPr/>
            <p:nvPr/>
          </p:nvSpPr>
          <p:spPr>
            <a:xfrm>
              <a:off x="83214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t3327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t3328"/>
            <p:cNvSpPr/>
            <p:nvPr/>
          </p:nvSpPr>
          <p:spPr>
            <a:xfrm>
              <a:off x="8321407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t3329"/>
            <p:cNvSpPr/>
            <p:nvPr/>
          </p:nvSpPr>
          <p:spPr>
            <a:xfrm>
              <a:off x="84837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t3330"/>
            <p:cNvSpPr/>
            <p:nvPr/>
          </p:nvSpPr>
          <p:spPr>
            <a:xfrm>
              <a:off x="84837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t3331"/>
            <p:cNvSpPr/>
            <p:nvPr/>
          </p:nvSpPr>
          <p:spPr>
            <a:xfrm>
              <a:off x="848370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t3332"/>
            <p:cNvSpPr/>
            <p:nvPr/>
          </p:nvSpPr>
          <p:spPr>
            <a:xfrm>
              <a:off x="8564848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t3333"/>
            <p:cNvSpPr/>
            <p:nvPr/>
          </p:nvSpPr>
          <p:spPr>
            <a:xfrm>
              <a:off x="7672233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t3334"/>
            <p:cNvSpPr/>
            <p:nvPr/>
          </p:nvSpPr>
          <p:spPr>
            <a:xfrm>
              <a:off x="7672233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t3335"/>
            <p:cNvSpPr/>
            <p:nvPr/>
          </p:nvSpPr>
          <p:spPr>
            <a:xfrm>
              <a:off x="7996820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t3336"/>
            <p:cNvSpPr/>
            <p:nvPr/>
          </p:nvSpPr>
          <p:spPr>
            <a:xfrm>
              <a:off x="7996820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t3337"/>
            <p:cNvSpPr/>
            <p:nvPr/>
          </p:nvSpPr>
          <p:spPr>
            <a:xfrm>
              <a:off x="7834526" y="20080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t3338"/>
            <p:cNvSpPr/>
            <p:nvPr/>
          </p:nvSpPr>
          <p:spPr>
            <a:xfrm>
              <a:off x="7834526" y="19104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t3339"/>
            <p:cNvSpPr/>
            <p:nvPr/>
          </p:nvSpPr>
          <p:spPr>
            <a:xfrm>
              <a:off x="832140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t3340"/>
            <p:cNvSpPr/>
            <p:nvPr/>
          </p:nvSpPr>
          <p:spPr>
            <a:xfrm>
              <a:off x="8321407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t3341"/>
            <p:cNvSpPr/>
            <p:nvPr/>
          </p:nvSpPr>
          <p:spPr>
            <a:xfrm>
              <a:off x="83214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t3342"/>
            <p:cNvSpPr/>
            <p:nvPr/>
          </p:nvSpPr>
          <p:spPr>
            <a:xfrm>
              <a:off x="767223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t3343"/>
            <p:cNvSpPr/>
            <p:nvPr/>
          </p:nvSpPr>
          <p:spPr>
            <a:xfrm>
              <a:off x="8483701" y="102046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t3344"/>
            <p:cNvSpPr/>
            <p:nvPr/>
          </p:nvSpPr>
          <p:spPr>
            <a:xfrm>
              <a:off x="864599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t3345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t3346"/>
            <p:cNvSpPr/>
            <p:nvPr/>
          </p:nvSpPr>
          <p:spPr>
            <a:xfrm>
              <a:off x="7996820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t3347"/>
            <p:cNvSpPr/>
            <p:nvPr/>
          </p:nvSpPr>
          <p:spPr>
            <a:xfrm>
              <a:off x="7834526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t3348"/>
            <p:cNvSpPr/>
            <p:nvPr/>
          </p:nvSpPr>
          <p:spPr>
            <a:xfrm>
              <a:off x="7834526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t3349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t3350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t3351"/>
            <p:cNvSpPr/>
            <p:nvPr/>
          </p:nvSpPr>
          <p:spPr>
            <a:xfrm>
              <a:off x="7672233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t3352"/>
            <p:cNvSpPr/>
            <p:nvPr/>
          </p:nvSpPr>
          <p:spPr>
            <a:xfrm>
              <a:off x="7672233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t3353"/>
            <p:cNvSpPr/>
            <p:nvPr/>
          </p:nvSpPr>
          <p:spPr>
            <a:xfrm>
              <a:off x="799682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t3354"/>
            <p:cNvSpPr/>
            <p:nvPr/>
          </p:nvSpPr>
          <p:spPr>
            <a:xfrm>
              <a:off x="7996820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t3355"/>
            <p:cNvSpPr/>
            <p:nvPr/>
          </p:nvSpPr>
          <p:spPr>
            <a:xfrm>
              <a:off x="7996820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t3356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t3357"/>
            <p:cNvSpPr/>
            <p:nvPr/>
          </p:nvSpPr>
          <p:spPr>
            <a:xfrm>
              <a:off x="8159114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t3358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t3359"/>
            <p:cNvSpPr/>
            <p:nvPr/>
          </p:nvSpPr>
          <p:spPr>
            <a:xfrm>
              <a:off x="83214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t3360"/>
            <p:cNvSpPr/>
            <p:nvPr/>
          </p:nvSpPr>
          <p:spPr>
            <a:xfrm>
              <a:off x="8321407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t3361"/>
            <p:cNvSpPr/>
            <p:nvPr/>
          </p:nvSpPr>
          <p:spPr>
            <a:xfrm>
              <a:off x="815911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t3362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t3363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t3364"/>
            <p:cNvSpPr/>
            <p:nvPr/>
          </p:nvSpPr>
          <p:spPr>
            <a:xfrm>
              <a:off x="8483701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t3365"/>
            <p:cNvSpPr/>
            <p:nvPr/>
          </p:nvSpPr>
          <p:spPr>
            <a:xfrm>
              <a:off x="8159114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t3366"/>
            <p:cNvSpPr/>
            <p:nvPr/>
          </p:nvSpPr>
          <p:spPr>
            <a:xfrm>
              <a:off x="8159114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t3367"/>
            <p:cNvSpPr/>
            <p:nvPr/>
          </p:nvSpPr>
          <p:spPr>
            <a:xfrm>
              <a:off x="767223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t3368"/>
            <p:cNvSpPr/>
            <p:nvPr/>
          </p:nvSpPr>
          <p:spPr>
            <a:xfrm>
              <a:off x="7996820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t3369"/>
            <p:cNvSpPr/>
            <p:nvPr/>
          </p:nvSpPr>
          <p:spPr>
            <a:xfrm>
              <a:off x="783452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t3370"/>
            <p:cNvSpPr/>
            <p:nvPr/>
          </p:nvSpPr>
          <p:spPr>
            <a:xfrm>
              <a:off x="8159114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t3371"/>
            <p:cNvSpPr/>
            <p:nvPr/>
          </p:nvSpPr>
          <p:spPr>
            <a:xfrm>
              <a:off x="767223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t3372"/>
            <p:cNvSpPr/>
            <p:nvPr/>
          </p:nvSpPr>
          <p:spPr>
            <a:xfrm>
              <a:off x="783452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t3373"/>
            <p:cNvSpPr/>
            <p:nvPr/>
          </p:nvSpPr>
          <p:spPr>
            <a:xfrm>
              <a:off x="7834526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t3374"/>
            <p:cNvSpPr/>
            <p:nvPr/>
          </p:nvSpPr>
          <p:spPr>
            <a:xfrm>
              <a:off x="864599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t3375"/>
            <p:cNvSpPr/>
            <p:nvPr/>
          </p:nvSpPr>
          <p:spPr>
            <a:xfrm>
              <a:off x="864599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t3376"/>
            <p:cNvSpPr/>
            <p:nvPr/>
          </p:nvSpPr>
          <p:spPr>
            <a:xfrm>
              <a:off x="83214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t3377"/>
            <p:cNvSpPr/>
            <p:nvPr/>
          </p:nvSpPr>
          <p:spPr>
            <a:xfrm>
              <a:off x="848370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t3378"/>
            <p:cNvSpPr/>
            <p:nvPr/>
          </p:nvSpPr>
          <p:spPr>
            <a:xfrm>
              <a:off x="84837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t3379"/>
            <p:cNvSpPr/>
            <p:nvPr/>
          </p:nvSpPr>
          <p:spPr>
            <a:xfrm>
              <a:off x="8645995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t3380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t3381"/>
            <p:cNvSpPr/>
            <p:nvPr/>
          </p:nvSpPr>
          <p:spPr>
            <a:xfrm>
              <a:off x="767223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t3382"/>
            <p:cNvSpPr/>
            <p:nvPr/>
          </p:nvSpPr>
          <p:spPr>
            <a:xfrm>
              <a:off x="815911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t3383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t3384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t3385"/>
            <p:cNvSpPr/>
            <p:nvPr/>
          </p:nvSpPr>
          <p:spPr>
            <a:xfrm>
              <a:off x="83214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t3386"/>
            <p:cNvSpPr/>
            <p:nvPr/>
          </p:nvSpPr>
          <p:spPr>
            <a:xfrm>
              <a:off x="864599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t3387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t3388"/>
            <p:cNvSpPr/>
            <p:nvPr/>
          </p:nvSpPr>
          <p:spPr>
            <a:xfrm>
              <a:off x="8645995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t3389"/>
            <p:cNvSpPr/>
            <p:nvPr/>
          </p:nvSpPr>
          <p:spPr>
            <a:xfrm>
              <a:off x="7672233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t3390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t3391"/>
            <p:cNvSpPr/>
            <p:nvPr/>
          </p:nvSpPr>
          <p:spPr>
            <a:xfrm>
              <a:off x="8159114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t3392"/>
            <p:cNvSpPr/>
            <p:nvPr/>
          </p:nvSpPr>
          <p:spPr>
            <a:xfrm>
              <a:off x="8159114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t3393"/>
            <p:cNvSpPr/>
            <p:nvPr/>
          </p:nvSpPr>
          <p:spPr>
            <a:xfrm>
              <a:off x="8159114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t3394"/>
            <p:cNvSpPr/>
            <p:nvPr/>
          </p:nvSpPr>
          <p:spPr>
            <a:xfrm>
              <a:off x="8159114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t3395"/>
            <p:cNvSpPr/>
            <p:nvPr/>
          </p:nvSpPr>
          <p:spPr>
            <a:xfrm>
              <a:off x="84837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t3396"/>
            <p:cNvSpPr/>
            <p:nvPr/>
          </p:nvSpPr>
          <p:spPr>
            <a:xfrm>
              <a:off x="848370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t3397"/>
            <p:cNvSpPr/>
            <p:nvPr/>
          </p:nvSpPr>
          <p:spPr>
            <a:xfrm>
              <a:off x="7672233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t3398"/>
            <p:cNvSpPr/>
            <p:nvPr/>
          </p:nvSpPr>
          <p:spPr>
            <a:xfrm>
              <a:off x="8321407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t3399"/>
            <p:cNvSpPr/>
            <p:nvPr/>
          </p:nvSpPr>
          <p:spPr>
            <a:xfrm>
              <a:off x="815911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t3400"/>
            <p:cNvSpPr/>
            <p:nvPr/>
          </p:nvSpPr>
          <p:spPr>
            <a:xfrm>
              <a:off x="8483701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t3401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t3402"/>
            <p:cNvSpPr/>
            <p:nvPr/>
          </p:nvSpPr>
          <p:spPr>
            <a:xfrm>
              <a:off x="8483701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t3403"/>
            <p:cNvSpPr/>
            <p:nvPr/>
          </p:nvSpPr>
          <p:spPr>
            <a:xfrm>
              <a:off x="7834526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t3404"/>
            <p:cNvSpPr/>
            <p:nvPr/>
          </p:nvSpPr>
          <p:spPr>
            <a:xfrm>
              <a:off x="7672233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t3405"/>
            <p:cNvSpPr/>
            <p:nvPr/>
          </p:nvSpPr>
          <p:spPr>
            <a:xfrm>
              <a:off x="83214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t3406"/>
            <p:cNvSpPr/>
            <p:nvPr/>
          </p:nvSpPr>
          <p:spPr>
            <a:xfrm>
              <a:off x="815911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t3407"/>
            <p:cNvSpPr/>
            <p:nvPr/>
          </p:nvSpPr>
          <p:spPr>
            <a:xfrm>
              <a:off x="84837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t3408"/>
            <p:cNvSpPr/>
            <p:nvPr/>
          </p:nvSpPr>
          <p:spPr>
            <a:xfrm>
              <a:off x="84837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t3409"/>
            <p:cNvSpPr/>
            <p:nvPr/>
          </p:nvSpPr>
          <p:spPr>
            <a:xfrm>
              <a:off x="84837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t3410"/>
            <p:cNvSpPr/>
            <p:nvPr/>
          </p:nvSpPr>
          <p:spPr>
            <a:xfrm>
              <a:off x="864599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t3411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t3412"/>
            <p:cNvSpPr/>
            <p:nvPr/>
          </p:nvSpPr>
          <p:spPr>
            <a:xfrm>
              <a:off x="913287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t3413"/>
            <p:cNvSpPr/>
            <p:nvPr/>
          </p:nvSpPr>
          <p:spPr>
            <a:xfrm>
              <a:off x="84837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t3414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t3415"/>
            <p:cNvSpPr/>
            <p:nvPr/>
          </p:nvSpPr>
          <p:spPr>
            <a:xfrm>
              <a:off x="8564848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t3416"/>
            <p:cNvSpPr/>
            <p:nvPr/>
          </p:nvSpPr>
          <p:spPr>
            <a:xfrm>
              <a:off x="848370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t3417"/>
            <p:cNvSpPr/>
            <p:nvPr/>
          </p:nvSpPr>
          <p:spPr>
            <a:xfrm>
              <a:off x="872714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t3418"/>
            <p:cNvSpPr/>
            <p:nvPr/>
          </p:nvSpPr>
          <p:spPr>
            <a:xfrm>
              <a:off x="767223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t3419"/>
            <p:cNvSpPr/>
            <p:nvPr/>
          </p:nvSpPr>
          <p:spPr>
            <a:xfrm>
              <a:off x="767223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t3420"/>
            <p:cNvSpPr/>
            <p:nvPr/>
          </p:nvSpPr>
          <p:spPr>
            <a:xfrm>
              <a:off x="7753380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t3421"/>
            <p:cNvSpPr/>
            <p:nvPr/>
          </p:nvSpPr>
          <p:spPr>
            <a:xfrm>
              <a:off x="767223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t3422"/>
            <p:cNvSpPr/>
            <p:nvPr/>
          </p:nvSpPr>
          <p:spPr>
            <a:xfrm>
              <a:off x="8321407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t3423"/>
            <p:cNvSpPr/>
            <p:nvPr/>
          </p:nvSpPr>
          <p:spPr>
            <a:xfrm>
              <a:off x="84837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t3424"/>
            <p:cNvSpPr/>
            <p:nvPr/>
          </p:nvSpPr>
          <p:spPr>
            <a:xfrm>
              <a:off x="872714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t3425"/>
            <p:cNvSpPr/>
            <p:nvPr/>
          </p:nvSpPr>
          <p:spPr>
            <a:xfrm>
              <a:off x="864599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t3426"/>
            <p:cNvSpPr/>
            <p:nvPr/>
          </p:nvSpPr>
          <p:spPr>
            <a:xfrm>
              <a:off x="8645995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t3427"/>
            <p:cNvSpPr/>
            <p:nvPr/>
          </p:nvSpPr>
          <p:spPr>
            <a:xfrm>
              <a:off x="84837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t3428"/>
            <p:cNvSpPr/>
            <p:nvPr/>
          </p:nvSpPr>
          <p:spPr>
            <a:xfrm>
              <a:off x="856484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t3429"/>
            <p:cNvSpPr/>
            <p:nvPr/>
          </p:nvSpPr>
          <p:spPr>
            <a:xfrm>
              <a:off x="864599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t3430"/>
            <p:cNvSpPr/>
            <p:nvPr/>
          </p:nvSpPr>
          <p:spPr>
            <a:xfrm>
              <a:off x="864599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t3431"/>
            <p:cNvSpPr/>
            <p:nvPr/>
          </p:nvSpPr>
          <p:spPr>
            <a:xfrm>
              <a:off x="7996820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t3432"/>
            <p:cNvSpPr/>
            <p:nvPr/>
          </p:nvSpPr>
          <p:spPr>
            <a:xfrm>
              <a:off x="8321407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t3433"/>
            <p:cNvSpPr/>
            <p:nvPr/>
          </p:nvSpPr>
          <p:spPr>
            <a:xfrm>
              <a:off x="8159114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t3434"/>
            <p:cNvSpPr/>
            <p:nvPr/>
          </p:nvSpPr>
          <p:spPr>
            <a:xfrm>
              <a:off x="783452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t3435"/>
            <p:cNvSpPr/>
            <p:nvPr/>
          </p:nvSpPr>
          <p:spPr>
            <a:xfrm>
              <a:off x="8321407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t3436"/>
            <p:cNvSpPr/>
            <p:nvPr/>
          </p:nvSpPr>
          <p:spPr>
            <a:xfrm>
              <a:off x="864599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t3437"/>
            <p:cNvSpPr/>
            <p:nvPr/>
          </p:nvSpPr>
          <p:spPr>
            <a:xfrm>
              <a:off x="8645995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t3438"/>
            <p:cNvSpPr/>
            <p:nvPr/>
          </p:nvSpPr>
          <p:spPr>
            <a:xfrm>
              <a:off x="815911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t3439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t3440"/>
            <p:cNvSpPr/>
            <p:nvPr/>
          </p:nvSpPr>
          <p:spPr>
            <a:xfrm>
              <a:off x="8321407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t3441"/>
            <p:cNvSpPr/>
            <p:nvPr/>
          </p:nvSpPr>
          <p:spPr>
            <a:xfrm>
              <a:off x="8483701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t3442"/>
            <p:cNvSpPr/>
            <p:nvPr/>
          </p:nvSpPr>
          <p:spPr>
            <a:xfrm>
              <a:off x="8483701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t3443"/>
            <p:cNvSpPr/>
            <p:nvPr/>
          </p:nvSpPr>
          <p:spPr>
            <a:xfrm>
              <a:off x="85648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t3444"/>
            <p:cNvSpPr/>
            <p:nvPr/>
          </p:nvSpPr>
          <p:spPr>
            <a:xfrm>
              <a:off x="85648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t3445"/>
            <p:cNvSpPr/>
            <p:nvPr/>
          </p:nvSpPr>
          <p:spPr>
            <a:xfrm>
              <a:off x="864599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t3446"/>
            <p:cNvSpPr/>
            <p:nvPr/>
          </p:nvSpPr>
          <p:spPr>
            <a:xfrm>
              <a:off x="8321407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t3447"/>
            <p:cNvSpPr/>
            <p:nvPr/>
          </p:nvSpPr>
          <p:spPr>
            <a:xfrm>
              <a:off x="848370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t3448"/>
            <p:cNvSpPr/>
            <p:nvPr/>
          </p:nvSpPr>
          <p:spPr>
            <a:xfrm>
              <a:off x="8159114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t3449"/>
            <p:cNvSpPr/>
            <p:nvPr/>
          </p:nvSpPr>
          <p:spPr>
            <a:xfrm>
              <a:off x="864599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t3450"/>
            <p:cNvSpPr/>
            <p:nvPr/>
          </p:nvSpPr>
          <p:spPr>
            <a:xfrm>
              <a:off x="8645995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t3451"/>
            <p:cNvSpPr/>
            <p:nvPr/>
          </p:nvSpPr>
          <p:spPr>
            <a:xfrm>
              <a:off x="84837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t3452"/>
            <p:cNvSpPr/>
            <p:nvPr/>
          </p:nvSpPr>
          <p:spPr>
            <a:xfrm>
              <a:off x="84837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t3453"/>
            <p:cNvSpPr/>
            <p:nvPr/>
          </p:nvSpPr>
          <p:spPr>
            <a:xfrm>
              <a:off x="897058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t3454"/>
            <p:cNvSpPr/>
            <p:nvPr/>
          </p:nvSpPr>
          <p:spPr>
            <a:xfrm>
              <a:off x="83214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t3455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t3456"/>
            <p:cNvSpPr/>
            <p:nvPr/>
          </p:nvSpPr>
          <p:spPr>
            <a:xfrm>
              <a:off x="767223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t3457"/>
            <p:cNvSpPr/>
            <p:nvPr/>
          </p:nvSpPr>
          <p:spPr>
            <a:xfrm>
              <a:off x="767223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t3458"/>
            <p:cNvSpPr/>
            <p:nvPr/>
          </p:nvSpPr>
          <p:spPr>
            <a:xfrm>
              <a:off x="783452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t3459"/>
            <p:cNvSpPr/>
            <p:nvPr/>
          </p:nvSpPr>
          <p:spPr>
            <a:xfrm>
              <a:off x="815911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t3460"/>
            <p:cNvSpPr/>
            <p:nvPr/>
          </p:nvSpPr>
          <p:spPr>
            <a:xfrm>
              <a:off x="8483701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t3461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t3462"/>
            <p:cNvSpPr/>
            <p:nvPr/>
          </p:nvSpPr>
          <p:spPr>
            <a:xfrm>
              <a:off x="8483701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t3463"/>
            <p:cNvSpPr/>
            <p:nvPr/>
          </p:nvSpPr>
          <p:spPr>
            <a:xfrm>
              <a:off x="7672233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t3464"/>
            <p:cNvSpPr/>
            <p:nvPr/>
          </p:nvSpPr>
          <p:spPr>
            <a:xfrm>
              <a:off x="7672233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t3465"/>
            <p:cNvSpPr/>
            <p:nvPr/>
          </p:nvSpPr>
          <p:spPr>
            <a:xfrm>
              <a:off x="84837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t3466"/>
            <p:cNvSpPr/>
            <p:nvPr/>
          </p:nvSpPr>
          <p:spPr>
            <a:xfrm>
              <a:off x="8321407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t3467"/>
            <p:cNvSpPr/>
            <p:nvPr/>
          </p:nvSpPr>
          <p:spPr>
            <a:xfrm>
              <a:off x="864599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t3468"/>
            <p:cNvSpPr/>
            <p:nvPr/>
          </p:nvSpPr>
          <p:spPr>
            <a:xfrm>
              <a:off x="8645995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t3469"/>
            <p:cNvSpPr/>
            <p:nvPr/>
          </p:nvSpPr>
          <p:spPr>
            <a:xfrm>
              <a:off x="8483701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t3470"/>
            <p:cNvSpPr/>
            <p:nvPr/>
          </p:nvSpPr>
          <p:spPr>
            <a:xfrm>
              <a:off x="856484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t3471"/>
            <p:cNvSpPr/>
            <p:nvPr/>
          </p:nvSpPr>
          <p:spPr>
            <a:xfrm>
              <a:off x="888943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t3472"/>
            <p:cNvSpPr/>
            <p:nvPr/>
          </p:nvSpPr>
          <p:spPr>
            <a:xfrm>
              <a:off x="888943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t3473"/>
            <p:cNvSpPr/>
            <p:nvPr/>
          </p:nvSpPr>
          <p:spPr>
            <a:xfrm>
              <a:off x="7672233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t3474"/>
            <p:cNvSpPr/>
            <p:nvPr/>
          </p:nvSpPr>
          <p:spPr>
            <a:xfrm>
              <a:off x="815911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t3475"/>
            <p:cNvSpPr/>
            <p:nvPr/>
          </p:nvSpPr>
          <p:spPr>
            <a:xfrm>
              <a:off x="7996820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t3476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t3477"/>
            <p:cNvSpPr/>
            <p:nvPr/>
          </p:nvSpPr>
          <p:spPr>
            <a:xfrm>
              <a:off x="83214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t3478"/>
            <p:cNvSpPr/>
            <p:nvPr/>
          </p:nvSpPr>
          <p:spPr>
            <a:xfrm>
              <a:off x="815911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t3479"/>
            <p:cNvSpPr/>
            <p:nvPr/>
          </p:nvSpPr>
          <p:spPr>
            <a:xfrm>
              <a:off x="84837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t3480"/>
            <p:cNvSpPr/>
            <p:nvPr/>
          </p:nvSpPr>
          <p:spPr>
            <a:xfrm>
              <a:off x="807796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t3481"/>
            <p:cNvSpPr/>
            <p:nvPr/>
          </p:nvSpPr>
          <p:spPr>
            <a:xfrm>
              <a:off x="767223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t3482"/>
            <p:cNvSpPr/>
            <p:nvPr/>
          </p:nvSpPr>
          <p:spPr>
            <a:xfrm>
              <a:off x="8159114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t3483"/>
            <p:cNvSpPr/>
            <p:nvPr/>
          </p:nvSpPr>
          <p:spPr>
            <a:xfrm>
              <a:off x="7672233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t3484"/>
            <p:cNvSpPr/>
            <p:nvPr/>
          </p:nvSpPr>
          <p:spPr>
            <a:xfrm>
              <a:off x="8321407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t3485"/>
            <p:cNvSpPr/>
            <p:nvPr/>
          </p:nvSpPr>
          <p:spPr>
            <a:xfrm>
              <a:off x="791567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t3486"/>
            <p:cNvSpPr/>
            <p:nvPr/>
          </p:nvSpPr>
          <p:spPr>
            <a:xfrm>
              <a:off x="8483701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t3487"/>
            <p:cNvSpPr/>
            <p:nvPr/>
          </p:nvSpPr>
          <p:spPr>
            <a:xfrm>
              <a:off x="84837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t3488"/>
            <p:cNvSpPr/>
            <p:nvPr/>
          </p:nvSpPr>
          <p:spPr>
            <a:xfrm>
              <a:off x="8483701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t3489"/>
            <p:cNvSpPr/>
            <p:nvPr/>
          </p:nvSpPr>
          <p:spPr>
            <a:xfrm>
              <a:off x="913287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t3490"/>
            <p:cNvSpPr/>
            <p:nvPr/>
          </p:nvSpPr>
          <p:spPr>
            <a:xfrm>
              <a:off x="8159114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t3491"/>
            <p:cNvSpPr/>
            <p:nvPr/>
          </p:nvSpPr>
          <p:spPr>
            <a:xfrm>
              <a:off x="864599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t3492"/>
            <p:cNvSpPr/>
            <p:nvPr/>
          </p:nvSpPr>
          <p:spPr>
            <a:xfrm>
              <a:off x="84837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t3493"/>
            <p:cNvSpPr/>
            <p:nvPr/>
          </p:nvSpPr>
          <p:spPr>
            <a:xfrm>
              <a:off x="888943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t3494"/>
            <p:cNvSpPr/>
            <p:nvPr/>
          </p:nvSpPr>
          <p:spPr>
            <a:xfrm>
              <a:off x="7672233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t3495"/>
            <p:cNvSpPr/>
            <p:nvPr/>
          </p:nvSpPr>
          <p:spPr>
            <a:xfrm>
              <a:off x="767223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t3496"/>
            <p:cNvSpPr/>
            <p:nvPr/>
          </p:nvSpPr>
          <p:spPr>
            <a:xfrm>
              <a:off x="815911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t3497"/>
            <p:cNvSpPr/>
            <p:nvPr/>
          </p:nvSpPr>
          <p:spPr>
            <a:xfrm>
              <a:off x="7672233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t3498"/>
            <p:cNvSpPr/>
            <p:nvPr/>
          </p:nvSpPr>
          <p:spPr>
            <a:xfrm>
              <a:off x="824026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t3499"/>
            <p:cNvSpPr/>
            <p:nvPr/>
          </p:nvSpPr>
          <p:spPr>
            <a:xfrm>
              <a:off x="9132876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t3500"/>
            <p:cNvSpPr/>
            <p:nvPr/>
          </p:nvSpPr>
          <p:spPr>
            <a:xfrm>
              <a:off x="7672233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t3501"/>
            <p:cNvSpPr/>
            <p:nvPr/>
          </p:nvSpPr>
          <p:spPr>
            <a:xfrm>
              <a:off x="8159114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t3502"/>
            <p:cNvSpPr/>
            <p:nvPr/>
          </p:nvSpPr>
          <p:spPr>
            <a:xfrm>
              <a:off x="8240261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t3503"/>
            <p:cNvSpPr/>
            <p:nvPr/>
          </p:nvSpPr>
          <p:spPr>
            <a:xfrm>
              <a:off x="864599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t3504"/>
            <p:cNvSpPr/>
            <p:nvPr/>
          </p:nvSpPr>
          <p:spPr>
            <a:xfrm>
              <a:off x="880828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t3505"/>
            <p:cNvSpPr/>
            <p:nvPr/>
          </p:nvSpPr>
          <p:spPr>
            <a:xfrm>
              <a:off x="84837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t3506"/>
            <p:cNvSpPr/>
            <p:nvPr/>
          </p:nvSpPr>
          <p:spPr>
            <a:xfrm>
              <a:off x="8645995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t3507"/>
            <p:cNvSpPr/>
            <p:nvPr/>
          </p:nvSpPr>
          <p:spPr>
            <a:xfrm>
              <a:off x="897058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t3508"/>
            <p:cNvSpPr/>
            <p:nvPr/>
          </p:nvSpPr>
          <p:spPr>
            <a:xfrm>
              <a:off x="840255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t3509"/>
            <p:cNvSpPr/>
            <p:nvPr/>
          </p:nvSpPr>
          <p:spPr>
            <a:xfrm>
              <a:off x="7834526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t3510"/>
            <p:cNvSpPr/>
            <p:nvPr/>
          </p:nvSpPr>
          <p:spPr>
            <a:xfrm>
              <a:off x="8645995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t3511"/>
            <p:cNvSpPr/>
            <p:nvPr/>
          </p:nvSpPr>
          <p:spPr>
            <a:xfrm>
              <a:off x="913287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t3512"/>
            <p:cNvSpPr/>
            <p:nvPr/>
          </p:nvSpPr>
          <p:spPr>
            <a:xfrm>
              <a:off x="832140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t3513"/>
            <p:cNvSpPr/>
            <p:nvPr/>
          </p:nvSpPr>
          <p:spPr>
            <a:xfrm>
              <a:off x="864599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t3514"/>
            <p:cNvSpPr/>
            <p:nvPr/>
          </p:nvSpPr>
          <p:spPr>
            <a:xfrm>
              <a:off x="8645995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t3515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t3516"/>
            <p:cNvSpPr/>
            <p:nvPr/>
          </p:nvSpPr>
          <p:spPr>
            <a:xfrm>
              <a:off x="824026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t3517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t3518"/>
            <p:cNvSpPr/>
            <p:nvPr/>
          </p:nvSpPr>
          <p:spPr>
            <a:xfrm>
              <a:off x="864599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t3519"/>
            <p:cNvSpPr/>
            <p:nvPr/>
          </p:nvSpPr>
          <p:spPr>
            <a:xfrm>
              <a:off x="848370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t3520"/>
            <p:cNvSpPr/>
            <p:nvPr/>
          </p:nvSpPr>
          <p:spPr>
            <a:xfrm>
              <a:off x="8483701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t3521"/>
            <p:cNvSpPr/>
            <p:nvPr/>
          </p:nvSpPr>
          <p:spPr>
            <a:xfrm>
              <a:off x="8483701" y="16788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t3522"/>
            <p:cNvSpPr/>
            <p:nvPr/>
          </p:nvSpPr>
          <p:spPr>
            <a:xfrm>
              <a:off x="815911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t3523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t3524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t3525"/>
            <p:cNvSpPr/>
            <p:nvPr/>
          </p:nvSpPr>
          <p:spPr>
            <a:xfrm>
              <a:off x="8321407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t3526"/>
            <p:cNvSpPr/>
            <p:nvPr/>
          </p:nvSpPr>
          <p:spPr>
            <a:xfrm>
              <a:off x="8483701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t3527"/>
            <p:cNvSpPr/>
            <p:nvPr/>
          </p:nvSpPr>
          <p:spPr>
            <a:xfrm>
              <a:off x="7672233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t3528"/>
            <p:cNvSpPr/>
            <p:nvPr/>
          </p:nvSpPr>
          <p:spPr>
            <a:xfrm>
              <a:off x="8645995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t3529"/>
            <p:cNvSpPr/>
            <p:nvPr/>
          </p:nvSpPr>
          <p:spPr>
            <a:xfrm>
              <a:off x="8727141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t3530"/>
            <p:cNvSpPr/>
            <p:nvPr/>
          </p:nvSpPr>
          <p:spPr>
            <a:xfrm>
              <a:off x="8564848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t3531"/>
            <p:cNvSpPr/>
            <p:nvPr/>
          </p:nvSpPr>
          <p:spPr>
            <a:xfrm>
              <a:off x="872714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t3532"/>
            <p:cNvSpPr/>
            <p:nvPr/>
          </p:nvSpPr>
          <p:spPr>
            <a:xfrm>
              <a:off x="864599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t3533"/>
            <p:cNvSpPr/>
            <p:nvPr/>
          </p:nvSpPr>
          <p:spPr>
            <a:xfrm>
              <a:off x="824026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t3534"/>
            <p:cNvSpPr/>
            <p:nvPr/>
          </p:nvSpPr>
          <p:spPr>
            <a:xfrm>
              <a:off x="767223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t3535"/>
            <p:cNvSpPr/>
            <p:nvPr/>
          </p:nvSpPr>
          <p:spPr>
            <a:xfrm>
              <a:off x="8402554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t3536"/>
            <p:cNvSpPr/>
            <p:nvPr/>
          </p:nvSpPr>
          <p:spPr>
            <a:xfrm>
              <a:off x="783452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t3537"/>
            <p:cNvSpPr/>
            <p:nvPr/>
          </p:nvSpPr>
          <p:spPr>
            <a:xfrm>
              <a:off x="815911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t3538"/>
            <p:cNvSpPr/>
            <p:nvPr/>
          </p:nvSpPr>
          <p:spPr>
            <a:xfrm>
              <a:off x="8645995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t3539"/>
            <p:cNvSpPr/>
            <p:nvPr/>
          </p:nvSpPr>
          <p:spPr>
            <a:xfrm>
              <a:off x="84837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t3540"/>
            <p:cNvSpPr/>
            <p:nvPr/>
          </p:nvSpPr>
          <p:spPr>
            <a:xfrm>
              <a:off x="8483701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t3541"/>
            <p:cNvSpPr/>
            <p:nvPr/>
          </p:nvSpPr>
          <p:spPr>
            <a:xfrm>
              <a:off x="8483701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t3542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t3543"/>
            <p:cNvSpPr/>
            <p:nvPr/>
          </p:nvSpPr>
          <p:spPr>
            <a:xfrm>
              <a:off x="8321407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t3544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t3545"/>
            <p:cNvSpPr/>
            <p:nvPr/>
          </p:nvSpPr>
          <p:spPr>
            <a:xfrm>
              <a:off x="8077967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t3546"/>
            <p:cNvSpPr/>
            <p:nvPr/>
          </p:nvSpPr>
          <p:spPr>
            <a:xfrm>
              <a:off x="8483701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t3547"/>
            <p:cNvSpPr/>
            <p:nvPr/>
          </p:nvSpPr>
          <p:spPr>
            <a:xfrm>
              <a:off x="8564848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t3548"/>
            <p:cNvSpPr/>
            <p:nvPr/>
          </p:nvSpPr>
          <p:spPr>
            <a:xfrm>
              <a:off x="767223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t3549"/>
            <p:cNvSpPr/>
            <p:nvPr/>
          </p:nvSpPr>
          <p:spPr>
            <a:xfrm>
              <a:off x="8159114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t3550"/>
            <p:cNvSpPr/>
            <p:nvPr/>
          </p:nvSpPr>
          <p:spPr>
            <a:xfrm>
              <a:off x="8159114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t3551"/>
            <p:cNvSpPr/>
            <p:nvPr/>
          </p:nvSpPr>
          <p:spPr>
            <a:xfrm>
              <a:off x="83214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t3552"/>
            <p:cNvSpPr/>
            <p:nvPr/>
          </p:nvSpPr>
          <p:spPr>
            <a:xfrm>
              <a:off x="8645995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t3553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t3554"/>
            <p:cNvSpPr/>
            <p:nvPr/>
          </p:nvSpPr>
          <p:spPr>
            <a:xfrm>
              <a:off x="84837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t3555"/>
            <p:cNvSpPr/>
            <p:nvPr/>
          </p:nvSpPr>
          <p:spPr>
            <a:xfrm>
              <a:off x="7834526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t3556"/>
            <p:cNvSpPr/>
            <p:nvPr/>
          </p:nvSpPr>
          <p:spPr>
            <a:xfrm>
              <a:off x="832140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t3557"/>
            <p:cNvSpPr/>
            <p:nvPr/>
          </p:nvSpPr>
          <p:spPr>
            <a:xfrm>
              <a:off x="7996820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t3558"/>
            <p:cNvSpPr/>
            <p:nvPr/>
          </p:nvSpPr>
          <p:spPr>
            <a:xfrm>
              <a:off x="815911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t3559"/>
            <p:cNvSpPr/>
            <p:nvPr/>
          </p:nvSpPr>
          <p:spPr>
            <a:xfrm>
              <a:off x="8159114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t3560"/>
            <p:cNvSpPr/>
            <p:nvPr/>
          </p:nvSpPr>
          <p:spPr>
            <a:xfrm>
              <a:off x="8321407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t3561"/>
            <p:cNvSpPr/>
            <p:nvPr/>
          </p:nvSpPr>
          <p:spPr>
            <a:xfrm>
              <a:off x="8159114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t3562"/>
            <p:cNvSpPr/>
            <p:nvPr/>
          </p:nvSpPr>
          <p:spPr>
            <a:xfrm>
              <a:off x="832140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t3563"/>
            <p:cNvSpPr/>
            <p:nvPr/>
          </p:nvSpPr>
          <p:spPr>
            <a:xfrm>
              <a:off x="8321407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t3564"/>
            <p:cNvSpPr/>
            <p:nvPr/>
          </p:nvSpPr>
          <p:spPr>
            <a:xfrm>
              <a:off x="8808288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t3565"/>
            <p:cNvSpPr/>
            <p:nvPr/>
          </p:nvSpPr>
          <p:spPr>
            <a:xfrm>
              <a:off x="872714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t3566"/>
            <p:cNvSpPr/>
            <p:nvPr/>
          </p:nvSpPr>
          <p:spPr>
            <a:xfrm>
              <a:off x="8483701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t3567"/>
            <p:cNvSpPr/>
            <p:nvPr/>
          </p:nvSpPr>
          <p:spPr>
            <a:xfrm>
              <a:off x="8321407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t3568"/>
            <p:cNvSpPr/>
            <p:nvPr/>
          </p:nvSpPr>
          <p:spPr>
            <a:xfrm>
              <a:off x="7672233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t3569"/>
            <p:cNvSpPr/>
            <p:nvPr/>
          </p:nvSpPr>
          <p:spPr>
            <a:xfrm>
              <a:off x="84837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t3570"/>
            <p:cNvSpPr/>
            <p:nvPr/>
          </p:nvSpPr>
          <p:spPr>
            <a:xfrm>
              <a:off x="8483701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t3571"/>
            <p:cNvSpPr/>
            <p:nvPr/>
          </p:nvSpPr>
          <p:spPr>
            <a:xfrm>
              <a:off x="8402554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t3572"/>
            <p:cNvSpPr/>
            <p:nvPr/>
          </p:nvSpPr>
          <p:spPr>
            <a:xfrm>
              <a:off x="848370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t3573"/>
            <p:cNvSpPr/>
            <p:nvPr/>
          </p:nvSpPr>
          <p:spPr>
            <a:xfrm>
              <a:off x="7996820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t3574"/>
            <p:cNvSpPr/>
            <p:nvPr/>
          </p:nvSpPr>
          <p:spPr>
            <a:xfrm>
              <a:off x="7834526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t3575"/>
            <p:cNvSpPr/>
            <p:nvPr/>
          </p:nvSpPr>
          <p:spPr>
            <a:xfrm>
              <a:off x="767223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t3576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t3577"/>
            <p:cNvSpPr/>
            <p:nvPr/>
          </p:nvSpPr>
          <p:spPr>
            <a:xfrm>
              <a:off x="7672233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t3578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t3579"/>
            <p:cNvSpPr/>
            <p:nvPr/>
          </p:nvSpPr>
          <p:spPr>
            <a:xfrm>
              <a:off x="8159114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t3580"/>
            <p:cNvSpPr/>
            <p:nvPr/>
          </p:nvSpPr>
          <p:spPr>
            <a:xfrm>
              <a:off x="85648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t3581"/>
            <p:cNvSpPr/>
            <p:nvPr/>
          </p:nvSpPr>
          <p:spPr>
            <a:xfrm>
              <a:off x="7672233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t3582"/>
            <p:cNvSpPr/>
            <p:nvPr/>
          </p:nvSpPr>
          <p:spPr>
            <a:xfrm>
              <a:off x="815911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t3583"/>
            <p:cNvSpPr/>
            <p:nvPr/>
          </p:nvSpPr>
          <p:spPr>
            <a:xfrm>
              <a:off x="8159114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t3584"/>
            <p:cNvSpPr/>
            <p:nvPr/>
          </p:nvSpPr>
          <p:spPr>
            <a:xfrm>
              <a:off x="8159114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t3585"/>
            <p:cNvSpPr/>
            <p:nvPr/>
          </p:nvSpPr>
          <p:spPr>
            <a:xfrm>
              <a:off x="7996820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t3586"/>
            <p:cNvSpPr/>
            <p:nvPr/>
          </p:nvSpPr>
          <p:spPr>
            <a:xfrm>
              <a:off x="8159114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t3587"/>
            <p:cNvSpPr/>
            <p:nvPr/>
          </p:nvSpPr>
          <p:spPr>
            <a:xfrm>
              <a:off x="783452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t3588"/>
            <p:cNvSpPr/>
            <p:nvPr/>
          </p:nvSpPr>
          <p:spPr>
            <a:xfrm>
              <a:off x="767223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t3589"/>
            <p:cNvSpPr/>
            <p:nvPr/>
          </p:nvSpPr>
          <p:spPr>
            <a:xfrm>
              <a:off x="7672233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t3590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t3591"/>
            <p:cNvSpPr/>
            <p:nvPr/>
          </p:nvSpPr>
          <p:spPr>
            <a:xfrm>
              <a:off x="7996820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t3592"/>
            <p:cNvSpPr/>
            <p:nvPr/>
          </p:nvSpPr>
          <p:spPr>
            <a:xfrm>
              <a:off x="856484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t3593"/>
            <p:cNvSpPr/>
            <p:nvPr/>
          </p:nvSpPr>
          <p:spPr>
            <a:xfrm>
              <a:off x="8645995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t3594"/>
            <p:cNvSpPr/>
            <p:nvPr/>
          </p:nvSpPr>
          <p:spPr>
            <a:xfrm>
              <a:off x="7834526" y="20567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t3595"/>
            <p:cNvSpPr/>
            <p:nvPr/>
          </p:nvSpPr>
          <p:spPr>
            <a:xfrm>
              <a:off x="7672233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t3596"/>
            <p:cNvSpPr/>
            <p:nvPr/>
          </p:nvSpPr>
          <p:spPr>
            <a:xfrm>
              <a:off x="8159114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t3597"/>
            <p:cNvSpPr/>
            <p:nvPr/>
          </p:nvSpPr>
          <p:spPr>
            <a:xfrm>
              <a:off x="7834526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t3598"/>
            <p:cNvSpPr/>
            <p:nvPr/>
          </p:nvSpPr>
          <p:spPr>
            <a:xfrm>
              <a:off x="7672233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t3599"/>
            <p:cNvSpPr/>
            <p:nvPr/>
          </p:nvSpPr>
          <p:spPr>
            <a:xfrm>
              <a:off x="7996820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t3600"/>
            <p:cNvSpPr/>
            <p:nvPr/>
          </p:nvSpPr>
          <p:spPr>
            <a:xfrm>
              <a:off x="8321407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t3601"/>
            <p:cNvSpPr/>
            <p:nvPr/>
          </p:nvSpPr>
          <p:spPr>
            <a:xfrm>
              <a:off x="7996820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t3602"/>
            <p:cNvSpPr/>
            <p:nvPr/>
          </p:nvSpPr>
          <p:spPr>
            <a:xfrm>
              <a:off x="824026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t3603"/>
            <p:cNvSpPr/>
            <p:nvPr/>
          </p:nvSpPr>
          <p:spPr>
            <a:xfrm>
              <a:off x="7834526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t3604"/>
            <p:cNvSpPr/>
            <p:nvPr/>
          </p:nvSpPr>
          <p:spPr>
            <a:xfrm>
              <a:off x="83214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t3605"/>
            <p:cNvSpPr/>
            <p:nvPr/>
          </p:nvSpPr>
          <p:spPr>
            <a:xfrm>
              <a:off x="7834526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t3606"/>
            <p:cNvSpPr/>
            <p:nvPr/>
          </p:nvSpPr>
          <p:spPr>
            <a:xfrm>
              <a:off x="864599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t3607"/>
            <p:cNvSpPr/>
            <p:nvPr/>
          </p:nvSpPr>
          <p:spPr>
            <a:xfrm>
              <a:off x="7672233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t3608"/>
            <p:cNvSpPr/>
            <p:nvPr/>
          </p:nvSpPr>
          <p:spPr>
            <a:xfrm>
              <a:off x="824026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t3609"/>
            <p:cNvSpPr/>
            <p:nvPr/>
          </p:nvSpPr>
          <p:spPr>
            <a:xfrm>
              <a:off x="815911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t3610"/>
            <p:cNvSpPr/>
            <p:nvPr/>
          </p:nvSpPr>
          <p:spPr>
            <a:xfrm>
              <a:off x="799682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t3611"/>
            <p:cNvSpPr/>
            <p:nvPr/>
          </p:nvSpPr>
          <p:spPr>
            <a:xfrm>
              <a:off x="888943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t3612"/>
            <p:cNvSpPr/>
            <p:nvPr/>
          </p:nvSpPr>
          <p:spPr>
            <a:xfrm>
              <a:off x="8159114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t3613"/>
            <p:cNvSpPr/>
            <p:nvPr/>
          </p:nvSpPr>
          <p:spPr>
            <a:xfrm>
              <a:off x="7672233" y="19714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t3614"/>
            <p:cNvSpPr/>
            <p:nvPr/>
          </p:nvSpPr>
          <p:spPr>
            <a:xfrm>
              <a:off x="8159114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t3615"/>
            <p:cNvSpPr/>
            <p:nvPr/>
          </p:nvSpPr>
          <p:spPr>
            <a:xfrm>
              <a:off x="888943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t3616"/>
            <p:cNvSpPr/>
            <p:nvPr/>
          </p:nvSpPr>
          <p:spPr>
            <a:xfrm>
              <a:off x="7672233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t3617"/>
            <p:cNvSpPr/>
            <p:nvPr/>
          </p:nvSpPr>
          <p:spPr>
            <a:xfrm>
              <a:off x="7996820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t3618"/>
            <p:cNvSpPr/>
            <p:nvPr/>
          </p:nvSpPr>
          <p:spPr>
            <a:xfrm>
              <a:off x="807796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t3619"/>
            <p:cNvSpPr/>
            <p:nvPr/>
          </p:nvSpPr>
          <p:spPr>
            <a:xfrm>
              <a:off x="7834526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t3620"/>
            <p:cNvSpPr/>
            <p:nvPr/>
          </p:nvSpPr>
          <p:spPr>
            <a:xfrm>
              <a:off x="8159114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t3621"/>
            <p:cNvSpPr/>
            <p:nvPr/>
          </p:nvSpPr>
          <p:spPr>
            <a:xfrm>
              <a:off x="8159114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t3622"/>
            <p:cNvSpPr/>
            <p:nvPr/>
          </p:nvSpPr>
          <p:spPr>
            <a:xfrm>
              <a:off x="840255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t3623"/>
            <p:cNvSpPr/>
            <p:nvPr/>
          </p:nvSpPr>
          <p:spPr>
            <a:xfrm>
              <a:off x="8564848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t3624"/>
            <p:cNvSpPr/>
            <p:nvPr/>
          </p:nvSpPr>
          <p:spPr>
            <a:xfrm>
              <a:off x="8889435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t3625"/>
            <p:cNvSpPr/>
            <p:nvPr/>
          </p:nvSpPr>
          <p:spPr>
            <a:xfrm>
              <a:off x="7996820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t3626"/>
            <p:cNvSpPr/>
            <p:nvPr/>
          </p:nvSpPr>
          <p:spPr>
            <a:xfrm>
              <a:off x="8159114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t3627"/>
            <p:cNvSpPr/>
            <p:nvPr/>
          </p:nvSpPr>
          <p:spPr>
            <a:xfrm>
              <a:off x="84837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t3628"/>
            <p:cNvSpPr/>
            <p:nvPr/>
          </p:nvSpPr>
          <p:spPr>
            <a:xfrm>
              <a:off x="864599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t3629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t3630"/>
            <p:cNvSpPr/>
            <p:nvPr/>
          </p:nvSpPr>
          <p:spPr>
            <a:xfrm>
              <a:off x="8159114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t3631"/>
            <p:cNvSpPr/>
            <p:nvPr/>
          </p:nvSpPr>
          <p:spPr>
            <a:xfrm>
              <a:off x="7996820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t3632"/>
            <p:cNvSpPr/>
            <p:nvPr/>
          </p:nvSpPr>
          <p:spPr>
            <a:xfrm>
              <a:off x="7753380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t3633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t3634"/>
            <p:cNvSpPr/>
            <p:nvPr/>
          </p:nvSpPr>
          <p:spPr>
            <a:xfrm>
              <a:off x="7672233" y="1715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t3635"/>
            <p:cNvSpPr/>
            <p:nvPr/>
          </p:nvSpPr>
          <p:spPr>
            <a:xfrm>
              <a:off x="7672233" y="17519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t3636"/>
            <p:cNvSpPr/>
            <p:nvPr/>
          </p:nvSpPr>
          <p:spPr>
            <a:xfrm>
              <a:off x="8483701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t3637"/>
            <p:cNvSpPr/>
            <p:nvPr/>
          </p:nvSpPr>
          <p:spPr>
            <a:xfrm>
              <a:off x="7672233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t3638"/>
            <p:cNvSpPr/>
            <p:nvPr/>
          </p:nvSpPr>
          <p:spPr>
            <a:xfrm>
              <a:off x="7672233" y="19592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t3639"/>
            <p:cNvSpPr/>
            <p:nvPr/>
          </p:nvSpPr>
          <p:spPr>
            <a:xfrm>
              <a:off x="8402554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t3640"/>
            <p:cNvSpPr/>
            <p:nvPr/>
          </p:nvSpPr>
          <p:spPr>
            <a:xfrm>
              <a:off x="8645995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t3641"/>
            <p:cNvSpPr/>
            <p:nvPr/>
          </p:nvSpPr>
          <p:spPr>
            <a:xfrm>
              <a:off x="8159114" y="1642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t3642"/>
            <p:cNvSpPr/>
            <p:nvPr/>
          </p:nvSpPr>
          <p:spPr>
            <a:xfrm>
              <a:off x="767223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t3643"/>
            <p:cNvSpPr/>
            <p:nvPr/>
          </p:nvSpPr>
          <p:spPr>
            <a:xfrm>
              <a:off x="7672233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t3644"/>
            <p:cNvSpPr/>
            <p:nvPr/>
          </p:nvSpPr>
          <p:spPr>
            <a:xfrm>
              <a:off x="8483701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t3645"/>
            <p:cNvSpPr/>
            <p:nvPr/>
          </p:nvSpPr>
          <p:spPr>
            <a:xfrm>
              <a:off x="7672233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t3646"/>
            <p:cNvSpPr/>
            <p:nvPr/>
          </p:nvSpPr>
          <p:spPr>
            <a:xfrm>
              <a:off x="7672233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t3647"/>
            <p:cNvSpPr/>
            <p:nvPr/>
          </p:nvSpPr>
          <p:spPr>
            <a:xfrm>
              <a:off x="8645995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t3648"/>
            <p:cNvSpPr/>
            <p:nvPr/>
          </p:nvSpPr>
          <p:spPr>
            <a:xfrm>
              <a:off x="7672233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t3649"/>
            <p:cNvSpPr/>
            <p:nvPr/>
          </p:nvSpPr>
          <p:spPr>
            <a:xfrm>
              <a:off x="8159114" y="18861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t3650"/>
            <p:cNvSpPr/>
            <p:nvPr/>
          </p:nvSpPr>
          <p:spPr>
            <a:xfrm>
              <a:off x="7996820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t3651"/>
            <p:cNvSpPr/>
            <p:nvPr/>
          </p:nvSpPr>
          <p:spPr>
            <a:xfrm>
              <a:off x="8321407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t3652"/>
            <p:cNvSpPr/>
            <p:nvPr/>
          </p:nvSpPr>
          <p:spPr>
            <a:xfrm>
              <a:off x="7672233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t3653"/>
            <p:cNvSpPr/>
            <p:nvPr/>
          </p:nvSpPr>
          <p:spPr>
            <a:xfrm>
              <a:off x="8159114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t3654"/>
            <p:cNvSpPr/>
            <p:nvPr/>
          </p:nvSpPr>
          <p:spPr>
            <a:xfrm>
              <a:off x="8402554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t3655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t3656"/>
            <p:cNvSpPr/>
            <p:nvPr/>
          </p:nvSpPr>
          <p:spPr>
            <a:xfrm>
              <a:off x="880828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t3657"/>
            <p:cNvSpPr/>
            <p:nvPr/>
          </p:nvSpPr>
          <p:spPr>
            <a:xfrm>
              <a:off x="8159114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t3658"/>
            <p:cNvSpPr/>
            <p:nvPr/>
          </p:nvSpPr>
          <p:spPr>
            <a:xfrm>
              <a:off x="7915673" y="1788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t3659"/>
            <p:cNvSpPr/>
            <p:nvPr/>
          </p:nvSpPr>
          <p:spPr>
            <a:xfrm>
              <a:off x="767223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t3660"/>
            <p:cNvSpPr/>
            <p:nvPr/>
          </p:nvSpPr>
          <p:spPr>
            <a:xfrm>
              <a:off x="767223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t3661"/>
            <p:cNvSpPr/>
            <p:nvPr/>
          </p:nvSpPr>
          <p:spPr>
            <a:xfrm>
              <a:off x="7672233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t3662"/>
            <p:cNvSpPr/>
            <p:nvPr/>
          </p:nvSpPr>
          <p:spPr>
            <a:xfrm>
              <a:off x="8159114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t3663"/>
            <p:cNvSpPr/>
            <p:nvPr/>
          </p:nvSpPr>
          <p:spPr>
            <a:xfrm>
              <a:off x="880828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t3664"/>
            <p:cNvSpPr/>
            <p:nvPr/>
          </p:nvSpPr>
          <p:spPr>
            <a:xfrm>
              <a:off x="7672233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t3665"/>
            <p:cNvSpPr/>
            <p:nvPr/>
          </p:nvSpPr>
          <p:spPr>
            <a:xfrm>
              <a:off x="7996820" y="10692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t3666"/>
            <p:cNvSpPr/>
            <p:nvPr/>
          </p:nvSpPr>
          <p:spPr>
            <a:xfrm>
              <a:off x="767223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t3667"/>
            <p:cNvSpPr/>
            <p:nvPr/>
          </p:nvSpPr>
          <p:spPr>
            <a:xfrm>
              <a:off x="7672233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t3668"/>
            <p:cNvSpPr/>
            <p:nvPr/>
          </p:nvSpPr>
          <p:spPr>
            <a:xfrm>
              <a:off x="7672233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t3669"/>
            <p:cNvSpPr/>
            <p:nvPr/>
          </p:nvSpPr>
          <p:spPr>
            <a:xfrm>
              <a:off x="8240261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t3670"/>
            <p:cNvSpPr/>
            <p:nvPr/>
          </p:nvSpPr>
          <p:spPr>
            <a:xfrm>
              <a:off x="7834526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t3671"/>
            <p:cNvSpPr/>
            <p:nvPr/>
          </p:nvSpPr>
          <p:spPr>
            <a:xfrm>
              <a:off x="767223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t3672"/>
            <p:cNvSpPr/>
            <p:nvPr/>
          </p:nvSpPr>
          <p:spPr>
            <a:xfrm>
              <a:off x="8159114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t3673"/>
            <p:cNvSpPr/>
            <p:nvPr/>
          </p:nvSpPr>
          <p:spPr>
            <a:xfrm>
              <a:off x="7834526" y="155691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t3674"/>
            <p:cNvSpPr/>
            <p:nvPr/>
          </p:nvSpPr>
          <p:spPr>
            <a:xfrm>
              <a:off x="7834526" y="131307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t3675"/>
            <p:cNvSpPr/>
            <p:nvPr/>
          </p:nvSpPr>
          <p:spPr>
            <a:xfrm>
              <a:off x="8159114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t3676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t3677"/>
            <p:cNvSpPr/>
            <p:nvPr/>
          </p:nvSpPr>
          <p:spPr>
            <a:xfrm>
              <a:off x="880828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t3678"/>
            <p:cNvSpPr/>
            <p:nvPr/>
          </p:nvSpPr>
          <p:spPr>
            <a:xfrm>
              <a:off x="7996820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t3679"/>
            <p:cNvSpPr/>
            <p:nvPr/>
          </p:nvSpPr>
          <p:spPr>
            <a:xfrm>
              <a:off x="7672233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t3680"/>
            <p:cNvSpPr/>
            <p:nvPr/>
          </p:nvSpPr>
          <p:spPr>
            <a:xfrm>
              <a:off x="8159114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t3681"/>
            <p:cNvSpPr/>
            <p:nvPr/>
          </p:nvSpPr>
          <p:spPr>
            <a:xfrm>
              <a:off x="8240261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t3682"/>
            <p:cNvSpPr/>
            <p:nvPr/>
          </p:nvSpPr>
          <p:spPr>
            <a:xfrm>
              <a:off x="7834526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t3683"/>
            <p:cNvSpPr/>
            <p:nvPr/>
          </p:nvSpPr>
          <p:spPr>
            <a:xfrm>
              <a:off x="8808288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t3684"/>
            <p:cNvSpPr/>
            <p:nvPr/>
          </p:nvSpPr>
          <p:spPr>
            <a:xfrm>
              <a:off x="8808288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t3685"/>
            <p:cNvSpPr/>
            <p:nvPr/>
          </p:nvSpPr>
          <p:spPr>
            <a:xfrm>
              <a:off x="880828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t3686"/>
            <p:cNvSpPr/>
            <p:nvPr/>
          </p:nvSpPr>
          <p:spPr>
            <a:xfrm>
              <a:off x="7672233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t3687"/>
            <p:cNvSpPr/>
            <p:nvPr/>
          </p:nvSpPr>
          <p:spPr>
            <a:xfrm>
              <a:off x="8645995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t3688"/>
            <p:cNvSpPr/>
            <p:nvPr/>
          </p:nvSpPr>
          <p:spPr>
            <a:xfrm>
              <a:off x="7672233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t3689"/>
            <p:cNvSpPr/>
            <p:nvPr/>
          </p:nvSpPr>
          <p:spPr>
            <a:xfrm>
              <a:off x="8159114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t3690"/>
            <p:cNvSpPr/>
            <p:nvPr/>
          </p:nvSpPr>
          <p:spPr>
            <a:xfrm>
              <a:off x="767223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t3691"/>
            <p:cNvSpPr/>
            <p:nvPr/>
          </p:nvSpPr>
          <p:spPr>
            <a:xfrm>
              <a:off x="767223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t3692"/>
            <p:cNvSpPr/>
            <p:nvPr/>
          </p:nvSpPr>
          <p:spPr>
            <a:xfrm>
              <a:off x="7672233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t3693"/>
            <p:cNvSpPr/>
            <p:nvPr/>
          </p:nvSpPr>
          <p:spPr>
            <a:xfrm>
              <a:off x="864599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t3694"/>
            <p:cNvSpPr/>
            <p:nvPr/>
          </p:nvSpPr>
          <p:spPr>
            <a:xfrm>
              <a:off x="8159114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t3695"/>
            <p:cNvSpPr/>
            <p:nvPr/>
          </p:nvSpPr>
          <p:spPr>
            <a:xfrm>
              <a:off x="8321407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t3696"/>
            <p:cNvSpPr/>
            <p:nvPr/>
          </p:nvSpPr>
          <p:spPr>
            <a:xfrm>
              <a:off x="7672233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t3697"/>
            <p:cNvSpPr/>
            <p:nvPr/>
          </p:nvSpPr>
          <p:spPr>
            <a:xfrm>
              <a:off x="7834526" y="16056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t3698"/>
            <p:cNvSpPr/>
            <p:nvPr/>
          </p:nvSpPr>
          <p:spPr>
            <a:xfrm>
              <a:off x="767223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t3699"/>
            <p:cNvSpPr/>
            <p:nvPr/>
          </p:nvSpPr>
          <p:spPr>
            <a:xfrm>
              <a:off x="8159114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t3700"/>
            <p:cNvSpPr/>
            <p:nvPr/>
          </p:nvSpPr>
          <p:spPr>
            <a:xfrm>
              <a:off x="8159114" y="13862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t3701"/>
            <p:cNvSpPr/>
            <p:nvPr/>
          </p:nvSpPr>
          <p:spPr>
            <a:xfrm>
              <a:off x="8321407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t3702"/>
            <p:cNvSpPr/>
            <p:nvPr/>
          </p:nvSpPr>
          <p:spPr>
            <a:xfrm>
              <a:off x="8483701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t3703"/>
            <p:cNvSpPr/>
            <p:nvPr/>
          </p:nvSpPr>
          <p:spPr>
            <a:xfrm>
              <a:off x="7672233" y="18251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t3704"/>
            <p:cNvSpPr/>
            <p:nvPr/>
          </p:nvSpPr>
          <p:spPr>
            <a:xfrm>
              <a:off x="8321407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t3705"/>
            <p:cNvSpPr/>
            <p:nvPr/>
          </p:nvSpPr>
          <p:spPr>
            <a:xfrm>
              <a:off x="8159114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t3706"/>
            <p:cNvSpPr/>
            <p:nvPr/>
          </p:nvSpPr>
          <p:spPr>
            <a:xfrm>
              <a:off x="7672233" y="15325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t3707"/>
            <p:cNvSpPr/>
            <p:nvPr/>
          </p:nvSpPr>
          <p:spPr>
            <a:xfrm>
              <a:off x="7996820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t3708"/>
            <p:cNvSpPr/>
            <p:nvPr/>
          </p:nvSpPr>
          <p:spPr>
            <a:xfrm>
              <a:off x="767223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t3709"/>
            <p:cNvSpPr/>
            <p:nvPr/>
          </p:nvSpPr>
          <p:spPr>
            <a:xfrm>
              <a:off x="8727141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t3710"/>
            <p:cNvSpPr/>
            <p:nvPr/>
          </p:nvSpPr>
          <p:spPr>
            <a:xfrm>
              <a:off x="8321407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t3711"/>
            <p:cNvSpPr/>
            <p:nvPr/>
          </p:nvSpPr>
          <p:spPr>
            <a:xfrm>
              <a:off x="8159114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t3712"/>
            <p:cNvSpPr/>
            <p:nvPr/>
          </p:nvSpPr>
          <p:spPr>
            <a:xfrm>
              <a:off x="7834526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t3713"/>
            <p:cNvSpPr/>
            <p:nvPr/>
          </p:nvSpPr>
          <p:spPr>
            <a:xfrm>
              <a:off x="7672233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t3714"/>
            <p:cNvSpPr/>
            <p:nvPr/>
          </p:nvSpPr>
          <p:spPr>
            <a:xfrm>
              <a:off x="7672233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t3715"/>
            <p:cNvSpPr/>
            <p:nvPr/>
          </p:nvSpPr>
          <p:spPr>
            <a:xfrm>
              <a:off x="8159114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t3716"/>
            <p:cNvSpPr/>
            <p:nvPr/>
          </p:nvSpPr>
          <p:spPr>
            <a:xfrm>
              <a:off x="7834526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t3717"/>
            <p:cNvSpPr/>
            <p:nvPr/>
          </p:nvSpPr>
          <p:spPr>
            <a:xfrm>
              <a:off x="8483701" y="1118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t3718"/>
            <p:cNvSpPr/>
            <p:nvPr/>
          </p:nvSpPr>
          <p:spPr>
            <a:xfrm>
              <a:off x="8159114" y="14471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t3719"/>
            <p:cNvSpPr/>
            <p:nvPr/>
          </p:nvSpPr>
          <p:spPr>
            <a:xfrm>
              <a:off x="8483701" y="10814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t3720"/>
            <p:cNvSpPr/>
            <p:nvPr/>
          </p:nvSpPr>
          <p:spPr>
            <a:xfrm>
              <a:off x="7672233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t3721"/>
            <p:cNvSpPr/>
            <p:nvPr/>
          </p:nvSpPr>
          <p:spPr>
            <a:xfrm>
              <a:off x="7996820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t3722"/>
            <p:cNvSpPr/>
            <p:nvPr/>
          </p:nvSpPr>
          <p:spPr>
            <a:xfrm>
              <a:off x="7672233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t3723"/>
            <p:cNvSpPr/>
            <p:nvPr/>
          </p:nvSpPr>
          <p:spPr>
            <a:xfrm>
              <a:off x="8159114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t3724"/>
            <p:cNvSpPr/>
            <p:nvPr/>
          </p:nvSpPr>
          <p:spPr>
            <a:xfrm>
              <a:off x="8645995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t3725"/>
            <p:cNvSpPr/>
            <p:nvPr/>
          </p:nvSpPr>
          <p:spPr>
            <a:xfrm>
              <a:off x="767223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t3726"/>
            <p:cNvSpPr/>
            <p:nvPr/>
          </p:nvSpPr>
          <p:spPr>
            <a:xfrm>
              <a:off x="7672233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t3727"/>
            <p:cNvSpPr/>
            <p:nvPr/>
          </p:nvSpPr>
          <p:spPr>
            <a:xfrm>
              <a:off x="7672233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t3728"/>
            <p:cNvSpPr/>
            <p:nvPr/>
          </p:nvSpPr>
          <p:spPr>
            <a:xfrm>
              <a:off x="8645995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t3729"/>
            <p:cNvSpPr/>
            <p:nvPr/>
          </p:nvSpPr>
          <p:spPr>
            <a:xfrm>
              <a:off x="8483701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t3730"/>
            <p:cNvSpPr/>
            <p:nvPr/>
          </p:nvSpPr>
          <p:spPr>
            <a:xfrm>
              <a:off x="848370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t3731"/>
            <p:cNvSpPr/>
            <p:nvPr/>
          </p:nvSpPr>
          <p:spPr>
            <a:xfrm>
              <a:off x="767223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t3732"/>
            <p:cNvSpPr/>
            <p:nvPr/>
          </p:nvSpPr>
          <p:spPr>
            <a:xfrm>
              <a:off x="7834526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t3733"/>
            <p:cNvSpPr/>
            <p:nvPr/>
          </p:nvSpPr>
          <p:spPr>
            <a:xfrm>
              <a:off x="7996820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t3734"/>
            <p:cNvSpPr/>
            <p:nvPr/>
          </p:nvSpPr>
          <p:spPr>
            <a:xfrm>
              <a:off x="8159114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t3735"/>
            <p:cNvSpPr/>
            <p:nvPr/>
          </p:nvSpPr>
          <p:spPr>
            <a:xfrm>
              <a:off x="8159114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t3736"/>
            <p:cNvSpPr/>
            <p:nvPr/>
          </p:nvSpPr>
          <p:spPr>
            <a:xfrm>
              <a:off x="7834526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t3737"/>
            <p:cNvSpPr/>
            <p:nvPr/>
          </p:nvSpPr>
          <p:spPr>
            <a:xfrm>
              <a:off x="8159114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t3738"/>
            <p:cNvSpPr/>
            <p:nvPr/>
          </p:nvSpPr>
          <p:spPr>
            <a:xfrm>
              <a:off x="8159114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t3739"/>
            <p:cNvSpPr/>
            <p:nvPr/>
          </p:nvSpPr>
          <p:spPr>
            <a:xfrm>
              <a:off x="8159114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t3740"/>
            <p:cNvSpPr/>
            <p:nvPr/>
          </p:nvSpPr>
          <p:spPr>
            <a:xfrm>
              <a:off x="8159114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t3741"/>
            <p:cNvSpPr/>
            <p:nvPr/>
          </p:nvSpPr>
          <p:spPr>
            <a:xfrm>
              <a:off x="9619756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t3742"/>
            <p:cNvSpPr/>
            <p:nvPr/>
          </p:nvSpPr>
          <p:spPr>
            <a:xfrm>
              <a:off x="8159114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t3743"/>
            <p:cNvSpPr/>
            <p:nvPr/>
          </p:nvSpPr>
          <p:spPr>
            <a:xfrm>
              <a:off x="9619756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t3744"/>
            <p:cNvSpPr/>
            <p:nvPr/>
          </p:nvSpPr>
          <p:spPr>
            <a:xfrm>
              <a:off x="7672233" y="19653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t3745"/>
            <p:cNvSpPr/>
            <p:nvPr/>
          </p:nvSpPr>
          <p:spPr>
            <a:xfrm>
              <a:off x="8483701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t3746"/>
            <p:cNvSpPr/>
            <p:nvPr/>
          </p:nvSpPr>
          <p:spPr>
            <a:xfrm>
              <a:off x="8321407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t3747"/>
            <p:cNvSpPr/>
            <p:nvPr/>
          </p:nvSpPr>
          <p:spPr>
            <a:xfrm>
              <a:off x="7672233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t3748"/>
            <p:cNvSpPr/>
            <p:nvPr/>
          </p:nvSpPr>
          <p:spPr>
            <a:xfrm>
              <a:off x="7672233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t3749"/>
            <p:cNvSpPr/>
            <p:nvPr/>
          </p:nvSpPr>
          <p:spPr>
            <a:xfrm>
              <a:off x="7672233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t3750"/>
            <p:cNvSpPr/>
            <p:nvPr/>
          </p:nvSpPr>
          <p:spPr>
            <a:xfrm>
              <a:off x="8321407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t3751"/>
            <p:cNvSpPr/>
            <p:nvPr/>
          </p:nvSpPr>
          <p:spPr>
            <a:xfrm>
              <a:off x="767223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t3752"/>
            <p:cNvSpPr/>
            <p:nvPr/>
          </p:nvSpPr>
          <p:spPr>
            <a:xfrm>
              <a:off x="7753380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t3753"/>
            <p:cNvSpPr/>
            <p:nvPr/>
          </p:nvSpPr>
          <p:spPr>
            <a:xfrm>
              <a:off x="7996820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t3754"/>
            <p:cNvSpPr/>
            <p:nvPr/>
          </p:nvSpPr>
          <p:spPr>
            <a:xfrm>
              <a:off x="8077967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t3755"/>
            <p:cNvSpPr/>
            <p:nvPr/>
          </p:nvSpPr>
          <p:spPr>
            <a:xfrm>
              <a:off x="767223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t3756"/>
            <p:cNvSpPr/>
            <p:nvPr/>
          </p:nvSpPr>
          <p:spPr>
            <a:xfrm>
              <a:off x="7834526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t3757"/>
            <p:cNvSpPr/>
            <p:nvPr/>
          </p:nvSpPr>
          <p:spPr>
            <a:xfrm>
              <a:off x="8808288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t3758"/>
            <p:cNvSpPr/>
            <p:nvPr/>
          </p:nvSpPr>
          <p:spPr>
            <a:xfrm>
              <a:off x="767223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t3759"/>
            <p:cNvSpPr/>
            <p:nvPr/>
          </p:nvSpPr>
          <p:spPr>
            <a:xfrm>
              <a:off x="7753380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t3760"/>
            <p:cNvSpPr/>
            <p:nvPr/>
          </p:nvSpPr>
          <p:spPr>
            <a:xfrm>
              <a:off x="7672233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t3761"/>
            <p:cNvSpPr/>
            <p:nvPr/>
          </p:nvSpPr>
          <p:spPr>
            <a:xfrm>
              <a:off x="767223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t3762"/>
            <p:cNvSpPr/>
            <p:nvPr/>
          </p:nvSpPr>
          <p:spPr>
            <a:xfrm>
              <a:off x="7834526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t3763"/>
            <p:cNvSpPr/>
            <p:nvPr/>
          </p:nvSpPr>
          <p:spPr>
            <a:xfrm>
              <a:off x="8321407" y="11058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t3764"/>
            <p:cNvSpPr/>
            <p:nvPr/>
          </p:nvSpPr>
          <p:spPr>
            <a:xfrm>
              <a:off x="7672233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t3765"/>
            <p:cNvSpPr/>
            <p:nvPr/>
          </p:nvSpPr>
          <p:spPr>
            <a:xfrm>
              <a:off x="7672233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t3766"/>
            <p:cNvSpPr/>
            <p:nvPr/>
          </p:nvSpPr>
          <p:spPr>
            <a:xfrm>
              <a:off x="7996820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t3767"/>
            <p:cNvSpPr/>
            <p:nvPr/>
          </p:nvSpPr>
          <p:spPr>
            <a:xfrm>
              <a:off x="767223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t3768"/>
            <p:cNvSpPr/>
            <p:nvPr/>
          </p:nvSpPr>
          <p:spPr>
            <a:xfrm>
              <a:off x="767223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t3769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t3770"/>
            <p:cNvSpPr/>
            <p:nvPr/>
          </p:nvSpPr>
          <p:spPr>
            <a:xfrm>
              <a:off x="7834526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t3771"/>
            <p:cNvSpPr/>
            <p:nvPr/>
          </p:nvSpPr>
          <p:spPr>
            <a:xfrm>
              <a:off x="767223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t3772"/>
            <p:cNvSpPr/>
            <p:nvPr/>
          </p:nvSpPr>
          <p:spPr>
            <a:xfrm>
              <a:off x="7672233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t3773"/>
            <p:cNvSpPr/>
            <p:nvPr/>
          </p:nvSpPr>
          <p:spPr>
            <a:xfrm>
              <a:off x="7672233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t3774"/>
            <p:cNvSpPr/>
            <p:nvPr/>
          </p:nvSpPr>
          <p:spPr>
            <a:xfrm>
              <a:off x="8159114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t3775"/>
            <p:cNvSpPr/>
            <p:nvPr/>
          </p:nvSpPr>
          <p:spPr>
            <a:xfrm>
              <a:off x="7996820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t3776"/>
            <p:cNvSpPr/>
            <p:nvPr/>
          </p:nvSpPr>
          <p:spPr>
            <a:xfrm>
              <a:off x="7672233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t3777"/>
            <p:cNvSpPr/>
            <p:nvPr/>
          </p:nvSpPr>
          <p:spPr>
            <a:xfrm>
              <a:off x="8321407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t3778"/>
            <p:cNvSpPr/>
            <p:nvPr/>
          </p:nvSpPr>
          <p:spPr>
            <a:xfrm>
              <a:off x="7672233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t3779"/>
            <p:cNvSpPr/>
            <p:nvPr/>
          </p:nvSpPr>
          <p:spPr>
            <a:xfrm>
              <a:off x="7672233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t3780"/>
            <p:cNvSpPr/>
            <p:nvPr/>
          </p:nvSpPr>
          <p:spPr>
            <a:xfrm>
              <a:off x="767223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t3781"/>
            <p:cNvSpPr/>
            <p:nvPr/>
          </p:nvSpPr>
          <p:spPr>
            <a:xfrm>
              <a:off x="7834526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t3782"/>
            <p:cNvSpPr/>
            <p:nvPr/>
          </p:nvSpPr>
          <p:spPr>
            <a:xfrm>
              <a:off x="7672233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t3783"/>
            <p:cNvSpPr/>
            <p:nvPr/>
          </p:nvSpPr>
          <p:spPr>
            <a:xfrm>
              <a:off x="7672233" y="20446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t3784"/>
            <p:cNvSpPr/>
            <p:nvPr/>
          </p:nvSpPr>
          <p:spPr>
            <a:xfrm>
              <a:off x="7996820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t3785"/>
            <p:cNvSpPr/>
            <p:nvPr/>
          </p:nvSpPr>
          <p:spPr>
            <a:xfrm>
              <a:off x="8321407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t3786"/>
            <p:cNvSpPr/>
            <p:nvPr/>
          </p:nvSpPr>
          <p:spPr>
            <a:xfrm>
              <a:off x="7672233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t3787"/>
            <p:cNvSpPr/>
            <p:nvPr/>
          </p:nvSpPr>
          <p:spPr>
            <a:xfrm>
              <a:off x="8321407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t3788"/>
            <p:cNvSpPr/>
            <p:nvPr/>
          </p:nvSpPr>
          <p:spPr>
            <a:xfrm>
              <a:off x="7834526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t3789"/>
            <p:cNvSpPr/>
            <p:nvPr/>
          </p:nvSpPr>
          <p:spPr>
            <a:xfrm>
              <a:off x="7672233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t3790"/>
            <p:cNvSpPr/>
            <p:nvPr/>
          </p:nvSpPr>
          <p:spPr>
            <a:xfrm>
              <a:off x="7672233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t3791"/>
            <p:cNvSpPr/>
            <p:nvPr/>
          </p:nvSpPr>
          <p:spPr>
            <a:xfrm>
              <a:off x="7672233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t3792"/>
            <p:cNvSpPr/>
            <p:nvPr/>
          </p:nvSpPr>
          <p:spPr>
            <a:xfrm>
              <a:off x="7996820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t3793"/>
            <p:cNvSpPr/>
            <p:nvPr/>
          </p:nvSpPr>
          <p:spPr>
            <a:xfrm>
              <a:off x="7996820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t3794"/>
            <p:cNvSpPr/>
            <p:nvPr/>
          </p:nvSpPr>
          <p:spPr>
            <a:xfrm>
              <a:off x="8483701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t3795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t3796"/>
            <p:cNvSpPr/>
            <p:nvPr/>
          </p:nvSpPr>
          <p:spPr>
            <a:xfrm>
              <a:off x="7672233" y="20811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t3797"/>
            <p:cNvSpPr/>
            <p:nvPr/>
          </p:nvSpPr>
          <p:spPr>
            <a:xfrm>
              <a:off x="7672233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t3798"/>
            <p:cNvSpPr/>
            <p:nvPr/>
          </p:nvSpPr>
          <p:spPr>
            <a:xfrm>
              <a:off x="8321407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t3799"/>
            <p:cNvSpPr/>
            <p:nvPr/>
          </p:nvSpPr>
          <p:spPr>
            <a:xfrm>
              <a:off x="7672233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t3800"/>
            <p:cNvSpPr/>
            <p:nvPr/>
          </p:nvSpPr>
          <p:spPr>
            <a:xfrm>
              <a:off x="8159114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t3801"/>
            <p:cNvSpPr/>
            <p:nvPr/>
          </p:nvSpPr>
          <p:spPr>
            <a:xfrm>
              <a:off x="8159114" y="13740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t3802"/>
            <p:cNvSpPr/>
            <p:nvPr/>
          </p:nvSpPr>
          <p:spPr>
            <a:xfrm>
              <a:off x="7834526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t3803"/>
            <p:cNvSpPr/>
            <p:nvPr/>
          </p:nvSpPr>
          <p:spPr>
            <a:xfrm>
              <a:off x="8970582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t3804"/>
            <p:cNvSpPr/>
            <p:nvPr/>
          </p:nvSpPr>
          <p:spPr>
            <a:xfrm>
              <a:off x="7672233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t3805"/>
            <p:cNvSpPr/>
            <p:nvPr/>
          </p:nvSpPr>
          <p:spPr>
            <a:xfrm>
              <a:off x="8159114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t3806"/>
            <p:cNvSpPr/>
            <p:nvPr/>
          </p:nvSpPr>
          <p:spPr>
            <a:xfrm>
              <a:off x="8159114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t3807"/>
            <p:cNvSpPr/>
            <p:nvPr/>
          </p:nvSpPr>
          <p:spPr>
            <a:xfrm>
              <a:off x="7672233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t3808"/>
            <p:cNvSpPr/>
            <p:nvPr/>
          </p:nvSpPr>
          <p:spPr>
            <a:xfrm>
              <a:off x="799682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t3809"/>
            <p:cNvSpPr/>
            <p:nvPr/>
          </p:nvSpPr>
          <p:spPr>
            <a:xfrm>
              <a:off x="7996820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t3810"/>
            <p:cNvSpPr/>
            <p:nvPr/>
          </p:nvSpPr>
          <p:spPr>
            <a:xfrm>
              <a:off x="8645995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t3811"/>
            <p:cNvSpPr/>
            <p:nvPr/>
          </p:nvSpPr>
          <p:spPr>
            <a:xfrm>
              <a:off x="8645995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t3812"/>
            <p:cNvSpPr/>
            <p:nvPr/>
          </p:nvSpPr>
          <p:spPr>
            <a:xfrm>
              <a:off x="7996820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t3813"/>
            <p:cNvSpPr/>
            <p:nvPr/>
          </p:nvSpPr>
          <p:spPr>
            <a:xfrm>
              <a:off x="8159114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t3814"/>
            <p:cNvSpPr/>
            <p:nvPr/>
          </p:nvSpPr>
          <p:spPr>
            <a:xfrm>
              <a:off x="8159114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t3815"/>
            <p:cNvSpPr/>
            <p:nvPr/>
          </p:nvSpPr>
          <p:spPr>
            <a:xfrm>
              <a:off x="8159114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t3816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t3817"/>
            <p:cNvSpPr/>
            <p:nvPr/>
          </p:nvSpPr>
          <p:spPr>
            <a:xfrm>
              <a:off x="7996820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t3818"/>
            <p:cNvSpPr/>
            <p:nvPr/>
          </p:nvSpPr>
          <p:spPr>
            <a:xfrm>
              <a:off x="8077967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t3819"/>
            <p:cNvSpPr/>
            <p:nvPr/>
          </p:nvSpPr>
          <p:spPr>
            <a:xfrm>
              <a:off x="8159114" y="18739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t3820"/>
            <p:cNvSpPr/>
            <p:nvPr/>
          </p:nvSpPr>
          <p:spPr>
            <a:xfrm>
              <a:off x="8808288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t3821"/>
            <p:cNvSpPr/>
            <p:nvPr/>
          </p:nvSpPr>
          <p:spPr>
            <a:xfrm>
              <a:off x="8321407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t3822"/>
            <p:cNvSpPr/>
            <p:nvPr/>
          </p:nvSpPr>
          <p:spPr>
            <a:xfrm>
              <a:off x="8159114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t3823"/>
            <p:cNvSpPr/>
            <p:nvPr/>
          </p:nvSpPr>
          <p:spPr>
            <a:xfrm>
              <a:off x="8159114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t3824"/>
            <p:cNvSpPr/>
            <p:nvPr/>
          </p:nvSpPr>
          <p:spPr>
            <a:xfrm>
              <a:off x="7672233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t3825"/>
            <p:cNvSpPr/>
            <p:nvPr/>
          </p:nvSpPr>
          <p:spPr>
            <a:xfrm>
              <a:off x="7672233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t3826"/>
            <p:cNvSpPr/>
            <p:nvPr/>
          </p:nvSpPr>
          <p:spPr>
            <a:xfrm>
              <a:off x="8321407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t3827"/>
            <p:cNvSpPr/>
            <p:nvPr/>
          </p:nvSpPr>
          <p:spPr>
            <a:xfrm>
              <a:off x="8159114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t3828"/>
            <p:cNvSpPr/>
            <p:nvPr/>
          </p:nvSpPr>
          <p:spPr>
            <a:xfrm>
              <a:off x="8808288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t3829"/>
            <p:cNvSpPr/>
            <p:nvPr/>
          </p:nvSpPr>
          <p:spPr>
            <a:xfrm>
              <a:off x="8483701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t3830"/>
            <p:cNvSpPr/>
            <p:nvPr/>
          </p:nvSpPr>
          <p:spPr>
            <a:xfrm>
              <a:off x="7753380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t3831"/>
            <p:cNvSpPr/>
            <p:nvPr/>
          </p:nvSpPr>
          <p:spPr>
            <a:xfrm>
              <a:off x="767223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t3832"/>
            <p:cNvSpPr/>
            <p:nvPr/>
          </p:nvSpPr>
          <p:spPr>
            <a:xfrm>
              <a:off x="799682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t3833"/>
            <p:cNvSpPr/>
            <p:nvPr/>
          </p:nvSpPr>
          <p:spPr>
            <a:xfrm>
              <a:off x="8645995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t3834"/>
            <p:cNvSpPr/>
            <p:nvPr/>
          </p:nvSpPr>
          <p:spPr>
            <a:xfrm>
              <a:off x="767223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t3835"/>
            <p:cNvSpPr/>
            <p:nvPr/>
          </p:nvSpPr>
          <p:spPr>
            <a:xfrm>
              <a:off x="8159114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t3836"/>
            <p:cNvSpPr/>
            <p:nvPr/>
          </p:nvSpPr>
          <p:spPr>
            <a:xfrm>
              <a:off x="8645995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t3837"/>
            <p:cNvSpPr/>
            <p:nvPr/>
          </p:nvSpPr>
          <p:spPr>
            <a:xfrm>
              <a:off x="7834526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t3838"/>
            <p:cNvSpPr/>
            <p:nvPr/>
          </p:nvSpPr>
          <p:spPr>
            <a:xfrm>
              <a:off x="767223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t3839"/>
            <p:cNvSpPr/>
            <p:nvPr/>
          </p:nvSpPr>
          <p:spPr>
            <a:xfrm>
              <a:off x="767223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t3840"/>
            <p:cNvSpPr/>
            <p:nvPr/>
          </p:nvSpPr>
          <p:spPr>
            <a:xfrm>
              <a:off x="8159114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t3841"/>
            <p:cNvSpPr/>
            <p:nvPr/>
          </p:nvSpPr>
          <p:spPr>
            <a:xfrm>
              <a:off x="7834526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t3842"/>
            <p:cNvSpPr/>
            <p:nvPr/>
          </p:nvSpPr>
          <p:spPr>
            <a:xfrm>
              <a:off x="8321407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t3843"/>
            <p:cNvSpPr/>
            <p:nvPr/>
          </p:nvSpPr>
          <p:spPr>
            <a:xfrm>
              <a:off x="799682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t3844"/>
            <p:cNvSpPr/>
            <p:nvPr/>
          </p:nvSpPr>
          <p:spPr>
            <a:xfrm>
              <a:off x="8077967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t3845"/>
            <p:cNvSpPr/>
            <p:nvPr/>
          </p:nvSpPr>
          <p:spPr>
            <a:xfrm>
              <a:off x="7672233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t3846"/>
            <p:cNvSpPr/>
            <p:nvPr/>
          </p:nvSpPr>
          <p:spPr>
            <a:xfrm>
              <a:off x="8159114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t3847"/>
            <p:cNvSpPr/>
            <p:nvPr/>
          </p:nvSpPr>
          <p:spPr>
            <a:xfrm>
              <a:off x="799682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t3848"/>
            <p:cNvSpPr/>
            <p:nvPr/>
          </p:nvSpPr>
          <p:spPr>
            <a:xfrm>
              <a:off x="799682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t3849"/>
            <p:cNvSpPr/>
            <p:nvPr/>
          </p:nvSpPr>
          <p:spPr>
            <a:xfrm>
              <a:off x="7672233" y="16422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t3850"/>
            <p:cNvSpPr/>
            <p:nvPr/>
          </p:nvSpPr>
          <p:spPr>
            <a:xfrm>
              <a:off x="8159114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t3851"/>
            <p:cNvSpPr/>
            <p:nvPr/>
          </p:nvSpPr>
          <p:spPr>
            <a:xfrm>
              <a:off x="7672233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t3852"/>
            <p:cNvSpPr/>
            <p:nvPr/>
          </p:nvSpPr>
          <p:spPr>
            <a:xfrm>
              <a:off x="7996820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t3853"/>
            <p:cNvSpPr/>
            <p:nvPr/>
          </p:nvSpPr>
          <p:spPr>
            <a:xfrm>
              <a:off x="767223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t3854"/>
            <p:cNvSpPr/>
            <p:nvPr/>
          </p:nvSpPr>
          <p:spPr>
            <a:xfrm>
              <a:off x="767223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t3855"/>
            <p:cNvSpPr/>
            <p:nvPr/>
          </p:nvSpPr>
          <p:spPr>
            <a:xfrm>
              <a:off x="8159114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t3856"/>
            <p:cNvSpPr/>
            <p:nvPr/>
          </p:nvSpPr>
          <p:spPr>
            <a:xfrm>
              <a:off x="8483701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t3857"/>
            <p:cNvSpPr/>
            <p:nvPr/>
          </p:nvSpPr>
          <p:spPr>
            <a:xfrm>
              <a:off x="8240261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t3858"/>
            <p:cNvSpPr/>
            <p:nvPr/>
          </p:nvSpPr>
          <p:spPr>
            <a:xfrm>
              <a:off x="7834526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t3859"/>
            <p:cNvSpPr/>
            <p:nvPr/>
          </p:nvSpPr>
          <p:spPr>
            <a:xfrm>
              <a:off x="791567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t3860"/>
            <p:cNvSpPr/>
            <p:nvPr/>
          </p:nvSpPr>
          <p:spPr>
            <a:xfrm>
              <a:off x="8321407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t3861"/>
            <p:cNvSpPr/>
            <p:nvPr/>
          </p:nvSpPr>
          <p:spPr>
            <a:xfrm>
              <a:off x="767223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t3862"/>
            <p:cNvSpPr/>
            <p:nvPr/>
          </p:nvSpPr>
          <p:spPr>
            <a:xfrm>
              <a:off x="767223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t3863"/>
            <p:cNvSpPr/>
            <p:nvPr/>
          </p:nvSpPr>
          <p:spPr>
            <a:xfrm>
              <a:off x="7672233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t3864"/>
            <p:cNvSpPr/>
            <p:nvPr/>
          </p:nvSpPr>
          <p:spPr>
            <a:xfrm>
              <a:off x="7672233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t3865"/>
            <p:cNvSpPr/>
            <p:nvPr/>
          </p:nvSpPr>
          <p:spPr>
            <a:xfrm>
              <a:off x="8159114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t3866"/>
            <p:cNvSpPr/>
            <p:nvPr/>
          </p:nvSpPr>
          <p:spPr>
            <a:xfrm>
              <a:off x="7834526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t3867"/>
            <p:cNvSpPr/>
            <p:nvPr/>
          </p:nvSpPr>
          <p:spPr>
            <a:xfrm>
              <a:off x="7753380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t3868"/>
            <p:cNvSpPr/>
            <p:nvPr/>
          </p:nvSpPr>
          <p:spPr>
            <a:xfrm>
              <a:off x="7672233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t3869"/>
            <p:cNvSpPr/>
            <p:nvPr/>
          </p:nvSpPr>
          <p:spPr>
            <a:xfrm>
              <a:off x="7672233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t3870"/>
            <p:cNvSpPr/>
            <p:nvPr/>
          </p:nvSpPr>
          <p:spPr>
            <a:xfrm>
              <a:off x="8808288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t3871"/>
            <p:cNvSpPr/>
            <p:nvPr/>
          </p:nvSpPr>
          <p:spPr>
            <a:xfrm>
              <a:off x="7672233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t3872"/>
            <p:cNvSpPr/>
            <p:nvPr/>
          </p:nvSpPr>
          <p:spPr>
            <a:xfrm>
              <a:off x="767223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t3873"/>
            <p:cNvSpPr/>
            <p:nvPr/>
          </p:nvSpPr>
          <p:spPr>
            <a:xfrm>
              <a:off x="7996820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t3874"/>
            <p:cNvSpPr/>
            <p:nvPr/>
          </p:nvSpPr>
          <p:spPr>
            <a:xfrm>
              <a:off x="799682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t3875"/>
            <p:cNvSpPr/>
            <p:nvPr/>
          </p:nvSpPr>
          <p:spPr>
            <a:xfrm>
              <a:off x="767223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t3876"/>
            <p:cNvSpPr/>
            <p:nvPr/>
          </p:nvSpPr>
          <p:spPr>
            <a:xfrm>
              <a:off x="767223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t3877"/>
            <p:cNvSpPr/>
            <p:nvPr/>
          </p:nvSpPr>
          <p:spPr>
            <a:xfrm>
              <a:off x="8321407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t3878"/>
            <p:cNvSpPr/>
            <p:nvPr/>
          </p:nvSpPr>
          <p:spPr>
            <a:xfrm>
              <a:off x="8240261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t3879"/>
            <p:cNvSpPr/>
            <p:nvPr/>
          </p:nvSpPr>
          <p:spPr>
            <a:xfrm>
              <a:off x="8159114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t3880"/>
            <p:cNvSpPr/>
            <p:nvPr/>
          </p:nvSpPr>
          <p:spPr>
            <a:xfrm>
              <a:off x="8645995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t3881"/>
            <p:cNvSpPr/>
            <p:nvPr/>
          </p:nvSpPr>
          <p:spPr>
            <a:xfrm>
              <a:off x="8321407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t3882"/>
            <p:cNvSpPr/>
            <p:nvPr/>
          </p:nvSpPr>
          <p:spPr>
            <a:xfrm>
              <a:off x="8564848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t3883"/>
            <p:cNvSpPr/>
            <p:nvPr/>
          </p:nvSpPr>
          <p:spPr>
            <a:xfrm>
              <a:off x="8321407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t3884"/>
            <p:cNvSpPr/>
            <p:nvPr/>
          </p:nvSpPr>
          <p:spPr>
            <a:xfrm>
              <a:off x="8159114" y="16788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t3885"/>
            <p:cNvSpPr/>
            <p:nvPr/>
          </p:nvSpPr>
          <p:spPr>
            <a:xfrm>
              <a:off x="8483701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t3886"/>
            <p:cNvSpPr/>
            <p:nvPr/>
          </p:nvSpPr>
          <p:spPr>
            <a:xfrm>
              <a:off x="8321407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t3887"/>
            <p:cNvSpPr/>
            <p:nvPr/>
          </p:nvSpPr>
          <p:spPr>
            <a:xfrm>
              <a:off x="8159114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t3888"/>
            <p:cNvSpPr/>
            <p:nvPr/>
          </p:nvSpPr>
          <p:spPr>
            <a:xfrm>
              <a:off x="8564848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t3889"/>
            <p:cNvSpPr/>
            <p:nvPr/>
          </p:nvSpPr>
          <p:spPr>
            <a:xfrm>
              <a:off x="767223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t3890"/>
            <p:cNvSpPr/>
            <p:nvPr/>
          </p:nvSpPr>
          <p:spPr>
            <a:xfrm>
              <a:off x="8564848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t3891"/>
            <p:cNvSpPr/>
            <p:nvPr/>
          </p:nvSpPr>
          <p:spPr>
            <a:xfrm>
              <a:off x="7672233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t3892"/>
            <p:cNvSpPr/>
            <p:nvPr/>
          </p:nvSpPr>
          <p:spPr>
            <a:xfrm>
              <a:off x="7996820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t3893"/>
            <p:cNvSpPr/>
            <p:nvPr/>
          </p:nvSpPr>
          <p:spPr>
            <a:xfrm>
              <a:off x="7672233" y="21055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t3894"/>
            <p:cNvSpPr/>
            <p:nvPr/>
          </p:nvSpPr>
          <p:spPr>
            <a:xfrm>
              <a:off x="7672233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t3895"/>
            <p:cNvSpPr/>
            <p:nvPr/>
          </p:nvSpPr>
          <p:spPr>
            <a:xfrm>
              <a:off x="8321407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t3896"/>
            <p:cNvSpPr/>
            <p:nvPr/>
          </p:nvSpPr>
          <p:spPr>
            <a:xfrm>
              <a:off x="8402554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t3897"/>
            <p:cNvSpPr/>
            <p:nvPr/>
          </p:nvSpPr>
          <p:spPr>
            <a:xfrm>
              <a:off x="8321407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t3898"/>
            <p:cNvSpPr/>
            <p:nvPr/>
          </p:nvSpPr>
          <p:spPr>
            <a:xfrm>
              <a:off x="7672233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t3899"/>
            <p:cNvSpPr/>
            <p:nvPr/>
          </p:nvSpPr>
          <p:spPr>
            <a:xfrm>
              <a:off x="7672233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t3900"/>
            <p:cNvSpPr/>
            <p:nvPr/>
          </p:nvSpPr>
          <p:spPr>
            <a:xfrm>
              <a:off x="7834526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t3901"/>
            <p:cNvSpPr/>
            <p:nvPr/>
          </p:nvSpPr>
          <p:spPr>
            <a:xfrm>
              <a:off x="7672233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t3902"/>
            <p:cNvSpPr/>
            <p:nvPr/>
          </p:nvSpPr>
          <p:spPr>
            <a:xfrm>
              <a:off x="799682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t3903"/>
            <p:cNvSpPr/>
            <p:nvPr/>
          </p:nvSpPr>
          <p:spPr>
            <a:xfrm>
              <a:off x="767223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t3904"/>
            <p:cNvSpPr/>
            <p:nvPr/>
          </p:nvSpPr>
          <p:spPr>
            <a:xfrm>
              <a:off x="7834526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t3905"/>
            <p:cNvSpPr/>
            <p:nvPr/>
          </p:nvSpPr>
          <p:spPr>
            <a:xfrm>
              <a:off x="7672233" y="21543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t3906"/>
            <p:cNvSpPr/>
            <p:nvPr/>
          </p:nvSpPr>
          <p:spPr>
            <a:xfrm>
              <a:off x="8808288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t3907"/>
            <p:cNvSpPr/>
            <p:nvPr/>
          </p:nvSpPr>
          <p:spPr>
            <a:xfrm>
              <a:off x="8402554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t3908"/>
            <p:cNvSpPr/>
            <p:nvPr/>
          </p:nvSpPr>
          <p:spPr>
            <a:xfrm>
              <a:off x="8321407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t3909"/>
            <p:cNvSpPr/>
            <p:nvPr/>
          </p:nvSpPr>
          <p:spPr>
            <a:xfrm>
              <a:off x="8483701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t3910"/>
            <p:cNvSpPr/>
            <p:nvPr/>
          </p:nvSpPr>
          <p:spPr>
            <a:xfrm>
              <a:off x="8645995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t3911"/>
            <p:cNvSpPr/>
            <p:nvPr/>
          </p:nvSpPr>
          <p:spPr>
            <a:xfrm>
              <a:off x="7672233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t3912"/>
            <p:cNvSpPr/>
            <p:nvPr/>
          </p:nvSpPr>
          <p:spPr>
            <a:xfrm>
              <a:off x="8159114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t3913"/>
            <p:cNvSpPr/>
            <p:nvPr/>
          </p:nvSpPr>
          <p:spPr>
            <a:xfrm>
              <a:off x="8159114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t3914"/>
            <p:cNvSpPr/>
            <p:nvPr/>
          </p:nvSpPr>
          <p:spPr>
            <a:xfrm>
              <a:off x="7672233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t3915"/>
            <p:cNvSpPr/>
            <p:nvPr/>
          </p:nvSpPr>
          <p:spPr>
            <a:xfrm>
              <a:off x="7672233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t3916"/>
            <p:cNvSpPr/>
            <p:nvPr/>
          </p:nvSpPr>
          <p:spPr>
            <a:xfrm>
              <a:off x="767223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t3917"/>
            <p:cNvSpPr/>
            <p:nvPr/>
          </p:nvSpPr>
          <p:spPr>
            <a:xfrm>
              <a:off x="7672233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t3918"/>
            <p:cNvSpPr/>
            <p:nvPr/>
          </p:nvSpPr>
          <p:spPr>
            <a:xfrm>
              <a:off x="7672233" y="20689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t3919"/>
            <p:cNvSpPr/>
            <p:nvPr/>
          </p:nvSpPr>
          <p:spPr>
            <a:xfrm>
              <a:off x="791567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t3920"/>
            <p:cNvSpPr/>
            <p:nvPr/>
          </p:nvSpPr>
          <p:spPr>
            <a:xfrm>
              <a:off x="767223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t3921"/>
            <p:cNvSpPr/>
            <p:nvPr/>
          </p:nvSpPr>
          <p:spPr>
            <a:xfrm>
              <a:off x="7672233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t3922"/>
            <p:cNvSpPr/>
            <p:nvPr/>
          </p:nvSpPr>
          <p:spPr>
            <a:xfrm>
              <a:off x="8159114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g3923"/>
            <p:cNvSpPr/>
            <p:nvPr/>
          </p:nvSpPr>
          <p:spPr>
            <a:xfrm>
              <a:off x="7690283" y="493817"/>
              <a:ext cx="1947523" cy="1351902"/>
            </a:xfrm>
            <a:custGeom>
              <a:avLst/>
              <a:pathLst>
                <a:path w="1947523" h="1351902">
                  <a:moveTo>
                    <a:pt x="0" y="1258551"/>
                  </a:moveTo>
                  <a:lnTo>
                    <a:pt x="24652" y="1246987"/>
                  </a:lnTo>
                  <a:lnTo>
                    <a:pt x="49304" y="1235121"/>
                  </a:lnTo>
                  <a:lnTo>
                    <a:pt x="73956" y="1222941"/>
                  </a:lnTo>
                  <a:lnTo>
                    <a:pt x="98608" y="1210441"/>
                  </a:lnTo>
                  <a:lnTo>
                    <a:pt x="123260" y="1197621"/>
                  </a:lnTo>
                  <a:lnTo>
                    <a:pt x="147913" y="1184489"/>
                  </a:lnTo>
                  <a:lnTo>
                    <a:pt x="172565" y="1171064"/>
                  </a:lnTo>
                  <a:lnTo>
                    <a:pt x="197217" y="1157371"/>
                  </a:lnTo>
                  <a:lnTo>
                    <a:pt x="221869" y="1143445"/>
                  </a:lnTo>
                  <a:lnTo>
                    <a:pt x="246521" y="1129324"/>
                  </a:lnTo>
                  <a:lnTo>
                    <a:pt x="271174" y="1115046"/>
                  </a:lnTo>
                  <a:lnTo>
                    <a:pt x="295826" y="1100653"/>
                  </a:lnTo>
                  <a:lnTo>
                    <a:pt x="320478" y="1086181"/>
                  </a:lnTo>
                  <a:lnTo>
                    <a:pt x="345130" y="1071663"/>
                  </a:lnTo>
                  <a:lnTo>
                    <a:pt x="369782" y="1057128"/>
                  </a:lnTo>
                  <a:lnTo>
                    <a:pt x="394435" y="1042601"/>
                  </a:lnTo>
                  <a:lnTo>
                    <a:pt x="419087" y="1028100"/>
                  </a:lnTo>
                  <a:lnTo>
                    <a:pt x="443739" y="1013642"/>
                  </a:lnTo>
                  <a:lnTo>
                    <a:pt x="468391" y="999238"/>
                  </a:lnTo>
                  <a:lnTo>
                    <a:pt x="493043" y="984897"/>
                  </a:lnTo>
                  <a:lnTo>
                    <a:pt x="517696" y="970624"/>
                  </a:lnTo>
                  <a:lnTo>
                    <a:pt x="542348" y="956422"/>
                  </a:lnTo>
                  <a:lnTo>
                    <a:pt x="567000" y="942291"/>
                  </a:lnTo>
                  <a:lnTo>
                    <a:pt x="591652" y="928230"/>
                  </a:lnTo>
                  <a:lnTo>
                    <a:pt x="616304" y="914234"/>
                  </a:lnTo>
                  <a:lnTo>
                    <a:pt x="640957" y="900297"/>
                  </a:lnTo>
                  <a:lnTo>
                    <a:pt x="665609" y="886412"/>
                  </a:lnTo>
                  <a:lnTo>
                    <a:pt x="690261" y="872568"/>
                  </a:lnTo>
                  <a:lnTo>
                    <a:pt x="714913" y="858755"/>
                  </a:lnTo>
                  <a:lnTo>
                    <a:pt x="739565" y="844960"/>
                  </a:lnTo>
                  <a:lnTo>
                    <a:pt x="764218" y="831168"/>
                  </a:lnTo>
                  <a:lnTo>
                    <a:pt x="788870" y="817365"/>
                  </a:lnTo>
                  <a:lnTo>
                    <a:pt x="813522" y="803533"/>
                  </a:lnTo>
                  <a:lnTo>
                    <a:pt x="838174" y="789657"/>
                  </a:lnTo>
                  <a:lnTo>
                    <a:pt x="862826" y="775719"/>
                  </a:lnTo>
                  <a:lnTo>
                    <a:pt x="887479" y="761700"/>
                  </a:lnTo>
                  <a:lnTo>
                    <a:pt x="912131" y="747585"/>
                  </a:lnTo>
                  <a:lnTo>
                    <a:pt x="936783" y="733357"/>
                  </a:lnTo>
                  <a:lnTo>
                    <a:pt x="961435" y="719000"/>
                  </a:lnTo>
                  <a:lnTo>
                    <a:pt x="986087" y="704501"/>
                  </a:lnTo>
                  <a:lnTo>
                    <a:pt x="1010740" y="689847"/>
                  </a:lnTo>
                  <a:lnTo>
                    <a:pt x="1035392" y="675027"/>
                  </a:lnTo>
                  <a:lnTo>
                    <a:pt x="1060044" y="660033"/>
                  </a:lnTo>
                  <a:lnTo>
                    <a:pt x="1084696" y="644857"/>
                  </a:lnTo>
                  <a:lnTo>
                    <a:pt x="1109348" y="629494"/>
                  </a:lnTo>
                  <a:lnTo>
                    <a:pt x="1134001" y="613939"/>
                  </a:lnTo>
                  <a:lnTo>
                    <a:pt x="1158653" y="598192"/>
                  </a:lnTo>
                  <a:lnTo>
                    <a:pt x="1183305" y="582249"/>
                  </a:lnTo>
                  <a:lnTo>
                    <a:pt x="1207957" y="566111"/>
                  </a:lnTo>
                  <a:lnTo>
                    <a:pt x="1232609" y="549779"/>
                  </a:lnTo>
                  <a:lnTo>
                    <a:pt x="1257262" y="533253"/>
                  </a:lnTo>
                  <a:lnTo>
                    <a:pt x="1281914" y="516536"/>
                  </a:lnTo>
                  <a:lnTo>
                    <a:pt x="1306566" y="499629"/>
                  </a:lnTo>
                  <a:lnTo>
                    <a:pt x="1331218" y="482534"/>
                  </a:lnTo>
                  <a:lnTo>
                    <a:pt x="1355870" y="465253"/>
                  </a:lnTo>
                  <a:lnTo>
                    <a:pt x="1380523" y="447790"/>
                  </a:lnTo>
                  <a:lnTo>
                    <a:pt x="1405175" y="430146"/>
                  </a:lnTo>
                  <a:lnTo>
                    <a:pt x="1429827" y="412324"/>
                  </a:lnTo>
                  <a:lnTo>
                    <a:pt x="1454479" y="394326"/>
                  </a:lnTo>
                  <a:lnTo>
                    <a:pt x="1479131" y="376154"/>
                  </a:lnTo>
                  <a:lnTo>
                    <a:pt x="1503784" y="357810"/>
                  </a:lnTo>
                  <a:lnTo>
                    <a:pt x="1528436" y="339297"/>
                  </a:lnTo>
                  <a:lnTo>
                    <a:pt x="1553088" y="320616"/>
                  </a:lnTo>
                  <a:lnTo>
                    <a:pt x="1577740" y="301768"/>
                  </a:lnTo>
                  <a:lnTo>
                    <a:pt x="1602392" y="282756"/>
                  </a:lnTo>
                  <a:lnTo>
                    <a:pt x="1627045" y="263582"/>
                  </a:lnTo>
                  <a:lnTo>
                    <a:pt x="1651697" y="244245"/>
                  </a:lnTo>
                  <a:lnTo>
                    <a:pt x="1676349" y="224748"/>
                  </a:lnTo>
                  <a:lnTo>
                    <a:pt x="1701001" y="205093"/>
                  </a:lnTo>
                  <a:lnTo>
                    <a:pt x="1725653" y="185279"/>
                  </a:lnTo>
                  <a:lnTo>
                    <a:pt x="1750306" y="165308"/>
                  </a:lnTo>
                  <a:lnTo>
                    <a:pt x="1774958" y="145182"/>
                  </a:lnTo>
                  <a:lnTo>
                    <a:pt x="1799610" y="124900"/>
                  </a:lnTo>
                  <a:lnTo>
                    <a:pt x="1824262" y="104465"/>
                  </a:lnTo>
                  <a:lnTo>
                    <a:pt x="1848914" y="83876"/>
                  </a:lnTo>
                  <a:lnTo>
                    <a:pt x="1873566" y="63134"/>
                  </a:lnTo>
                  <a:lnTo>
                    <a:pt x="1898219" y="42240"/>
                  </a:lnTo>
                  <a:lnTo>
                    <a:pt x="1922871" y="21195"/>
                  </a:lnTo>
                  <a:lnTo>
                    <a:pt x="1947523" y="0"/>
                  </a:lnTo>
                  <a:lnTo>
                    <a:pt x="1947523" y="599950"/>
                  </a:lnTo>
                  <a:lnTo>
                    <a:pt x="1922871" y="600936"/>
                  </a:lnTo>
                  <a:lnTo>
                    <a:pt x="1898219" y="602156"/>
                  </a:lnTo>
                  <a:lnTo>
                    <a:pt x="1873566" y="603612"/>
                  </a:lnTo>
                  <a:lnTo>
                    <a:pt x="1848914" y="605303"/>
                  </a:lnTo>
                  <a:lnTo>
                    <a:pt x="1824262" y="607231"/>
                  </a:lnTo>
                  <a:lnTo>
                    <a:pt x="1799610" y="609396"/>
                  </a:lnTo>
                  <a:lnTo>
                    <a:pt x="1774958" y="611799"/>
                  </a:lnTo>
                  <a:lnTo>
                    <a:pt x="1750306" y="614441"/>
                  </a:lnTo>
                  <a:lnTo>
                    <a:pt x="1725653" y="617322"/>
                  </a:lnTo>
                  <a:lnTo>
                    <a:pt x="1701001" y="620445"/>
                  </a:lnTo>
                  <a:lnTo>
                    <a:pt x="1676349" y="623808"/>
                  </a:lnTo>
                  <a:lnTo>
                    <a:pt x="1651697" y="627415"/>
                  </a:lnTo>
                  <a:lnTo>
                    <a:pt x="1627045" y="631266"/>
                  </a:lnTo>
                  <a:lnTo>
                    <a:pt x="1602392" y="635362"/>
                  </a:lnTo>
                  <a:lnTo>
                    <a:pt x="1577740" y="639705"/>
                  </a:lnTo>
                  <a:lnTo>
                    <a:pt x="1553088" y="644296"/>
                  </a:lnTo>
                  <a:lnTo>
                    <a:pt x="1528436" y="649137"/>
                  </a:lnTo>
                  <a:lnTo>
                    <a:pt x="1503784" y="654230"/>
                  </a:lnTo>
                  <a:lnTo>
                    <a:pt x="1479131" y="659576"/>
                  </a:lnTo>
                  <a:lnTo>
                    <a:pt x="1454479" y="665178"/>
                  </a:lnTo>
                  <a:lnTo>
                    <a:pt x="1429827" y="671037"/>
                  </a:lnTo>
                  <a:lnTo>
                    <a:pt x="1405175" y="677156"/>
                  </a:lnTo>
                  <a:lnTo>
                    <a:pt x="1380523" y="683538"/>
                  </a:lnTo>
                  <a:lnTo>
                    <a:pt x="1355870" y="690183"/>
                  </a:lnTo>
                  <a:lnTo>
                    <a:pt x="1331218" y="697095"/>
                  </a:lnTo>
                  <a:lnTo>
                    <a:pt x="1306566" y="704277"/>
                  </a:lnTo>
                  <a:lnTo>
                    <a:pt x="1281914" y="711730"/>
                  </a:lnTo>
                  <a:lnTo>
                    <a:pt x="1257262" y="719456"/>
                  </a:lnTo>
                  <a:lnTo>
                    <a:pt x="1232609" y="727458"/>
                  </a:lnTo>
                  <a:lnTo>
                    <a:pt x="1207957" y="735737"/>
                  </a:lnTo>
                  <a:lnTo>
                    <a:pt x="1183305" y="744295"/>
                  </a:lnTo>
                  <a:lnTo>
                    <a:pt x="1158653" y="753132"/>
                  </a:lnTo>
                  <a:lnTo>
                    <a:pt x="1134001" y="762247"/>
                  </a:lnTo>
                  <a:lnTo>
                    <a:pt x="1109348" y="771639"/>
                  </a:lnTo>
                  <a:lnTo>
                    <a:pt x="1084696" y="781307"/>
                  </a:lnTo>
                  <a:lnTo>
                    <a:pt x="1060044" y="791245"/>
                  </a:lnTo>
                  <a:lnTo>
                    <a:pt x="1035392" y="801449"/>
                  </a:lnTo>
                  <a:lnTo>
                    <a:pt x="1010740" y="811911"/>
                  </a:lnTo>
                  <a:lnTo>
                    <a:pt x="986087" y="822622"/>
                  </a:lnTo>
                  <a:lnTo>
                    <a:pt x="961435" y="833573"/>
                  </a:lnTo>
                  <a:lnTo>
                    <a:pt x="936783" y="844749"/>
                  </a:lnTo>
                  <a:lnTo>
                    <a:pt x="912131" y="856138"/>
                  </a:lnTo>
                  <a:lnTo>
                    <a:pt x="887479" y="867723"/>
                  </a:lnTo>
                  <a:lnTo>
                    <a:pt x="862826" y="879490"/>
                  </a:lnTo>
                  <a:lnTo>
                    <a:pt x="838174" y="891419"/>
                  </a:lnTo>
                  <a:lnTo>
                    <a:pt x="813522" y="903495"/>
                  </a:lnTo>
                  <a:lnTo>
                    <a:pt x="788870" y="915700"/>
                  </a:lnTo>
                  <a:lnTo>
                    <a:pt x="764218" y="928016"/>
                  </a:lnTo>
                  <a:lnTo>
                    <a:pt x="739565" y="940428"/>
                  </a:lnTo>
                  <a:lnTo>
                    <a:pt x="714913" y="952920"/>
                  </a:lnTo>
                  <a:lnTo>
                    <a:pt x="690261" y="965478"/>
                  </a:lnTo>
                  <a:lnTo>
                    <a:pt x="665609" y="978089"/>
                  </a:lnTo>
                  <a:lnTo>
                    <a:pt x="640957" y="990742"/>
                  </a:lnTo>
                  <a:lnTo>
                    <a:pt x="616304" y="1003428"/>
                  </a:lnTo>
                  <a:lnTo>
                    <a:pt x="591652" y="1016138"/>
                  </a:lnTo>
                  <a:lnTo>
                    <a:pt x="567000" y="1028867"/>
                  </a:lnTo>
                  <a:lnTo>
                    <a:pt x="542348" y="1041610"/>
                  </a:lnTo>
                  <a:lnTo>
                    <a:pt x="517696" y="1054366"/>
                  </a:lnTo>
                  <a:lnTo>
                    <a:pt x="493043" y="1067134"/>
                  </a:lnTo>
                  <a:lnTo>
                    <a:pt x="468391" y="1079918"/>
                  </a:lnTo>
                  <a:lnTo>
                    <a:pt x="443739" y="1092723"/>
                  </a:lnTo>
                  <a:lnTo>
                    <a:pt x="419087" y="1105558"/>
                  </a:lnTo>
                  <a:lnTo>
                    <a:pt x="394435" y="1118434"/>
                  </a:lnTo>
                  <a:lnTo>
                    <a:pt x="369782" y="1131366"/>
                  </a:lnTo>
                  <a:lnTo>
                    <a:pt x="345130" y="1144375"/>
                  </a:lnTo>
                  <a:lnTo>
                    <a:pt x="320478" y="1157485"/>
                  </a:lnTo>
                  <a:lnTo>
                    <a:pt x="295826" y="1170725"/>
                  </a:lnTo>
                  <a:lnTo>
                    <a:pt x="271174" y="1184127"/>
                  </a:lnTo>
                  <a:lnTo>
                    <a:pt x="246521" y="1197729"/>
                  </a:lnTo>
                  <a:lnTo>
                    <a:pt x="221869" y="1211571"/>
                  </a:lnTo>
                  <a:lnTo>
                    <a:pt x="197217" y="1225691"/>
                  </a:lnTo>
                  <a:lnTo>
                    <a:pt x="172565" y="1240129"/>
                  </a:lnTo>
                  <a:lnTo>
                    <a:pt x="147913" y="1254918"/>
                  </a:lnTo>
                  <a:lnTo>
                    <a:pt x="123260" y="1270085"/>
                  </a:lnTo>
                  <a:lnTo>
                    <a:pt x="98608" y="1285647"/>
                  </a:lnTo>
                  <a:lnTo>
                    <a:pt x="73956" y="1301612"/>
                  </a:lnTo>
                  <a:lnTo>
                    <a:pt x="49304" y="1317982"/>
                  </a:lnTo>
                  <a:lnTo>
                    <a:pt x="24652" y="1334749"/>
                  </a:lnTo>
                  <a:lnTo>
                    <a:pt x="0" y="135190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24" name="pl3924"/>
            <p:cNvSpPr/>
            <p:nvPr/>
          </p:nvSpPr>
          <p:spPr>
            <a:xfrm>
              <a:off x="7690283" y="493817"/>
              <a:ext cx="1947523" cy="1258551"/>
            </a:xfrm>
            <a:custGeom>
              <a:avLst/>
              <a:pathLst>
                <a:path w="1947523" h="1258551">
                  <a:moveTo>
                    <a:pt x="0" y="1258551"/>
                  </a:moveTo>
                  <a:lnTo>
                    <a:pt x="24652" y="1246987"/>
                  </a:lnTo>
                  <a:lnTo>
                    <a:pt x="49304" y="1235121"/>
                  </a:lnTo>
                  <a:lnTo>
                    <a:pt x="73956" y="1222941"/>
                  </a:lnTo>
                  <a:lnTo>
                    <a:pt x="98608" y="1210441"/>
                  </a:lnTo>
                  <a:lnTo>
                    <a:pt x="123260" y="1197621"/>
                  </a:lnTo>
                  <a:lnTo>
                    <a:pt x="147913" y="1184489"/>
                  </a:lnTo>
                  <a:lnTo>
                    <a:pt x="172565" y="1171064"/>
                  </a:lnTo>
                  <a:lnTo>
                    <a:pt x="197217" y="1157371"/>
                  </a:lnTo>
                  <a:lnTo>
                    <a:pt x="221869" y="1143445"/>
                  </a:lnTo>
                  <a:lnTo>
                    <a:pt x="246521" y="1129324"/>
                  </a:lnTo>
                  <a:lnTo>
                    <a:pt x="271174" y="1115046"/>
                  </a:lnTo>
                  <a:lnTo>
                    <a:pt x="295826" y="1100653"/>
                  </a:lnTo>
                  <a:lnTo>
                    <a:pt x="320478" y="1086181"/>
                  </a:lnTo>
                  <a:lnTo>
                    <a:pt x="345130" y="1071663"/>
                  </a:lnTo>
                  <a:lnTo>
                    <a:pt x="369782" y="1057128"/>
                  </a:lnTo>
                  <a:lnTo>
                    <a:pt x="394435" y="1042601"/>
                  </a:lnTo>
                  <a:lnTo>
                    <a:pt x="419087" y="1028100"/>
                  </a:lnTo>
                  <a:lnTo>
                    <a:pt x="443739" y="1013642"/>
                  </a:lnTo>
                  <a:lnTo>
                    <a:pt x="468391" y="999238"/>
                  </a:lnTo>
                  <a:lnTo>
                    <a:pt x="493043" y="984897"/>
                  </a:lnTo>
                  <a:lnTo>
                    <a:pt x="517696" y="970624"/>
                  </a:lnTo>
                  <a:lnTo>
                    <a:pt x="542348" y="956422"/>
                  </a:lnTo>
                  <a:lnTo>
                    <a:pt x="567000" y="942291"/>
                  </a:lnTo>
                  <a:lnTo>
                    <a:pt x="591652" y="928230"/>
                  </a:lnTo>
                  <a:lnTo>
                    <a:pt x="616304" y="914234"/>
                  </a:lnTo>
                  <a:lnTo>
                    <a:pt x="640957" y="900297"/>
                  </a:lnTo>
                  <a:lnTo>
                    <a:pt x="665609" y="886412"/>
                  </a:lnTo>
                  <a:lnTo>
                    <a:pt x="690261" y="872568"/>
                  </a:lnTo>
                  <a:lnTo>
                    <a:pt x="714913" y="858755"/>
                  </a:lnTo>
                  <a:lnTo>
                    <a:pt x="739565" y="844960"/>
                  </a:lnTo>
                  <a:lnTo>
                    <a:pt x="764218" y="831168"/>
                  </a:lnTo>
                  <a:lnTo>
                    <a:pt x="788870" y="817365"/>
                  </a:lnTo>
                  <a:lnTo>
                    <a:pt x="813522" y="803533"/>
                  </a:lnTo>
                  <a:lnTo>
                    <a:pt x="838174" y="789657"/>
                  </a:lnTo>
                  <a:lnTo>
                    <a:pt x="862826" y="775719"/>
                  </a:lnTo>
                  <a:lnTo>
                    <a:pt x="887479" y="761700"/>
                  </a:lnTo>
                  <a:lnTo>
                    <a:pt x="912131" y="747585"/>
                  </a:lnTo>
                  <a:lnTo>
                    <a:pt x="936783" y="733357"/>
                  </a:lnTo>
                  <a:lnTo>
                    <a:pt x="961435" y="719000"/>
                  </a:lnTo>
                  <a:lnTo>
                    <a:pt x="986087" y="704501"/>
                  </a:lnTo>
                  <a:lnTo>
                    <a:pt x="1010740" y="689847"/>
                  </a:lnTo>
                  <a:lnTo>
                    <a:pt x="1035392" y="675027"/>
                  </a:lnTo>
                  <a:lnTo>
                    <a:pt x="1060044" y="660033"/>
                  </a:lnTo>
                  <a:lnTo>
                    <a:pt x="1084696" y="644857"/>
                  </a:lnTo>
                  <a:lnTo>
                    <a:pt x="1109348" y="629494"/>
                  </a:lnTo>
                  <a:lnTo>
                    <a:pt x="1134001" y="613939"/>
                  </a:lnTo>
                  <a:lnTo>
                    <a:pt x="1158653" y="598192"/>
                  </a:lnTo>
                  <a:lnTo>
                    <a:pt x="1183305" y="582249"/>
                  </a:lnTo>
                  <a:lnTo>
                    <a:pt x="1207957" y="566111"/>
                  </a:lnTo>
                  <a:lnTo>
                    <a:pt x="1232609" y="549779"/>
                  </a:lnTo>
                  <a:lnTo>
                    <a:pt x="1257262" y="533253"/>
                  </a:lnTo>
                  <a:lnTo>
                    <a:pt x="1281914" y="516536"/>
                  </a:lnTo>
                  <a:lnTo>
                    <a:pt x="1306566" y="499629"/>
                  </a:lnTo>
                  <a:lnTo>
                    <a:pt x="1331218" y="482534"/>
                  </a:lnTo>
                  <a:lnTo>
                    <a:pt x="1355870" y="465253"/>
                  </a:lnTo>
                  <a:lnTo>
                    <a:pt x="1380523" y="447790"/>
                  </a:lnTo>
                  <a:lnTo>
                    <a:pt x="1405175" y="430146"/>
                  </a:lnTo>
                  <a:lnTo>
                    <a:pt x="1429827" y="412324"/>
                  </a:lnTo>
                  <a:lnTo>
                    <a:pt x="1454479" y="394326"/>
                  </a:lnTo>
                  <a:lnTo>
                    <a:pt x="1479131" y="376154"/>
                  </a:lnTo>
                  <a:lnTo>
                    <a:pt x="1503784" y="357810"/>
                  </a:lnTo>
                  <a:lnTo>
                    <a:pt x="1528436" y="339297"/>
                  </a:lnTo>
                  <a:lnTo>
                    <a:pt x="1553088" y="320616"/>
                  </a:lnTo>
                  <a:lnTo>
                    <a:pt x="1577740" y="301768"/>
                  </a:lnTo>
                  <a:lnTo>
                    <a:pt x="1602392" y="282756"/>
                  </a:lnTo>
                  <a:lnTo>
                    <a:pt x="1627045" y="263582"/>
                  </a:lnTo>
                  <a:lnTo>
                    <a:pt x="1651697" y="244245"/>
                  </a:lnTo>
                  <a:lnTo>
                    <a:pt x="1676349" y="224748"/>
                  </a:lnTo>
                  <a:lnTo>
                    <a:pt x="1701001" y="205093"/>
                  </a:lnTo>
                  <a:lnTo>
                    <a:pt x="1725653" y="185279"/>
                  </a:lnTo>
                  <a:lnTo>
                    <a:pt x="1750306" y="165308"/>
                  </a:lnTo>
                  <a:lnTo>
                    <a:pt x="1774958" y="145182"/>
                  </a:lnTo>
                  <a:lnTo>
                    <a:pt x="1799610" y="124900"/>
                  </a:lnTo>
                  <a:lnTo>
                    <a:pt x="1824262" y="104465"/>
                  </a:lnTo>
                  <a:lnTo>
                    <a:pt x="1848914" y="83876"/>
                  </a:lnTo>
                  <a:lnTo>
                    <a:pt x="1873566" y="63134"/>
                  </a:lnTo>
                  <a:lnTo>
                    <a:pt x="1898219" y="42240"/>
                  </a:lnTo>
                  <a:lnTo>
                    <a:pt x="1922871" y="21195"/>
                  </a:lnTo>
                  <a:lnTo>
                    <a:pt x="19475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25" name="pl3925"/>
            <p:cNvSpPr/>
            <p:nvPr/>
          </p:nvSpPr>
          <p:spPr>
            <a:xfrm>
              <a:off x="7690283" y="1093767"/>
              <a:ext cx="1947523" cy="751952"/>
            </a:xfrm>
            <a:custGeom>
              <a:avLst/>
              <a:pathLst>
                <a:path w="1947523" h="751952">
                  <a:moveTo>
                    <a:pt x="1947523" y="0"/>
                  </a:moveTo>
                  <a:lnTo>
                    <a:pt x="1922871" y="985"/>
                  </a:lnTo>
                  <a:lnTo>
                    <a:pt x="1898219" y="2206"/>
                  </a:lnTo>
                  <a:lnTo>
                    <a:pt x="1873566" y="3662"/>
                  </a:lnTo>
                  <a:lnTo>
                    <a:pt x="1848914" y="5353"/>
                  </a:lnTo>
                  <a:lnTo>
                    <a:pt x="1824262" y="7281"/>
                  </a:lnTo>
                  <a:lnTo>
                    <a:pt x="1799610" y="9446"/>
                  </a:lnTo>
                  <a:lnTo>
                    <a:pt x="1774958" y="11849"/>
                  </a:lnTo>
                  <a:lnTo>
                    <a:pt x="1750306" y="14491"/>
                  </a:lnTo>
                  <a:lnTo>
                    <a:pt x="1725653" y="17372"/>
                  </a:lnTo>
                  <a:lnTo>
                    <a:pt x="1701001" y="20494"/>
                  </a:lnTo>
                  <a:lnTo>
                    <a:pt x="1676349" y="23858"/>
                  </a:lnTo>
                  <a:lnTo>
                    <a:pt x="1651697" y="27465"/>
                  </a:lnTo>
                  <a:lnTo>
                    <a:pt x="1627045" y="31316"/>
                  </a:lnTo>
                  <a:lnTo>
                    <a:pt x="1602392" y="35412"/>
                  </a:lnTo>
                  <a:lnTo>
                    <a:pt x="1577740" y="39755"/>
                  </a:lnTo>
                  <a:lnTo>
                    <a:pt x="1553088" y="44346"/>
                  </a:lnTo>
                  <a:lnTo>
                    <a:pt x="1528436" y="49187"/>
                  </a:lnTo>
                  <a:lnTo>
                    <a:pt x="1503784" y="54280"/>
                  </a:lnTo>
                  <a:lnTo>
                    <a:pt x="1479131" y="59626"/>
                  </a:lnTo>
                  <a:lnTo>
                    <a:pt x="1454479" y="65228"/>
                  </a:lnTo>
                  <a:lnTo>
                    <a:pt x="1429827" y="71087"/>
                  </a:lnTo>
                  <a:lnTo>
                    <a:pt x="1405175" y="77206"/>
                  </a:lnTo>
                  <a:lnTo>
                    <a:pt x="1380523" y="83587"/>
                  </a:lnTo>
                  <a:lnTo>
                    <a:pt x="1355870" y="90233"/>
                  </a:lnTo>
                  <a:lnTo>
                    <a:pt x="1331218" y="97145"/>
                  </a:lnTo>
                  <a:lnTo>
                    <a:pt x="1306566" y="104327"/>
                  </a:lnTo>
                  <a:lnTo>
                    <a:pt x="1281914" y="111779"/>
                  </a:lnTo>
                  <a:lnTo>
                    <a:pt x="1257262" y="119506"/>
                  </a:lnTo>
                  <a:lnTo>
                    <a:pt x="1232609" y="127508"/>
                  </a:lnTo>
                  <a:lnTo>
                    <a:pt x="1207957" y="135787"/>
                  </a:lnTo>
                  <a:lnTo>
                    <a:pt x="1183305" y="144345"/>
                  </a:lnTo>
                  <a:lnTo>
                    <a:pt x="1158653" y="153182"/>
                  </a:lnTo>
                  <a:lnTo>
                    <a:pt x="1134001" y="162297"/>
                  </a:lnTo>
                  <a:lnTo>
                    <a:pt x="1109348" y="171689"/>
                  </a:lnTo>
                  <a:lnTo>
                    <a:pt x="1084696" y="181356"/>
                  </a:lnTo>
                  <a:lnTo>
                    <a:pt x="1060044" y="191295"/>
                  </a:lnTo>
                  <a:lnTo>
                    <a:pt x="1035392" y="201499"/>
                  </a:lnTo>
                  <a:lnTo>
                    <a:pt x="1010740" y="211961"/>
                  </a:lnTo>
                  <a:lnTo>
                    <a:pt x="986087" y="222672"/>
                  </a:lnTo>
                  <a:lnTo>
                    <a:pt x="961435" y="233622"/>
                  </a:lnTo>
                  <a:lnTo>
                    <a:pt x="936783" y="244799"/>
                  </a:lnTo>
                  <a:lnTo>
                    <a:pt x="912131" y="256188"/>
                  </a:lnTo>
                  <a:lnTo>
                    <a:pt x="887479" y="267773"/>
                  </a:lnTo>
                  <a:lnTo>
                    <a:pt x="862826" y="279539"/>
                  </a:lnTo>
                  <a:lnTo>
                    <a:pt x="838174" y="291469"/>
                  </a:lnTo>
                  <a:lnTo>
                    <a:pt x="813522" y="303545"/>
                  </a:lnTo>
                  <a:lnTo>
                    <a:pt x="788870" y="315750"/>
                  </a:lnTo>
                  <a:lnTo>
                    <a:pt x="764218" y="328066"/>
                  </a:lnTo>
                  <a:lnTo>
                    <a:pt x="739565" y="340478"/>
                  </a:lnTo>
                  <a:lnTo>
                    <a:pt x="714913" y="352970"/>
                  </a:lnTo>
                  <a:lnTo>
                    <a:pt x="690261" y="365528"/>
                  </a:lnTo>
                  <a:lnTo>
                    <a:pt x="665609" y="378139"/>
                  </a:lnTo>
                  <a:lnTo>
                    <a:pt x="640957" y="390792"/>
                  </a:lnTo>
                  <a:lnTo>
                    <a:pt x="616304" y="403478"/>
                  </a:lnTo>
                  <a:lnTo>
                    <a:pt x="591652" y="416188"/>
                  </a:lnTo>
                  <a:lnTo>
                    <a:pt x="567000" y="428917"/>
                  </a:lnTo>
                  <a:lnTo>
                    <a:pt x="542348" y="441660"/>
                  </a:lnTo>
                  <a:lnTo>
                    <a:pt x="517696" y="454416"/>
                  </a:lnTo>
                  <a:lnTo>
                    <a:pt x="493043" y="467184"/>
                  </a:lnTo>
                  <a:lnTo>
                    <a:pt x="468391" y="479968"/>
                  </a:lnTo>
                  <a:lnTo>
                    <a:pt x="443739" y="492773"/>
                  </a:lnTo>
                  <a:lnTo>
                    <a:pt x="419087" y="505608"/>
                  </a:lnTo>
                  <a:lnTo>
                    <a:pt x="394435" y="518483"/>
                  </a:lnTo>
                  <a:lnTo>
                    <a:pt x="369782" y="531416"/>
                  </a:lnTo>
                  <a:lnTo>
                    <a:pt x="345130" y="544425"/>
                  </a:lnTo>
                  <a:lnTo>
                    <a:pt x="320478" y="557535"/>
                  </a:lnTo>
                  <a:lnTo>
                    <a:pt x="295826" y="570775"/>
                  </a:lnTo>
                  <a:lnTo>
                    <a:pt x="271174" y="584177"/>
                  </a:lnTo>
                  <a:lnTo>
                    <a:pt x="246521" y="597779"/>
                  </a:lnTo>
                  <a:lnTo>
                    <a:pt x="221869" y="611621"/>
                  </a:lnTo>
                  <a:lnTo>
                    <a:pt x="197217" y="625741"/>
                  </a:lnTo>
                  <a:lnTo>
                    <a:pt x="172565" y="640179"/>
                  </a:lnTo>
                  <a:lnTo>
                    <a:pt x="147913" y="654968"/>
                  </a:lnTo>
                  <a:lnTo>
                    <a:pt x="123260" y="670135"/>
                  </a:lnTo>
                  <a:lnTo>
                    <a:pt x="98608" y="685697"/>
                  </a:lnTo>
                  <a:lnTo>
                    <a:pt x="73956" y="701662"/>
                  </a:lnTo>
                  <a:lnTo>
                    <a:pt x="49304" y="718032"/>
                  </a:lnTo>
                  <a:lnTo>
                    <a:pt x="24652" y="734799"/>
                  </a:lnTo>
                  <a:lnTo>
                    <a:pt x="0" y="7519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26" name="pl3926"/>
            <p:cNvSpPr/>
            <p:nvPr/>
          </p:nvSpPr>
          <p:spPr>
            <a:xfrm>
              <a:off x="7690283" y="793792"/>
              <a:ext cx="1947523" cy="1005252"/>
            </a:xfrm>
            <a:custGeom>
              <a:avLst/>
              <a:pathLst>
                <a:path w="1947523" h="1005252">
                  <a:moveTo>
                    <a:pt x="0" y="1005252"/>
                  </a:moveTo>
                  <a:lnTo>
                    <a:pt x="24652" y="990893"/>
                  </a:lnTo>
                  <a:lnTo>
                    <a:pt x="49304" y="976576"/>
                  </a:lnTo>
                  <a:lnTo>
                    <a:pt x="73956" y="962302"/>
                  </a:lnTo>
                  <a:lnTo>
                    <a:pt x="98608" y="948069"/>
                  </a:lnTo>
                  <a:lnTo>
                    <a:pt x="123260" y="933878"/>
                  </a:lnTo>
                  <a:lnTo>
                    <a:pt x="147913" y="919729"/>
                  </a:lnTo>
                  <a:lnTo>
                    <a:pt x="172565" y="905622"/>
                  </a:lnTo>
                  <a:lnTo>
                    <a:pt x="197217" y="891556"/>
                  </a:lnTo>
                  <a:lnTo>
                    <a:pt x="221869" y="877533"/>
                  </a:lnTo>
                  <a:lnTo>
                    <a:pt x="246521" y="863551"/>
                  </a:lnTo>
                  <a:lnTo>
                    <a:pt x="271174" y="849612"/>
                  </a:lnTo>
                  <a:lnTo>
                    <a:pt x="295826" y="835714"/>
                  </a:lnTo>
                  <a:lnTo>
                    <a:pt x="320478" y="821858"/>
                  </a:lnTo>
                  <a:lnTo>
                    <a:pt x="345130" y="808044"/>
                  </a:lnTo>
                  <a:lnTo>
                    <a:pt x="369782" y="794272"/>
                  </a:lnTo>
                  <a:lnTo>
                    <a:pt x="394435" y="780542"/>
                  </a:lnTo>
                  <a:lnTo>
                    <a:pt x="419087" y="766854"/>
                  </a:lnTo>
                  <a:lnTo>
                    <a:pt x="443739" y="753207"/>
                  </a:lnTo>
                  <a:lnTo>
                    <a:pt x="468391" y="739603"/>
                  </a:lnTo>
                  <a:lnTo>
                    <a:pt x="493043" y="726040"/>
                  </a:lnTo>
                  <a:lnTo>
                    <a:pt x="517696" y="712520"/>
                  </a:lnTo>
                  <a:lnTo>
                    <a:pt x="542348" y="699041"/>
                  </a:lnTo>
                  <a:lnTo>
                    <a:pt x="567000" y="685604"/>
                  </a:lnTo>
                  <a:lnTo>
                    <a:pt x="591652" y="672209"/>
                  </a:lnTo>
                  <a:lnTo>
                    <a:pt x="616304" y="658856"/>
                  </a:lnTo>
                  <a:lnTo>
                    <a:pt x="640957" y="645545"/>
                  </a:lnTo>
                  <a:lnTo>
                    <a:pt x="665609" y="632275"/>
                  </a:lnTo>
                  <a:lnTo>
                    <a:pt x="690261" y="619048"/>
                  </a:lnTo>
                  <a:lnTo>
                    <a:pt x="714913" y="605862"/>
                  </a:lnTo>
                  <a:lnTo>
                    <a:pt x="739565" y="592719"/>
                  </a:lnTo>
                  <a:lnTo>
                    <a:pt x="764218" y="579617"/>
                  </a:lnTo>
                  <a:lnTo>
                    <a:pt x="788870" y="566557"/>
                  </a:lnTo>
                  <a:lnTo>
                    <a:pt x="813522" y="553539"/>
                  </a:lnTo>
                  <a:lnTo>
                    <a:pt x="838174" y="540563"/>
                  </a:lnTo>
                  <a:lnTo>
                    <a:pt x="862826" y="527629"/>
                  </a:lnTo>
                  <a:lnTo>
                    <a:pt x="887479" y="514737"/>
                  </a:lnTo>
                  <a:lnTo>
                    <a:pt x="912131" y="501886"/>
                  </a:lnTo>
                  <a:lnTo>
                    <a:pt x="936783" y="489078"/>
                  </a:lnTo>
                  <a:lnTo>
                    <a:pt x="961435" y="476311"/>
                  </a:lnTo>
                  <a:lnTo>
                    <a:pt x="986087" y="463587"/>
                  </a:lnTo>
                  <a:lnTo>
                    <a:pt x="1010740" y="450904"/>
                  </a:lnTo>
                  <a:lnTo>
                    <a:pt x="1035392" y="438263"/>
                  </a:lnTo>
                  <a:lnTo>
                    <a:pt x="1060044" y="425664"/>
                  </a:lnTo>
                  <a:lnTo>
                    <a:pt x="1084696" y="413107"/>
                  </a:lnTo>
                  <a:lnTo>
                    <a:pt x="1109348" y="400591"/>
                  </a:lnTo>
                  <a:lnTo>
                    <a:pt x="1134001" y="388118"/>
                  </a:lnTo>
                  <a:lnTo>
                    <a:pt x="1158653" y="375687"/>
                  </a:lnTo>
                  <a:lnTo>
                    <a:pt x="1183305" y="363297"/>
                  </a:lnTo>
                  <a:lnTo>
                    <a:pt x="1207957" y="350949"/>
                  </a:lnTo>
                  <a:lnTo>
                    <a:pt x="1232609" y="338644"/>
                  </a:lnTo>
                  <a:lnTo>
                    <a:pt x="1257262" y="326380"/>
                  </a:lnTo>
                  <a:lnTo>
                    <a:pt x="1281914" y="314158"/>
                  </a:lnTo>
                  <a:lnTo>
                    <a:pt x="1306566" y="301978"/>
                  </a:lnTo>
                  <a:lnTo>
                    <a:pt x="1331218" y="289839"/>
                  </a:lnTo>
                  <a:lnTo>
                    <a:pt x="1355870" y="277743"/>
                  </a:lnTo>
                  <a:lnTo>
                    <a:pt x="1380523" y="265689"/>
                  </a:lnTo>
                  <a:lnTo>
                    <a:pt x="1405175" y="253676"/>
                  </a:lnTo>
                  <a:lnTo>
                    <a:pt x="1429827" y="241705"/>
                  </a:lnTo>
                  <a:lnTo>
                    <a:pt x="1454479" y="229777"/>
                  </a:lnTo>
                  <a:lnTo>
                    <a:pt x="1479131" y="217890"/>
                  </a:lnTo>
                  <a:lnTo>
                    <a:pt x="1503784" y="206045"/>
                  </a:lnTo>
                  <a:lnTo>
                    <a:pt x="1528436" y="194242"/>
                  </a:lnTo>
                  <a:lnTo>
                    <a:pt x="1553088" y="182481"/>
                  </a:lnTo>
                  <a:lnTo>
                    <a:pt x="1577740" y="170761"/>
                  </a:lnTo>
                  <a:lnTo>
                    <a:pt x="1602392" y="159084"/>
                  </a:lnTo>
                  <a:lnTo>
                    <a:pt x="1627045" y="147449"/>
                  </a:lnTo>
                  <a:lnTo>
                    <a:pt x="1651697" y="135855"/>
                  </a:lnTo>
                  <a:lnTo>
                    <a:pt x="1676349" y="124303"/>
                  </a:lnTo>
                  <a:lnTo>
                    <a:pt x="1701001" y="112793"/>
                  </a:lnTo>
                  <a:lnTo>
                    <a:pt x="1725653" y="101326"/>
                  </a:lnTo>
                  <a:lnTo>
                    <a:pt x="1750306" y="89900"/>
                  </a:lnTo>
                  <a:lnTo>
                    <a:pt x="1774958" y="78515"/>
                  </a:lnTo>
                  <a:lnTo>
                    <a:pt x="1799610" y="67173"/>
                  </a:lnTo>
                  <a:lnTo>
                    <a:pt x="1824262" y="55873"/>
                  </a:lnTo>
                  <a:lnTo>
                    <a:pt x="1848914" y="44614"/>
                  </a:lnTo>
                  <a:lnTo>
                    <a:pt x="1873566" y="33398"/>
                  </a:lnTo>
                  <a:lnTo>
                    <a:pt x="1898219" y="22223"/>
                  </a:lnTo>
                  <a:lnTo>
                    <a:pt x="1922871" y="11090"/>
                  </a:lnTo>
                  <a:lnTo>
                    <a:pt x="194752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g3927"/>
            <p:cNvSpPr/>
            <p:nvPr/>
          </p:nvSpPr>
          <p:spPr>
            <a:xfrm>
              <a:off x="7690283" y="981380"/>
              <a:ext cx="1460642" cy="656443"/>
            </a:xfrm>
            <a:custGeom>
              <a:avLst/>
              <a:pathLst>
                <a:path w="1460642" h="656443">
                  <a:moveTo>
                    <a:pt x="0" y="576173"/>
                  </a:moveTo>
                  <a:lnTo>
                    <a:pt x="18489" y="567688"/>
                  </a:lnTo>
                  <a:lnTo>
                    <a:pt x="36978" y="559199"/>
                  </a:lnTo>
                  <a:lnTo>
                    <a:pt x="55467" y="550704"/>
                  </a:lnTo>
                  <a:lnTo>
                    <a:pt x="73956" y="542201"/>
                  </a:lnTo>
                  <a:lnTo>
                    <a:pt x="92445" y="533689"/>
                  </a:lnTo>
                  <a:lnTo>
                    <a:pt x="110934" y="525166"/>
                  </a:lnTo>
                  <a:lnTo>
                    <a:pt x="129424" y="516631"/>
                  </a:lnTo>
                  <a:lnTo>
                    <a:pt x="147913" y="508084"/>
                  </a:lnTo>
                  <a:lnTo>
                    <a:pt x="166402" y="499523"/>
                  </a:lnTo>
                  <a:lnTo>
                    <a:pt x="184891" y="490949"/>
                  </a:lnTo>
                  <a:lnTo>
                    <a:pt x="203380" y="482364"/>
                  </a:lnTo>
                  <a:lnTo>
                    <a:pt x="221869" y="473771"/>
                  </a:lnTo>
                  <a:lnTo>
                    <a:pt x="240358" y="465171"/>
                  </a:lnTo>
                  <a:lnTo>
                    <a:pt x="258848" y="456571"/>
                  </a:lnTo>
                  <a:lnTo>
                    <a:pt x="277337" y="447976"/>
                  </a:lnTo>
                  <a:lnTo>
                    <a:pt x="295826" y="439391"/>
                  </a:lnTo>
                  <a:lnTo>
                    <a:pt x="314315" y="430825"/>
                  </a:lnTo>
                  <a:lnTo>
                    <a:pt x="332804" y="422286"/>
                  </a:lnTo>
                  <a:lnTo>
                    <a:pt x="351293" y="413782"/>
                  </a:lnTo>
                  <a:lnTo>
                    <a:pt x="369782" y="405322"/>
                  </a:lnTo>
                  <a:lnTo>
                    <a:pt x="388272" y="396914"/>
                  </a:lnTo>
                  <a:lnTo>
                    <a:pt x="406761" y="388566"/>
                  </a:lnTo>
                  <a:lnTo>
                    <a:pt x="425250" y="380287"/>
                  </a:lnTo>
                  <a:lnTo>
                    <a:pt x="443739" y="372083"/>
                  </a:lnTo>
                  <a:lnTo>
                    <a:pt x="462228" y="363961"/>
                  </a:lnTo>
                  <a:lnTo>
                    <a:pt x="480717" y="355926"/>
                  </a:lnTo>
                  <a:lnTo>
                    <a:pt x="499206" y="347984"/>
                  </a:lnTo>
                  <a:lnTo>
                    <a:pt x="517696" y="340137"/>
                  </a:lnTo>
                  <a:lnTo>
                    <a:pt x="536185" y="332390"/>
                  </a:lnTo>
                  <a:lnTo>
                    <a:pt x="554674" y="324745"/>
                  </a:lnTo>
                  <a:lnTo>
                    <a:pt x="573163" y="317203"/>
                  </a:lnTo>
                  <a:lnTo>
                    <a:pt x="591652" y="309764"/>
                  </a:lnTo>
                  <a:lnTo>
                    <a:pt x="610141" y="302428"/>
                  </a:lnTo>
                  <a:lnTo>
                    <a:pt x="628631" y="295195"/>
                  </a:lnTo>
                  <a:lnTo>
                    <a:pt x="647120" y="288061"/>
                  </a:lnTo>
                  <a:lnTo>
                    <a:pt x="665609" y="281025"/>
                  </a:lnTo>
                  <a:lnTo>
                    <a:pt x="684098" y="274081"/>
                  </a:lnTo>
                  <a:lnTo>
                    <a:pt x="702587" y="267226"/>
                  </a:lnTo>
                  <a:lnTo>
                    <a:pt x="721076" y="260453"/>
                  </a:lnTo>
                  <a:lnTo>
                    <a:pt x="739565" y="253757"/>
                  </a:lnTo>
                  <a:lnTo>
                    <a:pt x="758055" y="247128"/>
                  </a:lnTo>
                  <a:lnTo>
                    <a:pt x="776544" y="240560"/>
                  </a:lnTo>
                  <a:lnTo>
                    <a:pt x="795033" y="234043"/>
                  </a:lnTo>
                  <a:lnTo>
                    <a:pt x="813522" y="227567"/>
                  </a:lnTo>
                  <a:lnTo>
                    <a:pt x="832011" y="221124"/>
                  </a:lnTo>
                  <a:lnTo>
                    <a:pt x="850500" y="214704"/>
                  </a:lnTo>
                  <a:lnTo>
                    <a:pt x="868989" y="208298"/>
                  </a:lnTo>
                  <a:lnTo>
                    <a:pt x="887479" y="201898"/>
                  </a:lnTo>
                  <a:lnTo>
                    <a:pt x="905968" y="195496"/>
                  </a:lnTo>
                  <a:lnTo>
                    <a:pt x="924457" y="189087"/>
                  </a:lnTo>
                  <a:lnTo>
                    <a:pt x="942946" y="182666"/>
                  </a:lnTo>
                  <a:lnTo>
                    <a:pt x="961435" y="176230"/>
                  </a:lnTo>
                  <a:lnTo>
                    <a:pt x="979924" y="169775"/>
                  </a:lnTo>
                  <a:lnTo>
                    <a:pt x="998413" y="163303"/>
                  </a:lnTo>
                  <a:lnTo>
                    <a:pt x="1016903" y="156812"/>
                  </a:lnTo>
                  <a:lnTo>
                    <a:pt x="1035392" y="150303"/>
                  </a:lnTo>
                  <a:lnTo>
                    <a:pt x="1053881" y="143778"/>
                  </a:lnTo>
                  <a:lnTo>
                    <a:pt x="1072370" y="137239"/>
                  </a:lnTo>
                  <a:lnTo>
                    <a:pt x="1090859" y="130688"/>
                  </a:lnTo>
                  <a:lnTo>
                    <a:pt x="1109348" y="124127"/>
                  </a:lnTo>
                  <a:lnTo>
                    <a:pt x="1127838" y="117558"/>
                  </a:lnTo>
                  <a:lnTo>
                    <a:pt x="1146327" y="110984"/>
                  </a:lnTo>
                  <a:lnTo>
                    <a:pt x="1164816" y="104407"/>
                  </a:lnTo>
                  <a:lnTo>
                    <a:pt x="1183305" y="97828"/>
                  </a:lnTo>
                  <a:lnTo>
                    <a:pt x="1201794" y="91250"/>
                  </a:lnTo>
                  <a:lnTo>
                    <a:pt x="1220283" y="84675"/>
                  </a:lnTo>
                  <a:lnTo>
                    <a:pt x="1238772" y="78104"/>
                  </a:lnTo>
                  <a:lnTo>
                    <a:pt x="1257262" y="71538"/>
                  </a:lnTo>
                  <a:lnTo>
                    <a:pt x="1275751" y="64979"/>
                  </a:lnTo>
                  <a:lnTo>
                    <a:pt x="1294240" y="58429"/>
                  </a:lnTo>
                  <a:lnTo>
                    <a:pt x="1312729" y="51888"/>
                  </a:lnTo>
                  <a:lnTo>
                    <a:pt x="1331218" y="45357"/>
                  </a:lnTo>
                  <a:lnTo>
                    <a:pt x="1349707" y="38838"/>
                  </a:lnTo>
                  <a:lnTo>
                    <a:pt x="1368196" y="32330"/>
                  </a:lnTo>
                  <a:lnTo>
                    <a:pt x="1386686" y="25836"/>
                  </a:lnTo>
                  <a:lnTo>
                    <a:pt x="1405175" y="19355"/>
                  </a:lnTo>
                  <a:lnTo>
                    <a:pt x="1423664" y="12888"/>
                  </a:lnTo>
                  <a:lnTo>
                    <a:pt x="1442153" y="6436"/>
                  </a:lnTo>
                  <a:lnTo>
                    <a:pt x="1460642" y="0"/>
                  </a:lnTo>
                  <a:lnTo>
                    <a:pt x="1460642" y="172519"/>
                  </a:lnTo>
                  <a:lnTo>
                    <a:pt x="1442153" y="171994"/>
                  </a:lnTo>
                  <a:lnTo>
                    <a:pt x="1423664" y="171645"/>
                  </a:lnTo>
                  <a:lnTo>
                    <a:pt x="1405175" y="171474"/>
                  </a:lnTo>
                  <a:lnTo>
                    <a:pt x="1386686" y="171482"/>
                  </a:lnTo>
                  <a:lnTo>
                    <a:pt x="1368196" y="171669"/>
                  </a:lnTo>
                  <a:lnTo>
                    <a:pt x="1349707" y="172035"/>
                  </a:lnTo>
                  <a:lnTo>
                    <a:pt x="1331218" y="172582"/>
                  </a:lnTo>
                  <a:lnTo>
                    <a:pt x="1312729" y="173309"/>
                  </a:lnTo>
                  <a:lnTo>
                    <a:pt x="1294240" y="174219"/>
                  </a:lnTo>
                  <a:lnTo>
                    <a:pt x="1275751" y="175313"/>
                  </a:lnTo>
                  <a:lnTo>
                    <a:pt x="1257262" y="176590"/>
                  </a:lnTo>
                  <a:lnTo>
                    <a:pt x="1238772" y="178053"/>
                  </a:lnTo>
                  <a:lnTo>
                    <a:pt x="1220283" y="179703"/>
                  </a:lnTo>
                  <a:lnTo>
                    <a:pt x="1201794" y="181541"/>
                  </a:lnTo>
                  <a:lnTo>
                    <a:pt x="1183305" y="183570"/>
                  </a:lnTo>
                  <a:lnTo>
                    <a:pt x="1164816" y="185790"/>
                  </a:lnTo>
                  <a:lnTo>
                    <a:pt x="1146327" y="188203"/>
                  </a:lnTo>
                  <a:lnTo>
                    <a:pt x="1127838" y="190813"/>
                  </a:lnTo>
                  <a:lnTo>
                    <a:pt x="1109348" y="193620"/>
                  </a:lnTo>
                  <a:lnTo>
                    <a:pt x="1090859" y="196628"/>
                  </a:lnTo>
                  <a:lnTo>
                    <a:pt x="1072370" y="199838"/>
                  </a:lnTo>
                  <a:lnTo>
                    <a:pt x="1053881" y="203253"/>
                  </a:lnTo>
                  <a:lnTo>
                    <a:pt x="1035392" y="206874"/>
                  </a:lnTo>
                  <a:lnTo>
                    <a:pt x="1016903" y="210705"/>
                  </a:lnTo>
                  <a:lnTo>
                    <a:pt x="998413" y="214745"/>
                  </a:lnTo>
                  <a:lnTo>
                    <a:pt x="979924" y="218996"/>
                  </a:lnTo>
                  <a:lnTo>
                    <a:pt x="961435" y="223458"/>
                  </a:lnTo>
                  <a:lnTo>
                    <a:pt x="942946" y="228130"/>
                  </a:lnTo>
                  <a:lnTo>
                    <a:pt x="924457" y="233011"/>
                  </a:lnTo>
                  <a:lnTo>
                    <a:pt x="905968" y="238095"/>
                  </a:lnTo>
                  <a:lnTo>
                    <a:pt x="887479" y="243380"/>
                  </a:lnTo>
                  <a:lnTo>
                    <a:pt x="868989" y="248859"/>
                  </a:lnTo>
                  <a:lnTo>
                    <a:pt x="850500" y="254524"/>
                  </a:lnTo>
                  <a:lnTo>
                    <a:pt x="832011" y="260368"/>
                  </a:lnTo>
                  <a:lnTo>
                    <a:pt x="813522" y="266381"/>
                  </a:lnTo>
                  <a:lnTo>
                    <a:pt x="795033" y="272555"/>
                  </a:lnTo>
                  <a:lnTo>
                    <a:pt x="776544" y="278879"/>
                  </a:lnTo>
                  <a:lnTo>
                    <a:pt x="758055" y="285345"/>
                  </a:lnTo>
                  <a:lnTo>
                    <a:pt x="739565" y="291943"/>
                  </a:lnTo>
                  <a:lnTo>
                    <a:pt x="721076" y="298665"/>
                  </a:lnTo>
                  <a:lnTo>
                    <a:pt x="702587" y="305504"/>
                  </a:lnTo>
                  <a:lnTo>
                    <a:pt x="684098" y="312452"/>
                  </a:lnTo>
                  <a:lnTo>
                    <a:pt x="665609" y="319505"/>
                  </a:lnTo>
                  <a:lnTo>
                    <a:pt x="647120" y="326658"/>
                  </a:lnTo>
                  <a:lnTo>
                    <a:pt x="628631" y="333906"/>
                  </a:lnTo>
                  <a:lnTo>
                    <a:pt x="610141" y="341246"/>
                  </a:lnTo>
                  <a:lnTo>
                    <a:pt x="591652" y="348677"/>
                  </a:lnTo>
                  <a:lnTo>
                    <a:pt x="573163" y="356198"/>
                  </a:lnTo>
                  <a:lnTo>
                    <a:pt x="554674" y="363807"/>
                  </a:lnTo>
                  <a:lnTo>
                    <a:pt x="536185" y="371506"/>
                  </a:lnTo>
                  <a:lnTo>
                    <a:pt x="517696" y="379295"/>
                  </a:lnTo>
                  <a:lnTo>
                    <a:pt x="499206" y="387178"/>
                  </a:lnTo>
                  <a:lnTo>
                    <a:pt x="480717" y="395157"/>
                  </a:lnTo>
                  <a:lnTo>
                    <a:pt x="462228" y="403237"/>
                  </a:lnTo>
                  <a:lnTo>
                    <a:pt x="443739" y="411421"/>
                  </a:lnTo>
                  <a:lnTo>
                    <a:pt x="425250" y="419716"/>
                  </a:lnTo>
                  <a:lnTo>
                    <a:pt x="406761" y="428129"/>
                  </a:lnTo>
                  <a:lnTo>
                    <a:pt x="388272" y="436665"/>
                  </a:lnTo>
                  <a:lnTo>
                    <a:pt x="369782" y="445334"/>
                  </a:lnTo>
                  <a:lnTo>
                    <a:pt x="351293" y="454143"/>
                  </a:lnTo>
                  <a:lnTo>
                    <a:pt x="332804" y="463100"/>
                  </a:lnTo>
                  <a:lnTo>
                    <a:pt x="314315" y="472216"/>
                  </a:lnTo>
                  <a:lnTo>
                    <a:pt x="295826" y="481496"/>
                  </a:lnTo>
                  <a:lnTo>
                    <a:pt x="277337" y="490951"/>
                  </a:lnTo>
                  <a:lnTo>
                    <a:pt x="258848" y="500587"/>
                  </a:lnTo>
                  <a:lnTo>
                    <a:pt x="240358" y="510411"/>
                  </a:lnTo>
                  <a:lnTo>
                    <a:pt x="221869" y="520429"/>
                  </a:lnTo>
                  <a:lnTo>
                    <a:pt x="203380" y="530645"/>
                  </a:lnTo>
                  <a:lnTo>
                    <a:pt x="184891" y="541062"/>
                  </a:lnTo>
                  <a:lnTo>
                    <a:pt x="166402" y="551682"/>
                  </a:lnTo>
                  <a:lnTo>
                    <a:pt x="147913" y="562508"/>
                  </a:lnTo>
                  <a:lnTo>
                    <a:pt x="129424" y="573540"/>
                  </a:lnTo>
                  <a:lnTo>
                    <a:pt x="110934" y="584776"/>
                  </a:lnTo>
                  <a:lnTo>
                    <a:pt x="92445" y="596218"/>
                  </a:lnTo>
                  <a:lnTo>
                    <a:pt x="73956" y="607863"/>
                  </a:lnTo>
                  <a:lnTo>
                    <a:pt x="55467" y="619709"/>
                  </a:lnTo>
                  <a:lnTo>
                    <a:pt x="36978" y="631756"/>
                  </a:lnTo>
                  <a:lnTo>
                    <a:pt x="18489" y="644002"/>
                  </a:lnTo>
                  <a:lnTo>
                    <a:pt x="0" y="65644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28" name="pl3928"/>
            <p:cNvSpPr/>
            <p:nvPr/>
          </p:nvSpPr>
          <p:spPr>
            <a:xfrm>
              <a:off x="7690283" y="981380"/>
              <a:ext cx="1460642" cy="576173"/>
            </a:xfrm>
            <a:custGeom>
              <a:avLst/>
              <a:pathLst>
                <a:path w="1460642" h="576173">
                  <a:moveTo>
                    <a:pt x="0" y="576173"/>
                  </a:moveTo>
                  <a:lnTo>
                    <a:pt x="18489" y="567688"/>
                  </a:lnTo>
                  <a:lnTo>
                    <a:pt x="36978" y="559199"/>
                  </a:lnTo>
                  <a:lnTo>
                    <a:pt x="55467" y="550704"/>
                  </a:lnTo>
                  <a:lnTo>
                    <a:pt x="73956" y="542201"/>
                  </a:lnTo>
                  <a:lnTo>
                    <a:pt x="92445" y="533689"/>
                  </a:lnTo>
                  <a:lnTo>
                    <a:pt x="110934" y="525166"/>
                  </a:lnTo>
                  <a:lnTo>
                    <a:pt x="129424" y="516631"/>
                  </a:lnTo>
                  <a:lnTo>
                    <a:pt x="147913" y="508084"/>
                  </a:lnTo>
                  <a:lnTo>
                    <a:pt x="166402" y="499523"/>
                  </a:lnTo>
                  <a:lnTo>
                    <a:pt x="184891" y="490949"/>
                  </a:lnTo>
                  <a:lnTo>
                    <a:pt x="203380" y="482364"/>
                  </a:lnTo>
                  <a:lnTo>
                    <a:pt x="221869" y="473771"/>
                  </a:lnTo>
                  <a:lnTo>
                    <a:pt x="240358" y="465171"/>
                  </a:lnTo>
                  <a:lnTo>
                    <a:pt x="258848" y="456571"/>
                  </a:lnTo>
                  <a:lnTo>
                    <a:pt x="277337" y="447976"/>
                  </a:lnTo>
                  <a:lnTo>
                    <a:pt x="295826" y="439391"/>
                  </a:lnTo>
                  <a:lnTo>
                    <a:pt x="314315" y="430825"/>
                  </a:lnTo>
                  <a:lnTo>
                    <a:pt x="332804" y="422286"/>
                  </a:lnTo>
                  <a:lnTo>
                    <a:pt x="351293" y="413782"/>
                  </a:lnTo>
                  <a:lnTo>
                    <a:pt x="369782" y="405322"/>
                  </a:lnTo>
                  <a:lnTo>
                    <a:pt x="388272" y="396914"/>
                  </a:lnTo>
                  <a:lnTo>
                    <a:pt x="406761" y="388566"/>
                  </a:lnTo>
                  <a:lnTo>
                    <a:pt x="425250" y="380287"/>
                  </a:lnTo>
                  <a:lnTo>
                    <a:pt x="443739" y="372083"/>
                  </a:lnTo>
                  <a:lnTo>
                    <a:pt x="462228" y="363961"/>
                  </a:lnTo>
                  <a:lnTo>
                    <a:pt x="480717" y="355926"/>
                  </a:lnTo>
                  <a:lnTo>
                    <a:pt x="499206" y="347984"/>
                  </a:lnTo>
                  <a:lnTo>
                    <a:pt x="517696" y="340137"/>
                  </a:lnTo>
                  <a:lnTo>
                    <a:pt x="536185" y="332390"/>
                  </a:lnTo>
                  <a:lnTo>
                    <a:pt x="554674" y="324745"/>
                  </a:lnTo>
                  <a:lnTo>
                    <a:pt x="573163" y="317203"/>
                  </a:lnTo>
                  <a:lnTo>
                    <a:pt x="591652" y="309764"/>
                  </a:lnTo>
                  <a:lnTo>
                    <a:pt x="610141" y="302428"/>
                  </a:lnTo>
                  <a:lnTo>
                    <a:pt x="628631" y="295195"/>
                  </a:lnTo>
                  <a:lnTo>
                    <a:pt x="647120" y="288061"/>
                  </a:lnTo>
                  <a:lnTo>
                    <a:pt x="665609" y="281025"/>
                  </a:lnTo>
                  <a:lnTo>
                    <a:pt x="684098" y="274081"/>
                  </a:lnTo>
                  <a:lnTo>
                    <a:pt x="702587" y="267226"/>
                  </a:lnTo>
                  <a:lnTo>
                    <a:pt x="721076" y="260453"/>
                  </a:lnTo>
                  <a:lnTo>
                    <a:pt x="739565" y="253757"/>
                  </a:lnTo>
                  <a:lnTo>
                    <a:pt x="758055" y="247128"/>
                  </a:lnTo>
                  <a:lnTo>
                    <a:pt x="776544" y="240560"/>
                  </a:lnTo>
                  <a:lnTo>
                    <a:pt x="795033" y="234043"/>
                  </a:lnTo>
                  <a:lnTo>
                    <a:pt x="813522" y="227567"/>
                  </a:lnTo>
                  <a:lnTo>
                    <a:pt x="832011" y="221124"/>
                  </a:lnTo>
                  <a:lnTo>
                    <a:pt x="850500" y="214704"/>
                  </a:lnTo>
                  <a:lnTo>
                    <a:pt x="868989" y="208298"/>
                  </a:lnTo>
                  <a:lnTo>
                    <a:pt x="887479" y="201898"/>
                  </a:lnTo>
                  <a:lnTo>
                    <a:pt x="905968" y="195496"/>
                  </a:lnTo>
                  <a:lnTo>
                    <a:pt x="924457" y="189087"/>
                  </a:lnTo>
                  <a:lnTo>
                    <a:pt x="942946" y="182666"/>
                  </a:lnTo>
                  <a:lnTo>
                    <a:pt x="961435" y="176230"/>
                  </a:lnTo>
                  <a:lnTo>
                    <a:pt x="979924" y="169775"/>
                  </a:lnTo>
                  <a:lnTo>
                    <a:pt x="998413" y="163303"/>
                  </a:lnTo>
                  <a:lnTo>
                    <a:pt x="1016903" y="156812"/>
                  </a:lnTo>
                  <a:lnTo>
                    <a:pt x="1035392" y="150303"/>
                  </a:lnTo>
                  <a:lnTo>
                    <a:pt x="1053881" y="143778"/>
                  </a:lnTo>
                  <a:lnTo>
                    <a:pt x="1072370" y="137239"/>
                  </a:lnTo>
                  <a:lnTo>
                    <a:pt x="1090859" y="130688"/>
                  </a:lnTo>
                  <a:lnTo>
                    <a:pt x="1109348" y="124127"/>
                  </a:lnTo>
                  <a:lnTo>
                    <a:pt x="1127838" y="117558"/>
                  </a:lnTo>
                  <a:lnTo>
                    <a:pt x="1146327" y="110984"/>
                  </a:lnTo>
                  <a:lnTo>
                    <a:pt x="1164816" y="104407"/>
                  </a:lnTo>
                  <a:lnTo>
                    <a:pt x="1183305" y="97828"/>
                  </a:lnTo>
                  <a:lnTo>
                    <a:pt x="1201794" y="91250"/>
                  </a:lnTo>
                  <a:lnTo>
                    <a:pt x="1220283" y="84675"/>
                  </a:lnTo>
                  <a:lnTo>
                    <a:pt x="1238772" y="78104"/>
                  </a:lnTo>
                  <a:lnTo>
                    <a:pt x="1257262" y="71538"/>
                  </a:lnTo>
                  <a:lnTo>
                    <a:pt x="1275751" y="64979"/>
                  </a:lnTo>
                  <a:lnTo>
                    <a:pt x="1294240" y="58429"/>
                  </a:lnTo>
                  <a:lnTo>
                    <a:pt x="1312729" y="51888"/>
                  </a:lnTo>
                  <a:lnTo>
                    <a:pt x="1331218" y="45357"/>
                  </a:lnTo>
                  <a:lnTo>
                    <a:pt x="1349707" y="38838"/>
                  </a:lnTo>
                  <a:lnTo>
                    <a:pt x="1368196" y="32330"/>
                  </a:lnTo>
                  <a:lnTo>
                    <a:pt x="1386686" y="25836"/>
                  </a:lnTo>
                  <a:lnTo>
                    <a:pt x="1405175" y="19355"/>
                  </a:lnTo>
                  <a:lnTo>
                    <a:pt x="1423664" y="12888"/>
                  </a:lnTo>
                  <a:lnTo>
                    <a:pt x="1442153" y="6436"/>
                  </a:lnTo>
                  <a:lnTo>
                    <a:pt x="146064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29" name="pl3929"/>
            <p:cNvSpPr/>
            <p:nvPr/>
          </p:nvSpPr>
          <p:spPr>
            <a:xfrm>
              <a:off x="7690283" y="1152855"/>
              <a:ext cx="1460642" cy="484969"/>
            </a:xfrm>
            <a:custGeom>
              <a:avLst/>
              <a:pathLst>
                <a:path w="1460642" h="484969">
                  <a:moveTo>
                    <a:pt x="1460642" y="1044"/>
                  </a:moveTo>
                  <a:lnTo>
                    <a:pt x="1442153" y="519"/>
                  </a:lnTo>
                  <a:lnTo>
                    <a:pt x="1423664" y="170"/>
                  </a:lnTo>
                  <a:lnTo>
                    <a:pt x="1405175" y="0"/>
                  </a:lnTo>
                  <a:lnTo>
                    <a:pt x="1386686" y="7"/>
                  </a:lnTo>
                  <a:lnTo>
                    <a:pt x="1368196" y="194"/>
                  </a:lnTo>
                  <a:lnTo>
                    <a:pt x="1349707" y="560"/>
                  </a:lnTo>
                  <a:lnTo>
                    <a:pt x="1331218" y="1107"/>
                  </a:lnTo>
                  <a:lnTo>
                    <a:pt x="1312729" y="1835"/>
                  </a:lnTo>
                  <a:lnTo>
                    <a:pt x="1294240" y="2745"/>
                  </a:lnTo>
                  <a:lnTo>
                    <a:pt x="1275751" y="3838"/>
                  </a:lnTo>
                  <a:lnTo>
                    <a:pt x="1257262" y="5115"/>
                  </a:lnTo>
                  <a:lnTo>
                    <a:pt x="1238772" y="6578"/>
                  </a:lnTo>
                  <a:lnTo>
                    <a:pt x="1220283" y="8228"/>
                  </a:lnTo>
                  <a:lnTo>
                    <a:pt x="1201794" y="10066"/>
                  </a:lnTo>
                  <a:lnTo>
                    <a:pt x="1183305" y="12095"/>
                  </a:lnTo>
                  <a:lnTo>
                    <a:pt x="1164816" y="14315"/>
                  </a:lnTo>
                  <a:lnTo>
                    <a:pt x="1146327" y="16729"/>
                  </a:lnTo>
                  <a:lnTo>
                    <a:pt x="1127838" y="19338"/>
                  </a:lnTo>
                  <a:lnTo>
                    <a:pt x="1109348" y="22146"/>
                  </a:lnTo>
                  <a:lnTo>
                    <a:pt x="1090859" y="25153"/>
                  </a:lnTo>
                  <a:lnTo>
                    <a:pt x="1072370" y="28363"/>
                  </a:lnTo>
                  <a:lnTo>
                    <a:pt x="1053881" y="31778"/>
                  </a:lnTo>
                  <a:lnTo>
                    <a:pt x="1035392" y="35400"/>
                  </a:lnTo>
                  <a:lnTo>
                    <a:pt x="1016903" y="39230"/>
                  </a:lnTo>
                  <a:lnTo>
                    <a:pt x="998413" y="43270"/>
                  </a:lnTo>
                  <a:lnTo>
                    <a:pt x="979924" y="47521"/>
                  </a:lnTo>
                  <a:lnTo>
                    <a:pt x="961435" y="51983"/>
                  </a:lnTo>
                  <a:lnTo>
                    <a:pt x="942946" y="56656"/>
                  </a:lnTo>
                  <a:lnTo>
                    <a:pt x="924457" y="61536"/>
                  </a:lnTo>
                  <a:lnTo>
                    <a:pt x="905968" y="66621"/>
                  </a:lnTo>
                  <a:lnTo>
                    <a:pt x="887479" y="71905"/>
                  </a:lnTo>
                  <a:lnTo>
                    <a:pt x="868989" y="77384"/>
                  </a:lnTo>
                  <a:lnTo>
                    <a:pt x="850500" y="83049"/>
                  </a:lnTo>
                  <a:lnTo>
                    <a:pt x="832011" y="88893"/>
                  </a:lnTo>
                  <a:lnTo>
                    <a:pt x="813522" y="94907"/>
                  </a:lnTo>
                  <a:lnTo>
                    <a:pt x="795033" y="101080"/>
                  </a:lnTo>
                  <a:lnTo>
                    <a:pt x="776544" y="107404"/>
                  </a:lnTo>
                  <a:lnTo>
                    <a:pt x="758055" y="113870"/>
                  </a:lnTo>
                  <a:lnTo>
                    <a:pt x="739565" y="120468"/>
                  </a:lnTo>
                  <a:lnTo>
                    <a:pt x="721076" y="127190"/>
                  </a:lnTo>
                  <a:lnTo>
                    <a:pt x="702587" y="134029"/>
                  </a:lnTo>
                  <a:lnTo>
                    <a:pt x="684098" y="140978"/>
                  </a:lnTo>
                  <a:lnTo>
                    <a:pt x="665609" y="148031"/>
                  </a:lnTo>
                  <a:lnTo>
                    <a:pt x="647120" y="155183"/>
                  </a:lnTo>
                  <a:lnTo>
                    <a:pt x="628631" y="162431"/>
                  </a:lnTo>
                  <a:lnTo>
                    <a:pt x="610141" y="169772"/>
                  </a:lnTo>
                  <a:lnTo>
                    <a:pt x="591652" y="177203"/>
                  </a:lnTo>
                  <a:lnTo>
                    <a:pt x="573163" y="184723"/>
                  </a:lnTo>
                  <a:lnTo>
                    <a:pt x="554674" y="192332"/>
                  </a:lnTo>
                  <a:lnTo>
                    <a:pt x="536185" y="200031"/>
                  </a:lnTo>
                  <a:lnTo>
                    <a:pt x="517696" y="207820"/>
                  </a:lnTo>
                  <a:lnTo>
                    <a:pt x="499206" y="215703"/>
                  </a:lnTo>
                  <a:lnTo>
                    <a:pt x="480717" y="223682"/>
                  </a:lnTo>
                  <a:lnTo>
                    <a:pt x="462228" y="231762"/>
                  </a:lnTo>
                  <a:lnTo>
                    <a:pt x="443739" y="239946"/>
                  </a:lnTo>
                  <a:lnTo>
                    <a:pt x="425250" y="248241"/>
                  </a:lnTo>
                  <a:lnTo>
                    <a:pt x="406761" y="256654"/>
                  </a:lnTo>
                  <a:lnTo>
                    <a:pt x="388272" y="265190"/>
                  </a:lnTo>
                  <a:lnTo>
                    <a:pt x="369782" y="273859"/>
                  </a:lnTo>
                  <a:lnTo>
                    <a:pt x="351293" y="282668"/>
                  </a:lnTo>
                  <a:lnTo>
                    <a:pt x="332804" y="291626"/>
                  </a:lnTo>
                  <a:lnTo>
                    <a:pt x="314315" y="300741"/>
                  </a:lnTo>
                  <a:lnTo>
                    <a:pt x="295826" y="310022"/>
                  </a:lnTo>
                  <a:lnTo>
                    <a:pt x="277337" y="319476"/>
                  </a:lnTo>
                  <a:lnTo>
                    <a:pt x="258848" y="329112"/>
                  </a:lnTo>
                  <a:lnTo>
                    <a:pt x="240358" y="338937"/>
                  </a:lnTo>
                  <a:lnTo>
                    <a:pt x="221869" y="348954"/>
                  </a:lnTo>
                  <a:lnTo>
                    <a:pt x="203380" y="359170"/>
                  </a:lnTo>
                  <a:lnTo>
                    <a:pt x="184891" y="369587"/>
                  </a:lnTo>
                  <a:lnTo>
                    <a:pt x="166402" y="380207"/>
                  </a:lnTo>
                  <a:lnTo>
                    <a:pt x="147913" y="391033"/>
                  </a:lnTo>
                  <a:lnTo>
                    <a:pt x="129424" y="402065"/>
                  </a:lnTo>
                  <a:lnTo>
                    <a:pt x="110934" y="413302"/>
                  </a:lnTo>
                  <a:lnTo>
                    <a:pt x="92445" y="424743"/>
                  </a:lnTo>
                  <a:lnTo>
                    <a:pt x="73956" y="436388"/>
                  </a:lnTo>
                  <a:lnTo>
                    <a:pt x="55467" y="448234"/>
                  </a:lnTo>
                  <a:lnTo>
                    <a:pt x="36978" y="460281"/>
                  </a:lnTo>
                  <a:lnTo>
                    <a:pt x="18489" y="472527"/>
                  </a:lnTo>
                  <a:lnTo>
                    <a:pt x="0" y="4849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30" name="pl3930"/>
            <p:cNvSpPr/>
            <p:nvPr/>
          </p:nvSpPr>
          <p:spPr>
            <a:xfrm>
              <a:off x="7690283" y="1067640"/>
              <a:ext cx="1460642" cy="530048"/>
            </a:xfrm>
            <a:custGeom>
              <a:avLst/>
              <a:pathLst>
                <a:path w="1460642" h="530048">
                  <a:moveTo>
                    <a:pt x="0" y="530048"/>
                  </a:moveTo>
                  <a:lnTo>
                    <a:pt x="18489" y="519585"/>
                  </a:lnTo>
                  <a:lnTo>
                    <a:pt x="36978" y="509218"/>
                  </a:lnTo>
                  <a:lnTo>
                    <a:pt x="55467" y="498947"/>
                  </a:lnTo>
                  <a:lnTo>
                    <a:pt x="73956" y="488772"/>
                  </a:lnTo>
                  <a:lnTo>
                    <a:pt x="92445" y="478694"/>
                  </a:lnTo>
                  <a:lnTo>
                    <a:pt x="110934" y="468711"/>
                  </a:lnTo>
                  <a:lnTo>
                    <a:pt x="129424" y="458826"/>
                  </a:lnTo>
                  <a:lnTo>
                    <a:pt x="147913" y="449036"/>
                  </a:lnTo>
                  <a:lnTo>
                    <a:pt x="166402" y="439343"/>
                  </a:lnTo>
                  <a:lnTo>
                    <a:pt x="184891" y="429745"/>
                  </a:lnTo>
                  <a:lnTo>
                    <a:pt x="203380" y="420244"/>
                  </a:lnTo>
                  <a:lnTo>
                    <a:pt x="221869" y="410840"/>
                  </a:lnTo>
                  <a:lnTo>
                    <a:pt x="240358" y="401531"/>
                  </a:lnTo>
                  <a:lnTo>
                    <a:pt x="258848" y="392319"/>
                  </a:lnTo>
                  <a:lnTo>
                    <a:pt x="277337" y="383203"/>
                  </a:lnTo>
                  <a:lnTo>
                    <a:pt x="295826" y="374184"/>
                  </a:lnTo>
                  <a:lnTo>
                    <a:pt x="314315" y="365260"/>
                  </a:lnTo>
                  <a:lnTo>
                    <a:pt x="332804" y="356433"/>
                  </a:lnTo>
                  <a:lnTo>
                    <a:pt x="351293" y="347702"/>
                  </a:lnTo>
                  <a:lnTo>
                    <a:pt x="369782" y="339068"/>
                  </a:lnTo>
                  <a:lnTo>
                    <a:pt x="388272" y="330530"/>
                  </a:lnTo>
                  <a:lnTo>
                    <a:pt x="406761" y="322087"/>
                  </a:lnTo>
                  <a:lnTo>
                    <a:pt x="425250" y="313742"/>
                  </a:lnTo>
                  <a:lnTo>
                    <a:pt x="443739" y="305492"/>
                  </a:lnTo>
                  <a:lnTo>
                    <a:pt x="462228" y="297339"/>
                  </a:lnTo>
                  <a:lnTo>
                    <a:pt x="480717" y="289282"/>
                  </a:lnTo>
                  <a:lnTo>
                    <a:pt x="499206" y="281321"/>
                  </a:lnTo>
                  <a:lnTo>
                    <a:pt x="517696" y="273456"/>
                  </a:lnTo>
                  <a:lnTo>
                    <a:pt x="536185" y="265688"/>
                  </a:lnTo>
                  <a:lnTo>
                    <a:pt x="554674" y="258016"/>
                  </a:lnTo>
                  <a:lnTo>
                    <a:pt x="573163" y="250440"/>
                  </a:lnTo>
                  <a:lnTo>
                    <a:pt x="591652" y="242961"/>
                  </a:lnTo>
                  <a:lnTo>
                    <a:pt x="610141" y="235577"/>
                  </a:lnTo>
                  <a:lnTo>
                    <a:pt x="628631" y="228290"/>
                  </a:lnTo>
                  <a:lnTo>
                    <a:pt x="647120" y="221100"/>
                  </a:lnTo>
                  <a:lnTo>
                    <a:pt x="665609" y="214005"/>
                  </a:lnTo>
                  <a:lnTo>
                    <a:pt x="684098" y="207007"/>
                  </a:lnTo>
                  <a:lnTo>
                    <a:pt x="702587" y="200105"/>
                  </a:lnTo>
                  <a:lnTo>
                    <a:pt x="721076" y="193299"/>
                  </a:lnTo>
                  <a:lnTo>
                    <a:pt x="739565" y="186590"/>
                  </a:lnTo>
                  <a:lnTo>
                    <a:pt x="758055" y="179976"/>
                  </a:lnTo>
                  <a:lnTo>
                    <a:pt x="776544" y="173460"/>
                  </a:lnTo>
                  <a:lnTo>
                    <a:pt x="795033" y="167039"/>
                  </a:lnTo>
                  <a:lnTo>
                    <a:pt x="813522" y="160714"/>
                  </a:lnTo>
                  <a:lnTo>
                    <a:pt x="832011" y="154486"/>
                  </a:lnTo>
                  <a:lnTo>
                    <a:pt x="850500" y="148354"/>
                  </a:lnTo>
                  <a:lnTo>
                    <a:pt x="868989" y="142319"/>
                  </a:lnTo>
                  <a:lnTo>
                    <a:pt x="887479" y="136379"/>
                  </a:lnTo>
                  <a:lnTo>
                    <a:pt x="905968" y="130536"/>
                  </a:lnTo>
                  <a:lnTo>
                    <a:pt x="924457" y="124789"/>
                  </a:lnTo>
                  <a:lnTo>
                    <a:pt x="942946" y="119138"/>
                  </a:lnTo>
                  <a:lnTo>
                    <a:pt x="961435" y="113584"/>
                  </a:lnTo>
                  <a:lnTo>
                    <a:pt x="979924" y="108126"/>
                  </a:lnTo>
                  <a:lnTo>
                    <a:pt x="998413" y="102764"/>
                  </a:lnTo>
                  <a:lnTo>
                    <a:pt x="1016903" y="97498"/>
                  </a:lnTo>
                  <a:lnTo>
                    <a:pt x="1035392" y="92329"/>
                  </a:lnTo>
                  <a:lnTo>
                    <a:pt x="1053881" y="87256"/>
                  </a:lnTo>
                  <a:lnTo>
                    <a:pt x="1072370" y="82279"/>
                  </a:lnTo>
                  <a:lnTo>
                    <a:pt x="1090859" y="77398"/>
                  </a:lnTo>
                  <a:lnTo>
                    <a:pt x="1109348" y="72614"/>
                  </a:lnTo>
                  <a:lnTo>
                    <a:pt x="1127838" y="67926"/>
                  </a:lnTo>
                  <a:lnTo>
                    <a:pt x="1146327" y="63334"/>
                  </a:lnTo>
                  <a:lnTo>
                    <a:pt x="1164816" y="58838"/>
                  </a:lnTo>
                  <a:lnTo>
                    <a:pt x="1183305" y="54439"/>
                  </a:lnTo>
                  <a:lnTo>
                    <a:pt x="1201794" y="50136"/>
                  </a:lnTo>
                  <a:lnTo>
                    <a:pt x="1220283" y="45929"/>
                  </a:lnTo>
                  <a:lnTo>
                    <a:pt x="1238772" y="41818"/>
                  </a:lnTo>
                  <a:lnTo>
                    <a:pt x="1257262" y="37804"/>
                  </a:lnTo>
                  <a:lnTo>
                    <a:pt x="1275751" y="33886"/>
                  </a:lnTo>
                  <a:lnTo>
                    <a:pt x="1294240" y="30064"/>
                  </a:lnTo>
                  <a:lnTo>
                    <a:pt x="1312729" y="26339"/>
                  </a:lnTo>
                  <a:lnTo>
                    <a:pt x="1331218" y="22709"/>
                  </a:lnTo>
                  <a:lnTo>
                    <a:pt x="1349707" y="19176"/>
                  </a:lnTo>
                  <a:lnTo>
                    <a:pt x="1368196" y="15740"/>
                  </a:lnTo>
                  <a:lnTo>
                    <a:pt x="1386686" y="12399"/>
                  </a:lnTo>
                  <a:lnTo>
                    <a:pt x="1405175" y="9155"/>
                  </a:lnTo>
                  <a:lnTo>
                    <a:pt x="1423664" y="6007"/>
                  </a:lnTo>
                  <a:lnTo>
                    <a:pt x="1442153" y="2955"/>
                  </a:lnTo>
                  <a:lnTo>
                    <a:pt x="1460642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tx3931"/>
            <p:cNvSpPr/>
            <p:nvPr/>
          </p:nvSpPr>
          <p:spPr>
            <a:xfrm>
              <a:off x="7700021" y="52715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932" name="tx3932"/>
            <p:cNvSpPr/>
            <p:nvPr/>
          </p:nvSpPr>
          <p:spPr>
            <a:xfrm>
              <a:off x="7773767" y="50227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933" name="tx3933"/>
            <p:cNvSpPr/>
            <p:nvPr/>
          </p:nvSpPr>
          <p:spPr>
            <a:xfrm>
              <a:off x="7808377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934" name="tx3934"/>
            <p:cNvSpPr/>
            <p:nvPr/>
          </p:nvSpPr>
          <p:spPr>
            <a:xfrm>
              <a:off x="7832729" y="56418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935" name="tx3935"/>
            <p:cNvSpPr/>
            <p:nvPr/>
          </p:nvSpPr>
          <p:spPr>
            <a:xfrm>
              <a:off x="7884645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936" name="tx3936"/>
            <p:cNvSpPr/>
            <p:nvPr/>
          </p:nvSpPr>
          <p:spPr>
            <a:xfrm>
              <a:off x="7908997" y="525768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3937" name="tx3937"/>
            <p:cNvSpPr/>
            <p:nvPr/>
          </p:nvSpPr>
          <p:spPr>
            <a:xfrm>
              <a:off x="7700021" y="620148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938" name="tx3938"/>
            <p:cNvSpPr/>
            <p:nvPr/>
          </p:nvSpPr>
          <p:spPr>
            <a:xfrm>
              <a:off x="7773767" y="59526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939" name="tx3939"/>
            <p:cNvSpPr/>
            <p:nvPr/>
          </p:nvSpPr>
          <p:spPr>
            <a:xfrm>
              <a:off x="7808377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940" name="tx3940"/>
            <p:cNvSpPr/>
            <p:nvPr/>
          </p:nvSpPr>
          <p:spPr>
            <a:xfrm>
              <a:off x="7832729" y="65717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941" name="tx3941"/>
            <p:cNvSpPr/>
            <p:nvPr/>
          </p:nvSpPr>
          <p:spPr>
            <a:xfrm>
              <a:off x="7884645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942" name="tx3942"/>
            <p:cNvSpPr/>
            <p:nvPr/>
          </p:nvSpPr>
          <p:spPr>
            <a:xfrm>
              <a:off x="7908997" y="618759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3943" name="pl3943"/>
            <p:cNvSpPr/>
            <p:nvPr/>
          </p:nvSpPr>
          <p:spPr>
            <a:xfrm>
              <a:off x="7592907" y="410731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l3944"/>
            <p:cNvSpPr/>
            <p:nvPr/>
          </p:nvSpPr>
          <p:spPr>
            <a:xfrm>
              <a:off x="7592907" y="374155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l3945"/>
            <p:cNvSpPr/>
            <p:nvPr/>
          </p:nvSpPr>
          <p:spPr>
            <a:xfrm>
              <a:off x="7592907" y="337578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l3946"/>
            <p:cNvSpPr/>
            <p:nvPr/>
          </p:nvSpPr>
          <p:spPr>
            <a:xfrm>
              <a:off x="7592907" y="301002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l3947"/>
            <p:cNvSpPr/>
            <p:nvPr/>
          </p:nvSpPr>
          <p:spPr>
            <a:xfrm>
              <a:off x="7592907" y="264425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l3948"/>
            <p:cNvSpPr/>
            <p:nvPr/>
          </p:nvSpPr>
          <p:spPr>
            <a:xfrm>
              <a:off x="7994584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l3949"/>
            <p:cNvSpPr/>
            <p:nvPr/>
          </p:nvSpPr>
          <p:spPr>
            <a:xfrm>
              <a:off x="8603185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l3950"/>
            <p:cNvSpPr/>
            <p:nvPr/>
          </p:nvSpPr>
          <p:spPr>
            <a:xfrm>
              <a:off x="9211786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l3951"/>
            <p:cNvSpPr/>
            <p:nvPr/>
          </p:nvSpPr>
          <p:spPr>
            <a:xfrm>
              <a:off x="7592907" y="429019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l3952"/>
            <p:cNvSpPr/>
            <p:nvPr/>
          </p:nvSpPr>
          <p:spPr>
            <a:xfrm>
              <a:off x="7592907" y="3924433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l3953"/>
            <p:cNvSpPr/>
            <p:nvPr/>
          </p:nvSpPr>
          <p:spPr>
            <a:xfrm>
              <a:off x="7592907" y="355866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l3954"/>
            <p:cNvSpPr/>
            <p:nvPr/>
          </p:nvSpPr>
          <p:spPr>
            <a:xfrm>
              <a:off x="7592907" y="3192904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l3955"/>
            <p:cNvSpPr/>
            <p:nvPr/>
          </p:nvSpPr>
          <p:spPr>
            <a:xfrm>
              <a:off x="7592907" y="282713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l3956"/>
            <p:cNvSpPr/>
            <p:nvPr/>
          </p:nvSpPr>
          <p:spPr>
            <a:xfrm>
              <a:off x="7690283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l3957"/>
            <p:cNvSpPr/>
            <p:nvPr/>
          </p:nvSpPr>
          <p:spPr>
            <a:xfrm>
              <a:off x="8298885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l3958"/>
            <p:cNvSpPr/>
            <p:nvPr/>
          </p:nvSpPr>
          <p:spPr>
            <a:xfrm>
              <a:off x="8907486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l3959"/>
            <p:cNvSpPr/>
            <p:nvPr/>
          </p:nvSpPr>
          <p:spPr>
            <a:xfrm>
              <a:off x="9516087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t3960"/>
            <p:cNvSpPr/>
            <p:nvPr/>
          </p:nvSpPr>
          <p:spPr>
            <a:xfrm>
              <a:off x="8645995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t3961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t3962"/>
            <p:cNvSpPr/>
            <p:nvPr/>
          </p:nvSpPr>
          <p:spPr>
            <a:xfrm>
              <a:off x="8524274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t3963"/>
            <p:cNvSpPr/>
            <p:nvPr/>
          </p:nvSpPr>
          <p:spPr>
            <a:xfrm>
              <a:off x="8341694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t3964"/>
            <p:cNvSpPr/>
            <p:nvPr/>
          </p:nvSpPr>
          <p:spPr>
            <a:xfrm>
              <a:off x="8341694" y="33455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t3965"/>
            <p:cNvSpPr/>
            <p:nvPr/>
          </p:nvSpPr>
          <p:spPr>
            <a:xfrm>
              <a:off x="8828575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t3966"/>
            <p:cNvSpPr/>
            <p:nvPr/>
          </p:nvSpPr>
          <p:spPr>
            <a:xfrm>
              <a:off x="85851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t3967"/>
            <p:cNvSpPr/>
            <p:nvPr/>
          </p:nvSpPr>
          <p:spPr>
            <a:xfrm>
              <a:off x="821997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t3968"/>
            <p:cNvSpPr/>
            <p:nvPr/>
          </p:nvSpPr>
          <p:spPr>
            <a:xfrm>
              <a:off x="82199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t3969"/>
            <p:cNvSpPr/>
            <p:nvPr/>
          </p:nvSpPr>
          <p:spPr>
            <a:xfrm>
              <a:off x="8159114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t3970"/>
            <p:cNvSpPr/>
            <p:nvPr/>
          </p:nvSpPr>
          <p:spPr>
            <a:xfrm>
              <a:off x="815911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t3971"/>
            <p:cNvSpPr/>
            <p:nvPr/>
          </p:nvSpPr>
          <p:spPr>
            <a:xfrm>
              <a:off x="84025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t3972"/>
            <p:cNvSpPr/>
            <p:nvPr/>
          </p:nvSpPr>
          <p:spPr>
            <a:xfrm>
              <a:off x="815911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t3973"/>
            <p:cNvSpPr/>
            <p:nvPr/>
          </p:nvSpPr>
          <p:spPr>
            <a:xfrm>
              <a:off x="821997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t3974"/>
            <p:cNvSpPr/>
            <p:nvPr/>
          </p:nvSpPr>
          <p:spPr>
            <a:xfrm>
              <a:off x="8402554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t3975"/>
            <p:cNvSpPr/>
            <p:nvPr/>
          </p:nvSpPr>
          <p:spPr>
            <a:xfrm>
              <a:off x="8463414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t3976"/>
            <p:cNvSpPr/>
            <p:nvPr/>
          </p:nvSpPr>
          <p:spPr>
            <a:xfrm>
              <a:off x="82199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t3977"/>
            <p:cNvSpPr/>
            <p:nvPr/>
          </p:nvSpPr>
          <p:spPr>
            <a:xfrm>
              <a:off x="82808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t3978"/>
            <p:cNvSpPr/>
            <p:nvPr/>
          </p:nvSpPr>
          <p:spPr>
            <a:xfrm>
              <a:off x="8341694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t3979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t3980"/>
            <p:cNvSpPr/>
            <p:nvPr/>
          </p:nvSpPr>
          <p:spPr>
            <a:xfrm>
              <a:off x="8280834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t3981"/>
            <p:cNvSpPr/>
            <p:nvPr/>
          </p:nvSpPr>
          <p:spPr>
            <a:xfrm>
              <a:off x="82808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t3982"/>
            <p:cNvSpPr/>
            <p:nvPr/>
          </p:nvSpPr>
          <p:spPr>
            <a:xfrm>
              <a:off x="85851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t3983"/>
            <p:cNvSpPr/>
            <p:nvPr/>
          </p:nvSpPr>
          <p:spPr>
            <a:xfrm>
              <a:off x="803739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t3984"/>
            <p:cNvSpPr/>
            <p:nvPr/>
          </p:nvSpPr>
          <p:spPr>
            <a:xfrm>
              <a:off x="8402554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t3985"/>
            <p:cNvSpPr/>
            <p:nvPr/>
          </p:nvSpPr>
          <p:spPr>
            <a:xfrm>
              <a:off x="8645995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t3986"/>
            <p:cNvSpPr/>
            <p:nvPr/>
          </p:nvSpPr>
          <p:spPr>
            <a:xfrm>
              <a:off x="81591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t3987"/>
            <p:cNvSpPr/>
            <p:nvPr/>
          </p:nvSpPr>
          <p:spPr>
            <a:xfrm>
              <a:off x="8828575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t3988"/>
            <p:cNvSpPr/>
            <p:nvPr/>
          </p:nvSpPr>
          <p:spPr>
            <a:xfrm>
              <a:off x="815911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t3989"/>
            <p:cNvSpPr/>
            <p:nvPr/>
          </p:nvSpPr>
          <p:spPr>
            <a:xfrm>
              <a:off x="86459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t3990"/>
            <p:cNvSpPr/>
            <p:nvPr/>
          </p:nvSpPr>
          <p:spPr>
            <a:xfrm>
              <a:off x="834169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t3991"/>
            <p:cNvSpPr/>
            <p:nvPr/>
          </p:nvSpPr>
          <p:spPr>
            <a:xfrm>
              <a:off x="846341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t3992"/>
            <p:cNvSpPr/>
            <p:nvPr/>
          </p:nvSpPr>
          <p:spPr>
            <a:xfrm>
              <a:off x="821997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t3993"/>
            <p:cNvSpPr/>
            <p:nvPr/>
          </p:nvSpPr>
          <p:spPr>
            <a:xfrm>
              <a:off x="828083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t3994"/>
            <p:cNvSpPr/>
            <p:nvPr/>
          </p:nvSpPr>
          <p:spPr>
            <a:xfrm>
              <a:off x="858513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t3995"/>
            <p:cNvSpPr/>
            <p:nvPr/>
          </p:nvSpPr>
          <p:spPr>
            <a:xfrm>
              <a:off x="8219974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t3996"/>
            <p:cNvSpPr/>
            <p:nvPr/>
          </p:nvSpPr>
          <p:spPr>
            <a:xfrm>
              <a:off x="8098254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t3997"/>
            <p:cNvSpPr/>
            <p:nvPr/>
          </p:nvSpPr>
          <p:spPr>
            <a:xfrm>
              <a:off x="864599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t3998"/>
            <p:cNvSpPr/>
            <p:nvPr/>
          </p:nvSpPr>
          <p:spPr>
            <a:xfrm>
              <a:off x="8706855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t3999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t4000"/>
            <p:cNvSpPr/>
            <p:nvPr/>
          </p:nvSpPr>
          <p:spPr>
            <a:xfrm>
              <a:off x="8037394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t4001"/>
            <p:cNvSpPr/>
            <p:nvPr/>
          </p:nvSpPr>
          <p:spPr>
            <a:xfrm>
              <a:off x="821997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t4002"/>
            <p:cNvSpPr/>
            <p:nvPr/>
          </p:nvSpPr>
          <p:spPr>
            <a:xfrm>
              <a:off x="8524274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t4003"/>
            <p:cNvSpPr/>
            <p:nvPr/>
          </p:nvSpPr>
          <p:spPr>
            <a:xfrm>
              <a:off x="852427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t4004"/>
            <p:cNvSpPr/>
            <p:nvPr/>
          </p:nvSpPr>
          <p:spPr>
            <a:xfrm>
              <a:off x="8219974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t4005"/>
            <p:cNvSpPr/>
            <p:nvPr/>
          </p:nvSpPr>
          <p:spPr>
            <a:xfrm>
              <a:off x="8098254" y="3930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t4006"/>
            <p:cNvSpPr/>
            <p:nvPr/>
          </p:nvSpPr>
          <p:spPr>
            <a:xfrm>
              <a:off x="8159114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t4007"/>
            <p:cNvSpPr/>
            <p:nvPr/>
          </p:nvSpPr>
          <p:spPr>
            <a:xfrm>
              <a:off x="7672233" y="4247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t4008"/>
            <p:cNvSpPr/>
            <p:nvPr/>
          </p:nvSpPr>
          <p:spPr>
            <a:xfrm>
              <a:off x="8524274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t4009"/>
            <p:cNvSpPr/>
            <p:nvPr/>
          </p:nvSpPr>
          <p:spPr>
            <a:xfrm>
              <a:off x="8402554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t4010"/>
            <p:cNvSpPr/>
            <p:nvPr/>
          </p:nvSpPr>
          <p:spPr>
            <a:xfrm>
              <a:off x="8159114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t4011"/>
            <p:cNvSpPr/>
            <p:nvPr/>
          </p:nvSpPr>
          <p:spPr>
            <a:xfrm>
              <a:off x="895029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t4012"/>
            <p:cNvSpPr/>
            <p:nvPr/>
          </p:nvSpPr>
          <p:spPr>
            <a:xfrm>
              <a:off x="7672233" y="42233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t4013"/>
            <p:cNvSpPr/>
            <p:nvPr/>
          </p:nvSpPr>
          <p:spPr>
            <a:xfrm>
              <a:off x="8159114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t4014"/>
            <p:cNvSpPr/>
            <p:nvPr/>
          </p:nvSpPr>
          <p:spPr>
            <a:xfrm>
              <a:off x="7733093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t4015"/>
            <p:cNvSpPr/>
            <p:nvPr/>
          </p:nvSpPr>
          <p:spPr>
            <a:xfrm>
              <a:off x="852427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t4016"/>
            <p:cNvSpPr/>
            <p:nvPr/>
          </p:nvSpPr>
          <p:spPr>
            <a:xfrm>
              <a:off x="84634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t4017"/>
            <p:cNvSpPr/>
            <p:nvPr/>
          </p:nvSpPr>
          <p:spPr>
            <a:xfrm>
              <a:off x="876771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t4018"/>
            <p:cNvSpPr/>
            <p:nvPr/>
          </p:nvSpPr>
          <p:spPr>
            <a:xfrm>
              <a:off x="8037394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t4019"/>
            <p:cNvSpPr/>
            <p:nvPr/>
          </p:nvSpPr>
          <p:spPr>
            <a:xfrm>
              <a:off x="7672233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t4020"/>
            <p:cNvSpPr/>
            <p:nvPr/>
          </p:nvSpPr>
          <p:spPr>
            <a:xfrm>
              <a:off x="8645995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t4021"/>
            <p:cNvSpPr/>
            <p:nvPr/>
          </p:nvSpPr>
          <p:spPr>
            <a:xfrm>
              <a:off x="8402554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t4022"/>
            <p:cNvSpPr/>
            <p:nvPr/>
          </p:nvSpPr>
          <p:spPr>
            <a:xfrm>
              <a:off x="8341694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t4023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t4024"/>
            <p:cNvSpPr/>
            <p:nvPr/>
          </p:nvSpPr>
          <p:spPr>
            <a:xfrm>
              <a:off x="852427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t4025"/>
            <p:cNvSpPr/>
            <p:nvPr/>
          </p:nvSpPr>
          <p:spPr>
            <a:xfrm>
              <a:off x="803739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t4026"/>
            <p:cNvSpPr/>
            <p:nvPr/>
          </p:nvSpPr>
          <p:spPr>
            <a:xfrm>
              <a:off x="864599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t4027"/>
            <p:cNvSpPr/>
            <p:nvPr/>
          </p:nvSpPr>
          <p:spPr>
            <a:xfrm>
              <a:off x="8889435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t4028"/>
            <p:cNvSpPr/>
            <p:nvPr/>
          </p:nvSpPr>
          <p:spPr>
            <a:xfrm>
              <a:off x="907201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t4029"/>
            <p:cNvSpPr/>
            <p:nvPr/>
          </p:nvSpPr>
          <p:spPr>
            <a:xfrm>
              <a:off x="89502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t4030"/>
            <p:cNvSpPr/>
            <p:nvPr/>
          </p:nvSpPr>
          <p:spPr>
            <a:xfrm>
              <a:off x="86459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t4031"/>
            <p:cNvSpPr/>
            <p:nvPr/>
          </p:nvSpPr>
          <p:spPr>
            <a:xfrm>
              <a:off x="852427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t4032"/>
            <p:cNvSpPr/>
            <p:nvPr/>
          </p:nvSpPr>
          <p:spPr>
            <a:xfrm>
              <a:off x="8889435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t4033"/>
            <p:cNvSpPr/>
            <p:nvPr/>
          </p:nvSpPr>
          <p:spPr>
            <a:xfrm>
              <a:off x="8219974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t4034"/>
            <p:cNvSpPr/>
            <p:nvPr/>
          </p:nvSpPr>
          <p:spPr>
            <a:xfrm>
              <a:off x="84025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t4035"/>
            <p:cNvSpPr/>
            <p:nvPr/>
          </p:nvSpPr>
          <p:spPr>
            <a:xfrm>
              <a:off x="8402554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t4036"/>
            <p:cNvSpPr/>
            <p:nvPr/>
          </p:nvSpPr>
          <p:spPr>
            <a:xfrm>
              <a:off x="85851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t4037"/>
            <p:cNvSpPr/>
            <p:nvPr/>
          </p:nvSpPr>
          <p:spPr>
            <a:xfrm>
              <a:off x="828083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t4038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t4039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t4040"/>
            <p:cNvSpPr/>
            <p:nvPr/>
          </p:nvSpPr>
          <p:spPr>
            <a:xfrm>
              <a:off x="828083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t4041"/>
            <p:cNvSpPr/>
            <p:nvPr/>
          </p:nvSpPr>
          <p:spPr>
            <a:xfrm>
              <a:off x="8585135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t4042"/>
            <p:cNvSpPr/>
            <p:nvPr/>
          </p:nvSpPr>
          <p:spPr>
            <a:xfrm>
              <a:off x="8889435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t4043"/>
            <p:cNvSpPr/>
            <p:nvPr/>
          </p:nvSpPr>
          <p:spPr>
            <a:xfrm>
              <a:off x="80982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t4044"/>
            <p:cNvSpPr/>
            <p:nvPr/>
          </p:nvSpPr>
          <p:spPr>
            <a:xfrm>
              <a:off x="80982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t4045"/>
            <p:cNvSpPr/>
            <p:nvPr/>
          </p:nvSpPr>
          <p:spPr>
            <a:xfrm>
              <a:off x="846341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t4046"/>
            <p:cNvSpPr/>
            <p:nvPr/>
          </p:nvSpPr>
          <p:spPr>
            <a:xfrm>
              <a:off x="785481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t4047"/>
            <p:cNvSpPr/>
            <p:nvPr/>
          </p:nvSpPr>
          <p:spPr>
            <a:xfrm>
              <a:off x="84025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t4048"/>
            <p:cNvSpPr/>
            <p:nvPr/>
          </p:nvSpPr>
          <p:spPr>
            <a:xfrm>
              <a:off x="870685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t4049"/>
            <p:cNvSpPr/>
            <p:nvPr/>
          </p:nvSpPr>
          <p:spPr>
            <a:xfrm>
              <a:off x="8524274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t4050"/>
            <p:cNvSpPr/>
            <p:nvPr/>
          </p:nvSpPr>
          <p:spPr>
            <a:xfrm>
              <a:off x="779395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t4051"/>
            <p:cNvSpPr/>
            <p:nvPr/>
          </p:nvSpPr>
          <p:spPr>
            <a:xfrm>
              <a:off x="834169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t4052"/>
            <p:cNvSpPr/>
            <p:nvPr/>
          </p:nvSpPr>
          <p:spPr>
            <a:xfrm>
              <a:off x="803739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t4053"/>
            <p:cNvSpPr/>
            <p:nvPr/>
          </p:nvSpPr>
          <p:spPr>
            <a:xfrm>
              <a:off x="7672233" y="4186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t4054"/>
            <p:cNvSpPr/>
            <p:nvPr/>
          </p:nvSpPr>
          <p:spPr>
            <a:xfrm>
              <a:off x="785481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t4055"/>
            <p:cNvSpPr/>
            <p:nvPr/>
          </p:nvSpPr>
          <p:spPr>
            <a:xfrm>
              <a:off x="80982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t4056"/>
            <p:cNvSpPr/>
            <p:nvPr/>
          </p:nvSpPr>
          <p:spPr>
            <a:xfrm>
              <a:off x="9011155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t4057"/>
            <p:cNvSpPr/>
            <p:nvPr/>
          </p:nvSpPr>
          <p:spPr>
            <a:xfrm>
              <a:off x="7854813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t4058"/>
            <p:cNvSpPr/>
            <p:nvPr/>
          </p:nvSpPr>
          <p:spPr>
            <a:xfrm>
              <a:off x="815911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t4059"/>
            <p:cNvSpPr/>
            <p:nvPr/>
          </p:nvSpPr>
          <p:spPr>
            <a:xfrm>
              <a:off x="7854813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t4060"/>
            <p:cNvSpPr/>
            <p:nvPr/>
          </p:nvSpPr>
          <p:spPr>
            <a:xfrm>
              <a:off x="8585135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t4061"/>
            <p:cNvSpPr/>
            <p:nvPr/>
          </p:nvSpPr>
          <p:spPr>
            <a:xfrm>
              <a:off x="846341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t4062"/>
            <p:cNvSpPr/>
            <p:nvPr/>
          </p:nvSpPr>
          <p:spPr>
            <a:xfrm>
              <a:off x="858513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t4063"/>
            <p:cNvSpPr/>
            <p:nvPr/>
          </p:nvSpPr>
          <p:spPr>
            <a:xfrm>
              <a:off x="821997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t4064"/>
            <p:cNvSpPr/>
            <p:nvPr/>
          </p:nvSpPr>
          <p:spPr>
            <a:xfrm>
              <a:off x="828083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t4065"/>
            <p:cNvSpPr/>
            <p:nvPr/>
          </p:nvSpPr>
          <p:spPr>
            <a:xfrm>
              <a:off x="828083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t4066"/>
            <p:cNvSpPr/>
            <p:nvPr/>
          </p:nvSpPr>
          <p:spPr>
            <a:xfrm>
              <a:off x="815911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t4067"/>
            <p:cNvSpPr/>
            <p:nvPr/>
          </p:nvSpPr>
          <p:spPr>
            <a:xfrm>
              <a:off x="870685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t4068"/>
            <p:cNvSpPr/>
            <p:nvPr/>
          </p:nvSpPr>
          <p:spPr>
            <a:xfrm>
              <a:off x="846341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t4069"/>
            <p:cNvSpPr/>
            <p:nvPr/>
          </p:nvSpPr>
          <p:spPr>
            <a:xfrm>
              <a:off x="828083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t4070"/>
            <p:cNvSpPr/>
            <p:nvPr/>
          </p:nvSpPr>
          <p:spPr>
            <a:xfrm>
              <a:off x="84025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t4071"/>
            <p:cNvSpPr/>
            <p:nvPr/>
          </p:nvSpPr>
          <p:spPr>
            <a:xfrm>
              <a:off x="852427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t4072"/>
            <p:cNvSpPr/>
            <p:nvPr/>
          </p:nvSpPr>
          <p:spPr>
            <a:xfrm>
              <a:off x="876771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t4073"/>
            <p:cNvSpPr/>
            <p:nvPr/>
          </p:nvSpPr>
          <p:spPr>
            <a:xfrm>
              <a:off x="870685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t4074"/>
            <p:cNvSpPr/>
            <p:nvPr/>
          </p:nvSpPr>
          <p:spPr>
            <a:xfrm>
              <a:off x="858513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t4075"/>
            <p:cNvSpPr/>
            <p:nvPr/>
          </p:nvSpPr>
          <p:spPr>
            <a:xfrm>
              <a:off x="821997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t4076"/>
            <p:cNvSpPr/>
            <p:nvPr/>
          </p:nvSpPr>
          <p:spPr>
            <a:xfrm>
              <a:off x="84025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t4077"/>
            <p:cNvSpPr/>
            <p:nvPr/>
          </p:nvSpPr>
          <p:spPr>
            <a:xfrm>
              <a:off x="828083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t4078"/>
            <p:cNvSpPr/>
            <p:nvPr/>
          </p:nvSpPr>
          <p:spPr>
            <a:xfrm>
              <a:off x="821997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t4079"/>
            <p:cNvSpPr/>
            <p:nvPr/>
          </p:nvSpPr>
          <p:spPr>
            <a:xfrm>
              <a:off x="82199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t4080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t4081"/>
            <p:cNvSpPr/>
            <p:nvPr/>
          </p:nvSpPr>
          <p:spPr>
            <a:xfrm>
              <a:off x="88894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t4082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t4083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t4084"/>
            <p:cNvSpPr/>
            <p:nvPr/>
          </p:nvSpPr>
          <p:spPr>
            <a:xfrm>
              <a:off x="852427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t4085"/>
            <p:cNvSpPr/>
            <p:nvPr/>
          </p:nvSpPr>
          <p:spPr>
            <a:xfrm>
              <a:off x="84025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t4086"/>
            <p:cNvSpPr/>
            <p:nvPr/>
          </p:nvSpPr>
          <p:spPr>
            <a:xfrm>
              <a:off x="84025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t4087"/>
            <p:cNvSpPr/>
            <p:nvPr/>
          </p:nvSpPr>
          <p:spPr>
            <a:xfrm>
              <a:off x="834169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t4088"/>
            <p:cNvSpPr/>
            <p:nvPr/>
          </p:nvSpPr>
          <p:spPr>
            <a:xfrm>
              <a:off x="828083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t4089"/>
            <p:cNvSpPr/>
            <p:nvPr/>
          </p:nvSpPr>
          <p:spPr>
            <a:xfrm>
              <a:off x="821997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t4090"/>
            <p:cNvSpPr/>
            <p:nvPr/>
          </p:nvSpPr>
          <p:spPr>
            <a:xfrm>
              <a:off x="852427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t4091"/>
            <p:cNvSpPr/>
            <p:nvPr/>
          </p:nvSpPr>
          <p:spPr>
            <a:xfrm>
              <a:off x="8828575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t4092"/>
            <p:cNvSpPr/>
            <p:nvPr/>
          </p:nvSpPr>
          <p:spPr>
            <a:xfrm>
              <a:off x="858513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t4093"/>
            <p:cNvSpPr/>
            <p:nvPr/>
          </p:nvSpPr>
          <p:spPr>
            <a:xfrm>
              <a:off x="85242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t4094"/>
            <p:cNvSpPr/>
            <p:nvPr/>
          </p:nvSpPr>
          <p:spPr>
            <a:xfrm>
              <a:off x="840255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t4095"/>
            <p:cNvSpPr/>
            <p:nvPr/>
          </p:nvSpPr>
          <p:spPr>
            <a:xfrm>
              <a:off x="846341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t4096"/>
            <p:cNvSpPr/>
            <p:nvPr/>
          </p:nvSpPr>
          <p:spPr>
            <a:xfrm>
              <a:off x="8767715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t4097"/>
            <p:cNvSpPr/>
            <p:nvPr/>
          </p:nvSpPr>
          <p:spPr>
            <a:xfrm>
              <a:off x="852427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t4098"/>
            <p:cNvSpPr/>
            <p:nvPr/>
          </p:nvSpPr>
          <p:spPr>
            <a:xfrm>
              <a:off x="8645995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t4099"/>
            <p:cNvSpPr/>
            <p:nvPr/>
          </p:nvSpPr>
          <p:spPr>
            <a:xfrm>
              <a:off x="852427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t4100"/>
            <p:cNvSpPr/>
            <p:nvPr/>
          </p:nvSpPr>
          <p:spPr>
            <a:xfrm>
              <a:off x="84025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t4101"/>
            <p:cNvSpPr/>
            <p:nvPr/>
          </p:nvSpPr>
          <p:spPr>
            <a:xfrm>
              <a:off x="864599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t4102"/>
            <p:cNvSpPr/>
            <p:nvPr/>
          </p:nvSpPr>
          <p:spPr>
            <a:xfrm>
              <a:off x="852427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t4103"/>
            <p:cNvSpPr/>
            <p:nvPr/>
          </p:nvSpPr>
          <p:spPr>
            <a:xfrm>
              <a:off x="876771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t4104"/>
            <p:cNvSpPr/>
            <p:nvPr/>
          </p:nvSpPr>
          <p:spPr>
            <a:xfrm>
              <a:off x="876771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t4105"/>
            <p:cNvSpPr/>
            <p:nvPr/>
          </p:nvSpPr>
          <p:spPr>
            <a:xfrm>
              <a:off x="834169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t4106"/>
            <p:cNvSpPr/>
            <p:nvPr/>
          </p:nvSpPr>
          <p:spPr>
            <a:xfrm>
              <a:off x="846341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t4107"/>
            <p:cNvSpPr/>
            <p:nvPr/>
          </p:nvSpPr>
          <p:spPr>
            <a:xfrm>
              <a:off x="82199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t4108"/>
            <p:cNvSpPr/>
            <p:nvPr/>
          </p:nvSpPr>
          <p:spPr>
            <a:xfrm>
              <a:off x="82808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t4109"/>
            <p:cNvSpPr/>
            <p:nvPr/>
          </p:nvSpPr>
          <p:spPr>
            <a:xfrm>
              <a:off x="828083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t4110"/>
            <p:cNvSpPr/>
            <p:nvPr/>
          </p:nvSpPr>
          <p:spPr>
            <a:xfrm>
              <a:off x="888943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t4111"/>
            <p:cNvSpPr/>
            <p:nvPr/>
          </p:nvSpPr>
          <p:spPr>
            <a:xfrm>
              <a:off x="858513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t4112"/>
            <p:cNvSpPr/>
            <p:nvPr/>
          </p:nvSpPr>
          <p:spPr>
            <a:xfrm>
              <a:off x="870685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t4113"/>
            <p:cNvSpPr/>
            <p:nvPr/>
          </p:nvSpPr>
          <p:spPr>
            <a:xfrm>
              <a:off x="8463414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t4114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t4115"/>
            <p:cNvSpPr/>
            <p:nvPr/>
          </p:nvSpPr>
          <p:spPr>
            <a:xfrm>
              <a:off x="815911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t4116"/>
            <p:cNvSpPr/>
            <p:nvPr/>
          </p:nvSpPr>
          <p:spPr>
            <a:xfrm>
              <a:off x="803739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t4117"/>
            <p:cNvSpPr/>
            <p:nvPr/>
          </p:nvSpPr>
          <p:spPr>
            <a:xfrm>
              <a:off x="803739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t4118"/>
            <p:cNvSpPr/>
            <p:nvPr/>
          </p:nvSpPr>
          <p:spPr>
            <a:xfrm>
              <a:off x="834169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t4119"/>
            <p:cNvSpPr/>
            <p:nvPr/>
          </p:nvSpPr>
          <p:spPr>
            <a:xfrm>
              <a:off x="8463414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t4120"/>
            <p:cNvSpPr/>
            <p:nvPr/>
          </p:nvSpPr>
          <p:spPr>
            <a:xfrm>
              <a:off x="840255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t4121"/>
            <p:cNvSpPr/>
            <p:nvPr/>
          </p:nvSpPr>
          <p:spPr>
            <a:xfrm>
              <a:off x="828083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t4122"/>
            <p:cNvSpPr/>
            <p:nvPr/>
          </p:nvSpPr>
          <p:spPr>
            <a:xfrm>
              <a:off x="834169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t4123"/>
            <p:cNvSpPr/>
            <p:nvPr/>
          </p:nvSpPr>
          <p:spPr>
            <a:xfrm>
              <a:off x="84025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t4124"/>
            <p:cNvSpPr/>
            <p:nvPr/>
          </p:nvSpPr>
          <p:spPr>
            <a:xfrm>
              <a:off x="8280834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t4125"/>
            <p:cNvSpPr/>
            <p:nvPr/>
          </p:nvSpPr>
          <p:spPr>
            <a:xfrm>
              <a:off x="834169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t4126"/>
            <p:cNvSpPr/>
            <p:nvPr/>
          </p:nvSpPr>
          <p:spPr>
            <a:xfrm>
              <a:off x="80982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t4127"/>
            <p:cNvSpPr/>
            <p:nvPr/>
          </p:nvSpPr>
          <p:spPr>
            <a:xfrm>
              <a:off x="84025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t4128"/>
            <p:cNvSpPr/>
            <p:nvPr/>
          </p:nvSpPr>
          <p:spPr>
            <a:xfrm>
              <a:off x="864599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t4129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t4130"/>
            <p:cNvSpPr/>
            <p:nvPr/>
          </p:nvSpPr>
          <p:spPr>
            <a:xfrm>
              <a:off x="840255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t4131"/>
            <p:cNvSpPr/>
            <p:nvPr/>
          </p:nvSpPr>
          <p:spPr>
            <a:xfrm>
              <a:off x="84025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t4132"/>
            <p:cNvSpPr/>
            <p:nvPr/>
          </p:nvSpPr>
          <p:spPr>
            <a:xfrm>
              <a:off x="84025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t4133"/>
            <p:cNvSpPr/>
            <p:nvPr/>
          </p:nvSpPr>
          <p:spPr>
            <a:xfrm>
              <a:off x="834169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t4134"/>
            <p:cNvSpPr/>
            <p:nvPr/>
          </p:nvSpPr>
          <p:spPr>
            <a:xfrm>
              <a:off x="828083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t4135"/>
            <p:cNvSpPr/>
            <p:nvPr/>
          </p:nvSpPr>
          <p:spPr>
            <a:xfrm>
              <a:off x="84025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t4136"/>
            <p:cNvSpPr/>
            <p:nvPr/>
          </p:nvSpPr>
          <p:spPr>
            <a:xfrm>
              <a:off x="8706855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t4137"/>
            <p:cNvSpPr/>
            <p:nvPr/>
          </p:nvSpPr>
          <p:spPr>
            <a:xfrm>
              <a:off x="84025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t4138"/>
            <p:cNvSpPr/>
            <p:nvPr/>
          </p:nvSpPr>
          <p:spPr>
            <a:xfrm>
              <a:off x="834169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t4139"/>
            <p:cNvSpPr/>
            <p:nvPr/>
          </p:nvSpPr>
          <p:spPr>
            <a:xfrm>
              <a:off x="828083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t4140"/>
            <p:cNvSpPr/>
            <p:nvPr/>
          </p:nvSpPr>
          <p:spPr>
            <a:xfrm>
              <a:off x="834169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t4141"/>
            <p:cNvSpPr/>
            <p:nvPr/>
          </p:nvSpPr>
          <p:spPr>
            <a:xfrm>
              <a:off x="84025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t4142"/>
            <p:cNvSpPr/>
            <p:nvPr/>
          </p:nvSpPr>
          <p:spPr>
            <a:xfrm>
              <a:off x="852427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t4143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t4144"/>
            <p:cNvSpPr/>
            <p:nvPr/>
          </p:nvSpPr>
          <p:spPr>
            <a:xfrm>
              <a:off x="85851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t4145"/>
            <p:cNvSpPr/>
            <p:nvPr/>
          </p:nvSpPr>
          <p:spPr>
            <a:xfrm>
              <a:off x="8585135" y="31138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t4146"/>
            <p:cNvSpPr/>
            <p:nvPr/>
          </p:nvSpPr>
          <p:spPr>
            <a:xfrm>
              <a:off x="84025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t4147"/>
            <p:cNvSpPr/>
            <p:nvPr/>
          </p:nvSpPr>
          <p:spPr>
            <a:xfrm>
              <a:off x="84634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t4148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t4149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t4150"/>
            <p:cNvSpPr/>
            <p:nvPr/>
          </p:nvSpPr>
          <p:spPr>
            <a:xfrm>
              <a:off x="89502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t4151"/>
            <p:cNvSpPr/>
            <p:nvPr/>
          </p:nvSpPr>
          <p:spPr>
            <a:xfrm>
              <a:off x="85851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t4152"/>
            <p:cNvSpPr/>
            <p:nvPr/>
          </p:nvSpPr>
          <p:spPr>
            <a:xfrm>
              <a:off x="840255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t4153"/>
            <p:cNvSpPr/>
            <p:nvPr/>
          </p:nvSpPr>
          <p:spPr>
            <a:xfrm>
              <a:off x="84025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t4154"/>
            <p:cNvSpPr/>
            <p:nvPr/>
          </p:nvSpPr>
          <p:spPr>
            <a:xfrm>
              <a:off x="88894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t4155"/>
            <p:cNvSpPr/>
            <p:nvPr/>
          </p:nvSpPr>
          <p:spPr>
            <a:xfrm>
              <a:off x="86459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t4156"/>
            <p:cNvSpPr/>
            <p:nvPr/>
          </p:nvSpPr>
          <p:spPr>
            <a:xfrm>
              <a:off x="86459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t4157"/>
            <p:cNvSpPr/>
            <p:nvPr/>
          </p:nvSpPr>
          <p:spPr>
            <a:xfrm>
              <a:off x="80982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t4158"/>
            <p:cNvSpPr/>
            <p:nvPr/>
          </p:nvSpPr>
          <p:spPr>
            <a:xfrm>
              <a:off x="84025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t4159"/>
            <p:cNvSpPr/>
            <p:nvPr/>
          </p:nvSpPr>
          <p:spPr>
            <a:xfrm>
              <a:off x="84025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t4160"/>
            <p:cNvSpPr/>
            <p:nvPr/>
          </p:nvSpPr>
          <p:spPr>
            <a:xfrm>
              <a:off x="834169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t4161"/>
            <p:cNvSpPr/>
            <p:nvPr/>
          </p:nvSpPr>
          <p:spPr>
            <a:xfrm>
              <a:off x="80982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t4162"/>
            <p:cNvSpPr/>
            <p:nvPr/>
          </p:nvSpPr>
          <p:spPr>
            <a:xfrm>
              <a:off x="821997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t4163"/>
            <p:cNvSpPr/>
            <p:nvPr/>
          </p:nvSpPr>
          <p:spPr>
            <a:xfrm>
              <a:off x="82808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t4164"/>
            <p:cNvSpPr/>
            <p:nvPr/>
          </p:nvSpPr>
          <p:spPr>
            <a:xfrm>
              <a:off x="84025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t4165"/>
            <p:cNvSpPr/>
            <p:nvPr/>
          </p:nvSpPr>
          <p:spPr>
            <a:xfrm>
              <a:off x="870685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t4166"/>
            <p:cNvSpPr/>
            <p:nvPr/>
          </p:nvSpPr>
          <p:spPr>
            <a:xfrm>
              <a:off x="864599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t4167"/>
            <p:cNvSpPr/>
            <p:nvPr/>
          </p:nvSpPr>
          <p:spPr>
            <a:xfrm>
              <a:off x="834169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t4168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t4169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t4170"/>
            <p:cNvSpPr/>
            <p:nvPr/>
          </p:nvSpPr>
          <p:spPr>
            <a:xfrm>
              <a:off x="8037394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t4171"/>
            <p:cNvSpPr/>
            <p:nvPr/>
          </p:nvSpPr>
          <p:spPr>
            <a:xfrm>
              <a:off x="7854813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t4172"/>
            <p:cNvSpPr/>
            <p:nvPr/>
          </p:nvSpPr>
          <p:spPr>
            <a:xfrm>
              <a:off x="803739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t4173"/>
            <p:cNvSpPr/>
            <p:nvPr/>
          </p:nvSpPr>
          <p:spPr>
            <a:xfrm>
              <a:off x="815911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t4174"/>
            <p:cNvSpPr/>
            <p:nvPr/>
          </p:nvSpPr>
          <p:spPr>
            <a:xfrm>
              <a:off x="828083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t4175"/>
            <p:cNvSpPr/>
            <p:nvPr/>
          </p:nvSpPr>
          <p:spPr>
            <a:xfrm>
              <a:off x="834169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t4176"/>
            <p:cNvSpPr/>
            <p:nvPr/>
          </p:nvSpPr>
          <p:spPr>
            <a:xfrm>
              <a:off x="8280834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t4177"/>
            <p:cNvSpPr/>
            <p:nvPr/>
          </p:nvSpPr>
          <p:spPr>
            <a:xfrm>
              <a:off x="821997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t4178"/>
            <p:cNvSpPr/>
            <p:nvPr/>
          </p:nvSpPr>
          <p:spPr>
            <a:xfrm>
              <a:off x="815911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t4179"/>
            <p:cNvSpPr/>
            <p:nvPr/>
          </p:nvSpPr>
          <p:spPr>
            <a:xfrm>
              <a:off x="797653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t4180"/>
            <p:cNvSpPr/>
            <p:nvPr/>
          </p:nvSpPr>
          <p:spPr>
            <a:xfrm>
              <a:off x="815911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t4181"/>
            <p:cNvSpPr/>
            <p:nvPr/>
          </p:nvSpPr>
          <p:spPr>
            <a:xfrm>
              <a:off x="834169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t4182"/>
            <p:cNvSpPr/>
            <p:nvPr/>
          </p:nvSpPr>
          <p:spPr>
            <a:xfrm>
              <a:off x="80982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t4183"/>
            <p:cNvSpPr/>
            <p:nvPr/>
          </p:nvSpPr>
          <p:spPr>
            <a:xfrm>
              <a:off x="815911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t4184"/>
            <p:cNvSpPr/>
            <p:nvPr/>
          </p:nvSpPr>
          <p:spPr>
            <a:xfrm>
              <a:off x="815911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t4185"/>
            <p:cNvSpPr/>
            <p:nvPr/>
          </p:nvSpPr>
          <p:spPr>
            <a:xfrm>
              <a:off x="815911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t4186"/>
            <p:cNvSpPr/>
            <p:nvPr/>
          </p:nvSpPr>
          <p:spPr>
            <a:xfrm>
              <a:off x="815911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t4187"/>
            <p:cNvSpPr/>
            <p:nvPr/>
          </p:nvSpPr>
          <p:spPr>
            <a:xfrm>
              <a:off x="815911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t4188"/>
            <p:cNvSpPr/>
            <p:nvPr/>
          </p:nvSpPr>
          <p:spPr>
            <a:xfrm>
              <a:off x="815911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t4189"/>
            <p:cNvSpPr/>
            <p:nvPr/>
          </p:nvSpPr>
          <p:spPr>
            <a:xfrm>
              <a:off x="8341694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t4190"/>
            <p:cNvSpPr/>
            <p:nvPr/>
          </p:nvSpPr>
          <p:spPr>
            <a:xfrm>
              <a:off x="828083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t4191"/>
            <p:cNvSpPr/>
            <p:nvPr/>
          </p:nvSpPr>
          <p:spPr>
            <a:xfrm>
              <a:off x="8280834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t4192"/>
            <p:cNvSpPr/>
            <p:nvPr/>
          </p:nvSpPr>
          <p:spPr>
            <a:xfrm>
              <a:off x="82199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t4193"/>
            <p:cNvSpPr/>
            <p:nvPr/>
          </p:nvSpPr>
          <p:spPr>
            <a:xfrm>
              <a:off x="858513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t4194"/>
            <p:cNvSpPr/>
            <p:nvPr/>
          </p:nvSpPr>
          <p:spPr>
            <a:xfrm>
              <a:off x="846341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t4195"/>
            <p:cNvSpPr/>
            <p:nvPr/>
          </p:nvSpPr>
          <p:spPr>
            <a:xfrm>
              <a:off x="846341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t4196"/>
            <p:cNvSpPr/>
            <p:nvPr/>
          </p:nvSpPr>
          <p:spPr>
            <a:xfrm>
              <a:off x="858513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t4197"/>
            <p:cNvSpPr/>
            <p:nvPr/>
          </p:nvSpPr>
          <p:spPr>
            <a:xfrm>
              <a:off x="9132876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t4198"/>
            <p:cNvSpPr/>
            <p:nvPr/>
          </p:nvSpPr>
          <p:spPr>
            <a:xfrm>
              <a:off x="864599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t4199"/>
            <p:cNvSpPr/>
            <p:nvPr/>
          </p:nvSpPr>
          <p:spPr>
            <a:xfrm>
              <a:off x="85851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t4200"/>
            <p:cNvSpPr/>
            <p:nvPr/>
          </p:nvSpPr>
          <p:spPr>
            <a:xfrm>
              <a:off x="834169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t4201"/>
            <p:cNvSpPr/>
            <p:nvPr/>
          </p:nvSpPr>
          <p:spPr>
            <a:xfrm>
              <a:off x="834169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t4202"/>
            <p:cNvSpPr/>
            <p:nvPr/>
          </p:nvSpPr>
          <p:spPr>
            <a:xfrm>
              <a:off x="821997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t4203"/>
            <p:cNvSpPr/>
            <p:nvPr/>
          </p:nvSpPr>
          <p:spPr>
            <a:xfrm>
              <a:off x="834169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t4204"/>
            <p:cNvSpPr/>
            <p:nvPr/>
          </p:nvSpPr>
          <p:spPr>
            <a:xfrm>
              <a:off x="852427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t4205"/>
            <p:cNvSpPr/>
            <p:nvPr/>
          </p:nvSpPr>
          <p:spPr>
            <a:xfrm>
              <a:off x="828083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t4206"/>
            <p:cNvSpPr/>
            <p:nvPr/>
          </p:nvSpPr>
          <p:spPr>
            <a:xfrm>
              <a:off x="84025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t4207"/>
            <p:cNvSpPr/>
            <p:nvPr/>
          </p:nvSpPr>
          <p:spPr>
            <a:xfrm>
              <a:off x="852427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t4208"/>
            <p:cNvSpPr/>
            <p:nvPr/>
          </p:nvSpPr>
          <p:spPr>
            <a:xfrm>
              <a:off x="846341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t4209"/>
            <p:cNvSpPr/>
            <p:nvPr/>
          </p:nvSpPr>
          <p:spPr>
            <a:xfrm>
              <a:off x="864599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t4210"/>
            <p:cNvSpPr/>
            <p:nvPr/>
          </p:nvSpPr>
          <p:spPr>
            <a:xfrm>
              <a:off x="834169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t4211"/>
            <p:cNvSpPr/>
            <p:nvPr/>
          </p:nvSpPr>
          <p:spPr>
            <a:xfrm>
              <a:off x="8524274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t4212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t4213"/>
            <p:cNvSpPr/>
            <p:nvPr/>
          </p:nvSpPr>
          <p:spPr>
            <a:xfrm>
              <a:off x="876771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t4214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t4215"/>
            <p:cNvSpPr/>
            <p:nvPr/>
          </p:nvSpPr>
          <p:spPr>
            <a:xfrm>
              <a:off x="821997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t4216"/>
            <p:cNvSpPr/>
            <p:nvPr/>
          </p:nvSpPr>
          <p:spPr>
            <a:xfrm>
              <a:off x="8280834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t4217"/>
            <p:cNvSpPr/>
            <p:nvPr/>
          </p:nvSpPr>
          <p:spPr>
            <a:xfrm>
              <a:off x="86459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t4218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t4219"/>
            <p:cNvSpPr/>
            <p:nvPr/>
          </p:nvSpPr>
          <p:spPr>
            <a:xfrm>
              <a:off x="7854813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t4220"/>
            <p:cNvSpPr/>
            <p:nvPr/>
          </p:nvSpPr>
          <p:spPr>
            <a:xfrm>
              <a:off x="779395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t4221"/>
            <p:cNvSpPr/>
            <p:nvPr/>
          </p:nvSpPr>
          <p:spPr>
            <a:xfrm>
              <a:off x="84025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t4222"/>
            <p:cNvSpPr/>
            <p:nvPr/>
          </p:nvSpPr>
          <p:spPr>
            <a:xfrm>
              <a:off x="834169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t4223"/>
            <p:cNvSpPr/>
            <p:nvPr/>
          </p:nvSpPr>
          <p:spPr>
            <a:xfrm>
              <a:off x="846341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t4224"/>
            <p:cNvSpPr/>
            <p:nvPr/>
          </p:nvSpPr>
          <p:spPr>
            <a:xfrm>
              <a:off x="834169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t4225"/>
            <p:cNvSpPr/>
            <p:nvPr/>
          </p:nvSpPr>
          <p:spPr>
            <a:xfrm>
              <a:off x="895029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t4226"/>
            <p:cNvSpPr/>
            <p:nvPr/>
          </p:nvSpPr>
          <p:spPr>
            <a:xfrm>
              <a:off x="846341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t4227"/>
            <p:cNvSpPr/>
            <p:nvPr/>
          </p:nvSpPr>
          <p:spPr>
            <a:xfrm>
              <a:off x="821997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t4228"/>
            <p:cNvSpPr/>
            <p:nvPr/>
          </p:nvSpPr>
          <p:spPr>
            <a:xfrm>
              <a:off x="821997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t4229"/>
            <p:cNvSpPr/>
            <p:nvPr/>
          </p:nvSpPr>
          <p:spPr>
            <a:xfrm>
              <a:off x="84025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t4230"/>
            <p:cNvSpPr/>
            <p:nvPr/>
          </p:nvSpPr>
          <p:spPr>
            <a:xfrm>
              <a:off x="803739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t4231"/>
            <p:cNvSpPr/>
            <p:nvPr/>
          </p:nvSpPr>
          <p:spPr>
            <a:xfrm>
              <a:off x="815911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t4232"/>
            <p:cNvSpPr/>
            <p:nvPr/>
          </p:nvSpPr>
          <p:spPr>
            <a:xfrm>
              <a:off x="828083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t4233"/>
            <p:cNvSpPr/>
            <p:nvPr/>
          </p:nvSpPr>
          <p:spPr>
            <a:xfrm>
              <a:off x="834169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t4234"/>
            <p:cNvSpPr/>
            <p:nvPr/>
          </p:nvSpPr>
          <p:spPr>
            <a:xfrm>
              <a:off x="7976533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t4235"/>
            <p:cNvSpPr/>
            <p:nvPr/>
          </p:nvSpPr>
          <p:spPr>
            <a:xfrm>
              <a:off x="828083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t4236"/>
            <p:cNvSpPr/>
            <p:nvPr/>
          </p:nvSpPr>
          <p:spPr>
            <a:xfrm>
              <a:off x="815911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t4237"/>
            <p:cNvSpPr/>
            <p:nvPr/>
          </p:nvSpPr>
          <p:spPr>
            <a:xfrm>
              <a:off x="815911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t4238"/>
            <p:cNvSpPr/>
            <p:nvPr/>
          </p:nvSpPr>
          <p:spPr>
            <a:xfrm>
              <a:off x="84634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t4239"/>
            <p:cNvSpPr/>
            <p:nvPr/>
          </p:nvSpPr>
          <p:spPr>
            <a:xfrm>
              <a:off x="84025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t4240"/>
            <p:cNvSpPr/>
            <p:nvPr/>
          </p:nvSpPr>
          <p:spPr>
            <a:xfrm>
              <a:off x="834169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t4241"/>
            <p:cNvSpPr/>
            <p:nvPr/>
          </p:nvSpPr>
          <p:spPr>
            <a:xfrm>
              <a:off x="846341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t4242"/>
            <p:cNvSpPr/>
            <p:nvPr/>
          </p:nvSpPr>
          <p:spPr>
            <a:xfrm>
              <a:off x="876771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t4243"/>
            <p:cNvSpPr/>
            <p:nvPr/>
          </p:nvSpPr>
          <p:spPr>
            <a:xfrm>
              <a:off x="821997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t4244"/>
            <p:cNvSpPr/>
            <p:nvPr/>
          </p:nvSpPr>
          <p:spPr>
            <a:xfrm>
              <a:off x="80982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t4245"/>
            <p:cNvSpPr/>
            <p:nvPr/>
          </p:nvSpPr>
          <p:spPr>
            <a:xfrm>
              <a:off x="834169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t4246"/>
            <p:cNvSpPr/>
            <p:nvPr/>
          </p:nvSpPr>
          <p:spPr>
            <a:xfrm>
              <a:off x="7733093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t4247"/>
            <p:cNvSpPr/>
            <p:nvPr/>
          </p:nvSpPr>
          <p:spPr>
            <a:xfrm>
              <a:off x="7793953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t4248"/>
            <p:cNvSpPr/>
            <p:nvPr/>
          </p:nvSpPr>
          <p:spPr>
            <a:xfrm>
              <a:off x="7793953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t4249"/>
            <p:cNvSpPr/>
            <p:nvPr/>
          </p:nvSpPr>
          <p:spPr>
            <a:xfrm>
              <a:off x="7793953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t4250"/>
            <p:cNvSpPr/>
            <p:nvPr/>
          </p:nvSpPr>
          <p:spPr>
            <a:xfrm>
              <a:off x="791567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t4251"/>
            <p:cNvSpPr/>
            <p:nvPr/>
          </p:nvSpPr>
          <p:spPr>
            <a:xfrm>
              <a:off x="7793953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t4252"/>
            <p:cNvSpPr/>
            <p:nvPr/>
          </p:nvSpPr>
          <p:spPr>
            <a:xfrm>
              <a:off x="7854813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t4253"/>
            <p:cNvSpPr/>
            <p:nvPr/>
          </p:nvSpPr>
          <p:spPr>
            <a:xfrm>
              <a:off x="7793953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t4254"/>
            <p:cNvSpPr/>
            <p:nvPr/>
          </p:nvSpPr>
          <p:spPr>
            <a:xfrm>
              <a:off x="828083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t4255"/>
            <p:cNvSpPr/>
            <p:nvPr/>
          </p:nvSpPr>
          <p:spPr>
            <a:xfrm>
              <a:off x="815911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t4256"/>
            <p:cNvSpPr/>
            <p:nvPr/>
          </p:nvSpPr>
          <p:spPr>
            <a:xfrm>
              <a:off x="84025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t4257"/>
            <p:cNvSpPr/>
            <p:nvPr/>
          </p:nvSpPr>
          <p:spPr>
            <a:xfrm>
              <a:off x="858513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t4258"/>
            <p:cNvSpPr/>
            <p:nvPr/>
          </p:nvSpPr>
          <p:spPr>
            <a:xfrm>
              <a:off x="852427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t4259"/>
            <p:cNvSpPr/>
            <p:nvPr/>
          </p:nvSpPr>
          <p:spPr>
            <a:xfrm>
              <a:off x="7854813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t4260"/>
            <p:cNvSpPr/>
            <p:nvPr/>
          </p:nvSpPr>
          <p:spPr>
            <a:xfrm>
              <a:off x="7793953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t4261"/>
            <p:cNvSpPr/>
            <p:nvPr/>
          </p:nvSpPr>
          <p:spPr>
            <a:xfrm>
              <a:off x="7854813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t4262"/>
            <p:cNvSpPr/>
            <p:nvPr/>
          </p:nvSpPr>
          <p:spPr>
            <a:xfrm>
              <a:off x="7854813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t4263"/>
            <p:cNvSpPr/>
            <p:nvPr/>
          </p:nvSpPr>
          <p:spPr>
            <a:xfrm>
              <a:off x="7854813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t4264"/>
            <p:cNvSpPr/>
            <p:nvPr/>
          </p:nvSpPr>
          <p:spPr>
            <a:xfrm>
              <a:off x="815911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t4265"/>
            <p:cNvSpPr/>
            <p:nvPr/>
          </p:nvSpPr>
          <p:spPr>
            <a:xfrm>
              <a:off x="815911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t4266"/>
            <p:cNvSpPr/>
            <p:nvPr/>
          </p:nvSpPr>
          <p:spPr>
            <a:xfrm>
              <a:off x="828083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t4267"/>
            <p:cNvSpPr/>
            <p:nvPr/>
          </p:nvSpPr>
          <p:spPr>
            <a:xfrm>
              <a:off x="815911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t4268"/>
            <p:cNvSpPr/>
            <p:nvPr/>
          </p:nvSpPr>
          <p:spPr>
            <a:xfrm>
              <a:off x="821997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t4269"/>
            <p:cNvSpPr/>
            <p:nvPr/>
          </p:nvSpPr>
          <p:spPr>
            <a:xfrm>
              <a:off x="8402554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t4270"/>
            <p:cNvSpPr/>
            <p:nvPr/>
          </p:nvSpPr>
          <p:spPr>
            <a:xfrm>
              <a:off x="803739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t4271"/>
            <p:cNvSpPr/>
            <p:nvPr/>
          </p:nvSpPr>
          <p:spPr>
            <a:xfrm>
              <a:off x="821997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t4272"/>
            <p:cNvSpPr/>
            <p:nvPr/>
          </p:nvSpPr>
          <p:spPr>
            <a:xfrm>
              <a:off x="821997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t4273"/>
            <p:cNvSpPr/>
            <p:nvPr/>
          </p:nvSpPr>
          <p:spPr>
            <a:xfrm>
              <a:off x="815911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t4274"/>
            <p:cNvSpPr/>
            <p:nvPr/>
          </p:nvSpPr>
          <p:spPr>
            <a:xfrm>
              <a:off x="80982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t4275"/>
            <p:cNvSpPr/>
            <p:nvPr/>
          </p:nvSpPr>
          <p:spPr>
            <a:xfrm>
              <a:off x="840255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t4276"/>
            <p:cNvSpPr/>
            <p:nvPr/>
          </p:nvSpPr>
          <p:spPr>
            <a:xfrm>
              <a:off x="7976533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t4277"/>
            <p:cNvSpPr/>
            <p:nvPr/>
          </p:nvSpPr>
          <p:spPr>
            <a:xfrm>
              <a:off x="815911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t4278"/>
            <p:cNvSpPr/>
            <p:nvPr/>
          </p:nvSpPr>
          <p:spPr>
            <a:xfrm>
              <a:off x="815911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t4279"/>
            <p:cNvSpPr/>
            <p:nvPr/>
          </p:nvSpPr>
          <p:spPr>
            <a:xfrm>
              <a:off x="821997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t4280"/>
            <p:cNvSpPr/>
            <p:nvPr/>
          </p:nvSpPr>
          <p:spPr>
            <a:xfrm>
              <a:off x="8585135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t4281"/>
            <p:cNvSpPr/>
            <p:nvPr/>
          </p:nvSpPr>
          <p:spPr>
            <a:xfrm>
              <a:off x="803739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t4282"/>
            <p:cNvSpPr/>
            <p:nvPr/>
          </p:nvSpPr>
          <p:spPr>
            <a:xfrm>
              <a:off x="815911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t4283"/>
            <p:cNvSpPr/>
            <p:nvPr/>
          </p:nvSpPr>
          <p:spPr>
            <a:xfrm>
              <a:off x="834169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t4284"/>
            <p:cNvSpPr/>
            <p:nvPr/>
          </p:nvSpPr>
          <p:spPr>
            <a:xfrm>
              <a:off x="864599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t4285"/>
            <p:cNvSpPr/>
            <p:nvPr/>
          </p:nvSpPr>
          <p:spPr>
            <a:xfrm>
              <a:off x="8950295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t4286"/>
            <p:cNvSpPr/>
            <p:nvPr/>
          </p:nvSpPr>
          <p:spPr>
            <a:xfrm>
              <a:off x="88894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t4287"/>
            <p:cNvSpPr/>
            <p:nvPr/>
          </p:nvSpPr>
          <p:spPr>
            <a:xfrm>
              <a:off x="852427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t4288"/>
            <p:cNvSpPr/>
            <p:nvPr/>
          </p:nvSpPr>
          <p:spPr>
            <a:xfrm>
              <a:off x="84025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t4289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t4290"/>
            <p:cNvSpPr/>
            <p:nvPr/>
          </p:nvSpPr>
          <p:spPr>
            <a:xfrm>
              <a:off x="876771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t4291"/>
            <p:cNvSpPr/>
            <p:nvPr/>
          </p:nvSpPr>
          <p:spPr>
            <a:xfrm>
              <a:off x="815911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t4292"/>
            <p:cNvSpPr/>
            <p:nvPr/>
          </p:nvSpPr>
          <p:spPr>
            <a:xfrm>
              <a:off x="834169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t4293"/>
            <p:cNvSpPr/>
            <p:nvPr/>
          </p:nvSpPr>
          <p:spPr>
            <a:xfrm>
              <a:off x="858513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t4294"/>
            <p:cNvSpPr/>
            <p:nvPr/>
          </p:nvSpPr>
          <p:spPr>
            <a:xfrm>
              <a:off x="84025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t4295"/>
            <p:cNvSpPr/>
            <p:nvPr/>
          </p:nvSpPr>
          <p:spPr>
            <a:xfrm>
              <a:off x="882857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t4296"/>
            <p:cNvSpPr/>
            <p:nvPr/>
          </p:nvSpPr>
          <p:spPr>
            <a:xfrm>
              <a:off x="797653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t4297"/>
            <p:cNvSpPr/>
            <p:nvPr/>
          </p:nvSpPr>
          <p:spPr>
            <a:xfrm>
              <a:off x="82199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t4298"/>
            <p:cNvSpPr/>
            <p:nvPr/>
          </p:nvSpPr>
          <p:spPr>
            <a:xfrm>
              <a:off x="828083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t4299"/>
            <p:cNvSpPr/>
            <p:nvPr/>
          </p:nvSpPr>
          <p:spPr>
            <a:xfrm>
              <a:off x="7915673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t4300"/>
            <p:cNvSpPr/>
            <p:nvPr/>
          </p:nvSpPr>
          <p:spPr>
            <a:xfrm>
              <a:off x="785481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t4301"/>
            <p:cNvSpPr/>
            <p:nvPr/>
          </p:nvSpPr>
          <p:spPr>
            <a:xfrm>
              <a:off x="834169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t4302"/>
            <p:cNvSpPr/>
            <p:nvPr/>
          </p:nvSpPr>
          <p:spPr>
            <a:xfrm>
              <a:off x="84025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t4303"/>
            <p:cNvSpPr/>
            <p:nvPr/>
          </p:nvSpPr>
          <p:spPr>
            <a:xfrm>
              <a:off x="846341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t4304"/>
            <p:cNvSpPr/>
            <p:nvPr/>
          </p:nvSpPr>
          <p:spPr>
            <a:xfrm>
              <a:off x="84025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t4305"/>
            <p:cNvSpPr/>
            <p:nvPr/>
          </p:nvSpPr>
          <p:spPr>
            <a:xfrm>
              <a:off x="85851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t4306"/>
            <p:cNvSpPr/>
            <p:nvPr/>
          </p:nvSpPr>
          <p:spPr>
            <a:xfrm>
              <a:off x="828083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t4307"/>
            <p:cNvSpPr/>
            <p:nvPr/>
          </p:nvSpPr>
          <p:spPr>
            <a:xfrm>
              <a:off x="846341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t4308"/>
            <p:cNvSpPr/>
            <p:nvPr/>
          </p:nvSpPr>
          <p:spPr>
            <a:xfrm>
              <a:off x="846341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t4309"/>
            <p:cNvSpPr/>
            <p:nvPr/>
          </p:nvSpPr>
          <p:spPr>
            <a:xfrm>
              <a:off x="828083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t4310"/>
            <p:cNvSpPr/>
            <p:nvPr/>
          </p:nvSpPr>
          <p:spPr>
            <a:xfrm>
              <a:off x="8219974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t4311"/>
            <p:cNvSpPr/>
            <p:nvPr/>
          </p:nvSpPr>
          <p:spPr>
            <a:xfrm>
              <a:off x="846341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t4312"/>
            <p:cNvSpPr/>
            <p:nvPr/>
          </p:nvSpPr>
          <p:spPr>
            <a:xfrm>
              <a:off x="846341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t4313"/>
            <p:cNvSpPr/>
            <p:nvPr/>
          </p:nvSpPr>
          <p:spPr>
            <a:xfrm>
              <a:off x="840255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t4314"/>
            <p:cNvSpPr/>
            <p:nvPr/>
          </p:nvSpPr>
          <p:spPr>
            <a:xfrm>
              <a:off x="8402554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t4315"/>
            <p:cNvSpPr/>
            <p:nvPr/>
          </p:nvSpPr>
          <p:spPr>
            <a:xfrm>
              <a:off x="7854813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t4316"/>
            <p:cNvSpPr/>
            <p:nvPr/>
          </p:nvSpPr>
          <p:spPr>
            <a:xfrm>
              <a:off x="7793953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t4317"/>
            <p:cNvSpPr/>
            <p:nvPr/>
          </p:nvSpPr>
          <p:spPr>
            <a:xfrm>
              <a:off x="8098254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t4318"/>
            <p:cNvSpPr/>
            <p:nvPr/>
          </p:nvSpPr>
          <p:spPr>
            <a:xfrm>
              <a:off x="8098254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t4319"/>
            <p:cNvSpPr/>
            <p:nvPr/>
          </p:nvSpPr>
          <p:spPr>
            <a:xfrm>
              <a:off x="8098254" y="41136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t4320"/>
            <p:cNvSpPr/>
            <p:nvPr/>
          </p:nvSpPr>
          <p:spPr>
            <a:xfrm>
              <a:off x="7793953" y="4016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t4321"/>
            <p:cNvSpPr/>
            <p:nvPr/>
          </p:nvSpPr>
          <p:spPr>
            <a:xfrm>
              <a:off x="834169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t4322"/>
            <p:cNvSpPr/>
            <p:nvPr/>
          </p:nvSpPr>
          <p:spPr>
            <a:xfrm>
              <a:off x="834169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t4323"/>
            <p:cNvSpPr/>
            <p:nvPr/>
          </p:nvSpPr>
          <p:spPr>
            <a:xfrm>
              <a:off x="864599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t4324"/>
            <p:cNvSpPr/>
            <p:nvPr/>
          </p:nvSpPr>
          <p:spPr>
            <a:xfrm>
              <a:off x="80982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t4325"/>
            <p:cNvSpPr/>
            <p:nvPr/>
          </p:nvSpPr>
          <p:spPr>
            <a:xfrm>
              <a:off x="8645995" y="31260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t4326"/>
            <p:cNvSpPr/>
            <p:nvPr/>
          </p:nvSpPr>
          <p:spPr>
            <a:xfrm>
              <a:off x="852427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t4327"/>
            <p:cNvSpPr/>
            <p:nvPr/>
          </p:nvSpPr>
          <p:spPr>
            <a:xfrm>
              <a:off x="84025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t4328"/>
            <p:cNvSpPr/>
            <p:nvPr/>
          </p:nvSpPr>
          <p:spPr>
            <a:xfrm>
              <a:off x="846341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t4329"/>
            <p:cNvSpPr/>
            <p:nvPr/>
          </p:nvSpPr>
          <p:spPr>
            <a:xfrm>
              <a:off x="80982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t4330"/>
            <p:cNvSpPr/>
            <p:nvPr/>
          </p:nvSpPr>
          <p:spPr>
            <a:xfrm>
              <a:off x="80982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t4331"/>
            <p:cNvSpPr/>
            <p:nvPr/>
          </p:nvSpPr>
          <p:spPr>
            <a:xfrm>
              <a:off x="846341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t4332"/>
            <p:cNvSpPr/>
            <p:nvPr/>
          </p:nvSpPr>
          <p:spPr>
            <a:xfrm>
              <a:off x="828083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t4333"/>
            <p:cNvSpPr/>
            <p:nvPr/>
          </p:nvSpPr>
          <p:spPr>
            <a:xfrm>
              <a:off x="7733093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t4334"/>
            <p:cNvSpPr/>
            <p:nvPr/>
          </p:nvSpPr>
          <p:spPr>
            <a:xfrm>
              <a:off x="7672233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t4335"/>
            <p:cNvSpPr/>
            <p:nvPr/>
          </p:nvSpPr>
          <p:spPr>
            <a:xfrm>
              <a:off x="791567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t4336"/>
            <p:cNvSpPr/>
            <p:nvPr/>
          </p:nvSpPr>
          <p:spPr>
            <a:xfrm>
              <a:off x="7976533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t4337"/>
            <p:cNvSpPr/>
            <p:nvPr/>
          </p:nvSpPr>
          <p:spPr>
            <a:xfrm>
              <a:off x="828083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t4338"/>
            <p:cNvSpPr/>
            <p:nvPr/>
          </p:nvSpPr>
          <p:spPr>
            <a:xfrm>
              <a:off x="84634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t4339"/>
            <p:cNvSpPr/>
            <p:nvPr/>
          </p:nvSpPr>
          <p:spPr>
            <a:xfrm>
              <a:off x="80982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t4340"/>
            <p:cNvSpPr/>
            <p:nvPr/>
          </p:nvSpPr>
          <p:spPr>
            <a:xfrm>
              <a:off x="80982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t4341"/>
            <p:cNvSpPr/>
            <p:nvPr/>
          </p:nvSpPr>
          <p:spPr>
            <a:xfrm>
              <a:off x="86459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t4342"/>
            <p:cNvSpPr/>
            <p:nvPr/>
          </p:nvSpPr>
          <p:spPr>
            <a:xfrm>
              <a:off x="821997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t4343"/>
            <p:cNvSpPr/>
            <p:nvPr/>
          </p:nvSpPr>
          <p:spPr>
            <a:xfrm>
              <a:off x="828083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t4344"/>
            <p:cNvSpPr/>
            <p:nvPr/>
          </p:nvSpPr>
          <p:spPr>
            <a:xfrm>
              <a:off x="84025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t4345"/>
            <p:cNvSpPr/>
            <p:nvPr/>
          </p:nvSpPr>
          <p:spPr>
            <a:xfrm>
              <a:off x="846341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t4346"/>
            <p:cNvSpPr/>
            <p:nvPr/>
          </p:nvSpPr>
          <p:spPr>
            <a:xfrm>
              <a:off x="8463414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t4347"/>
            <p:cNvSpPr/>
            <p:nvPr/>
          </p:nvSpPr>
          <p:spPr>
            <a:xfrm>
              <a:off x="8098254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t4348"/>
            <p:cNvSpPr/>
            <p:nvPr/>
          </p:nvSpPr>
          <p:spPr>
            <a:xfrm>
              <a:off x="815911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t4349"/>
            <p:cNvSpPr/>
            <p:nvPr/>
          </p:nvSpPr>
          <p:spPr>
            <a:xfrm>
              <a:off x="828083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t4350"/>
            <p:cNvSpPr/>
            <p:nvPr/>
          </p:nvSpPr>
          <p:spPr>
            <a:xfrm>
              <a:off x="821997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t4351"/>
            <p:cNvSpPr/>
            <p:nvPr/>
          </p:nvSpPr>
          <p:spPr>
            <a:xfrm>
              <a:off x="828083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t4352"/>
            <p:cNvSpPr/>
            <p:nvPr/>
          </p:nvSpPr>
          <p:spPr>
            <a:xfrm>
              <a:off x="84025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t4353"/>
            <p:cNvSpPr/>
            <p:nvPr/>
          </p:nvSpPr>
          <p:spPr>
            <a:xfrm>
              <a:off x="828083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t4354"/>
            <p:cNvSpPr/>
            <p:nvPr/>
          </p:nvSpPr>
          <p:spPr>
            <a:xfrm>
              <a:off x="84025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t4355"/>
            <p:cNvSpPr/>
            <p:nvPr/>
          </p:nvSpPr>
          <p:spPr>
            <a:xfrm>
              <a:off x="828083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t4356"/>
            <p:cNvSpPr/>
            <p:nvPr/>
          </p:nvSpPr>
          <p:spPr>
            <a:xfrm>
              <a:off x="84025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t4357"/>
            <p:cNvSpPr/>
            <p:nvPr/>
          </p:nvSpPr>
          <p:spPr>
            <a:xfrm>
              <a:off x="815911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t4358"/>
            <p:cNvSpPr/>
            <p:nvPr/>
          </p:nvSpPr>
          <p:spPr>
            <a:xfrm>
              <a:off x="815911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t4359"/>
            <p:cNvSpPr/>
            <p:nvPr/>
          </p:nvSpPr>
          <p:spPr>
            <a:xfrm>
              <a:off x="852427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t4360"/>
            <p:cNvSpPr/>
            <p:nvPr/>
          </p:nvSpPr>
          <p:spPr>
            <a:xfrm>
              <a:off x="864599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t4361"/>
            <p:cNvSpPr/>
            <p:nvPr/>
          </p:nvSpPr>
          <p:spPr>
            <a:xfrm>
              <a:off x="8767715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t4362"/>
            <p:cNvSpPr/>
            <p:nvPr/>
          </p:nvSpPr>
          <p:spPr>
            <a:xfrm>
              <a:off x="888943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t4363"/>
            <p:cNvSpPr/>
            <p:nvPr/>
          </p:nvSpPr>
          <p:spPr>
            <a:xfrm>
              <a:off x="89502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t4364"/>
            <p:cNvSpPr/>
            <p:nvPr/>
          </p:nvSpPr>
          <p:spPr>
            <a:xfrm>
              <a:off x="821997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t4365"/>
            <p:cNvSpPr/>
            <p:nvPr/>
          </p:nvSpPr>
          <p:spPr>
            <a:xfrm>
              <a:off x="876771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t4366"/>
            <p:cNvSpPr/>
            <p:nvPr/>
          </p:nvSpPr>
          <p:spPr>
            <a:xfrm>
              <a:off x="858513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t4367"/>
            <p:cNvSpPr/>
            <p:nvPr/>
          </p:nvSpPr>
          <p:spPr>
            <a:xfrm>
              <a:off x="882857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t4368"/>
            <p:cNvSpPr/>
            <p:nvPr/>
          </p:nvSpPr>
          <p:spPr>
            <a:xfrm>
              <a:off x="864599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t4369"/>
            <p:cNvSpPr/>
            <p:nvPr/>
          </p:nvSpPr>
          <p:spPr>
            <a:xfrm>
              <a:off x="876771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t4370"/>
            <p:cNvSpPr/>
            <p:nvPr/>
          </p:nvSpPr>
          <p:spPr>
            <a:xfrm>
              <a:off x="8645995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t4371"/>
            <p:cNvSpPr/>
            <p:nvPr/>
          </p:nvSpPr>
          <p:spPr>
            <a:xfrm>
              <a:off x="7793953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t4372"/>
            <p:cNvSpPr/>
            <p:nvPr/>
          </p:nvSpPr>
          <p:spPr>
            <a:xfrm>
              <a:off x="89502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t4373"/>
            <p:cNvSpPr/>
            <p:nvPr/>
          </p:nvSpPr>
          <p:spPr>
            <a:xfrm>
              <a:off x="828083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t4374"/>
            <p:cNvSpPr/>
            <p:nvPr/>
          </p:nvSpPr>
          <p:spPr>
            <a:xfrm>
              <a:off x="815911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t4375"/>
            <p:cNvSpPr/>
            <p:nvPr/>
          </p:nvSpPr>
          <p:spPr>
            <a:xfrm>
              <a:off x="828083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t4376"/>
            <p:cNvSpPr/>
            <p:nvPr/>
          </p:nvSpPr>
          <p:spPr>
            <a:xfrm>
              <a:off x="8159114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t4377"/>
            <p:cNvSpPr/>
            <p:nvPr/>
          </p:nvSpPr>
          <p:spPr>
            <a:xfrm>
              <a:off x="846341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t4378"/>
            <p:cNvSpPr/>
            <p:nvPr/>
          </p:nvSpPr>
          <p:spPr>
            <a:xfrm>
              <a:off x="84025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t4379"/>
            <p:cNvSpPr/>
            <p:nvPr/>
          </p:nvSpPr>
          <p:spPr>
            <a:xfrm>
              <a:off x="8645995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t4380"/>
            <p:cNvSpPr/>
            <p:nvPr/>
          </p:nvSpPr>
          <p:spPr>
            <a:xfrm>
              <a:off x="8280834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t4381"/>
            <p:cNvSpPr/>
            <p:nvPr/>
          </p:nvSpPr>
          <p:spPr>
            <a:xfrm>
              <a:off x="858513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t4382"/>
            <p:cNvSpPr/>
            <p:nvPr/>
          </p:nvSpPr>
          <p:spPr>
            <a:xfrm>
              <a:off x="8585135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t4383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t4384"/>
            <p:cNvSpPr/>
            <p:nvPr/>
          </p:nvSpPr>
          <p:spPr>
            <a:xfrm>
              <a:off x="803739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t4385"/>
            <p:cNvSpPr/>
            <p:nvPr/>
          </p:nvSpPr>
          <p:spPr>
            <a:xfrm>
              <a:off x="84025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t4386"/>
            <p:cNvSpPr/>
            <p:nvPr/>
          </p:nvSpPr>
          <p:spPr>
            <a:xfrm>
              <a:off x="876771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t4387"/>
            <p:cNvSpPr/>
            <p:nvPr/>
          </p:nvSpPr>
          <p:spPr>
            <a:xfrm>
              <a:off x="84025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t4388"/>
            <p:cNvSpPr/>
            <p:nvPr/>
          </p:nvSpPr>
          <p:spPr>
            <a:xfrm>
              <a:off x="852427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t4389"/>
            <p:cNvSpPr/>
            <p:nvPr/>
          </p:nvSpPr>
          <p:spPr>
            <a:xfrm>
              <a:off x="852427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t4390"/>
            <p:cNvSpPr/>
            <p:nvPr/>
          </p:nvSpPr>
          <p:spPr>
            <a:xfrm>
              <a:off x="870685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t4391"/>
            <p:cNvSpPr/>
            <p:nvPr/>
          </p:nvSpPr>
          <p:spPr>
            <a:xfrm>
              <a:off x="858513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t4392"/>
            <p:cNvSpPr/>
            <p:nvPr/>
          </p:nvSpPr>
          <p:spPr>
            <a:xfrm>
              <a:off x="864599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t4393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t4394"/>
            <p:cNvSpPr/>
            <p:nvPr/>
          </p:nvSpPr>
          <p:spPr>
            <a:xfrm>
              <a:off x="82199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t4395"/>
            <p:cNvSpPr/>
            <p:nvPr/>
          </p:nvSpPr>
          <p:spPr>
            <a:xfrm>
              <a:off x="864599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t4396"/>
            <p:cNvSpPr/>
            <p:nvPr/>
          </p:nvSpPr>
          <p:spPr>
            <a:xfrm>
              <a:off x="858513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t4397"/>
            <p:cNvSpPr/>
            <p:nvPr/>
          </p:nvSpPr>
          <p:spPr>
            <a:xfrm>
              <a:off x="8402554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t4398"/>
            <p:cNvSpPr/>
            <p:nvPr/>
          </p:nvSpPr>
          <p:spPr>
            <a:xfrm>
              <a:off x="821997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t4399"/>
            <p:cNvSpPr/>
            <p:nvPr/>
          </p:nvSpPr>
          <p:spPr>
            <a:xfrm>
              <a:off x="876771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t4400"/>
            <p:cNvSpPr/>
            <p:nvPr/>
          </p:nvSpPr>
          <p:spPr>
            <a:xfrm>
              <a:off x="84025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t4401"/>
            <p:cNvSpPr/>
            <p:nvPr/>
          </p:nvSpPr>
          <p:spPr>
            <a:xfrm>
              <a:off x="821997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t4402"/>
            <p:cNvSpPr/>
            <p:nvPr/>
          </p:nvSpPr>
          <p:spPr>
            <a:xfrm>
              <a:off x="828083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t4403"/>
            <p:cNvSpPr/>
            <p:nvPr/>
          </p:nvSpPr>
          <p:spPr>
            <a:xfrm>
              <a:off x="821997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t4404"/>
            <p:cNvSpPr/>
            <p:nvPr/>
          </p:nvSpPr>
          <p:spPr>
            <a:xfrm>
              <a:off x="8463414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t4405"/>
            <p:cNvSpPr/>
            <p:nvPr/>
          </p:nvSpPr>
          <p:spPr>
            <a:xfrm>
              <a:off x="846341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t4406"/>
            <p:cNvSpPr/>
            <p:nvPr/>
          </p:nvSpPr>
          <p:spPr>
            <a:xfrm>
              <a:off x="846341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t4407"/>
            <p:cNvSpPr/>
            <p:nvPr/>
          </p:nvSpPr>
          <p:spPr>
            <a:xfrm>
              <a:off x="846341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t4408"/>
            <p:cNvSpPr/>
            <p:nvPr/>
          </p:nvSpPr>
          <p:spPr>
            <a:xfrm>
              <a:off x="8645995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t4409"/>
            <p:cNvSpPr/>
            <p:nvPr/>
          </p:nvSpPr>
          <p:spPr>
            <a:xfrm>
              <a:off x="85242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t4410"/>
            <p:cNvSpPr/>
            <p:nvPr/>
          </p:nvSpPr>
          <p:spPr>
            <a:xfrm>
              <a:off x="888943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t4411"/>
            <p:cNvSpPr/>
            <p:nvPr/>
          </p:nvSpPr>
          <p:spPr>
            <a:xfrm>
              <a:off x="895029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t4412"/>
            <p:cNvSpPr/>
            <p:nvPr/>
          </p:nvSpPr>
          <p:spPr>
            <a:xfrm>
              <a:off x="888943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t4413"/>
            <p:cNvSpPr/>
            <p:nvPr/>
          </p:nvSpPr>
          <p:spPr>
            <a:xfrm>
              <a:off x="8645995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t4414"/>
            <p:cNvSpPr/>
            <p:nvPr/>
          </p:nvSpPr>
          <p:spPr>
            <a:xfrm>
              <a:off x="8463414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t4415"/>
            <p:cNvSpPr/>
            <p:nvPr/>
          </p:nvSpPr>
          <p:spPr>
            <a:xfrm>
              <a:off x="834169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t4416"/>
            <p:cNvSpPr/>
            <p:nvPr/>
          </p:nvSpPr>
          <p:spPr>
            <a:xfrm>
              <a:off x="876771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t4417"/>
            <p:cNvSpPr/>
            <p:nvPr/>
          </p:nvSpPr>
          <p:spPr>
            <a:xfrm>
              <a:off x="8706855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t4418"/>
            <p:cNvSpPr/>
            <p:nvPr/>
          </p:nvSpPr>
          <p:spPr>
            <a:xfrm>
              <a:off x="858513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t4419"/>
            <p:cNvSpPr/>
            <p:nvPr/>
          </p:nvSpPr>
          <p:spPr>
            <a:xfrm>
              <a:off x="840255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t4420"/>
            <p:cNvSpPr/>
            <p:nvPr/>
          </p:nvSpPr>
          <p:spPr>
            <a:xfrm>
              <a:off x="864599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t4421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t4422"/>
            <p:cNvSpPr/>
            <p:nvPr/>
          </p:nvSpPr>
          <p:spPr>
            <a:xfrm>
              <a:off x="8219974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t4423"/>
            <p:cNvSpPr/>
            <p:nvPr/>
          </p:nvSpPr>
          <p:spPr>
            <a:xfrm>
              <a:off x="846341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t4424"/>
            <p:cNvSpPr/>
            <p:nvPr/>
          </p:nvSpPr>
          <p:spPr>
            <a:xfrm>
              <a:off x="828083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t4425"/>
            <p:cNvSpPr/>
            <p:nvPr/>
          </p:nvSpPr>
          <p:spPr>
            <a:xfrm>
              <a:off x="834169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t4426"/>
            <p:cNvSpPr/>
            <p:nvPr/>
          </p:nvSpPr>
          <p:spPr>
            <a:xfrm>
              <a:off x="858513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t4427"/>
            <p:cNvSpPr/>
            <p:nvPr/>
          </p:nvSpPr>
          <p:spPr>
            <a:xfrm>
              <a:off x="858513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t4428"/>
            <p:cNvSpPr/>
            <p:nvPr/>
          </p:nvSpPr>
          <p:spPr>
            <a:xfrm>
              <a:off x="8767715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t4429"/>
            <p:cNvSpPr/>
            <p:nvPr/>
          </p:nvSpPr>
          <p:spPr>
            <a:xfrm>
              <a:off x="84025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t4430"/>
            <p:cNvSpPr/>
            <p:nvPr/>
          </p:nvSpPr>
          <p:spPr>
            <a:xfrm>
              <a:off x="888943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t4431"/>
            <p:cNvSpPr/>
            <p:nvPr/>
          </p:nvSpPr>
          <p:spPr>
            <a:xfrm>
              <a:off x="895029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t4432"/>
            <p:cNvSpPr/>
            <p:nvPr/>
          </p:nvSpPr>
          <p:spPr>
            <a:xfrm>
              <a:off x="8889435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t4433"/>
            <p:cNvSpPr/>
            <p:nvPr/>
          </p:nvSpPr>
          <p:spPr>
            <a:xfrm>
              <a:off x="791567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t4434"/>
            <p:cNvSpPr/>
            <p:nvPr/>
          </p:nvSpPr>
          <p:spPr>
            <a:xfrm>
              <a:off x="864599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t4435"/>
            <p:cNvSpPr/>
            <p:nvPr/>
          </p:nvSpPr>
          <p:spPr>
            <a:xfrm>
              <a:off x="864599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t4436"/>
            <p:cNvSpPr/>
            <p:nvPr/>
          </p:nvSpPr>
          <p:spPr>
            <a:xfrm>
              <a:off x="84025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t4437"/>
            <p:cNvSpPr/>
            <p:nvPr/>
          </p:nvSpPr>
          <p:spPr>
            <a:xfrm>
              <a:off x="84025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t4438"/>
            <p:cNvSpPr/>
            <p:nvPr/>
          </p:nvSpPr>
          <p:spPr>
            <a:xfrm>
              <a:off x="815911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t4439"/>
            <p:cNvSpPr/>
            <p:nvPr/>
          </p:nvSpPr>
          <p:spPr>
            <a:xfrm>
              <a:off x="815911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t4440"/>
            <p:cNvSpPr/>
            <p:nvPr/>
          </p:nvSpPr>
          <p:spPr>
            <a:xfrm>
              <a:off x="82199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t4441"/>
            <p:cNvSpPr/>
            <p:nvPr/>
          </p:nvSpPr>
          <p:spPr>
            <a:xfrm>
              <a:off x="834169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t4442"/>
            <p:cNvSpPr/>
            <p:nvPr/>
          </p:nvSpPr>
          <p:spPr>
            <a:xfrm>
              <a:off x="834169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t4443"/>
            <p:cNvSpPr/>
            <p:nvPr/>
          </p:nvSpPr>
          <p:spPr>
            <a:xfrm>
              <a:off x="828083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t4444"/>
            <p:cNvSpPr/>
            <p:nvPr/>
          </p:nvSpPr>
          <p:spPr>
            <a:xfrm>
              <a:off x="8402554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t4445"/>
            <p:cNvSpPr/>
            <p:nvPr/>
          </p:nvSpPr>
          <p:spPr>
            <a:xfrm>
              <a:off x="8341694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t4446"/>
            <p:cNvSpPr/>
            <p:nvPr/>
          </p:nvSpPr>
          <p:spPr>
            <a:xfrm>
              <a:off x="7733093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t4447"/>
            <p:cNvSpPr/>
            <p:nvPr/>
          </p:nvSpPr>
          <p:spPr>
            <a:xfrm>
              <a:off x="858513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t4448"/>
            <p:cNvSpPr/>
            <p:nvPr/>
          </p:nvSpPr>
          <p:spPr>
            <a:xfrm>
              <a:off x="8706855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t4449"/>
            <p:cNvSpPr/>
            <p:nvPr/>
          </p:nvSpPr>
          <p:spPr>
            <a:xfrm>
              <a:off x="882857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t4450"/>
            <p:cNvSpPr/>
            <p:nvPr/>
          </p:nvSpPr>
          <p:spPr>
            <a:xfrm>
              <a:off x="8889435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t4451"/>
            <p:cNvSpPr/>
            <p:nvPr/>
          </p:nvSpPr>
          <p:spPr>
            <a:xfrm>
              <a:off x="8889435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t4452"/>
            <p:cNvSpPr/>
            <p:nvPr/>
          </p:nvSpPr>
          <p:spPr>
            <a:xfrm>
              <a:off x="864599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t4453"/>
            <p:cNvSpPr/>
            <p:nvPr/>
          </p:nvSpPr>
          <p:spPr>
            <a:xfrm>
              <a:off x="84634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t4454"/>
            <p:cNvSpPr/>
            <p:nvPr/>
          </p:nvSpPr>
          <p:spPr>
            <a:xfrm>
              <a:off x="90111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t4455"/>
            <p:cNvSpPr/>
            <p:nvPr/>
          </p:nvSpPr>
          <p:spPr>
            <a:xfrm>
              <a:off x="8219974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t4456"/>
            <p:cNvSpPr/>
            <p:nvPr/>
          </p:nvSpPr>
          <p:spPr>
            <a:xfrm>
              <a:off x="828083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t4457"/>
            <p:cNvSpPr/>
            <p:nvPr/>
          </p:nvSpPr>
          <p:spPr>
            <a:xfrm>
              <a:off x="84025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t4458"/>
            <p:cNvSpPr/>
            <p:nvPr/>
          </p:nvSpPr>
          <p:spPr>
            <a:xfrm>
              <a:off x="828083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t4459"/>
            <p:cNvSpPr/>
            <p:nvPr/>
          </p:nvSpPr>
          <p:spPr>
            <a:xfrm>
              <a:off x="82808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t4460"/>
            <p:cNvSpPr/>
            <p:nvPr/>
          </p:nvSpPr>
          <p:spPr>
            <a:xfrm>
              <a:off x="828083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t4461"/>
            <p:cNvSpPr/>
            <p:nvPr/>
          </p:nvSpPr>
          <p:spPr>
            <a:xfrm>
              <a:off x="834169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t4462"/>
            <p:cNvSpPr/>
            <p:nvPr/>
          </p:nvSpPr>
          <p:spPr>
            <a:xfrm>
              <a:off x="828083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t4463"/>
            <p:cNvSpPr/>
            <p:nvPr/>
          </p:nvSpPr>
          <p:spPr>
            <a:xfrm>
              <a:off x="7976533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t4464"/>
            <p:cNvSpPr/>
            <p:nvPr/>
          </p:nvSpPr>
          <p:spPr>
            <a:xfrm>
              <a:off x="815911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t4465"/>
            <p:cNvSpPr/>
            <p:nvPr/>
          </p:nvSpPr>
          <p:spPr>
            <a:xfrm>
              <a:off x="7854813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t4466"/>
            <p:cNvSpPr/>
            <p:nvPr/>
          </p:nvSpPr>
          <p:spPr>
            <a:xfrm>
              <a:off x="8098254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t4467"/>
            <p:cNvSpPr/>
            <p:nvPr/>
          </p:nvSpPr>
          <p:spPr>
            <a:xfrm>
              <a:off x="815911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t4468"/>
            <p:cNvSpPr/>
            <p:nvPr/>
          </p:nvSpPr>
          <p:spPr>
            <a:xfrm>
              <a:off x="8402554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t4469"/>
            <p:cNvSpPr/>
            <p:nvPr/>
          </p:nvSpPr>
          <p:spPr>
            <a:xfrm>
              <a:off x="846341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t4470"/>
            <p:cNvSpPr/>
            <p:nvPr/>
          </p:nvSpPr>
          <p:spPr>
            <a:xfrm>
              <a:off x="8463414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t4471"/>
            <p:cNvSpPr/>
            <p:nvPr/>
          </p:nvSpPr>
          <p:spPr>
            <a:xfrm>
              <a:off x="888943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t4472"/>
            <p:cNvSpPr/>
            <p:nvPr/>
          </p:nvSpPr>
          <p:spPr>
            <a:xfrm>
              <a:off x="834169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t4473"/>
            <p:cNvSpPr/>
            <p:nvPr/>
          </p:nvSpPr>
          <p:spPr>
            <a:xfrm>
              <a:off x="840255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t4474"/>
            <p:cNvSpPr/>
            <p:nvPr/>
          </p:nvSpPr>
          <p:spPr>
            <a:xfrm>
              <a:off x="84025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t4475"/>
            <p:cNvSpPr/>
            <p:nvPr/>
          </p:nvSpPr>
          <p:spPr>
            <a:xfrm>
              <a:off x="864599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t4476"/>
            <p:cNvSpPr/>
            <p:nvPr/>
          </p:nvSpPr>
          <p:spPr>
            <a:xfrm>
              <a:off x="815911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t4477"/>
            <p:cNvSpPr/>
            <p:nvPr/>
          </p:nvSpPr>
          <p:spPr>
            <a:xfrm>
              <a:off x="828083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t4478"/>
            <p:cNvSpPr/>
            <p:nvPr/>
          </p:nvSpPr>
          <p:spPr>
            <a:xfrm>
              <a:off x="84025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t4479"/>
            <p:cNvSpPr/>
            <p:nvPr/>
          </p:nvSpPr>
          <p:spPr>
            <a:xfrm>
              <a:off x="846341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t4480"/>
            <p:cNvSpPr/>
            <p:nvPr/>
          </p:nvSpPr>
          <p:spPr>
            <a:xfrm>
              <a:off x="815911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t4481"/>
            <p:cNvSpPr/>
            <p:nvPr/>
          </p:nvSpPr>
          <p:spPr>
            <a:xfrm>
              <a:off x="8402554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t4482"/>
            <p:cNvSpPr/>
            <p:nvPr/>
          </p:nvSpPr>
          <p:spPr>
            <a:xfrm>
              <a:off x="852427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t4483"/>
            <p:cNvSpPr/>
            <p:nvPr/>
          </p:nvSpPr>
          <p:spPr>
            <a:xfrm>
              <a:off x="815911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t4484"/>
            <p:cNvSpPr/>
            <p:nvPr/>
          </p:nvSpPr>
          <p:spPr>
            <a:xfrm>
              <a:off x="8219974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t4485"/>
            <p:cNvSpPr/>
            <p:nvPr/>
          </p:nvSpPr>
          <p:spPr>
            <a:xfrm>
              <a:off x="803739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t4486"/>
            <p:cNvSpPr/>
            <p:nvPr/>
          </p:nvSpPr>
          <p:spPr>
            <a:xfrm>
              <a:off x="888943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t4487"/>
            <p:cNvSpPr/>
            <p:nvPr/>
          </p:nvSpPr>
          <p:spPr>
            <a:xfrm>
              <a:off x="888943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t4488"/>
            <p:cNvSpPr/>
            <p:nvPr/>
          </p:nvSpPr>
          <p:spPr>
            <a:xfrm>
              <a:off x="8706855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t4489"/>
            <p:cNvSpPr/>
            <p:nvPr/>
          </p:nvSpPr>
          <p:spPr>
            <a:xfrm>
              <a:off x="8950295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t4490"/>
            <p:cNvSpPr/>
            <p:nvPr/>
          </p:nvSpPr>
          <p:spPr>
            <a:xfrm>
              <a:off x="834169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t4491"/>
            <p:cNvSpPr/>
            <p:nvPr/>
          </p:nvSpPr>
          <p:spPr>
            <a:xfrm>
              <a:off x="8159114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t4492"/>
            <p:cNvSpPr/>
            <p:nvPr/>
          </p:nvSpPr>
          <p:spPr>
            <a:xfrm>
              <a:off x="8402554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t4493"/>
            <p:cNvSpPr/>
            <p:nvPr/>
          </p:nvSpPr>
          <p:spPr>
            <a:xfrm>
              <a:off x="84025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t4494"/>
            <p:cNvSpPr/>
            <p:nvPr/>
          </p:nvSpPr>
          <p:spPr>
            <a:xfrm>
              <a:off x="852427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t4495"/>
            <p:cNvSpPr/>
            <p:nvPr/>
          </p:nvSpPr>
          <p:spPr>
            <a:xfrm>
              <a:off x="846341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t4496"/>
            <p:cNvSpPr/>
            <p:nvPr/>
          </p:nvSpPr>
          <p:spPr>
            <a:xfrm>
              <a:off x="8463414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t4497"/>
            <p:cNvSpPr/>
            <p:nvPr/>
          </p:nvSpPr>
          <p:spPr>
            <a:xfrm>
              <a:off x="828083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t4498"/>
            <p:cNvSpPr/>
            <p:nvPr/>
          </p:nvSpPr>
          <p:spPr>
            <a:xfrm>
              <a:off x="84025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t4499"/>
            <p:cNvSpPr/>
            <p:nvPr/>
          </p:nvSpPr>
          <p:spPr>
            <a:xfrm>
              <a:off x="84025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t4500"/>
            <p:cNvSpPr/>
            <p:nvPr/>
          </p:nvSpPr>
          <p:spPr>
            <a:xfrm>
              <a:off x="852427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t4501"/>
            <p:cNvSpPr/>
            <p:nvPr/>
          </p:nvSpPr>
          <p:spPr>
            <a:xfrm>
              <a:off x="864599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t4502"/>
            <p:cNvSpPr/>
            <p:nvPr/>
          </p:nvSpPr>
          <p:spPr>
            <a:xfrm>
              <a:off x="828083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t4503"/>
            <p:cNvSpPr/>
            <p:nvPr/>
          </p:nvSpPr>
          <p:spPr>
            <a:xfrm>
              <a:off x="8280834" y="3784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t4504"/>
            <p:cNvSpPr/>
            <p:nvPr/>
          </p:nvSpPr>
          <p:spPr>
            <a:xfrm>
              <a:off x="828083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t4505"/>
            <p:cNvSpPr/>
            <p:nvPr/>
          </p:nvSpPr>
          <p:spPr>
            <a:xfrm>
              <a:off x="864599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t4506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t4507"/>
            <p:cNvSpPr/>
            <p:nvPr/>
          </p:nvSpPr>
          <p:spPr>
            <a:xfrm>
              <a:off x="8341694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t4508"/>
            <p:cNvSpPr/>
            <p:nvPr/>
          </p:nvSpPr>
          <p:spPr>
            <a:xfrm>
              <a:off x="8280834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t4509"/>
            <p:cNvSpPr/>
            <p:nvPr/>
          </p:nvSpPr>
          <p:spPr>
            <a:xfrm>
              <a:off x="8524274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t4510"/>
            <p:cNvSpPr/>
            <p:nvPr/>
          </p:nvSpPr>
          <p:spPr>
            <a:xfrm>
              <a:off x="8524274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t4511"/>
            <p:cNvSpPr/>
            <p:nvPr/>
          </p:nvSpPr>
          <p:spPr>
            <a:xfrm>
              <a:off x="852427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t4512"/>
            <p:cNvSpPr/>
            <p:nvPr/>
          </p:nvSpPr>
          <p:spPr>
            <a:xfrm>
              <a:off x="8463414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t4513"/>
            <p:cNvSpPr/>
            <p:nvPr/>
          </p:nvSpPr>
          <p:spPr>
            <a:xfrm>
              <a:off x="876771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t4514"/>
            <p:cNvSpPr/>
            <p:nvPr/>
          </p:nvSpPr>
          <p:spPr>
            <a:xfrm>
              <a:off x="882857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t4515"/>
            <p:cNvSpPr/>
            <p:nvPr/>
          </p:nvSpPr>
          <p:spPr>
            <a:xfrm>
              <a:off x="84025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t4516"/>
            <p:cNvSpPr/>
            <p:nvPr/>
          </p:nvSpPr>
          <p:spPr>
            <a:xfrm>
              <a:off x="82808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t4517"/>
            <p:cNvSpPr/>
            <p:nvPr/>
          </p:nvSpPr>
          <p:spPr>
            <a:xfrm>
              <a:off x="7915673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t4518"/>
            <p:cNvSpPr/>
            <p:nvPr/>
          </p:nvSpPr>
          <p:spPr>
            <a:xfrm>
              <a:off x="821997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t4519"/>
            <p:cNvSpPr/>
            <p:nvPr/>
          </p:nvSpPr>
          <p:spPr>
            <a:xfrm>
              <a:off x="821997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t4520"/>
            <p:cNvSpPr/>
            <p:nvPr/>
          </p:nvSpPr>
          <p:spPr>
            <a:xfrm>
              <a:off x="8159114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t4521"/>
            <p:cNvSpPr/>
            <p:nvPr/>
          </p:nvSpPr>
          <p:spPr>
            <a:xfrm>
              <a:off x="82199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t4522"/>
            <p:cNvSpPr/>
            <p:nvPr/>
          </p:nvSpPr>
          <p:spPr>
            <a:xfrm>
              <a:off x="8585135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t4523"/>
            <p:cNvSpPr/>
            <p:nvPr/>
          </p:nvSpPr>
          <p:spPr>
            <a:xfrm>
              <a:off x="852427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t4524"/>
            <p:cNvSpPr/>
            <p:nvPr/>
          </p:nvSpPr>
          <p:spPr>
            <a:xfrm>
              <a:off x="82199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t4525"/>
            <p:cNvSpPr/>
            <p:nvPr/>
          </p:nvSpPr>
          <p:spPr>
            <a:xfrm>
              <a:off x="8159114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t4526"/>
            <p:cNvSpPr/>
            <p:nvPr/>
          </p:nvSpPr>
          <p:spPr>
            <a:xfrm>
              <a:off x="80982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t4527"/>
            <p:cNvSpPr/>
            <p:nvPr/>
          </p:nvSpPr>
          <p:spPr>
            <a:xfrm>
              <a:off x="8645995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t4528"/>
            <p:cNvSpPr/>
            <p:nvPr/>
          </p:nvSpPr>
          <p:spPr>
            <a:xfrm>
              <a:off x="8767715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t4529"/>
            <p:cNvSpPr/>
            <p:nvPr/>
          </p:nvSpPr>
          <p:spPr>
            <a:xfrm>
              <a:off x="846341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t4530"/>
            <p:cNvSpPr/>
            <p:nvPr/>
          </p:nvSpPr>
          <p:spPr>
            <a:xfrm>
              <a:off x="803739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t4531"/>
            <p:cNvSpPr/>
            <p:nvPr/>
          </p:nvSpPr>
          <p:spPr>
            <a:xfrm>
              <a:off x="7976533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t4532"/>
            <p:cNvSpPr/>
            <p:nvPr/>
          </p:nvSpPr>
          <p:spPr>
            <a:xfrm>
              <a:off x="84025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t4533"/>
            <p:cNvSpPr/>
            <p:nvPr/>
          </p:nvSpPr>
          <p:spPr>
            <a:xfrm>
              <a:off x="852427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t4534"/>
            <p:cNvSpPr/>
            <p:nvPr/>
          </p:nvSpPr>
          <p:spPr>
            <a:xfrm>
              <a:off x="82808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t4535"/>
            <p:cNvSpPr/>
            <p:nvPr/>
          </p:nvSpPr>
          <p:spPr>
            <a:xfrm>
              <a:off x="84025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t4536"/>
            <p:cNvSpPr/>
            <p:nvPr/>
          </p:nvSpPr>
          <p:spPr>
            <a:xfrm>
              <a:off x="803739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t4537"/>
            <p:cNvSpPr/>
            <p:nvPr/>
          </p:nvSpPr>
          <p:spPr>
            <a:xfrm>
              <a:off x="846341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t4538"/>
            <p:cNvSpPr/>
            <p:nvPr/>
          </p:nvSpPr>
          <p:spPr>
            <a:xfrm>
              <a:off x="828083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t4539"/>
            <p:cNvSpPr/>
            <p:nvPr/>
          </p:nvSpPr>
          <p:spPr>
            <a:xfrm>
              <a:off x="852427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t4540"/>
            <p:cNvSpPr/>
            <p:nvPr/>
          </p:nvSpPr>
          <p:spPr>
            <a:xfrm>
              <a:off x="834169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t4541"/>
            <p:cNvSpPr/>
            <p:nvPr/>
          </p:nvSpPr>
          <p:spPr>
            <a:xfrm>
              <a:off x="8159114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t4542"/>
            <p:cNvSpPr/>
            <p:nvPr/>
          </p:nvSpPr>
          <p:spPr>
            <a:xfrm>
              <a:off x="8463414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t4543"/>
            <p:cNvSpPr/>
            <p:nvPr/>
          </p:nvSpPr>
          <p:spPr>
            <a:xfrm>
              <a:off x="815911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t4544"/>
            <p:cNvSpPr/>
            <p:nvPr/>
          </p:nvSpPr>
          <p:spPr>
            <a:xfrm>
              <a:off x="834169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t4545"/>
            <p:cNvSpPr/>
            <p:nvPr/>
          </p:nvSpPr>
          <p:spPr>
            <a:xfrm>
              <a:off x="858513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t4546"/>
            <p:cNvSpPr/>
            <p:nvPr/>
          </p:nvSpPr>
          <p:spPr>
            <a:xfrm>
              <a:off x="8341694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t4547"/>
            <p:cNvSpPr/>
            <p:nvPr/>
          </p:nvSpPr>
          <p:spPr>
            <a:xfrm>
              <a:off x="870685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t4548"/>
            <p:cNvSpPr/>
            <p:nvPr/>
          </p:nvSpPr>
          <p:spPr>
            <a:xfrm>
              <a:off x="8767715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t4549"/>
            <p:cNvSpPr/>
            <p:nvPr/>
          </p:nvSpPr>
          <p:spPr>
            <a:xfrm>
              <a:off x="834169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t4550"/>
            <p:cNvSpPr/>
            <p:nvPr/>
          </p:nvSpPr>
          <p:spPr>
            <a:xfrm>
              <a:off x="8280834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t4551"/>
            <p:cNvSpPr/>
            <p:nvPr/>
          </p:nvSpPr>
          <p:spPr>
            <a:xfrm>
              <a:off x="846341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t4552"/>
            <p:cNvSpPr/>
            <p:nvPr/>
          </p:nvSpPr>
          <p:spPr>
            <a:xfrm>
              <a:off x="8585135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t4553"/>
            <p:cNvSpPr/>
            <p:nvPr/>
          </p:nvSpPr>
          <p:spPr>
            <a:xfrm>
              <a:off x="8767715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t4554"/>
            <p:cNvSpPr/>
            <p:nvPr/>
          </p:nvSpPr>
          <p:spPr>
            <a:xfrm>
              <a:off x="858513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t4555"/>
            <p:cNvSpPr/>
            <p:nvPr/>
          </p:nvSpPr>
          <p:spPr>
            <a:xfrm>
              <a:off x="8159114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t4556"/>
            <p:cNvSpPr/>
            <p:nvPr/>
          </p:nvSpPr>
          <p:spPr>
            <a:xfrm>
              <a:off x="846341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t4557"/>
            <p:cNvSpPr/>
            <p:nvPr/>
          </p:nvSpPr>
          <p:spPr>
            <a:xfrm>
              <a:off x="828083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t4558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t4559"/>
            <p:cNvSpPr/>
            <p:nvPr/>
          </p:nvSpPr>
          <p:spPr>
            <a:xfrm>
              <a:off x="8585135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t4560"/>
            <p:cNvSpPr/>
            <p:nvPr/>
          </p:nvSpPr>
          <p:spPr>
            <a:xfrm>
              <a:off x="834169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t4561"/>
            <p:cNvSpPr/>
            <p:nvPr/>
          </p:nvSpPr>
          <p:spPr>
            <a:xfrm>
              <a:off x="864599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t4562"/>
            <p:cNvSpPr/>
            <p:nvPr/>
          </p:nvSpPr>
          <p:spPr>
            <a:xfrm>
              <a:off x="888943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t4563"/>
            <p:cNvSpPr/>
            <p:nvPr/>
          </p:nvSpPr>
          <p:spPr>
            <a:xfrm>
              <a:off x="8159114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t4564"/>
            <p:cNvSpPr/>
            <p:nvPr/>
          </p:nvSpPr>
          <p:spPr>
            <a:xfrm>
              <a:off x="84025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t4565"/>
            <p:cNvSpPr/>
            <p:nvPr/>
          </p:nvSpPr>
          <p:spPr>
            <a:xfrm>
              <a:off x="8585135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t4566"/>
            <p:cNvSpPr/>
            <p:nvPr/>
          </p:nvSpPr>
          <p:spPr>
            <a:xfrm>
              <a:off x="834169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t4567"/>
            <p:cNvSpPr/>
            <p:nvPr/>
          </p:nvSpPr>
          <p:spPr>
            <a:xfrm>
              <a:off x="821997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t4568"/>
            <p:cNvSpPr/>
            <p:nvPr/>
          </p:nvSpPr>
          <p:spPr>
            <a:xfrm>
              <a:off x="8280834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t4569"/>
            <p:cNvSpPr/>
            <p:nvPr/>
          </p:nvSpPr>
          <p:spPr>
            <a:xfrm>
              <a:off x="834169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t4570"/>
            <p:cNvSpPr/>
            <p:nvPr/>
          </p:nvSpPr>
          <p:spPr>
            <a:xfrm>
              <a:off x="828083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t4571"/>
            <p:cNvSpPr/>
            <p:nvPr/>
          </p:nvSpPr>
          <p:spPr>
            <a:xfrm>
              <a:off x="8219974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t4572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t4573"/>
            <p:cNvSpPr/>
            <p:nvPr/>
          </p:nvSpPr>
          <p:spPr>
            <a:xfrm>
              <a:off x="8159114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t4574"/>
            <p:cNvSpPr/>
            <p:nvPr/>
          </p:nvSpPr>
          <p:spPr>
            <a:xfrm>
              <a:off x="82808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t4575"/>
            <p:cNvSpPr/>
            <p:nvPr/>
          </p:nvSpPr>
          <p:spPr>
            <a:xfrm>
              <a:off x="82808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t4576"/>
            <p:cNvSpPr/>
            <p:nvPr/>
          </p:nvSpPr>
          <p:spPr>
            <a:xfrm>
              <a:off x="8341694" y="4162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t4577"/>
            <p:cNvSpPr/>
            <p:nvPr/>
          </p:nvSpPr>
          <p:spPr>
            <a:xfrm>
              <a:off x="8098254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t4578"/>
            <p:cNvSpPr/>
            <p:nvPr/>
          </p:nvSpPr>
          <p:spPr>
            <a:xfrm>
              <a:off x="821997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t4579"/>
            <p:cNvSpPr/>
            <p:nvPr/>
          </p:nvSpPr>
          <p:spPr>
            <a:xfrm>
              <a:off x="8219974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t4580"/>
            <p:cNvSpPr/>
            <p:nvPr/>
          </p:nvSpPr>
          <p:spPr>
            <a:xfrm>
              <a:off x="8037394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t4581"/>
            <p:cNvSpPr/>
            <p:nvPr/>
          </p:nvSpPr>
          <p:spPr>
            <a:xfrm>
              <a:off x="8402554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t4582"/>
            <p:cNvSpPr/>
            <p:nvPr/>
          </p:nvSpPr>
          <p:spPr>
            <a:xfrm>
              <a:off x="8402554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t4583"/>
            <p:cNvSpPr/>
            <p:nvPr/>
          </p:nvSpPr>
          <p:spPr>
            <a:xfrm>
              <a:off x="821997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t4584"/>
            <p:cNvSpPr/>
            <p:nvPr/>
          </p:nvSpPr>
          <p:spPr>
            <a:xfrm>
              <a:off x="7793953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t4585"/>
            <p:cNvSpPr/>
            <p:nvPr/>
          </p:nvSpPr>
          <p:spPr>
            <a:xfrm>
              <a:off x="8645995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t4586"/>
            <p:cNvSpPr/>
            <p:nvPr/>
          </p:nvSpPr>
          <p:spPr>
            <a:xfrm>
              <a:off x="846341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t4587"/>
            <p:cNvSpPr/>
            <p:nvPr/>
          </p:nvSpPr>
          <p:spPr>
            <a:xfrm>
              <a:off x="7915673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t4588"/>
            <p:cNvSpPr/>
            <p:nvPr/>
          </p:nvSpPr>
          <p:spPr>
            <a:xfrm>
              <a:off x="834169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t4589"/>
            <p:cNvSpPr/>
            <p:nvPr/>
          </p:nvSpPr>
          <p:spPr>
            <a:xfrm>
              <a:off x="7915673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t4590"/>
            <p:cNvSpPr/>
            <p:nvPr/>
          </p:nvSpPr>
          <p:spPr>
            <a:xfrm>
              <a:off x="834169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t4591"/>
            <p:cNvSpPr/>
            <p:nvPr/>
          </p:nvSpPr>
          <p:spPr>
            <a:xfrm>
              <a:off x="864599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t4592"/>
            <p:cNvSpPr/>
            <p:nvPr/>
          </p:nvSpPr>
          <p:spPr>
            <a:xfrm>
              <a:off x="858513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t4593"/>
            <p:cNvSpPr/>
            <p:nvPr/>
          </p:nvSpPr>
          <p:spPr>
            <a:xfrm>
              <a:off x="864599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t4594"/>
            <p:cNvSpPr/>
            <p:nvPr/>
          </p:nvSpPr>
          <p:spPr>
            <a:xfrm>
              <a:off x="815911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t4595"/>
            <p:cNvSpPr/>
            <p:nvPr/>
          </p:nvSpPr>
          <p:spPr>
            <a:xfrm>
              <a:off x="8037394" y="40770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t4596"/>
            <p:cNvSpPr/>
            <p:nvPr/>
          </p:nvSpPr>
          <p:spPr>
            <a:xfrm>
              <a:off x="8585135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t4597"/>
            <p:cNvSpPr/>
            <p:nvPr/>
          </p:nvSpPr>
          <p:spPr>
            <a:xfrm>
              <a:off x="876771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t4598"/>
            <p:cNvSpPr/>
            <p:nvPr/>
          </p:nvSpPr>
          <p:spPr>
            <a:xfrm>
              <a:off x="8524274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t4599"/>
            <p:cNvSpPr/>
            <p:nvPr/>
          </p:nvSpPr>
          <p:spPr>
            <a:xfrm>
              <a:off x="8341694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t4600"/>
            <p:cNvSpPr/>
            <p:nvPr/>
          </p:nvSpPr>
          <p:spPr>
            <a:xfrm>
              <a:off x="870685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t4601"/>
            <p:cNvSpPr/>
            <p:nvPr/>
          </p:nvSpPr>
          <p:spPr>
            <a:xfrm>
              <a:off x="852427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t4602"/>
            <p:cNvSpPr/>
            <p:nvPr/>
          </p:nvSpPr>
          <p:spPr>
            <a:xfrm>
              <a:off x="803739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t4603"/>
            <p:cNvSpPr/>
            <p:nvPr/>
          </p:nvSpPr>
          <p:spPr>
            <a:xfrm>
              <a:off x="8767715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t4604"/>
            <p:cNvSpPr/>
            <p:nvPr/>
          </p:nvSpPr>
          <p:spPr>
            <a:xfrm>
              <a:off x="84025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t4605"/>
            <p:cNvSpPr/>
            <p:nvPr/>
          </p:nvSpPr>
          <p:spPr>
            <a:xfrm>
              <a:off x="858513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t4606"/>
            <p:cNvSpPr/>
            <p:nvPr/>
          </p:nvSpPr>
          <p:spPr>
            <a:xfrm>
              <a:off x="8828575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t4607"/>
            <p:cNvSpPr/>
            <p:nvPr/>
          </p:nvSpPr>
          <p:spPr>
            <a:xfrm>
              <a:off x="8341694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t4608"/>
            <p:cNvSpPr/>
            <p:nvPr/>
          </p:nvSpPr>
          <p:spPr>
            <a:xfrm>
              <a:off x="8037394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t4609"/>
            <p:cNvSpPr/>
            <p:nvPr/>
          </p:nvSpPr>
          <p:spPr>
            <a:xfrm>
              <a:off x="815911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t4610"/>
            <p:cNvSpPr/>
            <p:nvPr/>
          </p:nvSpPr>
          <p:spPr>
            <a:xfrm>
              <a:off x="834169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t4611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t4612"/>
            <p:cNvSpPr/>
            <p:nvPr/>
          </p:nvSpPr>
          <p:spPr>
            <a:xfrm>
              <a:off x="80982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t4613"/>
            <p:cNvSpPr/>
            <p:nvPr/>
          </p:nvSpPr>
          <p:spPr>
            <a:xfrm>
              <a:off x="7915673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t4614"/>
            <p:cNvSpPr/>
            <p:nvPr/>
          </p:nvSpPr>
          <p:spPr>
            <a:xfrm>
              <a:off x="8159114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t4615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t4616"/>
            <p:cNvSpPr/>
            <p:nvPr/>
          </p:nvSpPr>
          <p:spPr>
            <a:xfrm>
              <a:off x="7976533" y="38210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t4617"/>
            <p:cNvSpPr/>
            <p:nvPr/>
          </p:nvSpPr>
          <p:spPr>
            <a:xfrm>
              <a:off x="8402554" y="3857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t4618"/>
            <p:cNvSpPr/>
            <p:nvPr/>
          </p:nvSpPr>
          <p:spPr>
            <a:xfrm>
              <a:off x="8889435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t4619"/>
            <p:cNvSpPr/>
            <p:nvPr/>
          </p:nvSpPr>
          <p:spPr>
            <a:xfrm>
              <a:off x="7672233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t4620"/>
            <p:cNvSpPr/>
            <p:nvPr/>
          </p:nvSpPr>
          <p:spPr>
            <a:xfrm>
              <a:off x="8159114" y="40648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t4621"/>
            <p:cNvSpPr/>
            <p:nvPr/>
          </p:nvSpPr>
          <p:spPr>
            <a:xfrm>
              <a:off x="8585135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t4622"/>
            <p:cNvSpPr/>
            <p:nvPr/>
          </p:nvSpPr>
          <p:spPr>
            <a:xfrm>
              <a:off x="8524274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t4623"/>
            <p:cNvSpPr/>
            <p:nvPr/>
          </p:nvSpPr>
          <p:spPr>
            <a:xfrm>
              <a:off x="7976533" y="3747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t4624"/>
            <p:cNvSpPr/>
            <p:nvPr/>
          </p:nvSpPr>
          <p:spPr>
            <a:xfrm>
              <a:off x="84025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t4625"/>
            <p:cNvSpPr/>
            <p:nvPr/>
          </p:nvSpPr>
          <p:spPr>
            <a:xfrm>
              <a:off x="8280834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t4626"/>
            <p:cNvSpPr/>
            <p:nvPr/>
          </p:nvSpPr>
          <p:spPr>
            <a:xfrm>
              <a:off x="8463414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t4627"/>
            <p:cNvSpPr/>
            <p:nvPr/>
          </p:nvSpPr>
          <p:spPr>
            <a:xfrm>
              <a:off x="8767715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t4628"/>
            <p:cNvSpPr/>
            <p:nvPr/>
          </p:nvSpPr>
          <p:spPr>
            <a:xfrm>
              <a:off x="8585135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t4629"/>
            <p:cNvSpPr/>
            <p:nvPr/>
          </p:nvSpPr>
          <p:spPr>
            <a:xfrm>
              <a:off x="8402554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t4630"/>
            <p:cNvSpPr/>
            <p:nvPr/>
          </p:nvSpPr>
          <p:spPr>
            <a:xfrm>
              <a:off x="8341694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t4631"/>
            <p:cNvSpPr/>
            <p:nvPr/>
          </p:nvSpPr>
          <p:spPr>
            <a:xfrm>
              <a:off x="8585135" y="39917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t4632"/>
            <p:cNvSpPr/>
            <p:nvPr/>
          </p:nvSpPr>
          <p:spPr>
            <a:xfrm>
              <a:off x="8402554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t4633"/>
            <p:cNvSpPr/>
            <p:nvPr/>
          </p:nvSpPr>
          <p:spPr>
            <a:xfrm>
              <a:off x="8645995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t4634"/>
            <p:cNvSpPr/>
            <p:nvPr/>
          </p:nvSpPr>
          <p:spPr>
            <a:xfrm>
              <a:off x="8524274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t4635"/>
            <p:cNvSpPr/>
            <p:nvPr/>
          </p:nvSpPr>
          <p:spPr>
            <a:xfrm>
              <a:off x="834169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t4636"/>
            <p:cNvSpPr/>
            <p:nvPr/>
          </p:nvSpPr>
          <p:spPr>
            <a:xfrm>
              <a:off x="7976533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t4637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t4638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t4639"/>
            <p:cNvSpPr/>
            <p:nvPr/>
          </p:nvSpPr>
          <p:spPr>
            <a:xfrm>
              <a:off x="8280834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t4640"/>
            <p:cNvSpPr/>
            <p:nvPr/>
          </p:nvSpPr>
          <p:spPr>
            <a:xfrm>
              <a:off x="7976533" y="3894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t4641"/>
            <p:cNvSpPr/>
            <p:nvPr/>
          </p:nvSpPr>
          <p:spPr>
            <a:xfrm>
              <a:off x="8280834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t4642"/>
            <p:cNvSpPr/>
            <p:nvPr/>
          </p:nvSpPr>
          <p:spPr>
            <a:xfrm>
              <a:off x="840255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t4643"/>
            <p:cNvSpPr/>
            <p:nvPr/>
          </p:nvSpPr>
          <p:spPr>
            <a:xfrm>
              <a:off x="8585135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t4644"/>
            <p:cNvSpPr/>
            <p:nvPr/>
          </p:nvSpPr>
          <p:spPr>
            <a:xfrm>
              <a:off x="7854813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t4645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t4646"/>
            <p:cNvSpPr/>
            <p:nvPr/>
          </p:nvSpPr>
          <p:spPr>
            <a:xfrm>
              <a:off x="8159114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t4647"/>
            <p:cNvSpPr/>
            <p:nvPr/>
          </p:nvSpPr>
          <p:spPr>
            <a:xfrm>
              <a:off x="8341694" y="31748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t4648"/>
            <p:cNvSpPr/>
            <p:nvPr/>
          </p:nvSpPr>
          <p:spPr>
            <a:xfrm>
              <a:off x="7915673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t4649"/>
            <p:cNvSpPr/>
            <p:nvPr/>
          </p:nvSpPr>
          <p:spPr>
            <a:xfrm>
              <a:off x="809825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t4650"/>
            <p:cNvSpPr/>
            <p:nvPr/>
          </p:nvSpPr>
          <p:spPr>
            <a:xfrm>
              <a:off x="8706855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t4651"/>
            <p:cNvSpPr/>
            <p:nvPr/>
          </p:nvSpPr>
          <p:spPr>
            <a:xfrm>
              <a:off x="8098254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t4652"/>
            <p:cNvSpPr/>
            <p:nvPr/>
          </p:nvSpPr>
          <p:spPr>
            <a:xfrm>
              <a:off x="7672233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t4653"/>
            <p:cNvSpPr/>
            <p:nvPr/>
          </p:nvSpPr>
          <p:spPr>
            <a:xfrm>
              <a:off x="785481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t4654"/>
            <p:cNvSpPr/>
            <p:nvPr/>
          </p:nvSpPr>
          <p:spPr>
            <a:xfrm>
              <a:off x="7733093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t4655"/>
            <p:cNvSpPr/>
            <p:nvPr/>
          </p:nvSpPr>
          <p:spPr>
            <a:xfrm>
              <a:off x="8159114" y="366254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t4656"/>
            <p:cNvSpPr/>
            <p:nvPr/>
          </p:nvSpPr>
          <p:spPr>
            <a:xfrm>
              <a:off x="8767715" y="34186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t4657"/>
            <p:cNvSpPr/>
            <p:nvPr/>
          </p:nvSpPr>
          <p:spPr>
            <a:xfrm>
              <a:off x="852427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t4658"/>
            <p:cNvSpPr/>
            <p:nvPr/>
          </p:nvSpPr>
          <p:spPr>
            <a:xfrm>
              <a:off x="9132876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t4659"/>
            <p:cNvSpPr/>
            <p:nvPr/>
          </p:nvSpPr>
          <p:spPr>
            <a:xfrm>
              <a:off x="8889435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t4660"/>
            <p:cNvSpPr/>
            <p:nvPr/>
          </p:nvSpPr>
          <p:spPr>
            <a:xfrm>
              <a:off x="8463414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t4661"/>
            <p:cNvSpPr/>
            <p:nvPr/>
          </p:nvSpPr>
          <p:spPr>
            <a:xfrm>
              <a:off x="8098254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t4662"/>
            <p:cNvSpPr/>
            <p:nvPr/>
          </p:nvSpPr>
          <p:spPr>
            <a:xfrm>
              <a:off x="8341694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t4663"/>
            <p:cNvSpPr/>
            <p:nvPr/>
          </p:nvSpPr>
          <p:spPr>
            <a:xfrm>
              <a:off x="8889435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t4664"/>
            <p:cNvSpPr/>
            <p:nvPr/>
          </p:nvSpPr>
          <p:spPr>
            <a:xfrm>
              <a:off x="834169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t4665"/>
            <p:cNvSpPr/>
            <p:nvPr/>
          </p:nvSpPr>
          <p:spPr>
            <a:xfrm>
              <a:off x="8889435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t4666"/>
            <p:cNvSpPr/>
            <p:nvPr/>
          </p:nvSpPr>
          <p:spPr>
            <a:xfrm>
              <a:off x="8706855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t4667"/>
            <p:cNvSpPr/>
            <p:nvPr/>
          </p:nvSpPr>
          <p:spPr>
            <a:xfrm>
              <a:off x="9193736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t4668"/>
            <p:cNvSpPr/>
            <p:nvPr/>
          </p:nvSpPr>
          <p:spPr>
            <a:xfrm>
              <a:off x="7733093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t4669"/>
            <p:cNvSpPr/>
            <p:nvPr/>
          </p:nvSpPr>
          <p:spPr>
            <a:xfrm>
              <a:off x="8402554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t4670"/>
            <p:cNvSpPr/>
            <p:nvPr/>
          </p:nvSpPr>
          <p:spPr>
            <a:xfrm>
              <a:off x="803739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t4671"/>
            <p:cNvSpPr/>
            <p:nvPr/>
          </p:nvSpPr>
          <p:spPr>
            <a:xfrm>
              <a:off x="852427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t4672"/>
            <p:cNvSpPr/>
            <p:nvPr/>
          </p:nvSpPr>
          <p:spPr>
            <a:xfrm>
              <a:off x="8767715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t4673"/>
            <p:cNvSpPr/>
            <p:nvPr/>
          </p:nvSpPr>
          <p:spPr>
            <a:xfrm>
              <a:off x="8706855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t4674"/>
            <p:cNvSpPr/>
            <p:nvPr/>
          </p:nvSpPr>
          <p:spPr>
            <a:xfrm>
              <a:off x="8219974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t4675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t4676"/>
            <p:cNvSpPr/>
            <p:nvPr/>
          </p:nvSpPr>
          <p:spPr>
            <a:xfrm>
              <a:off x="7915673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t4677"/>
            <p:cNvSpPr/>
            <p:nvPr/>
          </p:nvSpPr>
          <p:spPr>
            <a:xfrm>
              <a:off x="7672233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t4678"/>
            <p:cNvSpPr/>
            <p:nvPr/>
          </p:nvSpPr>
          <p:spPr>
            <a:xfrm>
              <a:off x="7854813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t4679"/>
            <p:cNvSpPr/>
            <p:nvPr/>
          </p:nvSpPr>
          <p:spPr>
            <a:xfrm>
              <a:off x="7854813" y="37113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t4680"/>
            <p:cNvSpPr/>
            <p:nvPr/>
          </p:nvSpPr>
          <p:spPr>
            <a:xfrm>
              <a:off x="7672233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t4681"/>
            <p:cNvSpPr/>
            <p:nvPr/>
          </p:nvSpPr>
          <p:spPr>
            <a:xfrm>
              <a:off x="8767715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t4682"/>
            <p:cNvSpPr/>
            <p:nvPr/>
          </p:nvSpPr>
          <p:spPr>
            <a:xfrm>
              <a:off x="8767715" y="34918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t4683"/>
            <p:cNvSpPr/>
            <p:nvPr/>
          </p:nvSpPr>
          <p:spPr>
            <a:xfrm>
              <a:off x="7915673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t4684"/>
            <p:cNvSpPr/>
            <p:nvPr/>
          </p:nvSpPr>
          <p:spPr>
            <a:xfrm>
              <a:off x="846341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t4685"/>
            <p:cNvSpPr/>
            <p:nvPr/>
          </p:nvSpPr>
          <p:spPr>
            <a:xfrm>
              <a:off x="8098254" y="39307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t4686"/>
            <p:cNvSpPr/>
            <p:nvPr/>
          </p:nvSpPr>
          <p:spPr>
            <a:xfrm>
              <a:off x="8463414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t4687"/>
            <p:cNvSpPr/>
            <p:nvPr/>
          </p:nvSpPr>
          <p:spPr>
            <a:xfrm>
              <a:off x="8037394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t4688"/>
            <p:cNvSpPr/>
            <p:nvPr/>
          </p:nvSpPr>
          <p:spPr>
            <a:xfrm>
              <a:off x="7915673" y="36381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t4689"/>
            <p:cNvSpPr/>
            <p:nvPr/>
          </p:nvSpPr>
          <p:spPr>
            <a:xfrm>
              <a:off x="8098254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t4690"/>
            <p:cNvSpPr/>
            <p:nvPr/>
          </p:nvSpPr>
          <p:spPr>
            <a:xfrm>
              <a:off x="7915673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t4691"/>
            <p:cNvSpPr/>
            <p:nvPr/>
          </p:nvSpPr>
          <p:spPr>
            <a:xfrm>
              <a:off x="8280834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t4692"/>
            <p:cNvSpPr/>
            <p:nvPr/>
          </p:nvSpPr>
          <p:spPr>
            <a:xfrm>
              <a:off x="8159114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t4693"/>
            <p:cNvSpPr/>
            <p:nvPr/>
          </p:nvSpPr>
          <p:spPr>
            <a:xfrm>
              <a:off x="8889435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t4694"/>
            <p:cNvSpPr/>
            <p:nvPr/>
          </p:nvSpPr>
          <p:spPr>
            <a:xfrm>
              <a:off x="7976533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t4695"/>
            <p:cNvSpPr/>
            <p:nvPr/>
          </p:nvSpPr>
          <p:spPr>
            <a:xfrm>
              <a:off x="8037394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t4696"/>
            <p:cNvSpPr/>
            <p:nvPr/>
          </p:nvSpPr>
          <p:spPr>
            <a:xfrm>
              <a:off x="7672233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t4697"/>
            <p:cNvSpPr/>
            <p:nvPr/>
          </p:nvSpPr>
          <p:spPr>
            <a:xfrm>
              <a:off x="834169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t4698"/>
            <p:cNvSpPr/>
            <p:nvPr/>
          </p:nvSpPr>
          <p:spPr>
            <a:xfrm>
              <a:off x="8219974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t4699"/>
            <p:cNvSpPr/>
            <p:nvPr/>
          </p:nvSpPr>
          <p:spPr>
            <a:xfrm>
              <a:off x="8645995" y="3223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t4700"/>
            <p:cNvSpPr/>
            <p:nvPr/>
          </p:nvSpPr>
          <p:spPr>
            <a:xfrm>
              <a:off x="8280834" y="35528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t4701"/>
            <p:cNvSpPr/>
            <p:nvPr/>
          </p:nvSpPr>
          <p:spPr>
            <a:xfrm>
              <a:off x="8767715" y="31870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t4702"/>
            <p:cNvSpPr/>
            <p:nvPr/>
          </p:nvSpPr>
          <p:spPr>
            <a:xfrm>
              <a:off x="828083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t4703"/>
            <p:cNvSpPr/>
            <p:nvPr/>
          </p:nvSpPr>
          <p:spPr>
            <a:xfrm>
              <a:off x="8341694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t4704"/>
            <p:cNvSpPr/>
            <p:nvPr/>
          </p:nvSpPr>
          <p:spPr>
            <a:xfrm>
              <a:off x="8037394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t4705"/>
            <p:cNvSpPr/>
            <p:nvPr/>
          </p:nvSpPr>
          <p:spPr>
            <a:xfrm>
              <a:off x="8402554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t4706"/>
            <p:cNvSpPr/>
            <p:nvPr/>
          </p:nvSpPr>
          <p:spPr>
            <a:xfrm>
              <a:off x="8767715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t4707"/>
            <p:cNvSpPr/>
            <p:nvPr/>
          </p:nvSpPr>
          <p:spPr>
            <a:xfrm>
              <a:off x="8219974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t4708"/>
            <p:cNvSpPr/>
            <p:nvPr/>
          </p:nvSpPr>
          <p:spPr>
            <a:xfrm>
              <a:off x="7976533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t4709"/>
            <p:cNvSpPr/>
            <p:nvPr/>
          </p:nvSpPr>
          <p:spPr>
            <a:xfrm>
              <a:off x="8280834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t4710"/>
            <p:cNvSpPr/>
            <p:nvPr/>
          </p:nvSpPr>
          <p:spPr>
            <a:xfrm>
              <a:off x="9132876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t4711"/>
            <p:cNvSpPr/>
            <p:nvPr/>
          </p:nvSpPr>
          <p:spPr>
            <a:xfrm>
              <a:off x="8463414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t4712"/>
            <p:cNvSpPr/>
            <p:nvPr/>
          </p:nvSpPr>
          <p:spPr>
            <a:xfrm>
              <a:off x="821997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t4713"/>
            <p:cNvSpPr/>
            <p:nvPr/>
          </p:nvSpPr>
          <p:spPr>
            <a:xfrm>
              <a:off x="7793953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t4714"/>
            <p:cNvSpPr/>
            <p:nvPr/>
          </p:nvSpPr>
          <p:spPr>
            <a:xfrm>
              <a:off x="809825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t4715"/>
            <p:cNvSpPr/>
            <p:nvPr/>
          </p:nvSpPr>
          <p:spPr>
            <a:xfrm>
              <a:off x="8159114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t4716"/>
            <p:cNvSpPr/>
            <p:nvPr/>
          </p:nvSpPr>
          <p:spPr>
            <a:xfrm>
              <a:off x="8463414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t4717"/>
            <p:cNvSpPr/>
            <p:nvPr/>
          </p:nvSpPr>
          <p:spPr>
            <a:xfrm>
              <a:off x="8037394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t4718"/>
            <p:cNvSpPr/>
            <p:nvPr/>
          </p:nvSpPr>
          <p:spPr>
            <a:xfrm>
              <a:off x="8402554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t4719"/>
            <p:cNvSpPr/>
            <p:nvPr/>
          </p:nvSpPr>
          <p:spPr>
            <a:xfrm>
              <a:off x="8219974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t4720"/>
            <p:cNvSpPr/>
            <p:nvPr/>
          </p:nvSpPr>
          <p:spPr>
            <a:xfrm>
              <a:off x="8280834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t4721"/>
            <p:cNvSpPr/>
            <p:nvPr/>
          </p:nvSpPr>
          <p:spPr>
            <a:xfrm>
              <a:off x="7793953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t4722"/>
            <p:cNvSpPr/>
            <p:nvPr/>
          </p:nvSpPr>
          <p:spPr>
            <a:xfrm>
              <a:off x="7915673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t4723"/>
            <p:cNvSpPr/>
            <p:nvPr/>
          </p:nvSpPr>
          <p:spPr>
            <a:xfrm>
              <a:off x="8402554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t4724"/>
            <p:cNvSpPr/>
            <p:nvPr/>
          </p:nvSpPr>
          <p:spPr>
            <a:xfrm>
              <a:off x="8219974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t4725"/>
            <p:cNvSpPr/>
            <p:nvPr/>
          </p:nvSpPr>
          <p:spPr>
            <a:xfrm>
              <a:off x="9619756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t4726"/>
            <p:cNvSpPr/>
            <p:nvPr/>
          </p:nvSpPr>
          <p:spPr>
            <a:xfrm>
              <a:off x="8037394" y="40709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t4727"/>
            <p:cNvSpPr/>
            <p:nvPr/>
          </p:nvSpPr>
          <p:spPr>
            <a:xfrm>
              <a:off x="8037394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t4728"/>
            <p:cNvSpPr/>
            <p:nvPr/>
          </p:nvSpPr>
          <p:spPr>
            <a:xfrm>
              <a:off x="7915673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t4729"/>
            <p:cNvSpPr/>
            <p:nvPr/>
          </p:nvSpPr>
          <p:spPr>
            <a:xfrm>
              <a:off x="7733093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t4730"/>
            <p:cNvSpPr/>
            <p:nvPr/>
          </p:nvSpPr>
          <p:spPr>
            <a:xfrm>
              <a:off x="8037394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t4731"/>
            <p:cNvSpPr/>
            <p:nvPr/>
          </p:nvSpPr>
          <p:spPr>
            <a:xfrm>
              <a:off x="8037394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t4732"/>
            <p:cNvSpPr/>
            <p:nvPr/>
          </p:nvSpPr>
          <p:spPr>
            <a:xfrm>
              <a:off x="8037394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t4733"/>
            <p:cNvSpPr/>
            <p:nvPr/>
          </p:nvSpPr>
          <p:spPr>
            <a:xfrm>
              <a:off x="7854813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t4734"/>
            <p:cNvSpPr/>
            <p:nvPr/>
          </p:nvSpPr>
          <p:spPr>
            <a:xfrm>
              <a:off x="7915673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t4735"/>
            <p:cNvSpPr/>
            <p:nvPr/>
          </p:nvSpPr>
          <p:spPr>
            <a:xfrm>
              <a:off x="8098254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t4736"/>
            <p:cNvSpPr/>
            <p:nvPr/>
          </p:nvSpPr>
          <p:spPr>
            <a:xfrm>
              <a:off x="7793953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t4737"/>
            <p:cNvSpPr/>
            <p:nvPr/>
          </p:nvSpPr>
          <p:spPr>
            <a:xfrm>
              <a:off x="7733093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t4738"/>
            <p:cNvSpPr/>
            <p:nvPr/>
          </p:nvSpPr>
          <p:spPr>
            <a:xfrm>
              <a:off x="7733093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t4739"/>
            <p:cNvSpPr/>
            <p:nvPr/>
          </p:nvSpPr>
          <p:spPr>
            <a:xfrm>
              <a:off x="7915673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t4740"/>
            <p:cNvSpPr/>
            <p:nvPr/>
          </p:nvSpPr>
          <p:spPr>
            <a:xfrm>
              <a:off x="7854813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t4741"/>
            <p:cNvSpPr/>
            <p:nvPr/>
          </p:nvSpPr>
          <p:spPr>
            <a:xfrm>
              <a:off x="8159114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t4742"/>
            <p:cNvSpPr/>
            <p:nvPr/>
          </p:nvSpPr>
          <p:spPr>
            <a:xfrm>
              <a:off x="8159114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t4743"/>
            <p:cNvSpPr/>
            <p:nvPr/>
          </p:nvSpPr>
          <p:spPr>
            <a:xfrm>
              <a:off x="773309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t4744"/>
            <p:cNvSpPr/>
            <p:nvPr/>
          </p:nvSpPr>
          <p:spPr>
            <a:xfrm>
              <a:off x="7793953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t4745"/>
            <p:cNvSpPr/>
            <p:nvPr/>
          </p:nvSpPr>
          <p:spPr>
            <a:xfrm>
              <a:off x="7915673" y="32114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t4746"/>
            <p:cNvSpPr/>
            <p:nvPr/>
          </p:nvSpPr>
          <p:spPr>
            <a:xfrm>
              <a:off x="7672233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t4747"/>
            <p:cNvSpPr/>
            <p:nvPr/>
          </p:nvSpPr>
          <p:spPr>
            <a:xfrm>
              <a:off x="7915673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t4748"/>
            <p:cNvSpPr/>
            <p:nvPr/>
          </p:nvSpPr>
          <p:spPr>
            <a:xfrm>
              <a:off x="8219974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t4749"/>
            <p:cNvSpPr/>
            <p:nvPr/>
          </p:nvSpPr>
          <p:spPr>
            <a:xfrm>
              <a:off x="7854813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t4750"/>
            <p:cNvSpPr/>
            <p:nvPr/>
          </p:nvSpPr>
          <p:spPr>
            <a:xfrm>
              <a:off x="7733093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t4751"/>
            <p:cNvSpPr/>
            <p:nvPr/>
          </p:nvSpPr>
          <p:spPr>
            <a:xfrm>
              <a:off x="7915673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t4752"/>
            <p:cNvSpPr/>
            <p:nvPr/>
          </p:nvSpPr>
          <p:spPr>
            <a:xfrm>
              <a:off x="7854813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t4753"/>
            <p:cNvSpPr/>
            <p:nvPr/>
          </p:nvSpPr>
          <p:spPr>
            <a:xfrm>
              <a:off x="80982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t4754"/>
            <p:cNvSpPr/>
            <p:nvPr/>
          </p:nvSpPr>
          <p:spPr>
            <a:xfrm>
              <a:off x="7854813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t4755"/>
            <p:cNvSpPr/>
            <p:nvPr/>
          </p:nvSpPr>
          <p:spPr>
            <a:xfrm>
              <a:off x="7672233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t4756"/>
            <p:cNvSpPr/>
            <p:nvPr/>
          </p:nvSpPr>
          <p:spPr>
            <a:xfrm>
              <a:off x="8280834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t4757"/>
            <p:cNvSpPr/>
            <p:nvPr/>
          </p:nvSpPr>
          <p:spPr>
            <a:xfrm>
              <a:off x="8219974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t4758"/>
            <p:cNvSpPr/>
            <p:nvPr/>
          </p:nvSpPr>
          <p:spPr>
            <a:xfrm>
              <a:off x="7915673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t4759"/>
            <p:cNvSpPr/>
            <p:nvPr/>
          </p:nvSpPr>
          <p:spPr>
            <a:xfrm>
              <a:off x="8524274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t4760"/>
            <p:cNvSpPr/>
            <p:nvPr/>
          </p:nvSpPr>
          <p:spPr>
            <a:xfrm>
              <a:off x="7672233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t4761"/>
            <p:cNvSpPr/>
            <p:nvPr/>
          </p:nvSpPr>
          <p:spPr>
            <a:xfrm>
              <a:off x="7793953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t4762"/>
            <p:cNvSpPr/>
            <p:nvPr/>
          </p:nvSpPr>
          <p:spPr>
            <a:xfrm>
              <a:off x="7733093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t4763"/>
            <p:cNvSpPr/>
            <p:nvPr/>
          </p:nvSpPr>
          <p:spPr>
            <a:xfrm>
              <a:off x="8585135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t4764"/>
            <p:cNvSpPr/>
            <p:nvPr/>
          </p:nvSpPr>
          <p:spPr>
            <a:xfrm>
              <a:off x="7672233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t4765"/>
            <p:cNvSpPr/>
            <p:nvPr/>
          </p:nvSpPr>
          <p:spPr>
            <a:xfrm>
              <a:off x="7733093" y="41502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t4766"/>
            <p:cNvSpPr/>
            <p:nvPr/>
          </p:nvSpPr>
          <p:spPr>
            <a:xfrm>
              <a:off x="8280834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t4767"/>
            <p:cNvSpPr/>
            <p:nvPr/>
          </p:nvSpPr>
          <p:spPr>
            <a:xfrm>
              <a:off x="8219974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t4768"/>
            <p:cNvSpPr/>
            <p:nvPr/>
          </p:nvSpPr>
          <p:spPr>
            <a:xfrm>
              <a:off x="8037394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t4769"/>
            <p:cNvSpPr/>
            <p:nvPr/>
          </p:nvSpPr>
          <p:spPr>
            <a:xfrm>
              <a:off x="8219974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t4770"/>
            <p:cNvSpPr/>
            <p:nvPr/>
          </p:nvSpPr>
          <p:spPr>
            <a:xfrm>
              <a:off x="8219974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t4771"/>
            <p:cNvSpPr/>
            <p:nvPr/>
          </p:nvSpPr>
          <p:spPr>
            <a:xfrm>
              <a:off x="7672233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t4772"/>
            <p:cNvSpPr/>
            <p:nvPr/>
          </p:nvSpPr>
          <p:spPr>
            <a:xfrm>
              <a:off x="8098254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t4773"/>
            <p:cNvSpPr/>
            <p:nvPr/>
          </p:nvSpPr>
          <p:spPr>
            <a:xfrm>
              <a:off x="7976533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t4774"/>
            <p:cNvSpPr/>
            <p:nvPr/>
          </p:nvSpPr>
          <p:spPr>
            <a:xfrm>
              <a:off x="8098254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t4775"/>
            <p:cNvSpPr/>
            <p:nvPr/>
          </p:nvSpPr>
          <p:spPr>
            <a:xfrm>
              <a:off x="7854813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t4776"/>
            <p:cNvSpPr/>
            <p:nvPr/>
          </p:nvSpPr>
          <p:spPr>
            <a:xfrm>
              <a:off x="8645995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t4777"/>
            <p:cNvSpPr/>
            <p:nvPr/>
          </p:nvSpPr>
          <p:spPr>
            <a:xfrm>
              <a:off x="828083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t4778"/>
            <p:cNvSpPr/>
            <p:nvPr/>
          </p:nvSpPr>
          <p:spPr>
            <a:xfrm>
              <a:off x="7672233" y="4186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t4779"/>
            <p:cNvSpPr/>
            <p:nvPr/>
          </p:nvSpPr>
          <p:spPr>
            <a:xfrm>
              <a:off x="7915673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t4780"/>
            <p:cNvSpPr/>
            <p:nvPr/>
          </p:nvSpPr>
          <p:spPr>
            <a:xfrm>
              <a:off x="8767715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t4781"/>
            <p:cNvSpPr/>
            <p:nvPr/>
          </p:nvSpPr>
          <p:spPr>
            <a:xfrm>
              <a:off x="7672233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t4782"/>
            <p:cNvSpPr/>
            <p:nvPr/>
          </p:nvSpPr>
          <p:spPr>
            <a:xfrm>
              <a:off x="8280834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t4783"/>
            <p:cNvSpPr/>
            <p:nvPr/>
          </p:nvSpPr>
          <p:spPr>
            <a:xfrm>
              <a:off x="8828575" y="3479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t4784"/>
            <p:cNvSpPr/>
            <p:nvPr/>
          </p:nvSpPr>
          <p:spPr>
            <a:xfrm>
              <a:off x="8341694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t4785"/>
            <p:cNvSpPr/>
            <p:nvPr/>
          </p:nvSpPr>
          <p:spPr>
            <a:xfrm>
              <a:off x="9132876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t4786"/>
            <p:cNvSpPr/>
            <p:nvPr/>
          </p:nvSpPr>
          <p:spPr>
            <a:xfrm>
              <a:off x="7976533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t4787"/>
            <p:cNvSpPr/>
            <p:nvPr/>
          </p:nvSpPr>
          <p:spPr>
            <a:xfrm>
              <a:off x="7672233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t4788"/>
            <p:cNvSpPr/>
            <p:nvPr/>
          </p:nvSpPr>
          <p:spPr>
            <a:xfrm>
              <a:off x="7854813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t4789"/>
            <p:cNvSpPr/>
            <p:nvPr/>
          </p:nvSpPr>
          <p:spPr>
            <a:xfrm>
              <a:off x="8159114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t4790"/>
            <p:cNvSpPr/>
            <p:nvPr/>
          </p:nvSpPr>
          <p:spPr>
            <a:xfrm>
              <a:off x="791567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t4791"/>
            <p:cNvSpPr/>
            <p:nvPr/>
          </p:nvSpPr>
          <p:spPr>
            <a:xfrm>
              <a:off x="8159114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t4792"/>
            <p:cNvSpPr/>
            <p:nvPr/>
          </p:nvSpPr>
          <p:spPr>
            <a:xfrm>
              <a:off x="8706855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t4793"/>
            <p:cNvSpPr/>
            <p:nvPr/>
          </p:nvSpPr>
          <p:spPr>
            <a:xfrm>
              <a:off x="8402554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t4794"/>
            <p:cNvSpPr/>
            <p:nvPr/>
          </p:nvSpPr>
          <p:spPr>
            <a:xfrm>
              <a:off x="8280834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t4795"/>
            <p:cNvSpPr/>
            <p:nvPr/>
          </p:nvSpPr>
          <p:spPr>
            <a:xfrm>
              <a:off x="852427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t4796"/>
            <p:cNvSpPr/>
            <p:nvPr/>
          </p:nvSpPr>
          <p:spPr>
            <a:xfrm>
              <a:off x="8280834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t4797"/>
            <p:cNvSpPr/>
            <p:nvPr/>
          </p:nvSpPr>
          <p:spPr>
            <a:xfrm>
              <a:off x="8341694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t4798"/>
            <p:cNvSpPr/>
            <p:nvPr/>
          </p:nvSpPr>
          <p:spPr>
            <a:xfrm>
              <a:off x="809825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t4799"/>
            <p:cNvSpPr/>
            <p:nvPr/>
          </p:nvSpPr>
          <p:spPr>
            <a:xfrm>
              <a:off x="840255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t4800"/>
            <p:cNvSpPr/>
            <p:nvPr/>
          </p:nvSpPr>
          <p:spPr>
            <a:xfrm>
              <a:off x="803739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t4801"/>
            <p:cNvSpPr/>
            <p:nvPr/>
          </p:nvSpPr>
          <p:spPr>
            <a:xfrm>
              <a:off x="7976533" y="39795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t4802"/>
            <p:cNvSpPr/>
            <p:nvPr/>
          </p:nvSpPr>
          <p:spPr>
            <a:xfrm>
              <a:off x="8585135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t4803"/>
            <p:cNvSpPr/>
            <p:nvPr/>
          </p:nvSpPr>
          <p:spPr>
            <a:xfrm>
              <a:off x="8585135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t4804"/>
            <p:cNvSpPr/>
            <p:nvPr/>
          </p:nvSpPr>
          <p:spPr>
            <a:xfrm>
              <a:off x="8402554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t4805"/>
            <p:cNvSpPr/>
            <p:nvPr/>
          </p:nvSpPr>
          <p:spPr>
            <a:xfrm>
              <a:off x="7915673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t4806"/>
            <p:cNvSpPr/>
            <p:nvPr/>
          </p:nvSpPr>
          <p:spPr>
            <a:xfrm>
              <a:off x="8098254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t4807"/>
            <p:cNvSpPr/>
            <p:nvPr/>
          </p:nvSpPr>
          <p:spPr>
            <a:xfrm>
              <a:off x="7854813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t4808"/>
            <p:cNvSpPr/>
            <p:nvPr/>
          </p:nvSpPr>
          <p:spPr>
            <a:xfrm>
              <a:off x="8037394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t4809"/>
            <p:cNvSpPr/>
            <p:nvPr/>
          </p:nvSpPr>
          <p:spPr>
            <a:xfrm>
              <a:off x="834169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t4810"/>
            <p:cNvSpPr/>
            <p:nvPr/>
          </p:nvSpPr>
          <p:spPr>
            <a:xfrm>
              <a:off x="8828575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t4811"/>
            <p:cNvSpPr/>
            <p:nvPr/>
          </p:nvSpPr>
          <p:spPr>
            <a:xfrm>
              <a:off x="834169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t4812"/>
            <p:cNvSpPr/>
            <p:nvPr/>
          </p:nvSpPr>
          <p:spPr>
            <a:xfrm>
              <a:off x="7854813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t4813"/>
            <p:cNvSpPr/>
            <p:nvPr/>
          </p:nvSpPr>
          <p:spPr>
            <a:xfrm>
              <a:off x="821997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t4814"/>
            <p:cNvSpPr/>
            <p:nvPr/>
          </p:nvSpPr>
          <p:spPr>
            <a:xfrm>
              <a:off x="803739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t4815"/>
            <p:cNvSpPr/>
            <p:nvPr/>
          </p:nvSpPr>
          <p:spPr>
            <a:xfrm>
              <a:off x="815911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t4816"/>
            <p:cNvSpPr/>
            <p:nvPr/>
          </p:nvSpPr>
          <p:spPr>
            <a:xfrm>
              <a:off x="785481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t4817"/>
            <p:cNvSpPr/>
            <p:nvPr/>
          </p:nvSpPr>
          <p:spPr>
            <a:xfrm>
              <a:off x="834169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t4818"/>
            <p:cNvSpPr/>
            <p:nvPr/>
          </p:nvSpPr>
          <p:spPr>
            <a:xfrm>
              <a:off x="834169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t4819"/>
            <p:cNvSpPr/>
            <p:nvPr/>
          </p:nvSpPr>
          <p:spPr>
            <a:xfrm>
              <a:off x="803739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t4820"/>
            <p:cNvSpPr/>
            <p:nvPr/>
          </p:nvSpPr>
          <p:spPr>
            <a:xfrm>
              <a:off x="8037394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t4821"/>
            <p:cNvSpPr/>
            <p:nvPr/>
          </p:nvSpPr>
          <p:spPr>
            <a:xfrm>
              <a:off x="828083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t4822"/>
            <p:cNvSpPr/>
            <p:nvPr/>
          </p:nvSpPr>
          <p:spPr>
            <a:xfrm>
              <a:off x="8585135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t4823"/>
            <p:cNvSpPr/>
            <p:nvPr/>
          </p:nvSpPr>
          <p:spPr>
            <a:xfrm>
              <a:off x="821997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t4824"/>
            <p:cNvSpPr/>
            <p:nvPr/>
          </p:nvSpPr>
          <p:spPr>
            <a:xfrm>
              <a:off x="8219974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t4825"/>
            <p:cNvSpPr/>
            <p:nvPr/>
          </p:nvSpPr>
          <p:spPr>
            <a:xfrm>
              <a:off x="821997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t4826"/>
            <p:cNvSpPr/>
            <p:nvPr/>
          </p:nvSpPr>
          <p:spPr>
            <a:xfrm>
              <a:off x="8341694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t4827"/>
            <p:cNvSpPr/>
            <p:nvPr/>
          </p:nvSpPr>
          <p:spPr>
            <a:xfrm>
              <a:off x="8098254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t4828"/>
            <p:cNvSpPr/>
            <p:nvPr/>
          </p:nvSpPr>
          <p:spPr>
            <a:xfrm>
              <a:off x="8463414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t4829"/>
            <p:cNvSpPr/>
            <p:nvPr/>
          </p:nvSpPr>
          <p:spPr>
            <a:xfrm>
              <a:off x="80982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t4830"/>
            <p:cNvSpPr/>
            <p:nvPr/>
          </p:nvSpPr>
          <p:spPr>
            <a:xfrm>
              <a:off x="797653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t4831"/>
            <p:cNvSpPr/>
            <p:nvPr/>
          </p:nvSpPr>
          <p:spPr>
            <a:xfrm>
              <a:off x="7915673" y="37478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t4832"/>
            <p:cNvSpPr/>
            <p:nvPr/>
          </p:nvSpPr>
          <p:spPr>
            <a:xfrm>
              <a:off x="779395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t4833"/>
            <p:cNvSpPr/>
            <p:nvPr/>
          </p:nvSpPr>
          <p:spPr>
            <a:xfrm>
              <a:off x="846341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t4834"/>
            <p:cNvSpPr/>
            <p:nvPr/>
          </p:nvSpPr>
          <p:spPr>
            <a:xfrm>
              <a:off x="7915673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t4835"/>
            <p:cNvSpPr/>
            <p:nvPr/>
          </p:nvSpPr>
          <p:spPr>
            <a:xfrm>
              <a:off x="8098254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t4836"/>
            <p:cNvSpPr/>
            <p:nvPr/>
          </p:nvSpPr>
          <p:spPr>
            <a:xfrm>
              <a:off x="7854813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t4837"/>
            <p:cNvSpPr/>
            <p:nvPr/>
          </p:nvSpPr>
          <p:spPr>
            <a:xfrm>
              <a:off x="8280834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t4838"/>
            <p:cNvSpPr/>
            <p:nvPr/>
          </p:nvSpPr>
          <p:spPr>
            <a:xfrm>
              <a:off x="8645995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t4839"/>
            <p:cNvSpPr/>
            <p:nvPr/>
          </p:nvSpPr>
          <p:spPr>
            <a:xfrm>
              <a:off x="8098254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t4840"/>
            <p:cNvSpPr/>
            <p:nvPr/>
          </p:nvSpPr>
          <p:spPr>
            <a:xfrm>
              <a:off x="7793953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t4841"/>
            <p:cNvSpPr/>
            <p:nvPr/>
          </p:nvSpPr>
          <p:spPr>
            <a:xfrm>
              <a:off x="803739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t4842"/>
            <p:cNvSpPr/>
            <p:nvPr/>
          </p:nvSpPr>
          <p:spPr>
            <a:xfrm>
              <a:off x="8341694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t4843"/>
            <p:cNvSpPr/>
            <p:nvPr/>
          </p:nvSpPr>
          <p:spPr>
            <a:xfrm>
              <a:off x="8098254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t4844"/>
            <p:cNvSpPr/>
            <p:nvPr/>
          </p:nvSpPr>
          <p:spPr>
            <a:xfrm>
              <a:off x="7793953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t4845"/>
            <p:cNvSpPr/>
            <p:nvPr/>
          </p:nvSpPr>
          <p:spPr>
            <a:xfrm>
              <a:off x="8098254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t4846"/>
            <p:cNvSpPr/>
            <p:nvPr/>
          </p:nvSpPr>
          <p:spPr>
            <a:xfrm>
              <a:off x="7672233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t4847"/>
            <p:cNvSpPr/>
            <p:nvPr/>
          </p:nvSpPr>
          <p:spPr>
            <a:xfrm>
              <a:off x="8098254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t4848"/>
            <p:cNvSpPr/>
            <p:nvPr/>
          </p:nvSpPr>
          <p:spPr>
            <a:xfrm>
              <a:off x="8219974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t4849"/>
            <p:cNvSpPr/>
            <p:nvPr/>
          </p:nvSpPr>
          <p:spPr>
            <a:xfrm>
              <a:off x="7672233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t4850"/>
            <p:cNvSpPr/>
            <p:nvPr/>
          </p:nvSpPr>
          <p:spPr>
            <a:xfrm>
              <a:off x="7672233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t4851"/>
            <p:cNvSpPr/>
            <p:nvPr/>
          </p:nvSpPr>
          <p:spPr>
            <a:xfrm>
              <a:off x="8159114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t4852"/>
            <p:cNvSpPr/>
            <p:nvPr/>
          </p:nvSpPr>
          <p:spPr>
            <a:xfrm>
              <a:off x="9132876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t4853"/>
            <p:cNvSpPr/>
            <p:nvPr/>
          </p:nvSpPr>
          <p:spPr>
            <a:xfrm>
              <a:off x="7672233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t4854"/>
            <p:cNvSpPr/>
            <p:nvPr/>
          </p:nvSpPr>
          <p:spPr>
            <a:xfrm>
              <a:off x="7793953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t4855"/>
            <p:cNvSpPr/>
            <p:nvPr/>
          </p:nvSpPr>
          <p:spPr>
            <a:xfrm>
              <a:off x="8645995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t4856"/>
            <p:cNvSpPr/>
            <p:nvPr/>
          </p:nvSpPr>
          <p:spPr>
            <a:xfrm>
              <a:off x="84025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t4857"/>
            <p:cNvSpPr/>
            <p:nvPr/>
          </p:nvSpPr>
          <p:spPr>
            <a:xfrm>
              <a:off x="7976533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t4858"/>
            <p:cNvSpPr/>
            <p:nvPr/>
          </p:nvSpPr>
          <p:spPr>
            <a:xfrm>
              <a:off x="7854813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t4859"/>
            <p:cNvSpPr/>
            <p:nvPr/>
          </p:nvSpPr>
          <p:spPr>
            <a:xfrm>
              <a:off x="8585135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t4860"/>
            <p:cNvSpPr/>
            <p:nvPr/>
          </p:nvSpPr>
          <p:spPr>
            <a:xfrm>
              <a:off x="8524274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t4861"/>
            <p:cNvSpPr/>
            <p:nvPr/>
          </p:nvSpPr>
          <p:spPr>
            <a:xfrm>
              <a:off x="7854813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t4862"/>
            <p:cNvSpPr/>
            <p:nvPr/>
          </p:nvSpPr>
          <p:spPr>
            <a:xfrm>
              <a:off x="8219974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t4863"/>
            <p:cNvSpPr/>
            <p:nvPr/>
          </p:nvSpPr>
          <p:spPr>
            <a:xfrm>
              <a:off x="834169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t4864"/>
            <p:cNvSpPr/>
            <p:nvPr/>
          </p:nvSpPr>
          <p:spPr>
            <a:xfrm>
              <a:off x="8706855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t4865"/>
            <p:cNvSpPr/>
            <p:nvPr/>
          </p:nvSpPr>
          <p:spPr>
            <a:xfrm>
              <a:off x="852427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t4866"/>
            <p:cNvSpPr/>
            <p:nvPr/>
          </p:nvSpPr>
          <p:spPr>
            <a:xfrm>
              <a:off x="8159114" y="3784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t4867"/>
            <p:cNvSpPr/>
            <p:nvPr/>
          </p:nvSpPr>
          <p:spPr>
            <a:xfrm>
              <a:off x="8524274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t4868"/>
            <p:cNvSpPr/>
            <p:nvPr/>
          </p:nvSpPr>
          <p:spPr>
            <a:xfrm>
              <a:off x="7672233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t4869"/>
            <p:cNvSpPr/>
            <p:nvPr/>
          </p:nvSpPr>
          <p:spPr>
            <a:xfrm>
              <a:off x="8037394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t4870"/>
            <p:cNvSpPr/>
            <p:nvPr/>
          </p:nvSpPr>
          <p:spPr>
            <a:xfrm>
              <a:off x="8402554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t4871"/>
            <p:cNvSpPr/>
            <p:nvPr/>
          </p:nvSpPr>
          <p:spPr>
            <a:xfrm>
              <a:off x="8098254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t4872"/>
            <p:cNvSpPr/>
            <p:nvPr/>
          </p:nvSpPr>
          <p:spPr>
            <a:xfrm>
              <a:off x="8463414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t4873"/>
            <p:cNvSpPr/>
            <p:nvPr/>
          </p:nvSpPr>
          <p:spPr>
            <a:xfrm>
              <a:off x="7976533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t4874"/>
            <p:cNvSpPr/>
            <p:nvPr/>
          </p:nvSpPr>
          <p:spPr>
            <a:xfrm>
              <a:off x="8037394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t4875"/>
            <p:cNvSpPr/>
            <p:nvPr/>
          </p:nvSpPr>
          <p:spPr>
            <a:xfrm>
              <a:off x="7793953" y="42111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t4876"/>
            <p:cNvSpPr/>
            <p:nvPr/>
          </p:nvSpPr>
          <p:spPr>
            <a:xfrm>
              <a:off x="7672233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t4877"/>
            <p:cNvSpPr/>
            <p:nvPr/>
          </p:nvSpPr>
          <p:spPr>
            <a:xfrm>
              <a:off x="815911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t4878"/>
            <p:cNvSpPr/>
            <p:nvPr/>
          </p:nvSpPr>
          <p:spPr>
            <a:xfrm>
              <a:off x="8159114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t4879"/>
            <p:cNvSpPr/>
            <p:nvPr/>
          </p:nvSpPr>
          <p:spPr>
            <a:xfrm>
              <a:off x="815911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t4880"/>
            <p:cNvSpPr/>
            <p:nvPr/>
          </p:nvSpPr>
          <p:spPr>
            <a:xfrm>
              <a:off x="7672233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t4881"/>
            <p:cNvSpPr/>
            <p:nvPr/>
          </p:nvSpPr>
          <p:spPr>
            <a:xfrm>
              <a:off x="8037394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t4882"/>
            <p:cNvSpPr/>
            <p:nvPr/>
          </p:nvSpPr>
          <p:spPr>
            <a:xfrm>
              <a:off x="8098254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t4883"/>
            <p:cNvSpPr/>
            <p:nvPr/>
          </p:nvSpPr>
          <p:spPr>
            <a:xfrm>
              <a:off x="7733093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t4884"/>
            <p:cNvSpPr/>
            <p:nvPr/>
          </p:nvSpPr>
          <p:spPr>
            <a:xfrm>
              <a:off x="779395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t4885"/>
            <p:cNvSpPr/>
            <p:nvPr/>
          </p:nvSpPr>
          <p:spPr>
            <a:xfrm>
              <a:off x="7915673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t4886"/>
            <p:cNvSpPr/>
            <p:nvPr/>
          </p:nvSpPr>
          <p:spPr>
            <a:xfrm>
              <a:off x="815911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t4887"/>
            <p:cNvSpPr/>
            <p:nvPr/>
          </p:nvSpPr>
          <p:spPr>
            <a:xfrm>
              <a:off x="7672233" y="4259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t4888"/>
            <p:cNvSpPr/>
            <p:nvPr/>
          </p:nvSpPr>
          <p:spPr>
            <a:xfrm>
              <a:off x="8767715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t4889"/>
            <p:cNvSpPr/>
            <p:nvPr/>
          </p:nvSpPr>
          <p:spPr>
            <a:xfrm>
              <a:off x="8828575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t4890"/>
            <p:cNvSpPr/>
            <p:nvPr/>
          </p:nvSpPr>
          <p:spPr>
            <a:xfrm>
              <a:off x="8280834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t4891"/>
            <p:cNvSpPr/>
            <p:nvPr/>
          </p:nvSpPr>
          <p:spPr>
            <a:xfrm>
              <a:off x="8524274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t4892"/>
            <p:cNvSpPr/>
            <p:nvPr/>
          </p:nvSpPr>
          <p:spPr>
            <a:xfrm>
              <a:off x="8524274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t4893"/>
            <p:cNvSpPr/>
            <p:nvPr/>
          </p:nvSpPr>
          <p:spPr>
            <a:xfrm>
              <a:off x="7793953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t4894"/>
            <p:cNvSpPr/>
            <p:nvPr/>
          </p:nvSpPr>
          <p:spPr>
            <a:xfrm>
              <a:off x="8645995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t4895"/>
            <p:cNvSpPr/>
            <p:nvPr/>
          </p:nvSpPr>
          <p:spPr>
            <a:xfrm>
              <a:off x="852427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t4896"/>
            <p:cNvSpPr/>
            <p:nvPr/>
          </p:nvSpPr>
          <p:spPr>
            <a:xfrm>
              <a:off x="7854813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t4897"/>
            <p:cNvSpPr/>
            <p:nvPr/>
          </p:nvSpPr>
          <p:spPr>
            <a:xfrm>
              <a:off x="7793953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t4898"/>
            <p:cNvSpPr/>
            <p:nvPr/>
          </p:nvSpPr>
          <p:spPr>
            <a:xfrm>
              <a:off x="7733093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t4899"/>
            <p:cNvSpPr/>
            <p:nvPr/>
          </p:nvSpPr>
          <p:spPr>
            <a:xfrm>
              <a:off x="7854813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t4900"/>
            <p:cNvSpPr/>
            <p:nvPr/>
          </p:nvSpPr>
          <p:spPr>
            <a:xfrm>
              <a:off x="7672233" y="4174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t4901"/>
            <p:cNvSpPr/>
            <p:nvPr/>
          </p:nvSpPr>
          <p:spPr>
            <a:xfrm>
              <a:off x="815911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t4902"/>
            <p:cNvSpPr/>
            <p:nvPr/>
          </p:nvSpPr>
          <p:spPr>
            <a:xfrm>
              <a:off x="809825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t4903"/>
            <p:cNvSpPr/>
            <p:nvPr/>
          </p:nvSpPr>
          <p:spPr>
            <a:xfrm>
              <a:off x="7672233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t4904"/>
            <p:cNvSpPr/>
            <p:nvPr/>
          </p:nvSpPr>
          <p:spPr>
            <a:xfrm>
              <a:off x="8037394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g4905"/>
            <p:cNvSpPr/>
            <p:nvPr/>
          </p:nvSpPr>
          <p:spPr>
            <a:xfrm>
              <a:off x="7690283" y="2811237"/>
              <a:ext cx="1947523" cy="1319979"/>
            </a:xfrm>
            <a:custGeom>
              <a:avLst/>
              <a:pathLst>
                <a:path w="1947523" h="1319979">
                  <a:moveTo>
                    <a:pt x="0" y="1190343"/>
                  </a:moveTo>
                  <a:lnTo>
                    <a:pt x="24652" y="1174004"/>
                  </a:lnTo>
                  <a:lnTo>
                    <a:pt x="49304" y="1157599"/>
                  </a:lnTo>
                  <a:lnTo>
                    <a:pt x="73956" y="1141116"/>
                  </a:lnTo>
                  <a:lnTo>
                    <a:pt x="98608" y="1124543"/>
                  </a:lnTo>
                  <a:lnTo>
                    <a:pt x="123260" y="1107867"/>
                  </a:lnTo>
                  <a:lnTo>
                    <a:pt x="147913" y="1091074"/>
                  </a:lnTo>
                  <a:lnTo>
                    <a:pt x="172565" y="1074154"/>
                  </a:lnTo>
                  <a:lnTo>
                    <a:pt x="197217" y="1057097"/>
                  </a:lnTo>
                  <a:lnTo>
                    <a:pt x="221869" y="1039899"/>
                  </a:lnTo>
                  <a:lnTo>
                    <a:pt x="246521" y="1022564"/>
                  </a:lnTo>
                  <a:lnTo>
                    <a:pt x="271174" y="1005102"/>
                  </a:lnTo>
                  <a:lnTo>
                    <a:pt x="295826" y="987532"/>
                  </a:lnTo>
                  <a:lnTo>
                    <a:pt x="320478" y="969882"/>
                  </a:lnTo>
                  <a:lnTo>
                    <a:pt x="345130" y="952186"/>
                  </a:lnTo>
                  <a:lnTo>
                    <a:pt x="369782" y="934481"/>
                  </a:lnTo>
                  <a:lnTo>
                    <a:pt x="394435" y="916809"/>
                  </a:lnTo>
                  <a:lnTo>
                    <a:pt x="419087" y="899207"/>
                  </a:lnTo>
                  <a:lnTo>
                    <a:pt x="443739" y="881713"/>
                  </a:lnTo>
                  <a:lnTo>
                    <a:pt x="468391" y="864357"/>
                  </a:lnTo>
                  <a:lnTo>
                    <a:pt x="493043" y="847169"/>
                  </a:lnTo>
                  <a:lnTo>
                    <a:pt x="517696" y="830171"/>
                  </a:lnTo>
                  <a:lnTo>
                    <a:pt x="542348" y="813382"/>
                  </a:lnTo>
                  <a:lnTo>
                    <a:pt x="567000" y="796815"/>
                  </a:lnTo>
                  <a:lnTo>
                    <a:pt x="591652" y="780481"/>
                  </a:lnTo>
                  <a:lnTo>
                    <a:pt x="616304" y="764386"/>
                  </a:lnTo>
                  <a:lnTo>
                    <a:pt x="640957" y="748533"/>
                  </a:lnTo>
                  <a:lnTo>
                    <a:pt x="665609" y="732922"/>
                  </a:lnTo>
                  <a:lnTo>
                    <a:pt x="690261" y="717550"/>
                  </a:lnTo>
                  <a:lnTo>
                    <a:pt x="714913" y="702412"/>
                  </a:lnTo>
                  <a:lnTo>
                    <a:pt x="739565" y="687498"/>
                  </a:lnTo>
                  <a:lnTo>
                    <a:pt x="764218" y="672799"/>
                  </a:lnTo>
                  <a:lnTo>
                    <a:pt x="788870" y="658301"/>
                  </a:lnTo>
                  <a:lnTo>
                    <a:pt x="813522" y="643988"/>
                  </a:lnTo>
                  <a:lnTo>
                    <a:pt x="838174" y="629843"/>
                  </a:lnTo>
                  <a:lnTo>
                    <a:pt x="862826" y="615847"/>
                  </a:lnTo>
                  <a:lnTo>
                    <a:pt x="887479" y="601978"/>
                  </a:lnTo>
                  <a:lnTo>
                    <a:pt x="912131" y="588215"/>
                  </a:lnTo>
                  <a:lnTo>
                    <a:pt x="936783" y="574536"/>
                  </a:lnTo>
                  <a:lnTo>
                    <a:pt x="961435" y="560919"/>
                  </a:lnTo>
                  <a:lnTo>
                    <a:pt x="986087" y="547343"/>
                  </a:lnTo>
                  <a:lnTo>
                    <a:pt x="1010740" y="533787"/>
                  </a:lnTo>
                  <a:lnTo>
                    <a:pt x="1035392" y="520236"/>
                  </a:lnTo>
                  <a:lnTo>
                    <a:pt x="1060044" y="506672"/>
                  </a:lnTo>
                  <a:lnTo>
                    <a:pt x="1084696" y="493084"/>
                  </a:lnTo>
                  <a:lnTo>
                    <a:pt x="1109348" y="479463"/>
                  </a:lnTo>
                  <a:lnTo>
                    <a:pt x="1134001" y="465800"/>
                  </a:lnTo>
                  <a:lnTo>
                    <a:pt x="1158653" y="452091"/>
                  </a:lnTo>
                  <a:lnTo>
                    <a:pt x="1183305" y="438334"/>
                  </a:lnTo>
                  <a:lnTo>
                    <a:pt x="1207957" y="424528"/>
                  </a:lnTo>
                  <a:lnTo>
                    <a:pt x="1232609" y="410673"/>
                  </a:lnTo>
                  <a:lnTo>
                    <a:pt x="1257262" y="396772"/>
                  </a:lnTo>
                  <a:lnTo>
                    <a:pt x="1281914" y="382827"/>
                  </a:lnTo>
                  <a:lnTo>
                    <a:pt x="1306566" y="368841"/>
                  </a:lnTo>
                  <a:lnTo>
                    <a:pt x="1331218" y="354817"/>
                  </a:lnTo>
                  <a:lnTo>
                    <a:pt x="1355870" y="340758"/>
                  </a:lnTo>
                  <a:lnTo>
                    <a:pt x="1380523" y="326670"/>
                  </a:lnTo>
                  <a:lnTo>
                    <a:pt x="1405175" y="312554"/>
                  </a:lnTo>
                  <a:lnTo>
                    <a:pt x="1429827" y="298414"/>
                  </a:lnTo>
                  <a:lnTo>
                    <a:pt x="1454479" y="284254"/>
                  </a:lnTo>
                  <a:lnTo>
                    <a:pt x="1479131" y="270076"/>
                  </a:lnTo>
                  <a:lnTo>
                    <a:pt x="1503784" y="255883"/>
                  </a:lnTo>
                  <a:lnTo>
                    <a:pt x="1528436" y="241677"/>
                  </a:lnTo>
                  <a:lnTo>
                    <a:pt x="1553088" y="227462"/>
                  </a:lnTo>
                  <a:lnTo>
                    <a:pt x="1577740" y="213239"/>
                  </a:lnTo>
                  <a:lnTo>
                    <a:pt x="1602392" y="199011"/>
                  </a:lnTo>
                  <a:lnTo>
                    <a:pt x="1627045" y="184778"/>
                  </a:lnTo>
                  <a:lnTo>
                    <a:pt x="1651697" y="170543"/>
                  </a:lnTo>
                  <a:lnTo>
                    <a:pt x="1676349" y="156308"/>
                  </a:lnTo>
                  <a:lnTo>
                    <a:pt x="1701001" y="142073"/>
                  </a:lnTo>
                  <a:lnTo>
                    <a:pt x="1725653" y="127841"/>
                  </a:lnTo>
                  <a:lnTo>
                    <a:pt x="1750306" y="113611"/>
                  </a:lnTo>
                  <a:lnTo>
                    <a:pt x="1774958" y="99386"/>
                  </a:lnTo>
                  <a:lnTo>
                    <a:pt x="1799610" y="85166"/>
                  </a:lnTo>
                  <a:lnTo>
                    <a:pt x="1824262" y="70952"/>
                  </a:lnTo>
                  <a:lnTo>
                    <a:pt x="1848914" y="56744"/>
                  </a:lnTo>
                  <a:lnTo>
                    <a:pt x="1873566" y="42545"/>
                  </a:lnTo>
                  <a:lnTo>
                    <a:pt x="1898219" y="28354"/>
                  </a:lnTo>
                  <a:lnTo>
                    <a:pt x="1922871" y="14172"/>
                  </a:lnTo>
                  <a:lnTo>
                    <a:pt x="1947523" y="0"/>
                  </a:lnTo>
                  <a:lnTo>
                    <a:pt x="1947523" y="557541"/>
                  </a:lnTo>
                  <a:lnTo>
                    <a:pt x="1922871" y="551401"/>
                  </a:lnTo>
                  <a:lnTo>
                    <a:pt x="1898219" y="545679"/>
                  </a:lnTo>
                  <a:lnTo>
                    <a:pt x="1873566" y="540376"/>
                  </a:lnTo>
                  <a:lnTo>
                    <a:pt x="1848914" y="535493"/>
                  </a:lnTo>
                  <a:lnTo>
                    <a:pt x="1824262" y="531030"/>
                  </a:lnTo>
                  <a:lnTo>
                    <a:pt x="1799610" y="526987"/>
                  </a:lnTo>
                  <a:lnTo>
                    <a:pt x="1774958" y="523367"/>
                  </a:lnTo>
                  <a:lnTo>
                    <a:pt x="1750306" y="520169"/>
                  </a:lnTo>
                  <a:lnTo>
                    <a:pt x="1725653" y="517395"/>
                  </a:lnTo>
                  <a:lnTo>
                    <a:pt x="1701001" y="515045"/>
                  </a:lnTo>
                  <a:lnTo>
                    <a:pt x="1676349" y="513121"/>
                  </a:lnTo>
                  <a:lnTo>
                    <a:pt x="1651697" y="511625"/>
                  </a:lnTo>
                  <a:lnTo>
                    <a:pt x="1627045" y="510556"/>
                  </a:lnTo>
                  <a:lnTo>
                    <a:pt x="1602392" y="509918"/>
                  </a:lnTo>
                  <a:lnTo>
                    <a:pt x="1577740" y="509712"/>
                  </a:lnTo>
                  <a:lnTo>
                    <a:pt x="1553088" y="509940"/>
                  </a:lnTo>
                  <a:lnTo>
                    <a:pt x="1528436" y="510603"/>
                  </a:lnTo>
                  <a:lnTo>
                    <a:pt x="1503784" y="511703"/>
                  </a:lnTo>
                  <a:lnTo>
                    <a:pt x="1479131" y="513244"/>
                  </a:lnTo>
                  <a:lnTo>
                    <a:pt x="1454479" y="515228"/>
                  </a:lnTo>
                  <a:lnTo>
                    <a:pt x="1429827" y="517657"/>
                  </a:lnTo>
                  <a:lnTo>
                    <a:pt x="1405175" y="520535"/>
                  </a:lnTo>
                  <a:lnTo>
                    <a:pt x="1380523" y="523864"/>
                  </a:lnTo>
                  <a:lnTo>
                    <a:pt x="1355870" y="527648"/>
                  </a:lnTo>
                  <a:lnTo>
                    <a:pt x="1331218" y="531891"/>
                  </a:lnTo>
                  <a:lnTo>
                    <a:pt x="1306566" y="536596"/>
                  </a:lnTo>
                  <a:lnTo>
                    <a:pt x="1281914" y="541766"/>
                  </a:lnTo>
                  <a:lnTo>
                    <a:pt x="1257262" y="547405"/>
                  </a:lnTo>
                  <a:lnTo>
                    <a:pt x="1232609" y="553517"/>
                  </a:lnTo>
                  <a:lnTo>
                    <a:pt x="1207957" y="560102"/>
                  </a:lnTo>
                  <a:lnTo>
                    <a:pt x="1183305" y="567164"/>
                  </a:lnTo>
                  <a:lnTo>
                    <a:pt x="1158653" y="574703"/>
                  </a:lnTo>
                  <a:lnTo>
                    <a:pt x="1134001" y="582718"/>
                  </a:lnTo>
                  <a:lnTo>
                    <a:pt x="1109348" y="591207"/>
                  </a:lnTo>
                  <a:lnTo>
                    <a:pt x="1084696" y="600165"/>
                  </a:lnTo>
                  <a:lnTo>
                    <a:pt x="1060044" y="609584"/>
                  </a:lnTo>
                  <a:lnTo>
                    <a:pt x="1035392" y="619456"/>
                  </a:lnTo>
                  <a:lnTo>
                    <a:pt x="1010740" y="629767"/>
                  </a:lnTo>
                  <a:lnTo>
                    <a:pt x="986087" y="640503"/>
                  </a:lnTo>
                  <a:lnTo>
                    <a:pt x="961435" y="651645"/>
                  </a:lnTo>
                  <a:lnTo>
                    <a:pt x="936783" y="663175"/>
                  </a:lnTo>
                  <a:lnTo>
                    <a:pt x="912131" y="675070"/>
                  </a:lnTo>
                  <a:lnTo>
                    <a:pt x="887479" y="687310"/>
                  </a:lnTo>
                  <a:lnTo>
                    <a:pt x="862826" y="699871"/>
                  </a:lnTo>
                  <a:lnTo>
                    <a:pt x="838174" y="712733"/>
                  </a:lnTo>
                  <a:lnTo>
                    <a:pt x="813522" y="725873"/>
                  </a:lnTo>
                  <a:lnTo>
                    <a:pt x="788870" y="739274"/>
                  </a:lnTo>
                  <a:lnTo>
                    <a:pt x="764218" y="752918"/>
                  </a:lnTo>
                  <a:lnTo>
                    <a:pt x="739565" y="766788"/>
                  </a:lnTo>
                  <a:lnTo>
                    <a:pt x="714913" y="780872"/>
                  </a:lnTo>
                  <a:lnTo>
                    <a:pt x="690261" y="795159"/>
                  </a:lnTo>
                  <a:lnTo>
                    <a:pt x="665609" y="809640"/>
                  </a:lnTo>
                  <a:lnTo>
                    <a:pt x="640957" y="824310"/>
                  </a:lnTo>
                  <a:lnTo>
                    <a:pt x="616304" y="839166"/>
                  </a:lnTo>
                  <a:lnTo>
                    <a:pt x="591652" y="854207"/>
                  </a:lnTo>
                  <a:lnTo>
                    <a:pt x="567000" y="869437"/>
                  </a:lnTo>
                  <a:lnTo>
                    <a:pt x="542348" y="884863"/>
                  </a:lnTo>
                  <a:lnTo>
                    <a:pt x="517696" y="900493"/>
                  </a:lnTo>
                  <a:lnTo>
                    <a:pt x="493043" y="916344"/>
                  </a:lnTo>
                  <a:lnTo>
                    <a:pt x="468391" y="932431"/>
                  </a:lnTo>
                  <a:lnTo>
                    <a:pt x="443739" y="948780"/>
                  </a:lnTo>
                  <a:lnTo>
                    <a:pt x="419087" y="965417"/>
                  </a:lnTo>
                  <a:lnTo>
                    <a:pt x="394435" y="982374"/>
                  </a:lnTo>
                  <a:lnTo>
                    <a:pt x="369782" y="999689"/>
                  </a:lnTo>
                  <a:lnTo>
                    <a:pt x="345130" y="1017400"/>
                  </a:lnTo>
                  <a:lnTo>
                    <a:pt x="320478" y="1035546"/>
                  </a:lnTo>
                  <a:lnTo>
                    <a:pt x="295826" y="1054167"/>
                  </a:lnTo>
                  <a:lnTo>
                    <a:pt x="271174" y="1073296"/>
                  </a:lnTo>
                  <a:lnTo>
                    <a:pt x="246521" y="1092960"/>
                  </a:lnTo>
                  <a:lnTo>
                    <a:pt x="221869" y="1113180"/>
                  </a:lnTo>
                  <a:lnTo>
                    <a:pt x="197217" y="1133964"/>
                  </a:lnTo>
                  <a:lnTo>
                    <a:pt x="172565" y="1155317"/>
                  </a:lnTo>
                  <a:lnTo>
                    <a:pt x="147913" y="1177235"/>
                  </a:lnTo>
                  <a:lnTo>
                    <a:pt x="123260" y="1199708"/>
                  </a:lnTo>
                  <a:lnTo>
                    <a:pt x="98608" y="1222725"/>
                  </a:lnTo>
                  <a:lnTo>
                    <a:pt x="73956" y="1246274"/>
                  </a:lnTo>
                  <a:lnTo>
                    <a:pt x="49304" y="1270341"/>
                  </a:lnTo>
                  <a:lnTo>
                    <a:pt x="24652" y="1294913"/>
                  </a:lnTo>
                  <a:lnTo>
                    <a:pt x="0" y="131997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06" name="pl4906"/>
            <p:cNvSpPr/>
            <p:nvPr/>
          </p:nvSpPr>
          <p:spPr>
            <a:xfrm>
              <a:off x="7690283" y="2811237"/>
              <a:ext cx="1947523" cy="1190343"/>
            </a:xfrm>
            <a:custGeom>
              <a:avLst/>
              <a:pathLst>
                <a:path w="1947523" h="1190343">
                  <a:moveTo>
                    <a:pt x="0" y="1190343"/>
                  </a:moveTo>
                  <a:lnTo>
                    <a:pt x="24652" y="1174004"/>
                  </a:lnTo>
                  <a:lnTo>
                    <a:pt x="49304" y="1157599"/>
                  </a:lnTo>
                  <a:lnTo>
                    <a:pt x="73956" y="1141116"/>
                  </a:lnTo>
                  <a:lnTo>
                    <a:pt x="98608" y="1124543"/>
                  </a:lnTo>
                  <a:lnTo>
                    <a:pt x="123260" y="1107867"/>
                  </a:lnTo>
                  <a:lnTo>
                    <a:pt x="147913" y="1091074"/>
                  </a:lnTo>
                  <a:lnTo>
                    <a:pt x="172565" y="1074154"/>
                  </a:lnTo>
                  <a:lnTo>
                    <a:pt x="197217" y="1057097"/>
                  </a:lnTo>
                  <a:lnTo>
                    <a:pt x="221869" y="1039899"/>
                  </a:lnTo>
                  <a:lnTo>
                    <a:pt x="246521" y="1022564"/>
                  </a:lnTo>
                  <a:lnTo>
                    <a:pt x="271174" y="1005102"/>
                  </a:lnTo>
                  <a:lnTo>
                    <a:pt x="295826" y="987532"/>
                  </a:lnTo>
                  <a:lnTo>
                    <a:pt x="320478" y="969882"/>
                  </a:lnTo>
                  <a:lnTo>
                    <a:pt x="345130" y="952186"/>
                  </a:lnTo>
                  <a:lnTo>
                    <a:pt x="369782" y="934481"/>
                  </a:lnTo>
                  <a:lnTo>
                    <a:pt x="394435" y="916809"/>
                  </a:lnTo>
                  <a:lnTo>
                    <a:pt x="419087" y="899207"/>
                  </a:lnTo>
                  <a:lnTo>
                    <a:pt x="443739" y="881713"/>
                  </a:lnTo>
                  <a:lnTo>
                    <a:pt x="468391" y="864357"/>
                  </a:lnTo>
                  <a:lnTo>
                    <a:pt x="493043" y="847169"/>
                  </a:lnTo>
                  <a:lnTo>
                    <a:pt x="517696" y="830171"/>
                  </a:lnTo>
                  <a:lnTo>
                    <a:pt x="542348" y="813382"/>
                  </a:lnTo>
                  <a:lnTo>
                    <a:pt x="567000" y="796815"/>
                  </a:lnTo>
                  <a:lnTo>
                    <a:pt x="591652" y="780481"/>
                  </a:lnTo>
                  <a:lnTo>
                    <a:pt x="616304" y="764386"/>
                  </a:lnTo>
                  <a:lnTo>
                    <a:pt x="640957" y="748533"/>
                  </a:lnTo>
                  <a:lnTo>
                    <a:pt x="665609" y="732922"/>
                  </a:lnTo>
                  <a:lnTo>
                    <a:pt x="690261" y="717550"/>
                  </a:lnTo>
                  <a:lnTo>
                    <a:pt x="714913" y="702412"/>
                  </a:lnTo>
                  <a:lnTo>
                    <a:pt x="739565" y="687498"/>
                  </a:lnTo>
                  <a:lnTo>
                    <a:pt x="764218" y="672799"/>
                  </a:lnTo>
                  <a:lnTo>
                    <a:pt x="788870" y="658301"/>
                  </a:lnTo>
                  <a:lnTo>
                    <a:pt x="813522" y="643988"/>
                  </a:lnTo>
                  <a:lnTo>
                    <a:pt x="838174" y="629843"/>
                  </a:lnTo>
                  <a:lnTo>
                    <a:pt x="862826" y="615847"/>
                  </a:lnTo>
                  <a:lnTo>
                    <a:pt x="887479" y="601978"/>
                  </a:lnTo>
                  <a:lnTo>
                    <a:pt x="912131" y="588215"/>
                  </a:lnTo>
                  <a:lnTo>
                    <a:pt x="936783" y="574536"/>
                  </a:lnTo>
                  <a:lnTo>
                    <a:pt x="961435" y="560919"/>
                  </a:lnTo>
                  <a:lnTo>
                    <a:pt x="986087" y="547343"/>
                  </a:lnTo>
                  <a:lnTo>
                    <a:pt x="1010740" y="533787"/>
                  </a:lnTo>
                  <a:lnTo>
                    <a:pt x="1035392" y="520236"/>
                  </a:lnTo>
                  <a:lnTo>
                    <a:pt x="1060044" y="506672"/>
                  </a:lnTo>
                  <a:lnTo>
                    <a:pt x="1084696" y="493084"/>
                  </a:lnTo>
                  <a:lnTo>
                    <a:pt x="1109348" y="479463"/>
                  </a:lnTo>
                  <a:lnTo>
                    <a:pt x="1134001" y="465800"/>
                  </a:lnTo>
                  <a:lnTo>
                    <a:pt x="1158653" y="452091"/>
                  </a:lnTo>
                  <a:lnTo>
                    <a:pt x="1183305" y="438334"/>
                  </a:lnTo>
                  <a:lnTo>
                    <a:pt x="1207957" y="424528"/>
                  </a:lnTo>
                  <a:lnTo>
                    <a:pt x="1232609" y="410673"/>
                  </a:lnTo>
                  <a:lnTo>
                    <a:pt x="1257262" y="396772"/>
                  </a:lnTo>
                  <a:lnTo>
                    <a:pt x="1281914" y="382827"/>
                  </a:lnTo>
                  <a:lnTo>
                    <a:pt x="1306566" y="368841"/>
                  </a:lnTo>
                  <a:lnTo>
                    <a:pt x="1331218" y="354817"/>
                  </a:lnTo>
                  <a:lnTo>
                    <a:pt x="1355870" y="340758"/>
                  </a:lnTo>
                  <a:lnTo>
                    <a:pt x="1380523" y="326670"/>
                  </a:lnTo>
                  <a:lnTo>
                    <a:pt x="1405175" y="312554"/>
                  </a:lnTo>
                  <a:lnTo>
                    <a:pt x="1429827" y="298414"/>
                  </a:lnTo>
                  <a:lnTo>
                    <a:pt x="1454479" y="284254"/>
                  </a:lnTo>
                  <a:lnTo>
                    <a:pt x="1479131" y="270076"/>
                  </a:lnTo>
                  <a:lnTo>
                    <a:pt x="1503784" y="255883"/>
                  </a:lnTo>
                  <a:lnTo>
                    <a:pt x="1528436" y="241677"/>
                  </a:lnTo>
                  <a:lnTo>
                    <a:pt x="1553088" y="227462"/>
                  </a:lnTo>
                  <a:lnTo>
                    <a:pt x="1577740" y="213239"/>
                  </a:lnTo>
                  <a:lnTo>
                    <a:pt x="1602392" y="199011"/>
                  </a:lnTo>
                  <a:lnTo>
                    <a:pt x="1627045" y="184778"/>
                  </a:lnTo>
                  <a:lnTo>
                    <a:pt x="1651697" y="170543"/>
                  </a:lnTo>
                  <a:lnTo>
                    <a:pt x="1676349" y="156308"/>
                  </a:lnTo>
                  <a:lnTo>
                    <a:pt x="1701001" y="142073"/>
                  </a:lnTo>
                  <a:lnTo>
                    <a:pt x="1725653" y="127841"/>
                  </a:lnTo>
                  <a:lnTo>
                    <a:pt x="1750306" y="113611"/>
                  </a:lnTo>
                  <a:lnTo>
                    <a:pt x="1774958" y="99386"/>
                  </a:lnTo>
                  <a:lnTo>
                    <a:pt x="1799610" y="85166"/>
                  </a:lnTo>
                  <a:lnTo>
                    <a:pt x="1824262" y="70952"/>
                  </a:lnTo>
                  <a:lnTo>
                    <a:pt x="1848914" y="56744"/>
                  </a:lnTo>
                  <a:lnTo>
                    <a:pt x="1873566" y="42545"/>
                  </a:lnTo>
                  <a:lnTo>
                    <a:pt x="1898219" y="28354"/>
                  </a:lnTo>
                  <a:lnTo>
                    <a:pt x="1922871" y="14172"/>
                  </a:lnTo>
                  <a:lnTo>
                    <a:pt x="19475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07" name="pl4907"/>
            <p:cNvSpPr/>
            <p:nvPr/>
          </p:nvSpPr>
          <p:spPr>
            <a:xfrm>
              <a:off x="7690283" y="3320950"/>
              <a:ext cx="1947523" cy="810266"/>
            </a:xfrm>
            <a:custGeom>
              <a:avLst/>
              <a:pathLst>
                <a:path w="1947523" h="810266">
                  <a:moveTo>
                    <a:pt x="1947523" y="47828"/>
                  </a:moveTo>
                  <a:lnTo>
                    <a:pt x="1922871" y="41688"/>
                  </a:lnTo>
                  <a:lnTo>
                    <a:pt x="1898219" y="35966"/>
                  </a:lnTo>
                  <a:lnTo>
                    <a:pt x="1873566" y="30663"/>
                  </a:lnTo>
                  <a:lnTo>
                    <a:pt x="1848914" y="25780"/>
                  </a:lnTo>
                  <a:lnTo>
                    <a:pt x="1824262" y="21317"/>
                  </a:lnTo>
                  <a:lnTo>
                    <a:pt x="1799610" y="17275"/>
                  </a:lnTo>
                  <a:lnTo>
                    <a:pt x="1774958" y="13654"/>
                  </a:lnTo>
                  <a:lnTo>
                    <a:pt x="1750306" y="10456"/>
                  </a:lnTo>
                  <a:lnTo>
                    <a:pt x="1725653" y="7682"/>
                  </a:lnTo>
                  <a:lnTo>
                    <a:pt x="1701001" y="5332"/>
                  </a:lnTo>
                  <a:lnTo>
                    <a:pt x="1676349" y="3408"/>
                  </a:lnTo>
                  <a:lnTo>
                    <a:pt x="1651697" y="1912"/>
                  </a:lnTo>
                  <a:lnTo>
                    <a:pt x="1627045" y="844"/>
                  </a:lnTo>
                  <a:lnTo>
                    <a:pt x="1602392" y="206"/>
                  </a:lnTo>
                  <a:lnTo>
                    <a:pt x="1577740" y="0"/>
                  </a:lnTo>
                  <a:lnTo>
                    <a:pt x="1553088" y="227"/>
                  </a:lnTo>
                  <a:lnTo>
                    <a:pt x="1528436" y="890"/>
                  </a:lnTo>
                  <a:lnTo>
                    <a:pt x="1503784" y="1991"/>
                  </a:lnTo>
                  <a:lnTo>
                    <a:pt x="1479131" y="3531"/>
                  </a:lnTo>
                  <a:lnTo>
                    <a:pt x="1454479" y="5515"/>
                  </a:lnTo>
                  <a:lnTo>
                    <a:pt x="1429827" y="7944"/>
                  </a:lnTo>
                  <a:lnTo>
                    <a:pt x="1405175" y="10822"/>
                  </a:lnTo>
                  <a:lnTo>
                    <a:pt x="1380523" y="14151"/>
                  </a:lnTo>
                  <a:lnTo>
                    <a:pt x="1355870" y="17935"/>
                  </a:lnTo>
                  <a:lnTo>
                    <a:pt x="1331218" y="22178"/>
                  </a:lnTo>
                  <a:lnTo>
                    <a:pt x="1306566" y="26883"/>
                  </a:lnTo>
                  <a:lnTo>
                    <a:pt x="1281914" y="32053"/>
                  </a:lnTo>
                  <a:lnTo>
                    <a:pt x="1257262" y="37693"/>
                  </a:lnTo>
                  <a:lnTo>
                    <a:pt x="1232609" y="43804"/>
                  </a:lnTo>
                  <a:lnTo>
                    <a:pt x="1207957" y="50389"/>
                  </a:lnTo>
                  <a:lnTo>
                    <a:pt x="1183305" y="57451"/>
                  </a:lnTo>
                  <a:lnTo>
                    <a:pt x="1158653" y="64990"/>
                  </a:lnTo>
                  <a:lnTo>
                    <a:pt x="1134001" y="73005"/>
                  </a:lnTo>
                  <a:lnTo>
                    <a:pt x="1109348" y="81494"/>
                  </a:lnTo>
                  <a:lnTo>
                    <a:pt x="1084696" y="90452"/>
                  </a:lnTo>
                  <a:lnTo>
                    <a:pt x="1060044" y="99872"/>
                  </a:lnTo>
                  <a:lnTo>
                    <a:pt x="1035392" y="109743"/>
                  </a:lnTo>
                  <a:lnTo>
                    <a:pt x="1010740" y="120055"/>
                  </a:lnTo>
                  <a:lnTo>
                    <a:pt x="986087" y="130790"/>
                  </a:lnTo>
                  <a:lnTo>
                    <a:pt x="961435" y="141932"/>
                  </a:lnTo>
                  <a:lnTo>
                    <a:pt x="936783" y="153462"/>
                  </a:lnTo>
                  <a:lnTo>
                    <a:pt x="912131" y="165357"/>
                  </a:lnTo>
                  <a:lnTo>
                    <a:pt x="887479" y="177597"/>
                  </a:lnTo>
                  <a:lnTo>
                    <a:pt x="862826" y="190158"/>
                  </a:lnTo>
                  <a:lnTo>
                    <a:pt x="838174" y="203020"/>
                  </a:lnTo>
                  <a:lnTo>
                    <a:pt x="813522" y="216161"/>
                  </a:lnTo>
                  <a:lnTo>
                    <a:pt x="788870" y="229562"/>
                  </a:lnTo>
                  <a:lnTo>
                    <a:pt x="764218" y="243205"/>
                  </a:lnTo>
                  <a:lnTo>
                    <a:pt x="739565" y="257075"/>
                  </a:lnTo>
                  <a:lnTo>
                    <a:pt x="714913" y="271159"/>
                  </a:lnTo>
                  <a:lnTo>
                    <a:pt x="690261" y="285446"/>
                  </a:lnTo>
                  <a:lnTo>
                    <a:pt x="665609" y="299927"/>
                  </a:lnTo>
                  <a:lnTo>
                    <a:pt x="640957" y="314597"/>
                  </a:lnTo>
                  <a:lnTo>
                    <a:pt x="616304" y="329453"/>
                  </a:lnTo>
                  <a:lnTo>
                    <a:pt x="591652" y="344494"/>
                  </a:lnTo>
                  <a:lnTo>
                    <a:pt x="567000" y="359725"/>
                  </a:lnTo>
                  <a:lnTo>
                    <a:pt x="542348" y="375150"/>
                  </a:lnTo>
                  <a:lnTo>
                    <a:pt x="517696" y="390781"/>
                  </a:lnTo>
                  <a:lnTo>
                    <a:pt x="493043" y="406631"/>
                  </a:lnTo>
                  <a:lnTo>
                    <a:pt x="468391" y="422719"/>
                  </a:lnTo>
                  <a:lnTo>
                    <a:pt x="443739" y="439067"/>
                  </a:lnTo>
                  <a:lnTo>
                    <a:pt x="419087" y="455704"/>
                  </a:lnTo>
                  <a:lnTo>
                    <a:pt x="394435" y="472662"/>
                  </a:lnTo>
                  <a:lnTo>
                    <a:pt x="369782" y="489976"/>
                  </a:lnTo>
                  <a:lnTo>
                    <a:pt x="345130" y="507687"/>
                  </a:lnTo>
                  <a:lnTo>
                    <a:pt x="320478" y="525834"/>
                  </a:lnTo>
                  <a:lnTo>
                    <a:pt x="295826" y="544454"/>
                  </a:lnTo>
                  <a:lnTo>
                    <a:pt x="271174" y="563583"/>
                  </a:lnTo>
                  <a:lnTo>
                    <a:pt x="246521" y="583248"/>
                  </a:lnTo>
                  <a:lnTo>
                    <a:pt x="221869" y="603467"/>
                  </a:lnTo>
                  <a:lnTo>
                    <a:pt x="197217" y="624252"/>
                  </a:lnTo>
                  <a:lnTo>
                    <a:pt x="172565" y="645605"/>
                  </a:lnTo>
                  <a:lnTo>
                    <a:pt x="147913" y="667522"/>
                  </a:lnTo>
                  <a:lnTo>
                    <a:pt x="123260" y="689995"/>
                  </a:lnTo>
                  <a:lnTo>
                    <a:pt x="98608" y="713013"/>
                  </a:lnTo>
                  <a:lnTo>
                    <a:pt x="73956" y="736561"/>
                  </a:lnTo>
                  <a:lnTo>
                    <a:pt x="49304" y="760628"/>
                  </a:lnTo>
                  <a:lnTo>
                    <a:pt x="24652" y="785200"/>
                  </a:lnTo>
                  <a:lnTo>
                    <a:pt x="0" y="8102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08" name="pl4908"/>
            <p:cNvSpPr/>
            <p:nvPr/>
          </p:nvSpPr>
          <p:spPr>
            <a:xfrm>
              <a:off x="7690283" y="3090008"/>
              <a:ext cx="1947523" cy="976390"/>
            </a:xfrm>
            <a:custGeom>
              <a:avLst/>
              <a:pathLst>
                <a:path w="1947523" h="976390">
                  <a:moveTo>
                    <a:pt x="0" y="976390"/>
                  </a:moveTo>
                  <a:lnTo>
                    <a:pt x="24652" y="955688"/>
                  </a:lnTo>
                  <a:lnTo>
                    <a:pt x="49304" y="935199"/>
                  </a:lnTo>
                  <a:lnTo>
                    <a:pt x="73956" y="914924"/>
                  </a:lnTo>
                  <a:lnTo>
                    <a:pt x="98608" y="894864"/>
                  </a:lnTo>
                  <a:lnTo>
                    <a:pt x="123260" y="875017"/>
                  </a:lnTo>
                  <a:lnTo>
                    <a:pt x="147913" y="855384"/>
                  </a:lnTo>
                  <a:lnTo>
                    <a:pt x="172565" y="835965"/>
                  </a:lnTo>
                  <a:lnTo>
                    <a:pt x="197217" y="816760"/>
                  </a:lnTo>
                  <a:lnTo>
                    <a:pt x="221869" y="797769"/>
                  </a:lnTo>
                  <a:lnTo>
                    <a:pt x="246521" y="778992"/>
                  </a:lnTo>
                  <a:lnTo>
                    <a:pt x="271174" y="760428"/>
                  </a:lnTo>
                  <a:lnTo>
                    <a:pt x="295826" y="742079"/>
                  </a:lnTo>
                  <a:lnTo>
                    <a:pt x="320478" y="723944"/>
                  </a:lnTo>
                  <a:lnTo>
                    <a:pt x="345130" y="706022"/>
                  </a:lnTo>
                  <a:lnTo>
                    <a:pt x="369782" y="688315"/>
                  </a:lnTo>
                  <a:lnTo>
                    <a:pt x="394435" y="670821"/>
                  </a:lnTo>
                  <a:lnTo>
                    <a:pt x="419087" y="653541"/>
                  </a:lnTo>
                  <a:lnTo>
                    <a:pt x="443739" y="636475"/>
                  </a:lnTo>
                  <a:lnTo>
                    <a:pt x="468391" y="619624"/>
                  </a:lnTo>
                  <a:lnTo>
                    <a:pt x="493043" y="602986"/>
                  </a:lnTo>
                  <a:lnTo>
                    <a:pt x="517696" y="586562"/>
                  </a:lnTo>
                  <a:lnTo>
                    <a:pt x="542348" y="570352"/>
                  </a:lnTo>
                  <a:lnTo>
                    <a:pt x="567000" y="554356"/>
                  </a:lnTo>
                  <a:lnTo>
                    <a:pt x="591652" y="538573"/>
                  </a:lnTo>
                  <a:lnTo>
                    <a:pt x="616304" y="523005"/>
                  </a:lnTo>
                  <a:lnTo>
                    <a:pt x="640957" y="507651"/>
                  </a:lnTo>
                  <a:lnTo>
                    <a:pt x="665609" y="492510"/>
                  </a:lnTo>
                  <a:lnTo>
                    <a:pt x="690261" y="477584"/>
                  </a:lnTo>
                  <a:lnTo>
                    <a:pt x="714913" y="462871"/>
                  </a:lnTo>
                  <a:lnTo>
                    <a:pt x="739565" y="448373"/>
                  </a:lnTo>
                  <a:lnTo>
                    <a:pt x="764218" y="434088"/>
                  </a:lnTo>
                  <a:lnTo>
                    <a:pt x="788870" y="420017"/>
                  </a:lnTo>
                  <a:lnTo>
                    <a:pt x="813522" y="406160"/>
                  </a:lnTo>
                  <a:lnTo>
                    <a:pt x="838174" y="392517"/>
                  </a:lnTo>
                  <a:lnTo>
                    <a:pt x="862826" y="379088"/>
                  </a:lnTo>
                  <a:lnTo>
                    <a:pt x="887479" y="365873"/>
                  </a:lnTo>
                  <a:lnTo>
                    <a:pt x="912131" y="352872"/>
                  </a:lnTo>
                  <a:lnTo>
                    <a:pt x="936783" y="340085"/>
                  </a:lnTo>
                  <a:lnTo>
                    <a:pt x="961435" y="327511"/>
                  </a:lnTo>
                  <a:lnTo>
                    <a:pt x="986087" y="315152"/>
                  </a:lnTo>
                  <a:lnTo>
                    <a:pt x="1010740" y="303007"/>
                  </a:lnTo>
                  <a:lnTo>
                    <a:pt x="1035392" y="291075"/>
                  </a:lnTo>
                  <a:lnTo>
                    <a:pt x="1060044" y="279357"/>
                  </a:lnTo>
                  <a:lnTo>
                    <a:pt x="1084696" y="267854"/>
                  </a:lnTo>
                  <a:lnTo>
                    <a:pt x="1109348" y="256564"/>
                  </a:lnTo>
                  <a:lnTo>
                    <a:pt x="1134001" y="245488"/>
                  </a:lnTo>
                  <a:lnTo>
                    <a:pt x="1158653" y="234626"/>
                  </a:lnTo>
                  <a:lnTo>
                    <a:pt x="1183305" y="223978"/>
                  </a:lnTo>
                  <a:lnTo>
                    <a:pt x="1207957" y="213544"/>
                  </a:lnTo>
                  <a:lnTo>
                    <a:pt x="1232609" y="203324"/>
                  </a:lnTo>
                  <a:lnTo>
                    <a:pt x="1257262" y="193318"/>
                  </a:lnTo>
                  <a:lnTo>
                    <a:pt x="1281914" y="183526"/>
                  </a:lnTo>
                  <a:lnTo>
                    <a:pt x="1306566" y="173948"/>
                  </a:lnTo>
                  <a:lnTo>
                    <a:pt x="1331218" y="164583"/>
                  </a:lnTo>
                  <a:lnTo>
                    <a:pt x="1355870" y="155433"/>
                  </a:lnTo>
                  <a:lnTo>
                    <a:pt x="1380523" y="146496"/>
                  </a:lnTo>
                  <a:lnTo>
                    <a:pt x="1405175" y="137773"/>
                  </a:lnTo>
                  <a:lnTo>
                    <a:pt x="1429827" y="129265"/>
                  </a:lnTo>
                  <a:lnTo>
                    <a:pt x="1454479" y="120970"/>
                  </a:lnTo>
                  <a:lnTo>
                    <a:pt x="1479131" y="112889"/>
                  </a:lnTo>
                  <a:lnTo>
                    <a:pt x="1503784" y="105022"/>
                  </a:lnTo>
                  <a:lnTo>
                    <a:pt x="1528436" y="97369"/>
                  </a:lnTo>
                  <a:lnTo>
                    <a:pt x="1553088" y="89930"/>
                  </a:lnTo>
                  <a:lnTo>
                    <a:pt x="1577740" y="82705"/>
                  </a:lnTo>
                  <a:lnTo>
                    <a:pt x="1602392" y="75694"/>
                  </a:lnTo>
                  <a:lnTo>
                    <a:pt x="1627045" y="68897"/>
                  </a:lnTo>
                  <a:lnTo>
                    <a:pt x="1651697" y="62313"/>
                  </a:lnTo>
                  <a:lnTo>
                    <a:pt x="1676349" y="55944"/>
                  </a:lnTo>
                  <a:lnTo>
                    <a:pt x="1701001" y="49788"/>
                  </a:lnTo>
                  <a:lnTo>
                    <a:pt x="1725653" y="43847"/>
                  </a:lnTo>
                  <a:lnTo>
                    <a:pt x="1750306" y="38119"/>
                  </a:lnTo>
                  <a:lnTo>
                    <a:pt x="1774958" y="32606"/>
                  </a:lnTo>
                  <a:lnTo>
                    <a:pt x="1799610" y="27306"/>
                  </a:lnTo>
                  <a:lnTo>
                    <a:pt x="1824262" y="22220"/>
                  </a:lnTo>
                  <a:lnTo>
                    <a:pt x="1848914" y="17348"/>
                  </a:lnTo>
                  <a:lnTo>
                    <a:pt x="1873566" y="12690"/>
                  </a:lnTo>
                  <a:lnTo>
                    <a:pt x="1898219" y="8246"/>
                  </a:lnTo>
                  <a:lnTo>
                    <a:pt x="1922871" y="4016"/>
                  </a:lnTo>
                  <a:lnTo>
                    <a:pt x="194752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g4909"/>
            <p:cNvSpPr/>
            <p:nvPr/>
          </p:nvSpPr>
          <p:spPr>
            <a:xfrm>
              <a:off x="7690283" y="3043524"/>
              <a:ext cx="1460642" cy="940398"/>
            </a:xfrm>
            <a:custGeom>
              <a:avLst/>
              <a:pathLst>
                <a:path w="1460642" h="940398">
                  <a:moveTo>
                    <a:pt x="0" y="799352"/>
                  </a:moveTo>
                  <a:lnTo>
                    <a:pt x="18489" y="786980"/>
                  </a:lnTo>
                  <a:lnTo>
                    <a:pt x="36978" y="774652"/>
                  </a:lnTo>
                  <a:lnTo>
                    <a:pt x="55467" y="762366"/>
                  </a:lnTo>
                  <a:lnTo>
                    <a:pt x="73956" y="750123"/>
                  </a:lnTo>
                  <a:lnTo>
                    <a:pt x="92445" y="737920"/>
                  </a:lnTo>
                  <a:lnTo>
                    <a:pt x="110934" y="725757"/>
                  </a:lnTo>
                  <a:lnTo>
                    <a:pt x="129424" y="713632"/>
                  </a:lnTo>
                  <a:lnTo>
                    <a:pt x="147913" y="701542"/>
                  </a:lnTo>
                  <a:lnTo>
                    <a:pt x="166402" y="689487"/>
                  </a:lnTo>
                  <a:lnTo>
                    <a:pt x="184891" y="677465"/>
                  </a:lnTo>
                  <a:lnTo>
                    <a:pt x="203380" y="665473"/>
                  </a:lnTo>
                  <a:lnTo>
                    <a:pt x="221869" y="653509"/>
                  </a:lnTo>
                  <a:lnTo>
                    <a:pt x="240358" y="641571"/>
                  </a:lnTo>
                  <a:lnTo>
                    <a:pt x="258848" y="629657"/>
                  </a:lnTo>
                  <a:lnTo>
                    <a:pt x="277337" y="617763"/>
                  </a:lnTo>
                  <a:lnTo>
                    <a:pt x="295826" y="605889"/>
                  </a:lnTo>
                  <a:lnTo>
                    <a:pt x="314315" y="594033"/>
                  </a:lnTo>
                  <a:lnTo>
                    <a:pt x="332804" y="582192"/>
                  </a:lnTo>
                  <a:lnTo>
                    <a:pt x="351293" y="570368"/>
                  </a:lnTo>
                  <a:lnTo>
                    <a:pt x="369782" y="558559"/>
                  </a:lnTo>
                  <a:lnTo>
                    <a:pt x="388272" y="546769"/>
                  </a:lnTo>
                  <a:lnTo>
                    <a:pt x="406761" y="535000"/>
                  </a:lnTo>
                  <a:lnTo>
                    <a:pt x="425250" y="523257"/>
                  </a:lnTo>
                  <a:lnTo>
                    <a:pt x="443739" y="511548"/>
                  </a:lnTo>
                  <a:lnTo>
                    <a:pt x="462228" y="499880"/>
                  </a:lnTo>
                  <a:lnTo>
                    <a:pt x="480717" y="488263"/>
                  </a:lnTo>
                  <a:lnTo>
                    <a:pt x="499206" y="476708"/>
                  </a:lnTo>
                  <a:lnTo>
                    <a:pt x="517696" y="465227"/>
                  </a:lnTo>
                  <a:lnTo>
                    <a:pt x="536185" y="453831"/>
                  </a:lnTo>
                  <a:lnTo>
                    <a:pt x="554674" y="442533"/>
                  </a:lnTo>
                  <a:lnTo>
                    <a:pt x="573163" y="431343"/>
                  </a:lnTo>
                  <a:lnTo>
                    <a:pt x="591652" y="420271"/>
                  </a:lnTo>
                  <a:lnTo>
                    <a:pt x="610141" y="409327"/>
                  </a:lnTo>
                  <a:lnTo>
                    <a:pt x="628631" y="398519"/>
                  </a:lnTo>
                  <a:lnTo>
                    <a:pt x="647120" y="387851"/>
                  </a:lnTo>
                  <a:lnTo>
                    <a:pt x="665609" y="377330"/>
                  </a:lnTo>
                  <a:lnTo>
                    <a:pt x="684098" y="366959"/>
                  </a:lnTo>
                  <a:lnTo>
                    <a:pt x="702587" y="356740"/>
                  </a:lnTo>
                  <a:lnTo>
                    <a:pt x="721076" y="346672"/>
                  </a:lnTo>
                  <a:lnTo>
                    <a:pt x="739565" y="336755"/>
                  </a:lnTo>
                  <a:lnTo>
                    <a:pt x="758055" y="326985"/>
                  </a:lnTo>
                  <a:lnTo>
                    <a:pt x="776544" y="317359"/>
                  </a:lnTo>
                  <a:lnTo>
                    <a:pt x="795033" y="307870"/>
                  </a:lnTo>
                  <a:lnTo>
                    <a:pt x="813522" y="298510"/>
                  </a:lnTo>
                  <a:lnTo>
                    <a:pt x="832011" y="289270"/>
                  </a:lnTo>
                  <a:lnTo>
                    <a:pt x="850500" y="280141"/>
                  </a:lnTo>
                  <a:lnTo>
                    <a:pt x="868989" y="271110"/>
                  </a:lnTo>
                  <a:lnTo>
                    <a:pt x="887479" y="262164"/>
                  </a:lnTo>
                  <a:lnTo>
                    <a:pt x="905968" y="253292"/>
                  </a:lnTo>
                  <a:lnTo>
                    <a:pt x="924457" y="244480"/>
                  </a:lnTo>
                  <a:lnTo>
                    <a:pt x="942946" y="235716"/>
                  </a:lnTo>
                  <a:lnTo>
                    <a:pt x="961435" y="226989"/>
                  </a:lnTo>
                  <a:lnTo>
                    <a:pt x="979924" y="218290"/>
                  </a:lnTo>
                  <a:lnTo>
                    <a:pt x="998413" y="209612"/>
                  </a:lnTo>
                  <a:lnTo>
                    <a:pt x="1016903" y="200950"/>
                  </a:lnTo>
                  <a:lnTo>
                    <a:pt x="1035392" y="192300"/>
                  </a:lnTo>
                  <a:lnTo>
                    <a:pt x="1053881" y="183660"/>
                  </a:lnTo>
                  <a:lnTo>
                    <a:pt x="1072370" y="175030"/>
                  </a:lnTo>
                  <a:lnTo>
                    <a:pt x="1090859" y="166412"/>
                  </a:lnTo>
                  <a:lnTo>
                    <a:pt x="1109348" y="157807"/>
                  </a:lnTo>
                  <a:lnTo>
                    <a:pt x="1127838" y="149217"/>
                  </a:lnTo>
                  <a:lnTo>
                    <a:pt x="1146327" y="140646"/>
                  </a:lnTo>
                  <a:lnTo>
                    <a:pt x="1164816" y="132096"/>
                  </a:lnTo>
                  <a:lnTo>
                    <a:pt x="1183305" y="123570"/>
                  </a:lnTo>
                  <a:lnTo>
                    <a:pt x="1201794" y="115071"/>
                  </a:lnTo>
                  <a:lnTo>
                    <a:pt x="1220283" y="106602"/>
                  </a:lnTo>
                  <a:lnTo>
                    <a:pt x="1238772" y="98163"/>
                  </a:lnTo>
                  <a:lnTo>
                    <a:pt x="1257262" y="89759"/>
                  </a:lnTo>
                  <a:lnTo>
                    <a:pt x="1275751" y="81391"/>
                  </a:lnTo>
                  <a:lnTo>
                    <a:pt x="1294240" y="73060"/>
                  </a:lnTo>
                  <a:lnTo>
                    <a:pt x="1312729" y="64769"/>
                  </a:lnTo>
                  <a:lnTo>
                    <a:pt x="1331218" y="56518"/>
                  </a:lnTo>
                  <a:lnTo>
                    <a:pt x="1349707" y="48310"/>
                  </a:lnTo>
                  <a:lnTo>
                    <a:pt x="1368196" y="40145"/>
                  </a:lnTo>
                  <a:lnTo>
                    <a:pt x="1386686" y="32024"/>
                  </a:lnTo>
                  <a:lnTo>
                    <a:pt x="1405175" y="23948"/>
                  </a:lnTo>
                  <a:lnTo>
                    <a:pt x="1423664" y="15918"/>
                  </a:lnTo>
                  <a:lnTo>
                    <a:pt x="1442153" y="7935"/>
                  </a:lnTo>
                  <a:lnTo>
                    <a:pt x="1460642" y="0"/>
                  </a:lnTo>
                  <a:lnTo>
                    <a:pt x="1460642" y="166830"/>
                  </a:lnTo>
                  <a:lnTo>
                    <a:pt x="1442153" y="167087"/>
                  </a:lnTo>
                  <a:lnTo>
                    <a:pt x="1423664" y="167597"/>
                  </a:lnTo>
                  <a:lnTo>
                    <a:pt x="1405175" y="168362"/>
                  </a:lnTo>
                  <a:lnTo>
                    <a:pt x="1386686" y="169380"/>
                  </a:lnTo>
                  <a:lnTo>
                    <a:pt x="1368196" y="170654"/>
                  </a:lnTo>
                  <a:lnTo>
                    <a:pt x="1349707" y="172184"/>
                  </a:lnTo>
                  <a:lnTo>
                    <a:pt x="1331218" y="173971"/>
                  </a:lnTo>
                  <a:lnTo>
                    <a:pt x="1312729" y="176017"/>
                  </a:lnTo>
                  <a:lnTo>
                    <a:pt x="1294240" y="178322"/>
                  </a:lnTo>
                  <a:lnTo>
                    <a:pt x="1275751" y="180888"/>
                  </a:lnTo>
                  <a:lnTo>
                    <a:pt x="1257262" y="183718"/>
                  </a:lnTo>
                  <a:lnTo>
                    <a:pt x="1238772" y="186811"/>
                  </a:lnTo>
                  <a:lnTo>
                    <a:pt x="1220283" y="190172"/>
                  </a:lnTo>
                  <a:lnTo>
                    <a:pt x="1201794" y="193801"/>
                  </a:lnTo>
                  <a:lnTo>
                    <a:pt x="1183305" y="197701"/>
                  </a:lnTo>
                  <a:lnTo>
                    <a:pt x="1164816" y="201875"/>
                  </a:lnTo>
                  <a:lnTo>
                    <a:pt x="1146327" y="206325"/>
                  </a:lnTo>
                  <a:lnTo>
                    <a:pt x="1127838" y="211055"/>
                  </a:lnTo>
                  <a:lnTo>
                    <a:pt x="1109348" y="216066"/>
                  </a:lnTo>
                  <a:lnTo>
                    <a:pt x="1090859" y="221363"/>
                  </a:lnTo>
                  <a:lnTo>
                    <a:pt x="1072370" y="226946"/>
                  </a:lnTo>
                  <a:lnTo>
                    <a:pt x="1053881" y="232819"/>
                  </a:lnTo>
                  <a:lnTo>
                    <a:pt x="1035392" y="238982"/>
                  </a:lnTo>
                  <a:lnTo>
                    <a:pt x="1016903" y="245435"/>
                  </a:lnTo>
                  <a:lnTo>
                    <a:pt x="998413" y="252176"/>
                  </a:lnTo>
                  <a:lnTo>
                    <a:pt x="979924" y="259202"/>
                  </a:lnTo>
                  <a:lnTo>
                    <a:pt x="961435" y="266508"/>
                  </a:lnTo>
                  <a:lnTo>
                    <a:pt x="942946" y="274087"/>
                  </a:lnTo>
                  <a:lnTo>
                    <a:pt x="924457" y="281928"/>
                  </a:lnTo>
                  <a:lnTo>
                    <a:pt x="905968" y="290022"/>
                  </a:lnTo>
                  <a:lnTo>
                    <a:pt x="887479" y="298356"/>
                  </a:lnTo>
                  <a:lnTo>
                    <a:pt x="868989" y="306917"/>
                  </a:lnTo>
                  <a:lnTo>
                    <a:pt x="850500" y="315693"/>
                  </a:lnTo>
                  <a:lnTo>
                    <a:pt x="832011" y="324671"/>
                  </a:lnTo>
                  <a:lnTo>
                    <a:pt x="813522" y="333840"/>
                  </a:lnTo>
                  <a:lnTo>
                    <a:pt x="795033" y="343189"/>
                  </a:lnTo>
                  <a:lnTo>
                    <a:pt x="776544" y="352709"/>
                  </a:lnTo>
                  <a:lnTo>
                    <a:pt x="758055" y="362392"/>
                  </a:lnTo>
                  <a:lnTo>
                    <a:pt x="739565" y="372232"/>
                  </a:lnTo>
                  <a:lnTo>
                    <a:pt x="721076" y="382226"/>
                  </a:lnTo>
                  <a:lnTo>
                    <a:pt x="702587" y="392369"/>
                  </a:lnTo>
                  <a:lnTo>
                    <a:pt x="684098" y="402660"/>
                  </a:lnTo>
                  <a:lnTo>
                    <a:pt x="665609" y="413101"/>
                  </a:lnTo>
                  <a:lnTo>
                    <a:pt x="647120" y="423692"/>
                  </a:lnTo>
                  <a:lnTo>
                    <a:pt x="628631" y="434438"/>
                  </a:lnTo>
                  <a:lnTo>
                    <a:pt x="610141" y="445342"/>
                  </a:lnTo>
                  <a:lnTo>
                    <a:pt x="591652" y="456411"/>
                  </a:lnTo>
                  <a:lnTo>
                    <a:pt x="573163" y="467654"/>
                  </a:lnTo>
                  <a:lnTo>
                    <a:pt x="554674" y="479078"/>
                  </a:lnTo>
                  <a:lnTo>
                    <a:pt x="536185" y="490695"/>
                  </a:lnTo>
                  <a:lnTo>
                    <a:pt x="517696" y="502515"/>
                  </a:lnTo>
                  <a:lnTo>
                    <a:pt x="499206" y="514549"/>
                  </a:lnTo>
                  <a:lnTo>
                    <a:pt x="480717" y="526811"/>
                  </a:lnTo>
                  <a:lnTo>
                    <a:pt x="462228" y="539310"/>
                  </a:lnTo>
                  <a:lnTo>
                    <a:pt x="443739" y="552059"/>
                  </a:lnTo>
                  <a:lnTo>
                    <a:pt x="425250" y="565067"/>
                  </a:lnTo>
                  <a:lnTo>
                    <a:pt x="406761" y="578343"/>
                  </a:lnTo>
                  <a:lnTo>
                    <a:pt x="388272" y="591892"/>
                  </a:lnTo>
                  <a:lnTo>
                    <a:pt x="369782" y="605721"/>
                  </a:lnTo>
                  <a:lnTo>
                    <a:pt x="351293" y="619831"/>
                  </a:lnTo>
                  <a:lnTo>
                    <a:pt x="332804" y="634226"/>
                  </a:lnTo>
                  <a:lnTo>
                    <a:pt x="314315" y="648906"/>
                  </a:lnTo>
                  <a:lnTo>
                    <a:pt x="295826" y="663870"/>
                  </a:lnTo>
                  <a:lnTo>
                    <a:pt x="277337" y="679117"/>
                  </a:lnTo>
                  <a:lnTo>
                    <a:pt x="258848" y="694646"/>
                  </a:lnTo>
                  <a:lnTo>
                    <a:pt x="240358" y="710453"/>
                  </a:lnTo>
                  <a:lnTo>
                    <a:pt x="221869" y="726538"/>
                  </a:lnTo>
                  <a:lnTo>
                    <a:pt x="203380" y="742897"/>
                  </a:lnTo>
                  <a:lnTo>
                    <a:pt x="184891" y="759528"/>
                  </a:lnTo>
                  <a:lnTo>
                    <a:pt x="166402" y="776429"/>
                  </a:lnTo>
                  <a:lnTo>
                    <a:pt x="147913" y="793598"/>
                  </a:lnTo>
                  <a:lnTo>
                    <a:pt x="129424" y="811034"/>
                  </a:lnTo>
                  <a:lnTo>
                    <a:pt x="110934" y="828733"/>
                  </a:lnTo>
                  <a:lnTo>
                    <a:pt x="92445" y="846696"/>
                  </a:lnTo>
                  <a:lnTo>
                    <a:pt x="73956" y="864919"/>
                  </a:lnTo>
                  <a:lnTo>
                    <a:pt x="55467" y="883402"/>
                  </a:lnTo>
                  <a:lnTo>
                    <a:pt x="36978" y="902144"/>
                  </a:lnTo>
                  <a:lnTo>
                    <a:pt x="18489" y="921143"/>
                  </a:lnTo>
                  <a:lnTo>
                    <a:pt x="0" y="94039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10" name="pl4910"/>
            <p:cNvSpPr/>
            <p:nvPr/>
          </p:nvSpPr>
          <p:spPr>
            <a:xfrm>
              <a:off x="7690283" y="3043524"/>
              <a:ext cx="1460642" cy="799352"/>
            </a:xfrm>
            <a:custGeom>
              <a:avLst/>
              <a:pathLst>
                <a:path w="1460642" h="799352">
                  <a:moveTo>
                    <a:pt x="0" y="799352"/>
                  </a:moveTo>
                  <a:lnTo>
                    <a:pt x="18489" y="786980"/>
                  </a:lnTo>
                  <a:lnTo>
                    <a:pt x="36978" y="774652"/>
                  </a:lnTo>
                  <a:lnTo>
                    <a:pt x="55467" y="762366"/>
                  </a:lnTo>
                  <a:lnTo>
                    <a:pt x="73956" y="750123"/>
                  </a:lnTo>
                  <a:lnTo>
                    <a:pt x="92445" y="737920"/>
                  </a:lnTo>
                  <a:lnTo>
                    <a:pt x="110934" y="725757"/>
                  </a:lnTo>
                  <a:lnTo>
                    <a:pt x="129424" y="713632"/>
                  </a:lnTo>
                  <a:lnTo>
                    <a:pt x="147913" y="701542"/>
                  </a:lnTo>
                  <a:lnTo>
                    <a:pt x="166402" y="689487"/>
                  </a:lnTo>
                  <a:lnTo>
                    <a:pt x="184891" y="677465"/>
                  </a:lnTo>
                  <a:lnTo>
                    <a:pt x="203380" y="665473"/>
                  </a:lnTo>
                  <a:lnTo>
                    <a:pt x="221869" y="653509"/>
                  </a:lnTo>
                  <a:lnTo>
                    <a:pt x="240358" y="641571"/>
                  </a:lnTo>
                  <a:lnTo>
                    <a:pt x="258848" y="629657"/>
                  </a:lnTo>
                  <a:lnTo>
                    <a:pt x="277337" y="617763"/>
                  </a:lnTo>
                  <a:lnTo>
                    <a:pt x="295826" y="605889"/>
                  </a:lnTo>
                  <a:lnTo>
                    <a:pt x="314315" y="594033"/>
                  </a:lnTo>
                  <a:lnTo>
                    <a:pt x="332804" y="582192"/>
                  </a:lnTo>
                  <a:lnTo>
                    <a:pt x="351293" y="570368"/>
                  </a:lnTo>
                  <a:lnTo>
                    <a:pt x="369782" y="558559"/>
                  </a:lnTo>
                  <a:lnTo>
                    <a:pt x="388272" y="546769"/>
                  </a:lnTo>
                  <a:lnTo>
                    <a:pt x="406761" y="535000"/>
                  </a:lnTo>
                  <a:lnTo>
                    <a:pt x="425250" y="523257"/>
                  </a:lnTo>
                  <a:lnTo>
                    <a:pt x="443739" y="511548"/>
                  </a:lnTo>
                  <a:lnTo>
                    <a:pt x="462228" y="499880"/>
                  </a:lnTo>
                  <a:lnTo>
                    <a:pt x="480717" y="488263"/>
                  </a:lnTo>
                  <a:lnTo>
                    <a:pt x="499206" y="476708"/>
                  </a:lnTo>
                  <a:lnTo>
                    <a:pt x="517696" y="465227"/>
                  </a:lnTo>
                  <a:lnTo>
                    <a:pt x="536185" y="453831"/>
                  </a:lnTo>
                  <a:lnTo>
                    <a:pt x="554674" y="442533"/>
                  </a:lnTo>
                  <a:lnTo>
                    <a:pt x="573163" y="431343"/>
                  </a:lnTo>
                  <a:lnTo>
                    <a:pt x="591652" y="420271"/>
                  </a:lnTo>
                  <a:lnTo>
                    <a:pt x="610141" y="409327"/>
                  </a:lnTo>
                  <a:lnTo>
                    <a:pt x="628631" y="398519"/>
                  </a:lnTo>
                  <a:lnTo>
                    <a:pt x="647120" y="387851"/>
                  </a:lnTo>
                  <a:lnTo>
                    <a:pt x="665609" y="377330"/>
                  </a:lnTo>
                  <a:lnTo>
                    <a:pt x="684098" y="366959"/>
                  </a:lnTo>
                  <a:lnTo>
                    <a:pt x="702587" y="356740"/>
                  </a:lnTo>
                  <a:lnTo>
                    <a:pt x="721076" y="346672"/>
                  </a:lnTo>
                  <a:lnTo>
                    <a:pt x="739565" y="336755"/>
                  </a:lnTo>
                  <a:lnTo>
                    <a:pt x="758055" y="326985"/>
                  </a:lnTo>
                  <a:lnTo>
                    <a:pt x="776544" y="317359"/>
                  </a:lnTo>
                  <a:lnTo>
                    <a:pt x="795033" y="307870"/>
                  </a:lnTo>
                  <a:lnTo>
                    <a:pt x="813522" y="298510"/>
                  </a:lnTo>
                  <a:lnTo>
                    <a:pt x="832011" y="289270"/>
                  </a:lnTo>
                  <a:lnTo>
                    <a:pt x="850500" y="280141"/>
                  </a:lnTo>
                  <a:lnTo>
                    <a:pt x="868989" y="271110"/>
                  </a:lnTo>
                  <a:lnTo>
                    <a:pt x="887479" y="262164"/>
                  </a:lnTo>
                  <a:lnTo>
                    <a:pt x="905968" y="253292"/>
                  </a:lnTo>
                  <a:lnTo>
                    <a:pt x="924457" y="244480"/>
                  </a:lnTo>
                  <a:lnTo>
                    <a:pt x="942946" y="235716"/>
                  </a:lnTo>
                  <a:lnTo>
                    <a:pt x="961435" y="226989"/>
                  </a:lnTo>
                  <a:lnTo>
                    <a:pt x="979924" y="218290"/>
                  </a:lnTo>
                  <a:lnTo>
                    <a:pt x="998413" y="209612"/>
                  </a:lnTo>
                  <a:lnTo>
                    <a:pt x="1016903" y="200950"/>
                  </a:lnTo>
                  <a:lnTo>
                    <a:pt x="1035392" y="192300"/>
                  </a:lnTo>
                  <a:lnTo>
                    <a:pt x="1053881" y="183660"/>
                  </a:lnTo>
                  <a:lnTo>
                    <a:pt x="1072370" y="175030"/>
                  </a:lnTo>
                  <a:lnTo>
                    <a:pt x="1090859" y="166412"/>
                  </a:lnTo>
                  <a:lnTo>
                    <a:pt x="1109348" y="157807"/>
                  </a:lnTo>
                  <a:lnTo>
                    <a:pt x="1127838" y="149217"/>
                  </a:lnTo>
                  <a:lnTo>
                    <a:pt x="1146327" y="140646"/>
                  </a:lnTo>
                  <a:lnTo>
                    <a:pt x="1164816" y="132096"/>
                  </a:lnTo>
                  <a:lnTo>
                    <a:pt x="1183305" y="123570"/>
                  </a:lnTo>
                  <a:lnTo>
                    <a:pt x="1201794" y="115071"/>
                  </a:lnTo>
                  <a:lnTo>
                    <a:pt x="1220283" y="106602"/>
                  </a:lnTo>
                  <a:lnTo>
                    <a:pt x="1238772" y="98163"/>
                  </a:lnTo>
                  <a:lnTo>
                    <a:pt x="1257262" y="89759"/>
                  </a:lnTo>
                  <a:lnTo>
                    <a:pt x="1275751" y="81391"/>
                  </a:lnTo>
                  <a:lnTo>
                    <a:pt x="1294240" y="73060"/>
                  </a:lnTo>
                  <a:lnTo>
                    <a:pt x="1312729" y="64769"/>
                  </a:lnTo>
                  <a:lnTo>
                    <a:pt x="1331218" y="56518"/>
                  </a:lnTo>
                  <a:lnTo>
                    <a:pt x="1349707" y="48310"/>
                  </a:lnTo>
                  <a:lnTo>
                    <a:pt x="1368196" y="40145"/>
                  </a:lnTo>
                  <a:lnTo>
                    <a:pt x="1386686" y="32024"/>
                  </a:lnTo>
                  <a:lnTo>
                    <a:pt x="1405175" y="23948"/>
                  </a:lnTo>
                  <a:lnTo>
                    <a:pt x="1423664" y="15918"/>
                  </a:lnTo>
                  <a:lnTo>
                    <a:pt x="1442153" y="7935"/>
                  </a:lnTo>
                  <a:lnTo>
                    <a:pt x="146064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11" name="pl4911"/>
            <p:cNvSpPr/>
            <p:nvPr/>
          </p:nvSpPr>
          <p:spPr>
            <a:xfrm>
              <a:off x="7690283" y="3210354"/>
              <a:ext cx="1460642" cy="773568"/>
            </a:xfrm>
            <a:custGeom>
              <a:avLst/>
              <a:pathLst>
                <a:path w="1460642" h="773568">
                  <a:moveTo>
                    <a:pt x="1460642" y="0"/>
                  </a:moveTo>
                  <a:lnTo>
                    <a:pt x="1442153" y="257"/>
                  </a:lnTo>
                  <a:lnTo>
                    <a:pt x="1423664" y="767"/>
                  </a:lnTo>
                  <a:lnTo>
                    <a:pt x="1405175" y="1531"/>
                  </a:lnTo>
                  <a:lnTo>
                    <a:pt x="1386686" y="2550"/>
                  </a:lnTo>
                  <a:lnTo>
                    <a:pt x="1368196" y="3824"/>
                  </a:lnTo>
                  <a:lnTo>
                    <a:pt x="1349707" y="5354"/>
                  </a:lnTo>
                  <a:lnTo>
                    <a:pt x="1331218" y="7141"/>
                  </a:lnTo>
                  <a:lnTo>
                    <a:pt x="1312729" y="9187"/>
                  </a:lnTo>
                  <a:lnTo>
                    <a:pt x="1294240" y="11492"/>
                  </a:lnTo>
                  <a:lnTo>
                    <a:pt x="1275751" y="14058"/>
                  </a:lnTo>
                  <a:lnTo>
                    <a:pt x="1257262" y="16888"/>
                  </a:lnTo>
                  <a:lnTo>
                    <a:pt x="1238772" y="19981"/>
                  </a:lnTo>
                  <a:lnTo>
                    <a:pt x="1220283" y="23342"/>
                  </a:lnTo>
                  <a:lnTo>
                    <a:pt x="1201794" y="26971"/>
                  </a:lnTo>
                  <a:lnTo>
                    <a:pt x="1183305" y="30871"/>
                  </a:lnTo>
                  <a:lnTo>
                    <a:pt x="1164816" y="35045"/>
                  </a:lnTo>
                  <a:lnTo>
                    <a:pt x="1146327" y="39495"/>
                  </a:lnTo>
                  <a:lnTo>
                    <a:pt x="1127838" y="44224"/>
                  </a:lnTo>
                  <a:lnTo>
                    <a:pt x="1109348" y="49236"/>
                  </a:lnTo>
                  <a:lnTo>
                    <a:pt x="1090859" y="54533"/>
                  </a:lnTo>
                  <a:lnTo>
                    <a:pt x="1072370" y="60116"/>
                  </a:lnTo>
                  <a:lnTo>
                    <a:pt x="1053881" y="65989"/>
                  </a:lnTo>
                  <a:lnTo>
                    <a:pt x="1035392" y="72152"/>
                  </a:lnTo>
                  <a:lnTo>
                    <a:pt x="1016903" y="78605"/>
                  </a:lnTo>
                  <a:lnTo>
                    <a:pt x="998413" y="85346"/>
                  </a:lnTo>
                  <a:lnTo>
                    <a:pt x="979924" y="92372"/>
                  </a:lnTo>
                  <a:lnTo>
                    <a:pt x="961435" y="99678"/>
                  </a:lnTo>
                  <a:lnTo>
                    <a:pt x="942946" y="107257"/>
                  </a:lnTo>
                  <a:lnTo>
                    <a:pt x="924457" y="115098"/>
                  </a:lnTo>
                  <a:lnTo>
                    <a:pt x="905968" y="123192"/>
                  </a:lnTo>
                  <a:lnTo>
                    <a:pt x="887479" y="131526"/>
                  </a:lnTo>
                  <a:lnTo>
                    <a:pt x="868989" y="140087"/>
                  </a:lnTo>
                  <a:lnTo>
                    <a:pt x="850500" y="148863"/>
                  </a:lnTo>
                  <a:lnTo>
                    <a:pt x="832011" y="157841"/>
                  </a:lnTo>
                  <a:lnTo>
                    <a:pt x="813522" y="167010"/>
                  </a:lnTo>
                  <a:lnTo>
                    <a:pt x="795033" y="176359"/>
                  </a:lnTo>
                  <a:lnTo>
                    <a:pt x="776544" y="185879"/>
                  </a:lnTo>
                  <a:lnTo>
                    <a:pt x="758055" y="195562"/>
                  </a:lnTo>
                  <a:lnTo>
                    <a:pt x="739565" y="205402"/>
                  </a:lnTo>
                  <a:lnTo>
                    <a:pt x="721076" y="215396"/>
                  </a:lnTo>
                  <a:lnTo>
                    <a:pt x="702587" y="225539"/>
                  </a:lnTo>
                  <a:lnTo>
                    <a:pt x="684098" y="235830"/>
                  </a:lnTo>
                  <a:lnTo>
                    <a:pt x="665609" y="246271"/>
                  </a:lnTo>
                  <a:lnTo>
                    <a:pt x="647120" y="256862"/>
                  </a:lnTo>
                  <a:lnTo>
                    <a:pt x="628631" y="267608"/>
                  </a:lnTo>
                  <a:lnTo>
                    <a:pt x="610141" y="278512"/>
                  </a:lnTo>
                  <a:lnTo>
                    <a:pt x="591652" y="289581"/>
                  </a:lnTo>
                  <a:lnTo>
                    <a:pt x="573163" y="300824"/>
                  </a:lnTo>
                  <a:lnTo>
                    <a:pt x="554674" y="312248"/>
                  </a:lnTo>
                  <a:lnTo>
                    <a:pt x="536185" y="323865"/>
                  </a:lnTo>
                  <a:lnTo>
                    <a:pt x="517696" y="335685"/>
                  </a:lnTo>
                  <a:lnTo>
                    <a:pt x="499206" y="347719"/>
                  </a:lnTo>
                  <a:lnTo>
                    <a:pt x="480717" y="359981"/>
                  </a:lnTo>
                  <a:lnTo>
                    <a:pt x="462228" y="372480"/>
                  </a:lnTo>
                  <a:lnTo>
                    <a:pt x="443739" y="385229"/>
                  </a:lnTo>
                  <a:lnTo>
                    <a:pt x="425250" y="398237"/>
                  </a:lnTo>
                  <a:lnTo>
                    <a:pt x="406761" y="411513"/>
                  </a:lnTo>
                  <a:lnTo>
                    <a:pt x="388272" y="425062"/>
                  </a:lnTo>
                  <a:lnTo>
                    <a:pt x="369782" y="438891"/>
                  </a:lnTo>
                  <a:lnTo>
                    <a:pt x="351293" y="453001"/>
                  </a:lnTo>
                  <a:lnTo>
                    <a:pt x="332804" y="467396"/>
                  </a:lnTo>
                  <a:lnTo>
                    <a:pt x="314315" y="482076"/>
                  </a:lnTo>
                  <a:lnTo>
                    <a:pt x="295826" y="497040"/>
                  </a:lnTo>
                  <a:lnTo>
                    <a:pt x="277337" y="512287"/>
                  </a:lnTo>
                  <a:lnTo>
                    <a:pt x="258848" y="527816"/>
                  </a:lnTo>
                  <a:lnTo>
                    <a:pt x="240358" y="543623"/>
                  </a:lnTo>
                  <a:lnTo>
                    <a:pt x="221869" y="559708"/>
                  </a:lnTo>
                  <a:lnTo>
                    <a:pt x="203380" y="576067"/>
                  </a:lnTo>
                  <a:lnTo>
                    <a:pt x="184891" y="592698"/>
                  </a:lnTo>
                  <a:lnTo>
                    <a:pt x="166402" y="609599"/>
                  </a:lnTo>
                  <a:lnTo>
                    <a:pt x="147913" y="626768"/>
                  </a:lnTo>
                  <a:lnTo>
                    <a:pt x="129424" y="644204"/>
                  </a:lnTo>
                  <a:lnTo>
                    <a:pt x="110934" y="661903"/>
                  </a:lnTo>
                  <a:lnTo>
                    <a:pt x="92445" y="679866"/>
                  </a:lnTo>
                  <a:lnTo>
                    <a:pt x="73956" y="698089"/>
                  </a:lnTo>
                  <a:lnTo>
                    <a:pt x="55467" y="716572"/>
                  </a:lnTo>
                  <a:lnTo>
                    <a:pt x="36978" y="735314"/>
                  </a:lnTo>
                  <a:lnTo>
                    <a:pt x="18489" y="754313"/>
                  </a:lnTo>
                  <a:lnTo>
                    <a:pt x="0" y="7735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12" name="pl4912"/>
            <p:cNvSpPr/>
            <p:nvPr/>
          </p:nvSpPr>
          <p:spPr>
            <a:xfrm>
              <a:off x="7690283" y="3126939"/>
              <a:ext cx="1460642" cy="786460"/>
            </a:xfrm>
            <a:custGeom>
              <a:avLst/>
              <a:pathLst>
                <a:path w="1460642" h="786460">
                  <a:moveTo>
                    <a:pt x="0" y="786460"/>
                  </a:moveTo>
                  <a:lnTo>
                    <a:pt x="18489" y="770646"/>
                  </a:lnTo>
                  <a:lnTo>
                    <a:pt x="36978" y="754983"/>
                  </a:lnTo>
                  <a:lnTo>
                    <a:pt x="55467" y="739469"/>
                  </a:lnTo>
                  <a:lnTo>
                    <a:pt x="73956" y="724106"/>
                  </a:lnTo>
                  <a:lnTo>
                    <a:pt x="92445" y="708893"/>
                  </a:lnTo>
                  <a:lnTo>
                    <a:pt x="110934" y="693830"/>
                  </a:lnTo>
                  <a:lnTo>
                    <a:pt x="129424" y="678918"/>
                  </a:lnTo>
                  <a:lnTo>
                    <a:pt x="147913" y="664155"/>
                  </a:lnTo>
                  <a:lnTo>
                    <a:pt x="166402" y="649543"/>
                  </a:lnTo>
                  <a:lnTo>
                    <a:pt x="184891" y="635081"/>
                  </a:lnTo>
                  <a:lnTo>
                    <a:pt x="203380" y="620770"/>
                  </a:lnTo>
                  <a:lnTo>
                    <a:pt x="221869" y="606608"/>
                  </a:lnTo>
                  <a:lnTo>
                    <a:pt x="240358" y="592597"/>
                  </a:lnTo>
                  <a:lnTo>
                    <a:pt x="258848" y="578736"/>
                  </a:lnTo>
                  <a:lnTo>
                    <a:pt x="277337" y="565025"/>
                  </a:lnTo>
                  <a:lnTo>
                    <a:pt x="295826" y="551465"/>
                  </a:lnTo>
                  <a:lnTo>
                    <a:pt x="314315" y="538055"/>
                  </a:lnTo>
                  <a:lnTo>
                    <a:pt x="332804" y="524794"/>
                  </a:lnTo>
                  <a:lnTo>
                    <a:pt x="351293" y="511685"/>
                  </a:lnTo>
                  <a:lnTo>
                    <a:pt x="369782" y="498725"/>
                  </a:lnTo>
                  <a:lnTo>
                    <a:pt x="388272" y="485915"/>
                  </a:lnTo>
                  <a:lnTo>
                    <a:pt x="406761" y="473256"/>
                  </a:lnTo>
                  <a:lnTo>
                    <a:pt x="425250" y="460747"/>
                  </a:lnTo>
                  <a:lnTo>
                    <a:pt x="443739" y="448389"/>
                  </a:lnTo>
                  <a:lnTo>
                    <a:pt x="462228" y="436180"/>
                  </a:lnTo>
                  <a:lnTo>
                    <a:pt x="480717" y="424122"/>
                  </a:lnTo>
                  <a:lnTo>
                    <a:pt x="499206" y="412214"/>
                  </a:lnTo>
                  <a:lnTo>
                    <a:pt x="517696" y="400456"/>
                  </a:lnTo>
                  <a:lnTo>
                    <a:pt x="536185" y="388848"/>
                  </a:lnTo>
                  <a:lnTo>
                    <a:pt x="554674" y="377391"/>
                  </a:lnTo>
                  <a:lnTo>
                    <a:pt x="573163" y="366083"/>
                  </a:lnTo>
                  <a:lnTo>
                    <a:pt x="591652" y="354926"/>
                  </a:lnTo>
                  <a:lnTo>
                    <a:pt x="610141" y="343920"/>
                  </a:lnTo>
                  <a:lnTo>
                    <a:pt x="628631" y="333063"/>
                  </a:lnTo>
                  <a:lnTo>
                    <a:pt x="647120" y="322357"/>
                  </a:lnTo>
                  <a:lnTo>
                    <a:pt x="665609" y="311801"/>
                  </a:lnTo>
                  <a:lnTo>
                    <a:pt x="684098" y="301395"/>
                  </a:lnTo>
                  <a:lnTo>
                    <a:pt x="702587" y="291139"/>
                  </a:lnTo>
                  <a:lnTo>
                    <a:pt x="721076" y="281034"/>
                  </a:lnTo>
                  <a:lnTo>
                    <a:pt x="739565" y="271079"/>
                  </a:lnTo>
                  <a:lnTo>
                    <a:pt x="758055" y="261274"/>
                  </a:lnTo>
                  <a:lnTo>
                    <a:pt x="776544" y="251619"/>
                  </a:lnTo>
                  <a:lnTo>
                    <a:pt x="795033" y="242114"/>
                  </a:lnTo>
                  <a:lnTo>
                    <a:pt x="813522" y="232760"/>
                  </a:lnTo>
                  <a:lnTo>
                    <a:pt x="832011" y="223556"/>
                  </a:lnTo>
                  <a:lnTo>
                    <a:pt x="850500" y="214502"/>
                  </a:lnTo>
                  <a:lnTo>
                    <a:pt x="868989" y="205598"/>
                  </a:lnTo>
                  <a:lnTo>
                    <a:pt x="887479" y="196845"/>
                  </a:lnTo>
                  <a:lnTo>
                    <a:pt x="905968" y="188242"/>
                  </a:lnTo>
                  <a:lnTo>
                    <a:pt x="924457" y="179789"/>
                  </a:lnTo>
                  <a:lnTo>
                    <a:pt x="942946" y="171486"/>
                  </a:lnTo>
                  <a:lnTo>
                    <a:pt x="961435" y="163334"/>
                  </a:lnTo>
                  <a:lnTo>
                    <a:pt x="979924" y="155331"/>
                  </a:lnTo>
                  <a:lnTo>
                    <a:pt x="998413" y="147479"/>
                  </a:lnTo>
                  <a:lnTo>
                    <a:pt x="1016903" y="139777"/>
                  </a:lnTo>
                  <a:lnTo>
                    <a:pt x="1035392" y="132226"/>
                  </a:lnTo>
                  <a:lnTo>
                    <a:pt x="1053881" y="124824"/>
                  </a:lnTo>
                  <a:lnTo>
                    <a:pt x="1072370" y="117573"/>
                  </a:lnTo>
                  <a:lnTo>
                    <a:pt x="1090859" y="110472"/>
                  </a:lnTo>
                  <a:lnTo>
                    <a:pt x="1109348" y="103521"/>
                  </a:lnTo>
                  <a:lnTo>
                    <a:pt x="1127838" y="96721"/>
                  </a:lnTo>
                  <a:lnTo>
                    <a:pt x="1146327" y="90071"/>
                  </a:lnTo>
                  <a:lnTo>
                    <a:pt x="1164816" y="83570"/>
                  </a:lnTo>
                  <a:lnTo>
                    <a:pt x="1183305" y="77221"/>
                  </a:lnTo>
                  <a:lnTo>
                    <a:pt x="1201794" y="71021"/>
                  </a:lnTo>
                  <a:lnTo>
                    <a:pt x="1220283" y="64972"/>
                  </a:lnTo>
                  <a:lnTo>
                    <a:pt x="1238772" y="59072"/>
                  </a:lnTo>
                  <a:lnTo>
                    <a:pt x="1257262" y="53323"/>
                  </a:lnTo>
                  <a:lnTo>
                    <a:pt x="1275751" y="47725"/>
                  </a:lnTo>
                  <a:lnTo>
                    <a:pt x="1294240" y="42276"/>
                  </a:lnTo>
                  <a:lnTo>
                    <a:pt x="1312729" y="36978"/>
                  </a:lnTo>
                  <a:lnTo>
                    <a:pt x="1331218" y="31830"/>
                  </a:lnTo>
                  <a:lnTo>
                    <a:pt x="1349707" y="26832"/>
                  </a:lnTo>
                  <a:lnTo>
                    <a:pt x="1368196" y="21984"/>
                  </a:lnTo>
                  <a:lnTo>
                    <a:pt x="1386686" y="17287"/>
                  </a:lnTo>
                  <a:lnTo>
                    <a:pt x="1405175" y="12740"/>
                  </a:lnTo>
                  <a:lnTo>
                    <a:pt x="1423664" y="8343"/>
                  </a:lnTo>
                  <a:lnTo>
                    <a:pt x="1442153" y="4096"/>
                  </a:lnTo>
                  <a:lnTo>
                    <a:pt x="1460642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tx4913"/>
            <p:cNvSpPr/>
            <p:nvPr/>
          </p:nvSpPr>
          <p:spPr>
            <a:xfrm>
              <a:off x="7700021" y="263277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4914" name="tx4914"/>
            <p:cNvSpPr/>
            <p:nvPr/>
          </p:nvSpPr>
          <p:spPr>
            <a:xfrm>
              <a:off x="7773767" y="260789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915" name="tx4915"/>
            <p:cNvSpPr/>
            <p:nvPr/>
          </p:nvSpPr>
          <p:spPr>
            <a:xfrm>
              <a:off x="7808377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916" name="tx4916"/>
            <p:cNvSpPr/>
            <p:nvPr/>
          </p:nvSpPr>
          <p:spPr>
            <a:xfrm>
              <a:off x="7832729" y="266980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4917" name="tx4917"/>
            <p:cNvSpPr/>
            <p:nvPr/>
          </p:nvSpPr>
          <p:spPr>
            <a:xfrm>
              <a:off x="7884645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918" name="tx4918"/>
            <p:cNvSpPr/>
            <p:nvPr/>
          </p:nvSpPr>
          <p:spPr>
            <a:xfrm>
              <a:off x="7908997" y="263143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4919" name="tx4919"/>
            <p:cNvSpPr/>
            <p:nvPr/>
          </p:nvSpPr>
          <p:spPr>
            <a:xfrm>
              <a:off x="7700021" y="2725769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4920" name="tx4920"/>
            <p:cNvSpPr/>
            <p:nvPr/>
          </p:nvSpPr>
          <p:spPr>
            <a:xfrm>
              <a:off x="7773767" y="270088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921" name="tx4921"/>
            <p:cNvSpPr/>
            <p:nvPr/>
          </p:nvSpPr>
          <p:spPr>
            <a:xfrm>
              <a:off x="7808377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922" name="tx4922"/>
            <p:cNvSpPr/>
            <p:nvPr/>
          </p:nvSpPr>
          <p:spPr>
            <a:xfrm>
              <a:off x="7832729" y="276279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4923" name="tx4923"/>
            <p:cNvSpPr/>
            <p:nvPr/>
          </p:nvSpPr>
          <p:spPr>
            <a:xfrm>
              <a:off x="7884645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924" name="tx4924"/>
            <p:cNvSpPr/>
            <p:nvPr/>
          </p:nvSpPr>
          <p:spPr>
            <a:xfrm>
              <a:off x="7908997" y="2724379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4925" name="pl4925"/>
            <p:cNvSpPr/>
            <p:nvPr/>
          </p:nvSpPr>
          <p:spPr>
            <a:xfrm>
              <a:off x="7592907" y="621293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l4926"/>
            <p:cNvSpPr/>
            <p:nvPr/>
          </p:nvSpPr>
          <p:spPr>
            <a:xfrm>
              <a:off x="7592907" y="584717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l4927"/>
            <p:cNvSpPr/>
            <p:nvPr/>
          </p:nvSpPr>
          <p:spPr>
            <a:xfrm>
              <a:off x="7592907" y="548140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l4928"/>
            <p:cNvSpPr/>
            <p:nvPr/>
          </p:nvSpPr>
          <p:spPr>
            <a:xfrm>
              <a:off x="7592907" y="511564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l4929"/>
            <p:cNvSpPr/>
            <p:nvPr/>
          </p:nvSpPr>
          <p:spPr>
            <a:xfrm>
              <a:off x="7592907" y="474987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l4930"/>
            <p:cNvSpPr/>
            <p:nvPr/>
          </p:nvSpPr>
          <p:spPr>
            <a:xfrm>
              <a:off x="7592907" y="639581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l4931"/>
            <p:cNvSpPr/>
            <p:nvPr/>
          </p:nvSpPr>
          <p:spPr>
            <a:xfrm>
              <a:off x="7592907" y="6030053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l4932"/>
            <p:cNvSpPr/>
            <p:nvPr/>
          </p:nvSpPr>
          <p:spPr>
            <a:xfrm>
              <a:off x="7592907" y="566428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l4933"/>
            <p:cNvSpPr/>
            <p:nvPr/>
          </p:nvSpPr>
          <p:spPr>
            <a:xfrm>
              <a:off x="7592907" y="5298524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l4934"/>
            <p:cNvSpPr/>
            <p:nvPr/>
          </p:nvSpPr>
          <p:spPr>
            <a:xfrm>
              <a:off x="7592907" y="493275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l4935"/>
            <p:cNvSpPr/>
            <p:nvPr/>
          </p:nvSpPr>
          <p:spPr>
            <a:xfrm>
              <a:off x="9773141" y="200169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l4936"/>
            <p:cNvSpPr/>
            <p:nvPr/>
          </p:nvSpPr>
          <p:spPr>
            <a:xfrm>
              <a:off x="9773141" y="163593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l4937"/>
            <p:cNvSpPr/>
            <p:nvPr/>
          </p:nvSpPr>
          <p:spPr>
            <a:xfrm>
              <a:off x="9773141" y="127016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l4938"/>
            <p:cNvSpPr/>
            <p:nvPr/>
          </p:nvSpPr>
          <p:spPr>
            <a:xfrm>
              <a:off x="9773141" y="90440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l4939"/>
            <p:cNvSpPr/>
            <p:nvPr/>
          </p:nvSpPr>
          <p:spPr>
            <a:xfrm>
              <a:off x="9773141" y="53863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l4940"/>
            <p:cNvSpPr/>
            <p:nvPr/>
          </p:nvSpPr>
          <p:spPr>
            <a:xfrm>
              <a:off x="10148735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l4941"/>
            <p:cNvSpPr/>
            <p:nvPr/>
          </p:nvSpPr>
          <p:spPr>
            <a:xfrm>
              <a:off x="10705170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l4942"/>
            <p:cNvSpPr/>
            <p:nvPr/>
          </p:nvSpPr>
          <p:spPr>
            <a:xfrm>
              <a:off x="11261605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l4943"/>
            <p:cNvSpPr/>
            <p:nvPr/>
          </p:nvSpPr>
          <p:spPr>
            <a:xfrm>
              <a:off x="11818041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l4944"/>
            <p:cNvSpPr/>
            <p:nvPr/>
          </p:nvSpPr>
          <p:spPr>
            <a:xfrm>
              <a:off x="9773141" y="218457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l4945"/>
            <p:cNvSpPr/>
            <p:nvPr/>
          </p:nvSpPr>
          <p:spPr>
            <a:xfrm>
              <a:off x="9773141" y="1818813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l4946"/>
            <p:cNvSpPr/>
            <p:nvPr/>
          </p:nvSpPr>
          <p:spPr>
            <a:xfrm>
              <a:off x="9773141" y="145304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l4947"/>
            <p:cNvSpPr/>
            <p:nvPr/>
          </p:nvSpPr>
          <p:spPr>
            <a:xfrm>
              <a:off x="9773141" y="1087284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l4948"/>
            <p:cNvSpPr/>
            <p:nvPr/>
          </p:nvSpPr>
          <p:spPr>
            <a:xfrm>
              <a:off x="9773141" y="72151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l4949"/>
            <p:cNvSpPr/>
            <p:nvPr/>
          </p:nvSpPr>
          <p:spPr>
            <a:xfrm>
              <a:off x="9870517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l4950"/>
            <p:cNvSpPr/>
            <p:nvPr/>
          </p:nvSpPr>
          <p:spPr>
            <a:xfrm>
              <a:off x="10426952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l4951"/>
            <p:cNvSpPr/>
            <p:nvPr/>
          </p:nvSpPr>
          <p:spPr>
            <a:xfrm>
              <a:off x="10983388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l4952"/>
            <p:cNvSpPr/>
            <p:nvPr/>
          </p:nvSpPr>
          <p:spPr>
            <a:xfrm>
              <a:off x="11539823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t4953"/>
            <p:cNvSpPr/>
            <p:nvPr/>
          </p:nvSpPr>
          <p:spPr>
            <a:xfrm>
              <a:off x="10408902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t4954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t4955"/>
            <p:cNvSpPr/>
            <p:nvPr/>
          </p:nvSpPr>
          <p:spPr>
            <a:xfrm>
              <a:off x="10408902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t4956"/>
            <p:cNvSpPr/>
            <p:nvPr/>
          </p:nvSpPr>
          <p:spPr>
            <a:xfrm>
              <a:off x="10687119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t4957"/>
            <p:cNvSpPr/>
            <p:nvPr/>
          </p:nvSpPr>
          <p:spPr>
            <a:xfrm>
              <a:off x="10687119" y="123992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t4958"/>
            <p:cNvSpPr/>
            <p:nvPr/>
          </p:nvSpPr>
          <p:spPr>
            <a:xfrm>
              <a:off x="1096533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t4959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t4960"/>
            <p:cNvSpPr/>
            <p:nvPr/>
          </p:nvSpPr>
          <p:spPr>
            <a:xfrm>
              <a:off x="9852466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t4961"/>
            <p:cNvSpPr/>
            <p:nvPr/>
          </p:nvSpPr>
          <p:spPr>
            <a:xfrm>
              <a:off x="98524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t4962"/>
            <p:cNvSpPr/>
            <p:nvPr/>
          </p:nvSpPr>
          <p:spPr>
            <a:xfrm>
              <a:off x="10130684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t4963"/>
            <p:cNvSpPr/>
            <p:nvPr/>
          </p:nvSpPr>
          <p:spPr>
            <a:xfrm>
              <a:off x="1040890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t4964"/>
            <p:cNvSpPr/>
            <p:nvPr/>
          </p:nvSpPr>
          <p:spPr>
            <a:xfrm>
              <a:off x="10130684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t4965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t4966"/>
            <p:cNvSpPr/>
            <p:nvPr/>
          </p:nvSpPr>
          <p:spPr>
            <a:xfrm>
              <a:off x="10408902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t4967"/>
            <p:cNvSpPr/>
            <p:nvPr/>
          </p:nvSpPr>
          <p:spPr>
            <a:xfrm>
              <a:off x="10269793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t4968"/>
            <p:cNvSpPr/>
            <p:nvPr/>
          </p:nvSpPr>
          <p:spPr>
            <a:xfrm>
              <a:off x="9852466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t4969"/>
            <p:cNvSpPr/>
            <p:nvPr/>
          </p:nvSpPr>
          <p:spPr>
            <a:xfrm>
              <a:off x="1013068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t4970"/>
            <p:cNvSpPr/>
            <p:nvPr/>
          </p:nvSpPr>
          <p:spPr>
            <a:xfrm>
              <a:off x="1013068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t4971"/>
            <p:cNvSpPr/>
            <p:nvPr/>
          </p:nvSpPr>
          <p:spPr>
            <a:xfrm>
              <a:off x="10965337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t4972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t4973"/>
            <p:cNvSpPr/>
            <p:nvPr/>
          </p:nvSpPr>
          <p:spPr>
            <a:xfrm>
              <a:off x="10965337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t4974"/>
            <p:cNvSpPr/>
            <p:nvPr/>
          </p:nvSpPr>
          <p:spPr>
            <a:xfrm>
              <a:off x="1068711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t4975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t4976"/>
            <p:cNvSpPr/>
            <p:nvPr/>
          </p:nvSpPr>
          <p:spPr>
            <a:xfrm>
              <a:off x="9852466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t4977"/>
            <p:cNvSpPr/>
            <p:nvPr/>
          </p:nvSpPr>
          <p:spPr>
            <a:xfrm>
              <a:off x="10687119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t4978"/>
            <p:cNvSpPr/>
            <p:nvPr/>
          </p:nvSpPr>
          <p:spPr>
            <a:xfrm>
              <a:off x="11104446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t4979"/>
            <p:cNvSpPr/>
            <p:nvPr/>
          </p:nvSpPr>
          <p:spPr>
            <a:xfrm>
              <a:off x="1026979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t4980"/>
            <p:cNvSpPr/>
            <p:nvPr/>
          </p:nvSpPr>
          <p:spPr>
            <a:xfrm>
              <a:off x="10826228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t4981"/>
            <p:cNvSpPr/>
            <p:nvPr/>
          </p:nvSpPr>
          <p:spPr>
            <a:xfrm>
              <a:off x="109653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t4982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t4983"/>
            <p:cNvSpPr/>
            <p:nvPr/>
          </p:nvSpPr>
          <p:spPr>
            <a:xfrm>
              <a:off x="1068711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t4984"/>
            <p:cNvSpPr/>
            <p:nvPr/>
          </p:nvSpPr>
          <p:spPr>
            <a:xfrm>
              <a:off x="1068711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t4985"/>
            <p:cNvSpPr/>
            <p:nvPr/>
          </p:nvSpPr>
          <p:spPr>
            <a:xfrm>
              <a:off x="1124355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t4986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t4987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t4988"/>
            <p:cNvSpPr/>
            <p:nvPr/>
          </p:nvSpPr>
          <p:spPr>
            <a:xfrm>
              <a:off x="10408902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t4989"/>
            <p:cNvSpPr/>
            <p:nvPr/>
          </p:nvSpPr>
          <p:spPr>
            <a:xfrm>
              <a:off x="10408902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t4990"/>
            <p:cNvSpPr/>
            <p:nvPr/>
          </p:nvSpPr>
          <p:spPr>
            <a:xfrm>
              <a:off x="98524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t4991"/>
            <p:cNvSpPr/>
            <p:nvPr/>
          </p:nvSpPr>
          <p:spPr>
            <a:xfrm>
              <a:off x="10408902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t4992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t4993"/>
            <p:cNvSpPr/>
            <p:nvPr/>
          </p:nvSpPr>
          <p:spPr>
            <a:xfrm>
              <a:off x="10548011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t4994"/>
            <p:cNvSpPr/>
            <p:nvPr/>
          </p:nvSpPr>
          <p:spPr>
            <a:xfrm>
              <a:off x="1124355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t4995"/>
            <p:cNvSpPr/>
            <p:nvPr/>
          </p:nvSpPr>
          <p:spPr>
            <a:xfrm>
              <a:off x="9991575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t4996"/>
            <p:cNvSpPr/>
            <p:nvPr/>
          </p:nvSpPr>
          <p:spPr>
            <a:xfrm>
              <a:off x="10130684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t4997"/>
            <p:cNvSpPr/>
            <p:nvPr/>
          </p:nvSpPr>
          <p:spPr>
            <a:xfrm>
              <a:off x="9852466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t4998"/>
            <p:cNvSpPr/>
            <p:nvPr/>
          </p:nvSpPr>
          <p:spPr>
            <a:xfrm>
              <a:off x="9852466" y="18251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t4999"/>
            <p:cNvSpPr/>
            <p:nvPr/>
          </p:nvSpPr>
          <p:spPr>
            <a:xfrm>
              <a:off x="10130684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t5000"/>
            <p:cNvSpPr/>
            <p:nvPr/>
          </p:nvSpPr>
          <p:spPr>
            <a:xfrm>
              <a:off x="9852466" y="21421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t5001"/>
            <p:cNvSpPr/>
            <p:nvPr/>
          </p:nvSpPr>
          <p:spPr>
            <a:xfrm>
              <a:off x="10130684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t5002"/>
            <p:cNvSpPr/>
            <p:nvPr/>
          </p:nvSpPr>
          <p:spPr>
            <a:xfrm>
              <a:off x="9852466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t5003"/>
            <p:cNvSpPr/>
            <p:nvPr/>
          </p:nvSpPr>
          <p:spPr>
            <a:xfrm>
              <a:off x="10548011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t5004"/>
            <p:cNvSpPr/>
            <p:nvPr/>
          </p:nvSpPr>
          <p:spPr>
            <a:xfrm>
              <a:off x="1054801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t5005"/>
            <p:cNvSpPr/>
            <p:nvPr/>
          </p:nvSpPr>
          <p:spPr>
            <a:xfrm>
              <a:off x="9852466" y="21177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t5006"/>
            <p:cNvSpPr/>
            <p:nvPr/>
          </p:nvSpPr>
          <p:spPr>
            <a:xfrm>
              <a:off x="10408902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t5007"/>
            <p:cNvSpPr/>
            <p:nvPr/>
          </p:nvSpPr>
          <p:spPr>
            <a:xfrm>
              <a:off x="9852466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t5008"/>
            <p:cNvSpPr/>
            <p:nvPr/>
          </p:nvSpPr>
          <p:spPr>
            <a:xfrm>
              <a:off x="999157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t5009"/>
            <p:cNvSpPr/>
            <p:nvPr/>
          </p:nvSpPr>
          <p:spPr>
            <a:xfrm>
              <a:off x="1013068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t5010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t5011"/>
            <p:cNvSpPr/>
            <p:nvPr/>
          </p:nvSpPr>
          <p:spPr>
            <a:xfrm>
              <a:off x="10130684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t5012"/>
            <p:cNvSpPr/>
            <p:nvPr/>
          </p:nvSpPr>
          <p:spPr>
            <a:xfrm>
              <a:off x="9852466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t5013"/>
            <p:cNvSpPr/>
            <p:nvPr/>
          </p:nvSpPr>
          <p:spPr>
            <a:xfrm>
              <a:off x="9852466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t5014"/>
            <p:cNvSpPr/>
            <p:nvPr/>
          </p:nvSpPr>
          <p:spPr>
            <a:xfrm>
              <a:off x="10548011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t5015"/>
            <p:cNvSpPr/>
            <p:nvPr/>
          </p:nvSpPr>
          <p:spPr>
            <a:xfrm>
              <a:off x="10548011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t5016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t5017"/>
            <p:cNvSpPr/>
            <p:nvPr/>
          </p:nvSpPr>
          <p:spPr>
            <a:xfrm>
              <a:off x="1124355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t5018"/>
            <p:cNvSpPr/>
            <p:nvPr/>
          </p:nvSpPr>
          <p:spPr>
            <a:xfrm>
              <a:off x="1096533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t5019"/>
            <p:cNvSpPr/>
            <p:nvPr/>
          </p:nvSpPr>
          <p:spPr>
            <a:xfrm>
              <a:off x="109653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t5020"/>
            <p:cNvSpPr/>
            <p:nvPr/>
          </p:nvSpPr>
          <p:spPr>
            <a:xfrm>
              <a:off x="10687119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t5021"/>
            <p:cNvSpPr/>
            <p:nvPr/>
          </p:nvSpPr>
          <p:spPr>
            <a:xfrm>
              <a:off x="999157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t5022"/>
            <p:cNvSpPr/>
            <p:nvPr/>
          </p:nvSpPr>
          <p:spPr>
            <a:xfrm>
              <a:off x="1166088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t5023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t5024"/>
            <p:cNvSpPr/>
            <p:nvPr/>
          </p:nvSpPr>
          <p:spPr>
            <a:xfrm>
              <a:off x="1096533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t5025"/>
            <p:cNvSpPr/>
            <p:nvPr/>
          </p:nvSpPr>
          <p:spPr>
            <a:xfrm>
              <a:off x="1096533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t5026"/>
            <p:cNvSpPr/>
            <p:nvPr/>
          </p:nvSpPr>
          <p:spPr>
            <a:xfrm>
              <a:off x="10269793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t5027"/>
            <p:cNvSpPr/>
            <p:nvPr/>
          </p:nvSpPr>
          <p:spPr>
            <a:xfrm>
              <a:off x="11104446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t5028"/>
            <p:cNvSpPr/>
            <p:nvPr/>
          </p:nvSpPr>
          <p:spPr>
            <a:xfrm>
              <a:off x="11104446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t5029"/>
            <p:cNvSpPr/>
            <p:nvPr/>
          </p:nvSpPr>
          <p:spPr>
            <a:xfrm>
              <a:off x="1013068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t5030"/>
            <p:cNvSpPr/>
            <p:nvPr/>
          </p:nvSpPr>
          <p:spPr>
            <a:xfrm>
              <a:off x="1040890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t5031"/>
            <p:cNvSpPr/>
            <p:nvPr/>
          </p:nvSpPr>
          <p:spPr>
            <a:xfrm>
              <a:off x="1124355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t5032"/>
            <p:cNvSpPr/>
            <p:nvPr/>
          </p:nvSpPr>
          <p:spPr>
            <a:xfrm>
              <a:off x="1013068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t5033"/>
            <p:cNvSpPr/>
            <p:nvPr/>
          </p:nvSpPr>
          <p:spPr>
            <a:xfrm>
              <a:off x="1026979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t5034"/>
            <p:cNvSpPr/>
            <p:nvPr/>
          </p:nvSpPr>
          <p:spPr>
            <a:xfrm>
              <a:off x="10965337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t5035"/>
            <p:cNvSpPr/>
            <p:nvPr/>
          </p:nvSpPr>
          <p:spPr>
            <a:xfrm>
              <a:off x="11243555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t5036"/>
            <p:cNvSpPr/>
            <p:nvPr/>
          </p:nvSpPr>
          <p:spPr>
            <a:xfrm>
              <a:off x="1124355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t5037"/>
            <p:cNvSpPr/>
            <p:nvPr/>
          </p:nvSpPr>
          <p:spPr>
            <a:xfrm>
              <a:off x="108262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t5038"/>
            <p:cNvSpPr/>
            <p:nvPr/>
          </p:nvSpPr>
          <p:spPr>
            <a:xfrm>
              <a:off x="1013068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t5039"/>
            <p:cNvSpPr/>
            <p:nvPr/>
          </p:nvSpPr>
          <p:spPr>
            <a:xfrm>
              <a:off x="1013068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t5040"/>
            <p:cNvSpPr/>
            <p:nvPr/>
          </p:nvSpPr>
          <p:spPr>
            <a:xfrm>
              <a:off x="108262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t5041"/>
            <p:cNvSpPr/>
            <p:nvPr/>
          </p:nvSpPr>
          <p:spPr>
            <a:xfrm>
              <a:off x="1096533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t5042"/>
            <p:cNvSpPr/>
            <p:nvPr/>
          </p:nvSpPr>
          <p:spPr>
            <a:xfrm>
              <a:off x="10687119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t5043"/>
            <p:cNvSpPr/>
            <p:nvPr/>
          </p:nvSpPr>
          <p:spPr>
            <a:xfrm>
              <a:off x="9852466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t5044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t5045"/>
            <p:cNvSpPr/>
            <p:nvPr/>
          </p:nvSpPr>
          <p:spPr>
            <a:xfrm>
              <a:off x="1013068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t5046"/>
            <p:cNvSpPr/>
            <p:nvPr/>
          </p:nvSpPr>
          <p:spPr>
            <a:xfrm>
              <a:off x="9852466" y="20811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t5047"/>
            <p:cNvSpPr/>
            <p:nvPr/>
          </p:nvSpPr>
          <p:spPr>
            <a:xfrm>
              <a:off x="1013068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t5048"/>
            <p:cNvSpPr/>
            <p:nvPr/>
          </p:nvSpPr>
          <p:spPr>
            <a:xfrm>
              <a:off x="1054801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t5049"/>
            <p:cNvSpPr/>
            <p:nvPr/>
          </p:nvSpPr>
          <p:spPr>
            <a:xfrm>
              <a:off x="9852466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t5050"/>
            <p:cNvSpPr/>
            <p:nvPr/>
          </p:nvSpPr>
          <p:spPr>
            <a:xfrm>
              <a:off x="9991575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t5051"/>
            <p:cNvSpPr/>
            <p:nvPr/>
          </p:nvSpPr>
          <p:spPr>
            <a:xfrm>
              <a:off x="1054801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t5052"/>
            <p:cNvSpPr/>
            <p:nvPr/>
          </p:nvSpPr>
          <p:spPr>
            <a:xfrm>
              <a:off x="9991575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t5053"/>
            <p:cNvSpPr/>
            <p:nvPr/>
          </p:nvSpPr>
          <p:spPr>
            <a:xfrm>
              <a:off x="10408902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t5054"/>
            <p:cNvSpPr/>
            <p:nvPr/>
          </p:nvSpPr>
          <p:spPr>
            <a:xfrm>
              <a:off x="108262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t5055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t5056"/>
            <p:cNvSpPr/>
            <p:nvPr/>
          </p:nvSpPr>
          <p:spPr>
            <a:xfrm>
              <a:off x="1068711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t5057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t5058"/>
            <p:cNvSpPr/>
            <p:nvPr/>
          </p:nvSpPr>
          <p:spPr>
            <a:xfrm>
              <a:off x="109653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t5059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t5060"/>
            <p:cNvSpPr/>
            <p:nvPr/>
          </p:nvSpPr>
          <p:spPr>
            <a:xfrm>
              <a:off x="10687119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t5061"/>
            <p:cNvSpPr/>
            <p:nvPr/>
          </p:nvSpPr>
          <p:spPr>
            <a:xfrm>
              <a:off x="1124355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t5062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t5063"/>
            <p:cNvSpPr/>
            <p:nvPr/>
          </p:nvSpPr>
          <p:spPr>
            <a:xfrm>
              <a:off x="1013068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t5064"/>
            <p:cNvSpPr/>
            <p:nvPr/>
          </p:nvSpPr>
          <p:spPr>
            <a:xfrm>
              <a:off x="1096533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t5065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t5066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t5067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t5068"/>
            <p:cNvSpPr/>
            <p:nvPr/>
          </p:nvSpPr>
          <p:spPr>
            <a:xfrm>
              <a:off x="1068711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t5069"/>
            <p:cNvSpPr/>
            <p:nvPr/>
          </p:nvSpPr>
          <p:spPr>
            <a:xfrm>
              <a:off x="1026979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t5070"/>
            <p:cNvSpPr/>
            <p:nvPr/>
          </p:nvSpPr>
          <p:spPr>
            <a:xfrm>
              <a:off x="1068711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t5071"/>
            <p:cNvSpPr/>
            <p:nvPr/>
          </p:nvSpPr>
          <p:spPr>
            <a:xfrm>
              <a:off x="1040890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t5072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t5073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t5074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t5075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t5076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t5077"/>
            <p:cNvSpPr/>
            <p:nvPr/>
          </p:nvSpPr>
          <p:spPr>
            <a:xfrm>
              <a:off x="1040890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t5078"/>
            <p:cNvSpPr/>
            <p:nvPr/>
          </p:nvSpPr>
          <p:spPr>
            <a:xfrm>
              <a:off x="1096533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t5079"/>
            <p:cNvSpPr/>
            <p:nvPr/>
          </p:nvSpPr>
          <p:spPr>
            <a:xfrm>
              <a:off x="1068711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t5080"/>
            <p:cNvSpPr/>
            <p:nvPr/>
          </p:nvSpPr>
          <p:spPr>
            <a:xfrm>
              <a:off x="1096533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t5081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t5082"/>
            <p:cNvSpPr/>
            <p:nvPr/>
          </p:nvSpPr>
          <p:spPr>
            <a:xfrm>
              <a:off x="1068711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t5083"/>
            <p:cNvSpPr/>
            <p:nvPr/>
          </p:nvSpPr>
          <p:spPr>
            <a:xfrm>
              <a:off x="1096533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t5084"/>
            <p:cNvSpPr/>
            <p:nvPr/>
          </p:nvSpPr>
          <p:spPr>
            <a:xfrm>
              <a:off x="11382664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t5085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t5086"/>
            <p:cNvSpPr/>
            <p:nvPr/>
          </p:nvSpPr>
          <p:spPr>
            <a:xfrm>
              <a:off x="1096533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t5087"/>
            <p:cNvSpPr/>
            <p:nvPr/>
          </p:nvSpPr>
          <p:spPr>
            <a:xfrm>
              <a:off x="1096533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t5088"/>
            <p:cNvSpPr/>
            <p:nvPr/>
          </p:nvSpPr>
          <p:spPr>
            <a:xfrm>
              <a:off x="1096533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t5089"/>
            <p:cNvSpPr/>
            <p:nvPr/>
          </p:nvSpPr>
          <p:spPr>
            <a:xfrm>
              <a:off x="10965337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t5090"/>
            <p:cNvSpPr/>
            <p:nvPr/>
          </p:nvSpPr>
          <p:spPr>
            <a:xfrm>
              <a:off x="10130684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t5091"/>
            <p:cNvSpPr/>
            <p:nvPr/>
          </p:nvSpPr>
          <p:spPr>
            <a:xfrm>
              <a:off x="10965337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t5092"/>
            <p:cNvSpPr/>
            <p:nvPr/>
          </p:nvSpPr>
          <p:spPr>
            <a:xfrm>
              <a:off x="109653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t5093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t5094"/>
            <p:cNvSpPr/>
            <p:nvPr/>
          </p:nvSpPr>
          <p:spPr>
            <a:xfrm>
              <a:off x="1124355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t5095"/>
            <p:cNvSpPr/>
            <p:nvPr/>
          </p:nvSpPr>
          <p:spPr>
            <a:xfrm>
              <a:off x="1096533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t5096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t5097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t5098"/>
            <p:cNvSpPr/>
            <p:nvPr/>
          </p:nvSpPr>
          <p:spPr>
            <a:xfrm>
              <a:off x="1054801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t5099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t5100"/>
            <p:cNvSpPr/>
            <p:nvPr/>
          </p:nvSpPr>
          <p:spPr>
            <a:xfrm>
              <a:off x="1096533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t5101"/>
            <p:cNvSpPr/>
            <p:nvPr/>
          </p:nvSpPr>
          <p:spPr>
            <a:xfrm>
              <a:off x="11243555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t5102"/>
            <p:cNvSpPr/>
            <p:nvPr/>
          </p:nvSpPr>
          <p:spPr>
            <a:xfrm>
              <a:off x="1124355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t5103"/>
            <p:cNvSpPr/>
            <p:nvPr/>
          </p:nvSpPr>
          <p:spPr>
            <a:xfrm>
              <a:off x="1124355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t5104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t5105"/>
            <p:cNvSpPr/>
            <p:nvPr/>
          </p:nvSpPr>
          <p:spPr>
            <a:xfrm>
              <a:off x="109653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t5106"/>
            <p:cNvSpPr/>
            <p:nvPr/>
          </p:nvSpPr>
          <p:spPr>
            <a:xfrm>
              <a:off x="9852466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t5107"/>
            <p:cNvSpPr/>
            <p:nvPr/>
          </p:nvSpPr>
          <p:spPr>
            <a:xfrm>
              <a:off x="98524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t5108"/>
            <p:cNvSpPr/>
            <p:nvPr/>
          </p:nvSpPr>
          <p:spPr>
            <a:xfrm>
              <a:off x="1040890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t5109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t5110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t5111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t5112"/>
            <p:cNvSpPr/>
            <p:nvPr/>
          </p:nvSpPr>
          <p:spPr>
            <a:xfrm>
              <a:off x="10408902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t5113"/>
            <p:cNvSpPr/>
            <p:nvPr/>
          </p:nvSpPr>
          <p:spPr>
            <a:xfrm>
              <a:off x="10408902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t5114"/>
            <p:cNvSpPr/>
            <p:nvPr/>
          </p:nvSpPr>
          <p:spPr>
            <a:xfrm>
              <a:off x="1040890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t5115"/>
            <p:cNvSpPr/>
            <p:nvPr/>
          </p:nvSpPr>
          <p:spPr>
            <a:xfrm>
              <a:off x="10130684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t5116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t5117"/>
            <p:cNvSpPr/>
            <p:nvPr/>
          </p:nvSpPr>
          <p:spPr>
            <a:xfrm>
              <a:off x="10269793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t5118"/>
            <p:cNvSpPr/>
            <p:nvPr/>
          </p:nvSpPr>
          <p:spPr>
            <a:xfrm>
              <a:off x="10130684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t5119"/>
            <p:cNvSpPr/>
            <p:nvPr/>
          </p:nvSpPr>
          <p:spPr>
            <a:xfrm>
              <a:off x="1040890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t5120"/>
            <p:cNvSpPr/>
            <p:nvPr/>
          </p:nvSpPr>
          <p:spPr>
            <a:xfrm>
              <a:off x="10130684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t5121"/>
            <p:cNvSpPr/>
            <p:nvPr/>
          </p:nvSpPr>
          <p:spPr>
            <a:xfrm>
              <a:off x="1040890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t5122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t5123"/>
            <p:cNvSpPr/>
            <p:nvPr/>
          </p:nvSpPr>
          <p:spPr>
            <a:xfrm>
              <a:off x="11521772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t5124"/>
            <p:cNvSpPr/>
            <p:nvPr/>
          </p:nvSpPr>
          <p:spPr>
            <a:xfrm>
              <a:off x="1096533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t5125"/>
            <p:cNvSpPr/>
            <p:nvPr/>
          </p:nvSpPr>
          <p:spPr>
            <a:xfrm>
              <a:off x="1124355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t5126"/>
            <p:cNvSpPr/>
            <p:nvPr/>
          </p:nvSpPr>
          <p:spPr>
            <a:xfrm>
              <a:off x="1068711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t5127"/>
            <p:cNvSpPr/>
            <p:nvPr/>
          </p:nvSpPr>
          <p:spPr>
            <a:xfrm>
              <a:off x="1040890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t5128"/>
            <p:cNvSpPr/>
            <p:nvPr/>
          </p:nvSpPr>
          <p:spPr>
            <a:xfrm>
              <a:off x="1068711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t5129"/>
            <p:cNvSpPr/>
            <p:nvPr/>
          </p:nvSpPr>
          <p:spPr>
            <a:xfrm>
              <a:off x="10687119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t5130"/>
            <p:cNvSpPr/>
            <p:nvPr/>
          </p:nvSpPr>
          <p:spPr>
            <a:xfrm>
              <a:off x="1013068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t5131"/>
            <p:cNvSpPr/>
            <p:nvPr/>
          </p:nvSpPr>
          <p:spPr>
            <a:xfrm>
              <a:off x="1096533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t5132"/>
            <p:cNvSpPr/>
            <p:nvPr/>
          </p:nvSpPr>
          <p:spPr>
            <a:xfrm>
              <a:off x="108262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t5133"/>
            <p:cNvSpPr/>
            <p:nvPr/>
          </p:nvSpPr>
          <p:spPr>
            <a:xfrm>
              <a:off x="108262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t5134"/>
            <p:cNvSpPr/>
            <p:nvPr/>
          </p:nvSpPr>
          <p:spPr>
            <a:xfrm>
              <a:off x="1068711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t5135"/>
            <p:cNvSpPr/>
            <p:nvPr/>
          </p:nvSpPr>
          <p:spPr>
            <a:xfrm>
              <a:off x="10687119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t5136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t5137"/>
            <p:cNvSpPr/>
            <p:nvPr/>
          </p:nvSpPr>
          <p:spPr>
            <a:xfrm>
              <a:off x="1013068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t5138"/>
            <p:cNvSpPr/>
            <p:nvPr/>
          </p:nvSpPr>
          <p:spPr>
            <a:xfrm>
              <a:off x="11382664" y="10082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t5139"/>
            <p:cNvSpPr/>
            <p:nvPr/>
          </p:nvSpPr>
          <p:spPr>
            <a:xfrm>
              <a:off x="1110444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t5140"/>
            <p:cNvSpPr/>
            <p:nvPr/>
          </p:nvSpPr>
          <p:spPr>
            <a:xfrm>
              <a:off x="1152177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t5141"/>
            <p:cNvSpPr/>
            <p:nvPr/>
          </p:nvSpPr>
          <p:spPr>
            <a:xfrm>
              <a:off x="1152177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t5142"/>
            <p:cNvSpPr/>
            <p:nvPr/>
          </p:nvSpPr>
          <p:spPr>
            <a:xfrm>
              <a:off x="1152177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t5143"/>
            <p:cNvSpPr/>
            <p:nvPr/>
          </p:nvSpPr>
          <p:spPr>
            <a:xfrm>
              <a:off x="1152177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t5144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t5145"/>
            <p:cNvSpPr/>
            <p:nvPr/>
          </p:nvSpPr>
          <p:spPr>
            <a:xfrm>
              <a:off x="10687119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t5146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t5147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t5148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t5149"/>
            <p:cNvSpPr/>
            <p:nvPr/>
          </p:nvSpPr>
          <p:spPr>
            <a:xfrm>
              <a:off x="1013068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t5150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t5151"/>
            <p:cNvSpPr/>
            <p:nvPr/>
          </p:nvSpPr>
          <p:spPr>
            <a:xfrm>
              <a:off x="1054801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t5152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t5153"/>
            <p:cNvSpPr/>
            <p:nvPr/>
          </p:nvSpPr>
          <p:spPr>
            <a:xfrm>
              <a:off x="1110444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t5154"/>
            <p:cNvSpPr/>
            <p:nvPr/>
          </p:nvSpPr>
          <p:spPr>
            <a:xfrm>
              <a:off x="1096533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t5155"/>
            <p:cNvSpPr/>
            <p:nvPr/>
          </p:nvSpPr>
          <p:spPr>
            <a:xfrm>
              <a:off x="11104446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t5156"/>
            <p:cNvSpPr/>
            <p:nvPr/>
          </p:nvSpPr>
          <p:spPr>
            <a:xfrm>
              <a:off x="1096533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t5157"/>
            <p:cNvSpPr/>
            <p:nvPr/>
          </p:nvSpPr>
          <p:spPr>
            <a:xfrm>
              <a:off x="1096533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t5158"/>
            <p:cNvSpPr/>
            <p:nvPr/>
          </p:nvSpPr>
          <p:spPr>
            <a:xfrm>
              <a:off x="1068711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t5159"/>
            <p:cNvSpPr/>
            <p:nvPr/>
          </p:nvSpPr>
          <p:spPr>
            <a:xfrm>
              <a:off x="1124355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t5160"/>
            <p:cNvSpPr/>
            <p:nvPr/>
          </p:nvSpPr>
          <p:spPr>
            <a:xfrm>
              <a:off x="1124355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t5161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t5162"/>
            <p:cNvSpPr/>
            <p:nvPr/>
          </p:nvSpPr>
          <p:spPr>
            <a:xfrm>
              <a:off x="1124355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t5163"/>
            <p:cNvSpPr/>
            <p:nvPr/>
          </p:nvSpPr>
          <p:spPr>
            <a:xfrm>
              <a:off x="10408902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t5164"/>
            <p:cNvSpPr/>
            <p:nvPr/>
          </p:nvSpPr>
          <p:spPr>
            <a:xfrm>
              <a:off x="10826228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t5165"/>
            <p:cNvSpPr/>
            <p:nvPr/>
          </p:nvSpPr>
          <p:spPr>
            <a:xfrm>
              <a:off x="10687119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t5166"/>
            <p:cNvSpPr/>
            <p:nvPr/>
          </p:nvSpPr>
          <p:spPr>
            <a:xfrm>
              <a:off x="1096533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t5167"/>
            <p:cNvSpPr/>
            <p:nvPr/>
          </p:nvSpPr>
          <p:spPr>
            <a:xfrm>
              <a:off x="1040890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t5168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t5169"/>
            <p:cNvSpPr/>
            <p:nvPr/>
          </p:nvSpPr>
          <p:spPr>
            <a:xfrm>
              <a:off x="10965337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t5170"/>
            <p:cNvSpPr/>
            <p:nvPr/>
          </p:nvSpPr>
          <p:spPr>
            <a:xfrm>
              <a:off x="1096533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t5171"/>
            <p:cNvSpPr/>
            <p:nvPr/>
          </p:nvSpPr>
          <p:spPr>
            <a:xfrm>
              <a:off x="10408902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t5172"/>
            <p:cNvSpPr/>
            <p:nvPr/>
          </p:nvSpPr>
          <p:spPr>
            <a:xfrm>
              <a:off x="985246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t5173"/>
            <p:cNvSpPr/>
            <p:nvPr/>
          </p:nvSpPr>
          <p:spPr>
            <a:xfrm>
              <a:off x="1013068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t5174"/>
            <p:cNvSpPr/>
            <p:nvPr/>
          </p:nvSpPr>
          <p:spPr>
            <a:xfrm>
              <a:off x="1040890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t5175"/>
            <p:cNvSpPr/>
            <p:nvPr/>
          </p:nvSpPr>
          <p:spPr>
            <a:xfrm>
              <a:off x="10130684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t5176"/>
            <p:cNvSpPr/>
            <p:nvPr/>
          </p:nvSpPr>
          <p:spPr>
            <a:xfrm>
              <a:off x="98524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t5177"/>
            <p:cNvSpPr/>
            <p:nvPr/>
          </p:nvSpPr>
          <p:spPr>
            <a:xfrm>
              <a:off x="98524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t5178"/>
            <p:cNvSpPr/>
            <p:nvPr/>
          </p:nvSpPr>
          <p:spPr>
            <a:xfrm>
              <a:off x="98524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t5179"/>
            <p:cNvSpPr/>
            <p:nvPr/>
          </p:nvSpPr>
          <p:spPr>
            <a:xfrm>
              <a:off x="98524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t5180"/>
            <p:cNvSpPr/>
            <p:nvPr/>
          </p:nvSpPr>
          <p:spPr>
            <a:xfrm>
              <a:off x="98524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t5181"/>
            <p:cNvSpPr/>
            <p:nvPr/>
          </p:nvSpPr>
          <p:spPr>
            <a:xfrm>
              <a:off x="98524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t5182"/>
            <p:cNvSpPr/>
            <p:nvPr/>
          </p:nvSpPr>
          <p:spPr>
            <a:xfrm>
              <a:off x="10687119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t5183"/>
            <p:cNvSpPr/>
            <p:nvPr/>
          </p:nvSpPr>
          <p:spPr>
            <a:xfrm>
              <a:off x="11104446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t5184"/>
            <p:cNvSpPr/>
            <p:nvPr/>
          </p:nvSpPr>
          <p:spPr>
            <a:xfrm>
              <a:off x="11104446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t5185"/>
            <p:cNvSpPr/>
            <p:nvPr/>
          </p:nvSpPr>
          <p:spPr>
            <a:xfrm>
              <a:off x="1138266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t5186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t5187"/>
            <p:cNvSpPr/>
            <p:nvPr/>
          </p:nvSpPr>
          <p:spPr>
            <a:xfrm>
              <a:off x="1110444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t5188"/>
            <p:cNvSpPr/>
            <p:nvPr/>
          </p:nvSpPr>
          <p:spPr>
            <a:xfrm>
              <a:off x="1040890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t5189"/>
            <p:cNvSpPr/>
            <p:nvPr/>
          </p:nvSpPr>
          <p:spPr>
            <a:xfrm>
              <a:off x="1096533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t5190"/>
            <p:cNvSpPr/>
            <p:nvPr/>
          </p:nvSpPr>
          <p:spPr>
            <a:xfrm>
              <a:off x="10408902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t5191"/>
            <p:cNvSpPr/>
            <p:nvPr/>
          </p:nvSpPr>
          <p:spPr>
            <a:xfrm>
              <a:off x="1068711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t5192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t5193"/>
            <p:cNvSpPr/>
            <p:nvPr/>
          </p:nvSpPr>
          <p:spPr>
            <a:xfrm>
              <a:off x="1068711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t5194"/>
            <p:cNvSpPr/>
            <p:nvPr/>
          </p:nvSpPr>
          <p:spPr>
            <a:xfrm>
              <a:off x="1152177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t5195"/>
            <p:cNvSpPr/>
            <p:nvPr/>
          </p:nvSpPr>
          <p:spPr>
            <a:xfrm>
              <a:off x="1068711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t5196"/>
            <p:cNvSpPr/>
            <p:nvPr/>
          </p:nvSpPr>
          <p:spPr>
            <a:xfrm>
              <a:off x="1068711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t5197"/>
            <p:cNvSpPr/>
            <p:nvPr/>
          </p:nvSpPr>
          <p:spPr>
            <a:xfrm>
              <a:off x="1040890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t5198"/>
            <p:cNvSpPr/>
            <p:nvPr/>
          </p:nvSpPr>
          <p:spPr>
            <a:xfrm>
              <a:off x="10687119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t5199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t5200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t5201"/>
            <p:cNvSpPr/>
            <p:nvPr/>
          </p:nvSpPr>
          <p:spPr>
            <a:xfrm>
              <a:off x="1096533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t5202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t5203"/>
            <p:cNvSpPr/>
            <p:nvPr/>
          </p:nvSpPr>
          <p:spPr>
            <a:xfrm>
              <a:off x="1040890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t5204"/>
            <p:cNvSpPr/>
            <p:nvPr/>
          </p:nvSpPr>
          <p:spPr>
            <a:xfrm>
              <a:off x="10408902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t5205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t5206"/>
            <p:cNvSpPr/>
            <p:nvPr/>
          </p:nvSpPr>
          <p:spPr>
            <a:xfrm>
              <a:off x="1124355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t5207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t5208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t5209"/>
            <p:cNvSpPr/>
            <p:nvPr/>
          </p:nvSpPr>
          <p:spPr>
            <a:xfrm>
              <a:off x="10965337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t5210"/>
            <p:cNvSpPr/>
            <p:nvPr/>
          </p:nvSpPr>
          <p:spPr>
            <a:xfrm>
              <a:off x="1124355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t5211"/>
            <p:cNvSpPr/>
            <p:nvPr/>
          </p:nvSpPr>
          <p:spPr>
            <a:xfrm>
              <a:off x="1124355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t5212"/>
            <p:cNvSpPr/>
            <p:nvPr/>
          </p:nvSpPr>
          <p:spPr>
            <a:xfrm>
              <a:off x="9852466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t5213"/>
            <p:cNvSpPr/>
            <p:nvPr/>
          </p:nvSpPr>
          <p:spPr>
            <a:xfrm>
              <a:off x="1013068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t5214"/>
            <p:cNvSpPr/>
            <p:nvPr/>
          </p:nvSpPr>
          <p:spPr>
            <a:xfrm>
              <a:off x="9852466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t5215"/>
            <p:cNvSpPr/>
            <p:nvPr/>
          </p:nvSpPr>
          <p:spPr>
            <a:xfrm>
              <a:off x="1096533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t5216"/>
            <p:cNvSpPr/>
            <p:nvPr/>
          </p:nvSpPr>
          <p:spPr>
            <a:xfrm>
              <a:off x="10130684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t5217"/>
            <p:cNvSpPr/>
            <p:nvPr/>
          </p:nvSpPr>
          <p:spPr>
            <a:xfrm>
              <a:off x="1013068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t5218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t5219"/>
            <p:cNvSpPr/>
            <p:nvPr/>
          </p:nvSpPr>
          <p:spPr>
            <a:xfrm>
              <a:off x="1068711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t5220"/>
            <p:cNvSpPr/>
            <p:nvPr/>
          </p:nvSpPr>
          <p:spPr>
            <a:xfrm>
              <a:off x="10130684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t5221"/>
            <p:cNvSpPr/>
            <p:nvPr/>
          </p:nvSpPr>
          <p:spPr>
            <a:xfrm>
              <a:off x="1040890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t5222"/>
            <p:cNvSpPr/>
            <p:nvPr/>
          </p:nvSpPr>
          <p:spPr>
            <a:xfrm>
              <a:off x="1068711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t5223"/>
            <p:cNvSpPr/>
            <p:nvPr/>
          </p:nvSpPr>
          <p:spPr>
            <a:xfrm>
              <a:off x="1040890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t5224"/>
            <p:cNvSpPr/>
            <p:nvPr/>
          </p:nvSpPr>
          <p:spPr>
            <a:xfrm>
              <a:off x="10687119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t5225"/>
            <p:cNvSpPr/>
            <p:nvPr/>
          </p:nvSpPr>
          <p:spPr>
            <a:xfrm>
              <a:off x="10965337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t5226"/>
            <p:cNvSpPr/>
            <p:nvPr/>
          </p:nvSpPr>
          <p:spPr>
            <a:xfrm>
              <a:off x="1040890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t5227"/>
            <p:cNvSpPr/>
            <p:nvPr/>
          </p:nvSpPr>
          <p:spPr>
            <a:xfrm>
              <a:off x="10687119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t5228"/>
            <p:cNvSpPr/>
            <p:nvPr/>
          </p:nvSpPr>
          <p:spPr>
            <a:xfrm>
              <a:off x="9852466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t5229"/>
            <p:cNvSpPr/>
            <p:nvPr/>
          </p:nvSpPr>
          <p:spPr>
            <a:xfrm>
              <a:off x="10408902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t5230"/>
            <p:cNvSpPr/>
            <p:nvPr/>
          </p:nvSpPr>
          <p:spPr>
            <a:xfrm>
              <a:off x="1040890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t5231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t5232"/>
            <p:cNvSpPr/>
            <p:nvPr/>
          </p:nvSpPr>
          <p:spPr>
            <a:xfrm>
              <a:off x="1040890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t5233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t5234"/>
            <p:cNvSpPr/>
            <p:nvPr/>
          </p:nvSpPr>
          <p:spPr>
            <a:xfrm>
              <a:off x="1124355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t5235"/>
            <p:cNvSpPr/>
            <p:nvPr/>
          </p:nvSpPr>
          <p:spPr>
            <a:xfrm>
              <a:off x="109653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t5236"/>
            <p:cNvSpPr/>
            <p:nvPr/>
          </p:nvSpPr>
          <p:spPr>
            <a:xfrm>
              <a:off x="10687119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t5237"/>
            <p:cNvSpPr/>
            <p:nvPr/>
          </p:nvSpPr>
          <p:spPr>
            <a:xfrm>
              <a:off x="1040890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t5238"/>
            <p:cNvSpPr/>
            <p:nvPr/>
          </p:nvSpPr>
          <p:spPr>
            <a:xfrm>
              <a:off x="1068711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t5239"/>
            <p:cNvSpPr/>
            <p:nvPr/>
          </p:nvSpPr>
          <p:spPr>
            <a:xfrm>
              <a:off x="9852466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t5240"/>
            <p:cNvSpPr/>
            <p:nvPr/>
          </p:nvSpPr>
          <p:spPr>
            <a:xfrm>
              <a:off x="9852466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t5241"/>
            <p:cNvSpPr/>
            <p:nvPr/>
          </p:nvSpPr>
          <p:spPr>
            <a:xfrm>
              <a:off x="9852466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t5242"/>
            <p:cNvSpPr/>
            <p:nvPr/>
          </p:nvSpPr>
          <p:spPr>
            <a:xfrm>
              <a:off x="9852466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t5243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t5244"/>
            <p:cNvSpPr/>
            <p:nvPr/>
          </p:nvSpPr>
          <p:spPr>
            <a:xfrm>
              <a:off x="9852466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t5245"/>
            <p:cNvSpPr/>
            <p:nvPr/>
          </p:nvSpPr>
          <p:spPr>
            <a:xfrm>
              <a:off x="9852466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t5246"/>
            <p:cNvSpPr/>
            <p:nvPr/>
          </p:nvSpPr>
          <p:spPr>
            <a:xfrm>
              <a:off x="9852466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t5247"/>
            <p:cNvSpPr/>
            <p:nvPr/>
          </p:nvSpPr>
          <p:spPr>
            <a:xfrm>
              <a:off x="11243555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t5248"/>
            <p:cNvSpPr/>
            <p:nvPr/>
          </p:nvSpPr>
          <p:spPr>
            <a:xfrm>
              <a:off x="1068711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t5249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t5250"/>
            <p:cNvSpPr/>
            <p:nvPr/>
          </p:nvSpPr>
          <p:spPr>
            <a:xfrm>
              <a:off x="1068711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t5251"/>
            <p:cNvSpPr/>
            <p:nvPr/>
          </p:nvSpPr>
          <p:spPr>
            <a:xfrm>
              <a:off x="1068711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t5252"/>
            <p:cNvSpPr/>
            <p:nvPr/>
          </p:nvSpPr>
          <p:spPr>
            <a:xfrm>
              <a:off x="10408902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t5253"/>
            <p:cNvSpPr/>
            <p:nvPr/>
          </p:nvSpPr>
          <p:spPr>
            <a:xfrm>
              <a:off x="10687119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t5254"/>
            <p:cNvSpPr/>
            <p:nvPr/>
          </p:nvSpPr>
          <p:spPr>
            <a:xfrm>
              <a:off x="10965337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t5255"/>
            <p:cNvSpPr/>
            <p:nvPr/>
          </p:nvSpPr>
          <p:spPr>
            <a:xfrm>
              <a:off x="10687119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t5256"/>
            <p:cNvSpPr/>
            <p:nvPr/>
          </p:nvSpPr>
          <p:spPr>
            <a:xfrm>
              <a:off x="10965337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t5257"/>
            <p:cNvSpPr/>
            <p:nvPr/>
          </p:nvSpPr>
          <p:spPr>
            <a:xfrm>
              <a:off x="10687119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t5258"/>
            <p:cNvSpPr/>
            <p:nvPr/>
          </p:nvSpPr>
          <p:spPr>
            <a:xfrm>
              <a:off x="10965337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t5259"/>
            <p:cNvSpPr/>
            <p:nvPr/>
          </p:nvSpPr>
          <p:spPr>
            <a:xfrm>
              <a:off x="1040890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t5260"/>
            <p:cNvSpPr/>
            <p:nvPr/>
          </p:nvSpPr>
          <p:spPr>
            <a:xfrm>
              <a:off x="10965337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t5261"/>
            <p:cNvSpPr/>
            <p:nvPr/>
          </p:nvSpPr>
          <p:spPr>
            <a:xfrm>
              <a:off x="1068711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t5262"/>
            <p:cNvSpPr/>
            <p:nvPr/>
          </p:nvSpPr>
          <p:spPr>
            <a:xfrm>
              <a:off x="11104446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t5263"/>
            <p:cNvSpPr/>
            <p:nvPr/>
          </p:nvSpPr>
          <p:spPr>
            <a:xfrm>
              <a:off x="10130684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t5264"/>
            <p:cNvSpPr/>
            <p:nvPr/>
          </p:nvSpPr>
          <p:spPr>
            <a:xfrm>
              <a:off x="1040890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t5265"/>
            <p:cNvSpPr/>
            <p:nvPr/>
          </p:nvSpPr>
          <p:spPr>
            <a:xfrm>
              <a:off x="1040890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t5266"/>
            <p:cNvSpPr/>
            <p:nvPr/>
          </p:nvSpPr>
          <p:spPr>
            <a:xfrm>
              <a:off x="10130684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t5267"/>
            <p:cNvSpPr/>
            <p:nvPr/>
          </p:nvSpPr>
          <p:spPr>
            <a:xfrm>
              <a:off x="1013068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t5268"/>
            <p:cNvSpPr/>
            <p:nvPr/>
          </p:nvSpPr>
          <p:spPr>
            <a:xfrm>
              <a:off x="1124355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t5269"/>
            <p:cNvSpPr/>
            <p:nvPr/>
          </p:nvSpPr>
          <p:spPr>
            <a:xfrm>
              <a:off x="10965337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t5270"/>
            <p:cNvSpPr/>
            <p:nvPr/>
          </p:nvSpPr>
          <p:spPr>
            <a:xfrm>
              <a:off x="1110444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t5271"/>
            <p:cNvSpPr/>
            <p:nvPr/>
          </p:nvSpPr>
          <p:spPr>
            <a:xfrm>
              <a:off x="1040890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t5272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t5273"/>
            <p:cNvSpPr/>
            <p:nvPr/>
          </p:nvSpPr>
          <p:spPr>
            <a:xfrm>
              <a:off x="10687119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t5274"/>
            <p:cNvSpPr/>
            <p:nvPr/>
          </p:nvSpPr>
          <p:spPr>
            <a:xfrm>
              <a:off x="9852466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t5275"/>
            <p:cNvSpPr/>
            <p:nvPr/>
          </p:nvSpPr>
          <p:spPr>
            <a:xfrm>
              <a:off x="1013068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t5276"/>
            <p:cNvSpPr/>
            <p:nvPr/>
          </p:nvSpPr>
          <p:spPr>
            <a:xfrm>
              <a:off x="10130684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t5277"/>
            <p:cNvSpPr/>
            <p:nvPr/>
          </p:nvSpPr>
          <p:spPr>
            <a:xfrm>
              <a:off x="10130684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t5278"/>
            <p:cNvSpPr/>
            <p:nvPr/>
          </p:nvSpPr>
          <p:spPr>
            <a:xfrm>
              <a:off x="9852466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t5279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t5280"/>
            <p:cNvSpPr/>
            <p:nvPr/>
          </p:nvSpPr>
          <p:spPr>
            <a:xfrm>
              <a:off x="1040890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t5281"/>
            <p:cNvSpPr/>
            <p:nvPr/>
          </p:nvSpPr>
          <p:spPr>
            <a:xfrm>
              <a:off x="1013068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t5282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t5283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t5284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t5285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t5286"/>
            <p:cNvSpPr/>
            <p:nvPr/>
          </p:nvSpPr>
          <p:spPr>
            <a:xfrm>
              <a:off x="1124355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t5287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t5288"/>
            <p:cNvSpPr/>
            <p:nvPr/>
          </p:nvSpPr>
          <p:spPr>
            <a:xfrm>
              <a:off x="109653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t5289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t5290"/>
            <p:cNvSpPr/>
            <p:nvPr/>
          </p:nvSpPr>
          <p:spPr>
            <a:xfrm>
              <a:off x="1096533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t5291"/>
            <p:cNvSpPr/>
            <p:nvPr/>
          </p:nvSpPr>
          <p:spPr>
            <a:xfrm>
              <a:off x="10965337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t5292"/>
            <p:cNvSpPr/>
            <p:nvPr/>
          </p:nvSpPr>
          <p:spPr>
            <a:xfrm>
              <a:off x="1040890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t5293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t5294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t5295"/>
            <p:cNvSpPr/>
            <p:nvPr/>
          </p:nvSpPr>
          <p:spPr>
            <a:xfrm>
              <a:off x="1068711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t5296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t5297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t5298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t5299"/>
            <p:cNvSpPr/>
            <p:nvPr/>
          </p:nvSpPr>
          <p:spPr>
            <a:xfrm>
              <a:off x="1040890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t5300"/>
            <p:cNvSpPr/>
            <p:nvPr/>
          </p:nvSpPr>
          <p:spPr>
            <a:xfrm>
              <a:off x="1040890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t5301"/>
            <p:cNvSpPr/>
            <p:nvPr/>
          </p:nvSpPr>
          <p:spPr>
            <a:xfrm>
              <a:off x="1013068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t5302"/>
            <p:cNvSpPr/>
            <p:nvPr/>
          </p:nvSpPr>
          <p:spPr>
            <a:xfrm>
              <a:off x="9852466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t5303"/>
            <p:cNvSpPr/>
            <p:nvPr/>
          </p:nvSpPr>
          <p:spPr>
            <a:xfrm>
              <a:off x="10408902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t5304"/>
            <p:cNvSpPr/>
            <p:nvPr/>
          </p:nvSpPr>
          <p:spPr>
            <a:xfrm>
              <a:off x="98524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t5305"/>
            <p:cNvSpPr/>
            <p:nvPr/>
          </p:nvSpPr>
          <p:spPr>
            <a:xfrm>
              <a:off x="9852466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t5306"/>
            <p:cNvSpPr/>
            <p:nvPr/>
          </p:nvSpPr>
          <p:spPr>
            <a:xfrm>
              <a:off x="9852466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t5307"/>
            <p:cNvSpPr/>
            <p:nvPr/>
          </p:nvSpPr>
          <p:spPr>
            <a:xfrm>
              <a:off x="10408902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t5308"/>
            <p:cNvSpPr/>
            <p:nvPr/>
          </p:nvSpPr>
          <p:spPr>
            <a:xfrm>
              <a:off x="10408902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t5309"/>
            <p:cNvSpPr/>
            <p:nvPr/>
          </p:nvSpPr>
          <p:spPr>
            <a:xfrm>
              <a:off x="10408902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t5310"/>
            <p:cNvSpPr/>
            <p:nvPr/>
          </p:nvSpPr>
          <p:spPr>
            <a:xfrm>
              <a:off x="10130684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t5311"/>
            <p:cNvSpPr/>
            <p:nvPr/>
          </p:nvSpPr>
          <p:spPr>
            <a:xfrm>
              <a:off x="10408902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t5312"/>
            <p:cNvSpPr/>
            <p:nvPr/>
          </p:nvSpPr>
          <p:spPr>
            <a:xfrm>
              <a:off x="10130684" y="20080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t5313"/>
            <p:cNvSpPr/>
            <p:nvPr/>
          </p:nvSpPr>
          <p:spPr>
            <a:xfrm>
              <a:off x="9852466" y="19104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t5314"/>
            <p:cNvSpPr/>
            <p:nvPr/>
          </p:nvSpPr>
          <p:spPr>
            <a:xfrm>
              <a:off x="1040890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t5315"/>
            <p:cNvSpPr/>
            <p:nvPr/>
          </p:nvSpPr>
          <p:spPr>
            <a:xfrm>
              <a:off x="9852466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t5316"/>
            <p:cNvSpPr/>
            <p:nvPr/>
          </p:nvSpPr>
          <p:spPr>
            <a:xfrm>
              <a:off x="10130684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t5317"/>
            <p:cNvSpPr/>
            <p:nvPr/>
          </p:nvSpPr>
          <p:spPr>
            <a:xfrm>
              <a:off x="985246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t5318"/>
            <p:cNvSpPr/>
            <p:nvPr/>
          </p:nvSpPr>
          <p:spPr>
            <a:xfrm>
              <a:off x="10130684" y="102046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t5319"/>
            <p:cNvSpPr/>
            <p:nvPr/>
          </p:nvSpPr>
          <p:spPr>
            <a:xfrm>
              <a:off x="10130684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t5320"/>
            <p:cNvSpPr/>
            <p:nvPr/>
          </p:nvSpPr>
          <p:spPr>
            <a:xfrm>
              <a:off x="1026979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t5321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t5322"/>
            <p:cNvSpPr/>
            <p:nvPr/>
          </p:nvSpPr>
          <p:spPr>
            <a:xfrm>
              <a:off x="11104446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t5323"/>
            <p:cNvSpPr/>
            <p:nvPr/>
          </p:nvSpPr>
          <p:spPr>
            <a:xfrm>
              <a:off x="1068711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t5324"/>
            <p:cNvSpPr/>
            <p:nvPr/>
          </p:nvSpPr>
          <p:spPr>
            <a:xfrm>
              <a:off x="1068711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t5325"/>
            <p:cNvSpPr/>
            <p:nvPr/>
          </p:nvSpPr>
          <p:spPr>
            <a:xfrm>
              <a:off x="1124355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t5326"/>
            <p:cNvSpPr/>
            <p:nvPr/>
          </p:nvSpPr>
          <p:spPr>
            <a:xfrm>
              <a:off x="9852466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t5327"/>
            <p:cNvSpPr/>
            <p:nvPr/>
          </p:nvSpPr>
          <p:spPr>
            <a:xfrm>
              <a:off x="9852466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t5328"/>
            <p:cNvSpPr/>
            <p:nvPr/>
          </p:nvSpPr>
          <p:spPr>
            <a:xfrm>
              <a:off x="1013068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t5329"/>
            <p:cNvSpPr/>
            <p:nvPr/>
          </p:nvSpPr>
          <p:spPr>
            <a:xfrm>
              <a:off x="10130684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t5330"/>
            <p:cNvSpPr/>
            <p:nvPr/>
          </p:nvSpPr>
          <p:spPr>
            <a:xfrm>
              <a:off x="10130684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t5331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t5332"/>
            <p:cNvSpPr/>
            <p:nvPr/>
          </p:nvSpPr>
          <p:spPr>
            <a:xfrm>
              <a:off x="10687119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t5333"/>
            <p:cNvSpPr/>
            <p:nvPr/>
          </p:nvSpPr>
          <p:spPr>
            <a:xfrm>
              <a:off x="1124355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t5334"/>
            <p:cNvSpPr/>
            <p:nvPr/>
          </p:nvSpPr>
          <p:spPr>
            <a:xfrm>
              <a:off x="1152177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t5335"/>
            <p:cNvSpPr/>
            <p:nvPr/>
          </p:nvSpPr>
          <p:spPr>
            <a:xfrm>
              <a:off x="10130684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t5336"/>
            <p:cNvSpPr/>
            <p:nvPr/>
          </p:nvSpPr>
          <p:spPr>
            <a:xfrm>
              <a:off x="1096533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t5337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t5338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t5339"/>
            <p:cNvSpPr/>
            <p:nvPr/>
          </p:nvSpPr>
          <p:spPr>
            <a:xfrm>
              <a:off x="10408902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t5340"/>
            <p:cNvSpPr/>
            <p:nvPr/>
          </p:nvSpPr>
          <p:spPr>
            <a:xfrm>
              <a:off x="9852466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t5341"/>
            <p:cNvSpPr/>
            <p:nvPr/>
          </p:nvSpPr>
          <p:spPr>
            <a:xfrm>
              <a:off x="10130684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t5342"/>
            <p:cNvSpPr/>
            <p:nvPr/>
          </p:nvSpPr>
          <p:spPr>
            <a:xfrm>
              <a:off x="1040890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t5343"/>
            <p:cNvSpPr/>
            <p:nvPr/>
          </p:nvSpPr>
          <p:spPr>
            <a:xfrm>
              <a:off x="10130684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t5344"/>
            <p:cNvSpPr/>
            <p:nvPr/>
          </p:nvSpPr>
          <p:spPr>
            <a:xfrm>
              <a:off x="1013068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t5345"/>
            <p:cNvSpPr/>
            <p:nvPr/>
          </p:nvSpPr>
          <p:spPr>
            <a:xfrm>
              <a:off x="10130684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t5346"/>
            <p:cNvSpPr/>
            <p:nvPr/>
          </p:nvSpPr>
          <p:spPr>
            <a:xfrm>
              <a:off x="9852466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t5347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t5348"/>
            <p:cNvSpPr/>
            <p:nvPr/>
          </p:nvSpPr>
          <p:spPr>
            <a:xfrm>
              <a:off x="10687119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t5349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t5350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t5351"/>
            <p:cNvSpPr/>
            <p:nvPr/>
          </p:nvSpPr>
          <p:spPr>
            <a:xfrm>
              <a:off x="1068711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t5352"/>
            <p:cNvSpPr/>
            <p:nvPr/>
          </p:nvSpPr>
          <p:spPr>
            <a:xfrm>
              <a:off x="1040890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t5353"/>
            <p:cNvSpPr/>
            <p:nvPr/>
          </p:nvSpPr>
          <p:spPr>
            <a:xfrm>
              <a:off x="10130684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t5354"/>
            <p:cNvSpPr/>
            <p:nvPr/>
          </p:nvSpPr>
          <p:spPr>
            <a:xfrm>
              <a:off x="10130684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t5355"/>
            <p:cNvSpPr/>
            <p:nvPr/>
          </p:nvSpPr>
          <p:spPr>
            <a:xfrm>
              <a:off x="98524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t5356"/>
            <p:cNvSpPr/>
            <p:nvPr/>
          </p:nvSpPr>
          <p:spPr>
            <a:xfrm>
              <a:off x="98524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t5357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t5358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t5359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t5360"/>
            <p:cNvSpPr/>
            <p:nvPr/>
          </p:nvSpPr>
          <p:spPr>
            <a:xfrm>
              <a:off x="1068711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t5361"/>
            <p:cNvSpPr/>
            <p:nvPr/>
          </p:nvSpPr>
          <p:spPr>
            <a:xfrm>
              <a:off x="1040890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t5362"/>
            <p:cNvSpPr/>
            <p:nvPr/>
          </p:nvSpPr>
          <p:spPr>
            <a:xfrm>
              <a:off x="1040890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t5363"/>
            <p:cNvSpPr/>
            <p:nvPr/>
          </p:nvSpPr>
          <p:spPr>
            <a:xfrm>
              <a:off x="10687119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t5364"/>
            <p:cNvSpPr/>
            <p:nvPr/>
          </p:nvSpPr>
          <p:spPr>
            <a:xfrm>
              <a:off x="9852466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t5365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t5366"/>
            <p:cNvSpPr/>
            <p:nvPr/>
          </p:nvSpPr>
          <p:spPr>
            <a:xfrm>
              <a:off x="1152177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t5367"/>
            <p:cNvSpPr/>
            <p:nvPr/>
          </p:nvSpPr>
          <p:spPr>
            <a:xfrm>
              <a:off x="10408902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t5368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t5369"/>
            <p:cNvSpPr/>
            <p:nvPr/>
          </p:nvSpPr>
          <p:spPr>
            <a:xfrm>
              <a:off x="10965337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t5370"/>
            <p:cNvSpPr/>
            <p:nvPr/>
          </p:nvSpPr>
          <p:spPr>
            <a:xfrm>
              <a:off x="1040890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t5371"/>
            <p:cNvSpPr/>
            <p:nvPr/>
          </p:nvSpPr>
          <p:spPr>
            <a:xfrm>
              <a:off x="10130684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t5372"/>
            <p:cNvSpPr/>
            <p:nvPr/>
          </p:nvSpPr>
          <p:spPr>
            <a:xfrm>
              <a:off x="9852466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t5373"/>
            <p:cNvSpPr/>
            <p:nvPr/>
          </p:nvSpPr>
          <p:spPr>
            <a:xfrm>
              <a:off x="10687119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t5374"/>
            <p:cNvSpPr/>
            <p:nvPr/>
          </p:nvSpPr>
          <p:spPr>
            <a:xfrm>
              <a:off x="1068711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t5375"/>
            <p:cNvSpPr/>
            <p:nvPr/>
          </p:nvSpPr>
          <p:spPr>
            <a:xfrm>
              <a:off x="10687119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t5376"/>
            <p:cNvSpPr/>
            <p:nvPr/>
          </p:nvSpPr>
          <p:spPr>
            <a:xfrm>
              <a:off x="1054801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t5377"/>
            <p:cNvSpPr/>
            <p:nvPr/>
          </p:nvSpPr>
          <p:spPr>
            <a:xfrm>
              <a:off x="10408902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t5378"/>
            <p:cNvSpPr/>
            <p:nvPr/>
          </p:nvSpPr>
          <p:spPr>
            <a:xfrm>
              <a:off x="9852466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t5379"/>
            <p:cNvSpPr/>
            <p:nvPr/>
          </p:nvSpPr>
          <p:spPr>
            <a:xfrm>
              <a:off x="985246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t5380"/>
            <p:cNvSpPr/>
            <p:nvPr/>
          </p:nvSpPr>
          <p:spPr>
            <a:xfrm>
              <a:off x="1040890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t5381"/>
            <p:cNvSpPr/>
            <p:nvPr/>
          </p:nvSpPr>
          <p:spPr>
            <a:xfrm>
              <a:off x="1040890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t5382"/>
            <p:cNvSpPr/>
            <p:nvPr/>
          </p:nvSpPr>
          <p:spPr>
            <a:xfrm>
              <a:off x="1040890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t5383"/>
            <p:cNvSpPr/>
            <p:nvPr/>
          </p:nvSpPr>
          <p:spPr>
            <a:xfrm>
              <a:off x="1040890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t5384"/>
            <p:cNvSpPr/>
            <p:nvPr/>
          </p:nvSpPr>
          <p:spPr>
            <a:xfrm>
              <a:off x="1040890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t5385"/>
            <p:cNvSpPr/>
            <p:nvPr/>
          </p:nvSpPr>
          <p:spPr>
            <a:xfrm>
              <a:off x="1040890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t5386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t5387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t5388"/>
            <p:cNvSpPr/>
            <p:nvPr/>
          </p:nvSpPr>
          <p:spPr>
            <a:xfrm>
              <a:off x="108262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t5389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t5390"/>
            <p:cNvSpPr/>
            <p:nvPr/>
          </p:nvSpPr>
          <p:spPr>
            <a:xfrm>
              <a:off x="10965337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t5391"/>
            <p:cNvSpPr/>
            <p:nvPr/>
          </p:nvSpPr>
          <p:spPr>
            <a:xfrm>
              <a:off x="1040890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t5392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t5393"/>
            <p:cNvSpPr/>
            <p:nvPr/>
          </p:nvSpPr>
          <p:spPr>
            <a:xfrm>
              <a:off x="1040890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t5394"/>
            <p:cNvSpPr/>
            <p:nvPr/>
          </p:nvSpPr>
          <p:spPr>
            <a:xfrm>
              <a:off x="1040890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t5395"/>
            <p:cNvSpPr/>
            <p:nvPr/>
          </p:nvSpPr>
          <p:spPr>
            <a:xfrm>
              <a:off x="10130684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t5396"/>
            <p:cNvSpPr/>
            <p:nvPr/>
          </p:nvSpPr>
          <p:spPr>
            <a:xfrm>
              <a:off x="1040890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t5397"/>
            <p:cNvSpPr/>
            <p:nvPr/>
          </p:nvSpPr>
          <p:spPr>
            <a:xfrm>
              <a:off x="10408902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t5398"/>
            <p:cNvSpPr/>
            <p:nvPr/>
          </p:nvSpPr>
          <p:spPr>
            <a:xfrm>
              <a:off x="1096533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t5399"/>
            <p:cNvSpPr/>
            <p:nvPr/>
          </p:nvSpPr>
          <p:spPr>
            <a:xfrm>
              <a:off x="1068711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t5400"/>
            <p:cNvSpPr/>
            <p:nvPr/>
          </p:nvSpPr>
          <p:spPr>
            <a:xfrm>
              <a:off x="985246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t5401"/>
            <p:cNvSpPr/>
            <p:nvPr/>
          </p:nvSpPr>
          <p:spPr>
            <a:xfrm>
              <a:off x="9852466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t5402"/>
            <p:cNvSpPr/>
            <p:nvPr/>
          </p:nvSpPr>
          <p:spPr>
            <a:xfrm>
              <a:off x="1013068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t5403"/>
            <p:cNvSpPr/>
            <p:nvPr/>
          </p:nvSpPr>
          <p:spPr>
            <a:xfrm>
              <a:off x="1013068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t5404"/>
            <p:cNvSpPr/>
            <p:nvPr/>
          </p:nvSpPr>
          <p:spPr>
            <a:xfrm>
              <a:off x="1013068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t5405"/>
            <p:cNvSpPr/>
            <p:nvPr/>
          </p:nvSpPr>
          <p:spPr>
            <a:xfrm>
              <a:off x="1013068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t5406"/>
            <p:cNvSpPr/>
            <p:nvPr/>
          </p:nvSpPr>
          <p:spPr>
            <a:xfrm>
              <a:off x="10965337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t5407"/>
            <p:cNvSpPr/>
            <p:nvPr/>
          </p:nvSpPr>
          <p:spPr>
            <a:xfrm>
              <a:off x="10408902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t5408"/>
            <p:cNvSpPr/>
            <p:nvPr/>
          </p:nvSpPr>
          <p:spPr>
            <a:xfrm>
              <a:off x="1068711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t5409"/>
            <p:cNvSpPr/>
            <p:nvPr/>
          </p:nvSpPr>
          <p:spPr>
            <a:xfrm>
              <a:off x="1124355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t5410"/>
            <p:cNvSpPr/>
            <p:nvPr/>
          </p:nvSpPr>
          <p:spPr>
            <a:xfrm>
              <a:off x="10130684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t5411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t5412"/>
            <p:cNvSpPr/>
            <p:nvPr/>
          </p:nvSpPr>
          <p:spPr>
            <a:xfrm>
              <a:off x="10408902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t5413"/>
            <p:cNvSpPr/>
            <p:nvPr/>
          </p:nvSpPr>
          <p:spPr>
            <a:xfrm>
              <a:off x="1013068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t5414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t5415"/>
            <p:cNvSpPr/>
            <p:nvPr/>
          </p:nvSpPr>
          <p:spPr>
            <a:xfrm>
              <a:off x="10130684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t5416"/>
            <p:cNvSpPr/>
            <p:nvPr/>
          </p:nvSpPr>
          <p:spPr>
            <a:xfrm>
              <a:off x="9852466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t5417"/>
            <p:cNvSpPr/>
            <p:nvPr/>
          </p:nvSpPr>
          <p:spPr>
            <a:xfrm>
              <a:off x="10130684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t5418"/>
            <p:cNvSpPr/>
            <p:nvPr/>
          </p:nvSpPr>
          <p:spPr>
            <a:xfrm>
              <a:off x="10130684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t5419"/>
            <p:cNvSpPr/>
            <p:nvPr/>
          </p:nvSpPr>
          <p:spPr>
            <a:xfrm>
              <a:off x="1054801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t5420"/>
            <p:cNvSpPr/>
            <p:nvPr/>
          </p:nvSpPr>
          <p:spPr>
            <a:xfrm>
              <a:off x="106871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t5421"/>
            <p:cNvSpPr/>
            <p:nvPr/>
          </p:nvSpPr>
          <p:spPr>
            <a:xfrm>
              <a:off x="10408902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t5422"/>
            <p:cNvSpPr/>
            <p:nvPr/>
          </p:nvSpPr>
          <p:spPr>
            <a:xfrm>
              <a:off x="1013068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t5423"/>
            <p:cNvSpPr/>
            <p:nvPr/>
          </p:nvSpPr>
          <p:spPr>
            <a:xfrm>
              <a:off x="10130684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t5424"/>
            <p:cNvSpPr/>
            <p:nvPr/>
          </p:nvSpPr>
          <p:spPr>
            <a:xfrm>
              <a:off x="1040890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t5425"/>
            <p:cNvSpPr/>
            <p:nvPr/>
          </p:nvSpPr>
          <p:spPr>
            <a:xfrm>
              <a:off x="1040890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t5426"/>
            <p:cNvSpPr/>
            <p:nvPr/>
          </p:nvSpPr>
          <p:spPr>
            <a:xfrm>
              <a:off x="985246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t5427"/>
            <p:cNvSpPr/>
            <p:nvPr/>
          </p:nvSpPr>
          <p:spPr>
            <a:xfrm>
              <a:off x="9852466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t5428"/>
            <p:cNvSpPr/>
            <p:nvPr/>
          </p:nvSpPr>
          <p:spPr>
            <a:xfrm>
              <a:off x="1096533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t5429"/>
            <p:cNvSpPr/>
            <p:nvPr/>
          </p:nvSpPr>
          <p:spPr>
            <a:xfrm>
              <a:off x="1096533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t5430"/>
            <p:cNvSpPr/>
            <p:nvPr/>
          </p:nvSpPr>
          <p:spPr>
            <a:xfrm>
              <a:off x="109653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t5431"/>
            <p:cNvSpPr/>
            <p:nvPr/>
          </p:nvSpPr>
          <p:spPr>
            <a:xfrm>
              <a:off x="9852466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t5432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t5433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t5434"/>
            <p:cNvSpPr/>
            <p:nvPr/>
          </p:nvSpPr>
          <p:spPr>
            <a:xfrm>
              <a:off x="985246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t5435"/>
            <p:cNvSpPr/>
            <p:nvPr/>
          </p:nvSpPr>
          <p:spPr>
            <a:xfrm>
              <a:off x="9852466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t5436"/>
            <p:cNvSpPr/>
            <p:nvPr/>
          </p:nvSpPr>
          <p:spPr>
            <a:xfrm>
              <a:off x="1013068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t5437"/>
            <p:cNvSpPr/>
            <p:nvPr/>
          </p:nvSpPr>
          <p:spPr>
            <a:xfrm>
              <a:off x="10408902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t5438"/>
            <p:cNvSpPr/>
            <p:nvPr/>
          </p:nvSpPr>
          <p:spPr>
            <a:xfrm>
              <a:off x="10408902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t5439"/>
            <p:cNvSpPr/>
            <p:nvPr/>
          </p:nvSpPr>
          <p:spPr>
            <a:xfrm>
              <a:off x="9852466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t5440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t5441"/>
            <p:cNvSpPr/>
            <p:nvPr/>
          </p:nvSpPr>
          <p:spPr>
            <a:xfrm>
              <a:off x="10130684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t5442"/>
            <p:cNvSpPr/>
            <p:nvPr/>
          </p:nvSpPr>
          <p:spPr>
            <a:xfrm>
              <a:off x="98524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t5443"/>
            <p:cNvSpPr/>
            <p:nvPr/>
          </p:nvSpPr>
          <p:spPr>
            <a:xfrm>
              <a:off x="1040890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t5444"/>
            <p:cNvSpPr/>
            <p:nvPr/>
          </p:nvSpPr>
          <p:spPr>
            <a:xfrm>
              <a:off x="10130684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t5445"/>
            <p:cNvSpPr/>
            <p:nvPr/>
          </p:nvSpPr>
          <p:spPr>
            <a:xfrm>
              <a:off x="1068711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t5446"/>
            <p:cNvSpPr/>
            <p:nvPr/>
          </p:nvSpPr>
          <p:spPr>
            <a:xfrm>
              <a:off x="1013068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t5447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t5448"/>
            <p:cNvSpPr/>
            <p:nvPr/>
          </p:nvSpPr>
          <p:spPr>
            <a:xfrm>
              <a:off x="9852466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t5449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t5450"/>
            <p:cNvSpPr/>
            <p:nvPr/>
          </p:nvSpPr>
          <p:spPr>
            <a:xfrm>
              <a:off x="10130684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t5451"/>
            <p:cNvSpPr/>
            <p:nvPr/>
          </p:nvSpPr>
          <p:spPr>
            <a:xfrm>
              <a:off x="1096533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t5452"/>
            <p:cNvSpPr/>
            <p:nvPr/>
          </p:nvSpPr>
          <p:spPr>
            <a:xfrm>
              <a:off x="985246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t5453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t5454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t5455"/>
            <p:cNvSpPr/>
            <p:nvPr/>
          </p:nvSpPr>
          <p:spPr>
            <a:xfrm>
              <a:off x="1026979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t5456"/>
            <p:cNvSpPr/>
            <p:nvPr/>
          </p:nvSpPr>
          <p:spPr>
            <a:xfrm>
              <a:off x="9852466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t5457"/>
            <p:cNvSpPr/>
            <p:nvPr/>
          </p:nvSpPr>
          <p:spPr>
            <a:xfrm>
              <a:off x="9852466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t5458"/>
            <p:cNvSpPr/>
            <p:nvPr/>
          </p:nvSpPr>
          <p:spPr>
            <a:xfrm>
              <a:off x="9852466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t5459"/>
            <p:cNvSpPr/>
            <p:nvPr/>
          </p:nvSpPr>
          <p:spPr>
            <a:xfrm>
              <a:off x="9852466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t5460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t5461"/>
            <p:cNvSpPr/>
            <p:nvPr/>
          </p:nvSpPr>
          <p:spPr>
            <a:xfrm>
              <a:off x="9852466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t5462"/>
            <p:cNvSpPr/>
            <p:nvPr/>
          </p:nvSpPr>
          <p:spPr>
            <a:xfrm>
              <a:off x="1013068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t5463"/>
            <p:cNvSpPr/>
            <p:nvPr/>
          </p:nvSpPr>
          <p:spPr>
            <a:xfrm>
              <a:off x="10130684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t5464"/>
            <p:cNvSpPr/>
            <p:nvPr/>
          </p:nvSpPr>
          <p:spPr>
            <a:xfrm>
              <a:off x="1040890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t5465"/>
            <p:cNvSpPr/>
            <p:nvPr/>
          </p:nvSpPr>
          <p:spPr>
            <a:xfrm>
              <a:off x="9852466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t5466"/>
            <p:cNvSpPr/>
            <p:nvPr/>
          </p:nvSpPr>
          <p:spPr>
            <a:xfrm>
              <a:off x="1096533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t5467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t5468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t5469"/>
            <p:cNvSpPr/>
            <p:nvPr/>
          </p:nvSpPr>
          <p:spPr>
            <a:xfrm>
              <a:off x="10130684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t5470"/>
            <p:cNvSpPr/>
            <p:nvPr/>
          </p:nvSpPr>
          <p:spPr>
            <a:xfrm>
              <a:off x="1013068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t5471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t5472"/>
            <p:cNvSpPr/>
            <p:nvPr/>
          </p:nvSpPr>
          <p:spPr>
            <a:xfrm>
              <a:off x="10408902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t5473"/>
            <p:cNvSpPr/>
            <p:nvPr/>
          </p:nvSpPr>
          <p:spPr>
            <a:xfrm>
              <a:off x="1054801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t5474"/>
            <p:cNvSpPr/>
            <p:nvPr/>
          </p:nvSpPr>
          <p:spPr>
            <a:xfrm>
              <a:off x="9991575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t5475"/>
            <p:cNvSpPr/>
            <p:nvPr/>
          </p:nvSpPr>
          <p:spPr>
            <a:xfrm>
              <a:off x="10130684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t5476"/>
            <p:cNvSpPr/>
            <p:nvPr/>
          </p:nvSpPr>
          <p:spPr>
            <a:xfrm>
              <a:off x="1040890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t5477"/>
            <p:cNvSpPr/>
            <p:nvPr/>
          </p:nvSpPr>
          <p:spPr>
            <a:xfrm>
              <a:off x="10408902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t5478"/>
            <p:cNvSpPr/>
            <p:nvPr/>
          </p:nvSpPr>
          <p:spPr>
            <a:xfrm>
              <a:off x="1040890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t5479"/>
            <p:cNvSpPr/>
            <p:nvPr/>
          </p:nvSpPr>
          <p:spPr>
            <a:xfrm>
              <a:off x="1068711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t5480"/>
            <p:cNvSpPr/>
            <p:nvPr/>
          </p:nvSpPr>
          <p:spPr>
            <a:xfrm>
              <a:off x="9852466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t5481"/>
            <p:cNvSpPr/>
            <p:nvPr/>
          </p:nvSpPr>
          <p:spPr>
            <a:xfrm>
              <a:off x="9852466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t5482"/>
            <p:cNvSpPr/>
            <p:nvPr/>
          </p:nvSpPr>
          <p:spPr>
            <a:xfrm>
              <a:off x="9852466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t5483"/>
            <p:cNvSpPr/>
            <p:nvPr/>
          </p:nvSpPr>
          <p:spPr>
            <a:xfrm>
              <a:off x="1013068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t5484"/>
            <p:cNvSpPr/>
            <p:nvPr/>
          </p:nvSpPr>
          <p:spPr>
            <a:xfrm>
              <a:off x="10408902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t5485"/>
            <p:cNvSpPr/>
            <p:nvPr/>
          </p:nvSpPr>
          <p:spPr>
            <a:xfrm>
              <a:off x="10687119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t5486"/>
            <p:cNvSpPr/>
            <p:nvPr/>
          </p:nvSpPr>
          <p:spPr>
            <a:xfrm>
              <a:off x="1110444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t5487"/>
            <p:cNvSpPr/>
            <p:nvPr/>
          </p:nvSpPr>
          <p:spPr>
            <a:xfrm>
              <a:off x="1096533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t5488"/>
            <p:cNvSpPr/>
            <p:nvPr/>
          </p:nvSpPr>
          <p:spPr>
            <a:xfrm>
              <a:off x="109653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t5489"/>
            <p:cNvSpPr/>
            <p:nvPr/>
          </p:nvSpPr>
          <p:spPr>
            <a:xfrm>
              <a:off x="10687119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t5490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t5491"/>
            <p:cNvSpPr/>
            <p:nvPr/>
          </p:nvSpPr>
          <p:spPr>
            <a:xfrm>
              <a:off x="108262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t5492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t5493"/>
            <p:cNvSpPr/>
            <p:nvPr/>
          </p:nvSpPr>
          <p:spPr>
            <a:xfrm>
              <a:off x="1096533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t5494"/>
            <p:cNvSpPr/>
            <p:nvPr/>
          </p:nvSpPr>
          <p:spPr>
            <a:xfrm>
              <a:off x="1068711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t5495"/>
            <p:cNvSpPr/>
            <p:nvPr/>
          </p:nvSpPr>
          <p:spPr>
            <a:xfrm>
              <a:off x="10687119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t5496"/>
            <p:cNvSpPr/>
            <p:nvPr/>
          </p:nvSpPr>
          <p:spPr>
            <a:xfrm>
              <a:off x="10408902" y="16788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t5497"/>
            <p:cNvSpPr/>
            <p:nvPr/>
          </p:nvSpPr>
          <p:spPr>
            <a:xfrm>
              <a:off x="1013068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t5498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t5499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t5500"/>
            <p:cNvSpPr/>
            <p:nvPr/>
          </p:nvSpPr>
          <p:spPr>
            <a:xfrm>
              <a:off x="10408902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t5501"/>
            <p:cNvSpPr/>
            <p:nvPr/>
          </p:nvSpPr>
          <p:spPr>
            <a:xfrm>
              <a:off x="11521772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t5502"/>
            <p:cNvSpPr/>
            <p:nvPr/>
          </p:nvSpPr>
          <p:spPr>
            <a:xfrm>
              <a:off x="9852466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t5503"/>
            <p:cNvSpPr/>
            <p:nvPr/>
          </p:nvSpPr>
          <p:spPr>
            <a:xfrm>
              <a:off x="11243555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t5504"/>
            <p:cNvSpPr/>
            <p:nvPr/>
          </p:nvSpPr>
          <p:spPr>
            <a:xfrm>
              <a:off x="10687119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t5505"/>
            <p:cNvSpPr/>
            <p:nvPr/>
          </p:nvSpPr>
          <p:spPr>
            <a:xfrm>
              <a:off x="10826228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t5506"/>
            <p:cNvSpPr/>
            <p:nvPr/>
          </p:nvSpPr>
          <p:spPr>
            <a:xfrm>
              <a:off x="1096533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t5507"/>
            <p:cNvSpPr/>
            <p:nvPr/>
          </p:nvSpPr>
          <p:spPr>
            <a:xfrm>
              <a:off x="1124355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t5508"/>
            <p:cNvSpPr/>
            <p:nvPr/>
          </p:nvSpPr>
          <p:spPr>
            <a:xfrm>
              <a:off x="1013068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t5509"/>
            <p:cNvSpPr/>
            <p:nvPr/>
          </p:nvSpPr>
          <p:spPr>
            <a:xfrm>
              <a:off x="9852466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t5510"/>
            <p:cNvSpPr/>
            <p:nvPr/>
          </p:nvSpPr>
          <p:spPr>
            <a:xfrm>
              <a:off x="10965337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t5511"/>
            <p:cNvSpPr/>
            <p:nvPr/>
          </p:nvSpPr>
          <p:spPr>
            <a:xfrm>
              <a:off x="1013068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t5512"/>
            <p:cNvSpPr/>
            <p:nvPr/>
          </p:nvSpPr>
          <p:spPr>
            <a:xfrm>
              <a:off x="1013068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t5513"/>
            <p:cNvSpPr/>
            <p:nvPr/>
          </p:nvSpPr>
          <p:spPr>
            <a:xfrm>
              <a:off x="10408902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t5514"/>
            <p:cNvSpPr/>
            <p:nvPr/>
          </p:nvSpPr>
          <p:spPr>
            <a:xfrm>
              <a:off x="10130684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t5515"/>
            <p:cNvSpPr/>
            <p:nvPr/>
          </p:nvSpPr>
          <p:spPr>
            <a:xfrm>
              <a:off x="9991575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t5516"/>
            <p:cNvSpPr/>
            <p:nvPr/>
          </p:nvSpPr>
          <p:spPr>
            <a:xfrm>
              <a:off x="10130684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t5517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t5518"/>
            <p:cNvSpPr/>
            <p:nvPr/>
          </p:nvSpPr>
          <p:spPr>
            <a:xfrm>
              <a:off x="10130684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t5519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t5520"/>
            <p:cNvSpPr/>
            <p:nvPr/>
          </p:nvSpPr>
          <p:spPr>
            <a:xfrm>
              <a:off x="9991575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t5521"/>
            <p:cNvSpPr/>
            <p:nvPr/>
          </p:nvSpPr>
          <p:spPr>
            <a:xfrm>
              <a:off x="10826228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t5522"/>
            <p:cNvSpPr/>
            <p:nvPr/>
          </p:nvSpPr>
          <p:spPr>
            <a:xfrm>
              <a:off x="11243555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t5523"/>
            <p:cNvSpPr/>
            <p:nvPr/>
          </p:nvSpPr>
          <p:spPr>
            <a:xfrm>
              <a:off x="98524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t5524"/>
            <p:cNvSpPr/>
            <p:nvPr/>
          </p:nvSpPr>
          <p:spPr>
            <a:xfrm>
              <a:off x="1040890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t5525"/>
            <p:cNvSpPr/>
            <p:nvPr/>
          </p:nvSpPr>
          <p:spPr>
            <a:xfrm>
              <a:off x="1040890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6" name="pt5526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7" name="pt5527"/>
            <p:cNvSpPr/>
            <p:nvPr/>
          </p:nvSpPr>
          <p:spPr>
            <a:xfrm>
              <a:off x="10408902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pt5528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9" name="pt5529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0" name="pt5530"/>
            <p:cNvSpPr/>
            <p:nvPr/>
          </p:nvSpPr>
          <p:spPr>
            <a:xfrm>
              <a:off x="10687119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pt5531"/>
            <p:cNvSpPr/>
            <p:nvPr/>
          </p:nvSpPr>
          <p:spPr>
            <a:xfrm>
              <a:off x="10687119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2" name="pt5532"/>
            <p:cNvSpPr/>
            <p:nvPr/>
          </p:nvSpPr>
          <p:spPr>
            <a:xfrm>
              <a:off x="1068711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3" name="pt5533"/>
            <p:cNvSpPr/>
            <p:nvPr/>
          </p:nvSpPr>
          <p:spPr>
            <a:xfrm>
              <a:off x="1013068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pt5534"/>
            <p:cNvSpPr/>
            <p:nvPr/>
          </p:nvSpPr>
          <p:spPr>
            <a:xfrm>
              <a:off x="9852466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5" name="pt5535"/>
            <p:cNvSpPr/>
            <p:nvPr/>
          </p:nvSpPr>
          <p:spPr>
            <a:xfrm>
              <a:off x="9852466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6" name="pt5536"/>
            <p:cNvSpPr/>
            <p:nvPr/>
          </p:nvSpPr>
          <p:spPr>
            <a:xfrm>
              <a:off x="10965337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pt5537"/>
            <p:cNvSpPr/>
            <p:nvPr/>
          </p:nvSpPr>
          <p:spPr>
            <a:xfrm>
              <a:off x="1040890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8" name="pt5538"/>
            <p:cNvSpPr/>
            <p:nvPr/>
          </p:nvSpPr>
          <p:spPr>
            <a:xfrm>
              <a:off x="10687119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9" name="pt5539"/>
            <p:cNvSpPr/>
            <p:nvPr/>
          </p:nvSpPr>
          <p:spPr>
            <a:xfrm>
              <a:off x="10130684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pt5540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1" name="pt5541"/>
            <p:cNvSpPr/>
            <p:nvPr/>
          </p:nvSpPr>
          <p:spPr>
            <a:xfrm>
              <a:off x="10965337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2" name="pt5542"/>
            <p:cNvSpPr/>
            <p:nvPr/>
          </p:nvSpPr>
          <p:spPr>
            <a:xfrm>
              <a:off x="9852466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3" name="pt5543"/>
            <p:cNvSpPr/>
            <p:nvPr/>
          </p:nvSpPr>
          <p:spPr>
            <a:xfrm>
              <a:off x="9852466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4" name="pt5544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5" name="pt5545"/>
            <p:cNvSpPr/>
            <p:nvPr/>
          </p:nvSpPr>
          <p:spPr>
            <a:xfrm>
              <a:off x="10130684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t5546"/>
            <p:cNvSpPr/>
            <p:nvPr/>
          </p:nvSpPr>
          <p:spPr>
            <a:xfrm>
              <a:off x="9852466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t5547"/>
            <p:cNvSpPr/>
            <p:nvPr/>
          </p:nvSpPr>
          <p:spPr>
            <a:xfrm>
              <a:off x="1013068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t5548"/>
            <p:cNvSpPr/>
            <p:nvPr/>
          </p:nvSpPr>
          <p:spPr>
            <a:xfrm>
              <a:off x="10130684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t5549"/>
            <p:cNvSpPr/>
            <p:nvPr/>
          </p:nvSpPr>
          <p:spPr>
            <a:xfrm>
              <a:off x="10408902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t5550"/>
            <p:cNvSpPr/>
            <p:nvPr/>
          </p:nvSpPr>
          <p:spPr>
            <a:xfrm>
              <a:off x="1026979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t5551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t5552"/>
            <p:cNvSpPr/>
            <p:nvPr/>
          </p:nvSpPr>
          <p:spPr>
            <a:xfrm>
              <a:off x="9852466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t5553"/>
            <p:cNvSpPr/>
            <p:nvPr/>
          </p:nvSpPr>
          <p:spPr>
            <a:xfrm>
              <a:off x="10130684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pt5554"/>
            <p:cNvSpPr/>
            <p:nvPr/>
          </p:nvSpPr>
          <p:spPr>
            <a:xfrm>
              <a:off x="10130684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5" name="pt5555"/>
            <p:cNvSpPr/>
            <p:nvPr/>
          </p:nvSpPr>
          <p:spPr>
            <a:xfrm>
              <a:off x="10130684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6" name="pt5556"/>
            <p:cNvSpPr/>
            <p:nvPr/>
          </p:nvSpPr>
          <p:spPr>
            <a:xfrm>
              <a:off x="9852466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7" name="pt5557"/>
            <p:cNvSpPr/>
            <p:nvPr/>
          </p:nvSpPr>
          <p:spPr>
            <a:xfrm>
              <a:off x="1040890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8" name="pt5558"/>
            <p:cNvSpPr/>
            <p:nvPr/>
          </p:nvSpPr>
          <p:spPr>
            <a:xfrm>
              <a:off x="10130684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9" name="pt5559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0" name="pt5560"/>
            <p:cNvSpPr/>
            <p:nvPr/>
          </p:nvSpPr>
          <p:spPr>
            <a:xfrm>
              <a:off x="10130684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1" name="pt5561"/>
            <p:cNvSpPr/>
            <p:nvPr/>
          </p:nvSpPr>
          <p:spPr>
            <a:xfrm>
              <a:off x="10130684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2" name="pt5562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t5563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t5564"/>
            <p:cNvSpPr/>
            <p:nvPr/>
          </p:nvSpPr>
          <p:spPr>
            <a:xfrm>
              <a:off x="10130684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t5565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t5566"/>
            <p:cNvSpPr/>
            <p:nvPr/>
          </p:nvSpPr>
          <p:spPr>
            <a:xfrm>
              <a:off x="10408902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t5567"/>
            <p:cNvSpPr/>
            <p:nvPr/>
          </p:nvSpPr>
          <p:spPr>
            <a:xfrm>
              <a:off x="1013068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t5568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t5569"/>
            <p:cNvSpPr/>
            <p:nvPr/>
          </p:nvSpPr>
          <p:spPr>
            <a:xfrm>
              <a:off x="9852466" y="20567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t5570"/>
            <p:cNvSpPr/>
            <p:nvPr/>
          </p:nvSpPr>
          <p:spPr>
            <a:xfrm>
              <a:off x="9852466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t5571"/>
            <p:cNvSpPr/>
            <p:nvPr/>
          </p:nvSpPr>
          <p:spPr>
            <a:xfrm>
              <a:off x="11104446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t5572"/>
            <p:cNvSpPr/>
            <p:nvPr/>
          </p:nvSpPr>
          <p:spPr>
            <a:xfrm>
              <a:off x="10687119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t5573"/>
            <p:cNvSpPr/>
            <p:nvPr/>
          </p:nvSpPr>
          <p:spPr>
            <a:xfrm>
              <a:off x="9852466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t5574"/>
            <p:cNvSpPr/>
            <p:nvPr/>
          </p:nvSpPr>
          <p:spPr>
            <a:xfrm>
              <a:off x="10408902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t5575"/>
            <p:cNvSpPr/>
            <p:nvPr/>
          </p:nvSpPr>
          <p:spPr>
            <a:xfrm>
              <a:off x="9852466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t5576"/>
            <p:cNvSpPr/>
            <p:nvPr/>
          </p:nvSpPr>
          <p:spPr>
            <a:xfrm>
              <a:off x="98524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t5577"/>
            <p:cNvSpPr/>
            <p:nvPr/>
          </p:nvSpPr>
          <p:spPr>
            <a:xfrm>
              <a:off x="9852466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t5578"/>
            <p:cNvSpPr/>
            <p:nvPr/>
          </p:nvSpPr>
          <p:spPr>
            <a:xfrm>
              <a:off x="10687119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t5579"/>
            <p:cNvSpPr/>
            <p:nvPr/>
          </p:nvSpPr>
          <p:spPr>
            <a:xfrm>
              <a:off x="1040890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t5580"/>
            <p:cNvSpPr/>
            <p:nvPr/>
          </p:nvSpPr>
          <p:spPr>
            <a:xfrm>
              <a:off x="9852466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t5581"/>
            <p:cNvSpPr/>
            <p:nvPr/>
          </p:nvSpPr>
          <p:spPr>
            <a:xfrm>
              <a:off x="10687119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2" name="pt5582"/>
            <p:cNvSpPr/>
            <p:nvPr/>
          </p:nvSpPr>
          <p:spPr>
            <a:xfrm>
              <a:off x="10408902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pt5583"/>
            <p:cNvSpPr/>
            <p:nvPr/>
          </p:nvSpPr>
          <p:spPr>
            <a:xfrm>
              <a:off x="9852466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4" name="pt5584"/>
            <p:cNvSpPr/>
            <p:nvPr/>
          </p:nvSpPr>
          <p:spPr>
            <a:xfrm>
              <a:off x="1013068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5" name="pt5585"/>
            <p:cNvSpPr/>
            <p:nvPr/>
          </p:nvSpPr>
          <p:spPr>
            <a:xfrm>
              <a:off x="1040890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6" name="pt5586"/>
            <p:cNvSpPr/>
            <p:nvPr/>
          </p:nvSpPr>
          <p:spPr>
            <a:xfrm>
              <a:off x="1026979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7" name="pt5587"/>
            <p:cNvSpPr/>
            <p:nvPr/>
          </p:nvSpPr>
          <p:spPr>
            <a:xfrm>
              <a:off x="9852466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8" name="pt5588"/>
            <p:cNvSpPr/>
            <p:nvPr/>
          </p:nvSpPr>
          <p:spPr>
            <a:xfrm>
              <a:off x="10269793" y="19714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9" name="pt5589"/>
            <p:cNvSpPr/>
            <p:nvPr/>
          </p:nvSpPr>
          <p:spPr>
            <a:xfrm>
              <a:off x="10548011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0" name="pt5590"/>
            <p:cNvSpPr/>
            <p:nvPr/>
          </p:nvSpPr>
          <p:spPr>
            <a:xfrm>
              <a:off x="1096533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1" name="pt5591"/>
            <p:cNvSpPr/>
            <p:nvPr/>
          </p:nvSpPr>
          <p:spPr>
            <a:xfrm>
              <a:off x="9852466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2" name="pt5592"/>
            <p:cNvSpPr/>
            <p:nvPr/>
          </p:nvSpPr>
          <p:spPr>
            <a:xfrm>
              <a:off x="10130684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3" name="pt5593"/>
            <p:cNvSpPr/>
            <p:nvPr/>
          </p:nvSpPr>
          <p:spPr>
            <a:xfrm>
              <a:off x="9852466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4" name="pt5594"/>
            <p:cNvSpPr/>
            <p:nvPr/>
          </p:nvSpPr>
          <p:spPr>
            <a:xfrm>
              <a:off x="10130684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5" name="pt5595"/>
            <p:cNvSpPr/>
            <p:nvPr/>
          </p:nvSpPr>
          <p:spPr>
            <a:xfrm>
              <a:off x="10130684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6" name="pt5596"/>
            <p:cNvSpPr/>
            <p:nvPr/>
          </p:nvSpPr>
          <p:spPr>
            <a:xfrm>
              <a:off x="10687119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7" name="pt5597"/>
            <p:cNvSpPr/>
            <p:nvPr/>
          </p:nvSpPr>
          <p:spPr>
            <a:xfrm>
              <a:off x="1096533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8" name="pt5598"/>
            <p:cNvSpPr/>
            <p:nvPr/>
          </p:nvSpPr>
          <p:spPr>
            <a:xfrm>
              <a:off x="1110444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9" name="pt5599"/>
            <p:cNvSpPr/>
            <p:nvPr/>
          </p:nvSpPr>
          <p:spPr>
            <a:xfrm>
              <a:off x="1096533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0" name="pt5600"/>
            <p:cNvSpPr/>
            <p:nvPr/>
          </p:nvSpPr>
          <p:spPr>
            <a:xfrm>
              <a:off x="10408902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pt5601"/>
            <p:cNvSpPr/>
            <p:nvPr/>
          </p:nvSpPr>
          <p:spPr>
            <a:xfrm>
              <a:off x="11243555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2" name="pt5602"/>
            <p:cNvSpPr/>
            <p:nvPr/>
          </p:nvSpPr>
          <p:spPr>
            <a:xfrm>
              <a:off x="1096533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t5603"/>
            <p:cNvSpPr/>
            <p:nvPr/>
          </p:nvSpPr>
          <p:spPr>
            <a:xfrm>
              <a:off x="1040890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t5604"/>
            <p:cNvSpPr/>
            <p:nvPr/>
          </p:nvSpPr>
          <p:spPr>
            <a:xfrm>
              <a:off x="1040890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t5605"/>
            <p:cNvSpPr/>
            <p:nvPr/>
          </p:nvSpPr>
          <p:spPr>
            <a:xfrm>
              <a:off x="10130684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t5606"/>
            <p:cNvSpPr/>
            <p:nvPr/>
          </p:nvSpPr>
          <p:spPr>
            <a:xfrm>
              <a:off x="10687119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t5607"/>
            <p:cNvSpPr/>
            <p:nvPr/>
          </p:nvSpPr>
          <p:spPr>
            <a:xfrm>
              <a:off x="9852466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t5608"/>
            <p:cNvSpPr/>
            <p:nvPr/>
          </p:nvSpPr>
          <p:spPr>
            <a:xfrm>
              <a:off x="1026979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t5609"/>
            <p:cNvSpPr/>
            <p:nvPr/>
          </p:nvSpPr>
          <p:spPr>
            <a:xfrm>
              <a:off x="9852466" y="1715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t5610"/>
            <p:cNvSpPr/>
            <p:nvPr/>
          </p:nvSpPr>
          <p:spPr>
            <a:xfrm>
              <a:off x="9852466" y="17519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t5611"/>
            <p:cNvSpPr/>
            <p:nvPr/>
          </p:nvSpPr>
          <p:spPr>
            <a:xfrm>
              <a:off x="1040890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t5612"/>
            <p:cNvSpPr/>
            <p:nvPr/>
          </p:nvSpPr>
          <p:spPr>
            <a:xfrm>
              <a:off x="9852466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t5613"/>
            <p:cNvSpPr/>
            <p:nvPr/>
          </p:nvSpPr>
          <p:spPr>
            <a:xfrm>
              <a:off x="10408902" y="19592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t5614"/>
            <p:cNvSpPr/>
            <p:nvPr/>
          </p:nvSpPr>
          <p:spPr>
            <a:xfrm>
              <a:off x="10687119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t5615"/>
            <p:cNvSpPr/>
            <p:nvPr/>
          </p:nvSpPr>
          <p:spPr>
            <a:xfrm>
              <a:off x="10965337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t5616"/>
            <p:cNvSpPr/>
            <p:nvPr/>
          </p:nvSpPr>
          <p:spPr>
            <a:xfrm>
              <a:off x="10408902" y="1642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t5617"/>
            <p:cNvSpPr/>
            <p:nvPr/>
          </p:nvSpPr>
          <p:spPr>
            <a:xfrm>
              <a:off x="9852466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pt5618"/>
            <p:cNvSpPr/>
            <p:nvPr/>
          </p:nvSpPr>
          <p:spPr>
            <a:xfrm>
              <a:off x="9852466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9" name="pt5619"/>
            <p:cNvSpPr/>
            <p:nvPr/>
          </p:nvSpPr>
          <p:spPr>
            <a:xfrm>
              <a:off x="10687119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t5620"/>
            <p:cNvSpPr/>
            <p:nvPr/>
          </p:nvSpPr>
          <p:spPr>
            <a:xfrm>
              <a:off x="9852466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t5621"/>
            <p:cNvSpPr/>
            <p:nvPr/>
          </p:nvSpPr>
          <p:spPr>
            <a:xfrm>
              <a:off x="9852466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t5622"/>
            <p:cNvSpPr/>
            <p:nvPr/>
          </p:nvSpPr>
          <p:spPr>
            <a:xfrm>
              <a:off x="11521772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t5623"/>
            <p:cNvSpPr/>
            <p:nvPr/>
          </p:nvSpPr>
          <p:spPr>
            <a:xfrm>
              <a:off x="10130684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t5624"/>
            <p:cNvSpPr/>
            <p:nvPr/>
          </p:nvSpPr>
          <p:spPr>
            <a:xfrm>
              <a:off x="10965337" y="18861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t5625"/>
            <p:cNvSpPr/>
            <p:nvPr/>
          </p:nvSpPr>
          <p:spPr>
            <a:xfrm>
              <a:off x="10408902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t5626"/>
            <p:cNvSpPr/>
            <p:nvPr/>
          </p:nvSpPr>
          <p:spPr>
            <a:xfrm>
              <a:off x="10130684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t5627"/>
            <p:cNvSpPr/>
            <p:nvPr/>
          </p:nvSpPr>
          <p:spPr>
            <a:xfrm>
              <a:off x="9852466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t5628"/>
            <p:cNvSpPr/>
            <p:nvPr/>
          </p:nvSpPr>
          <p:spPr>
            <a:xfrm>
              <a:off x="10408902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t5629"/>
            <p:cNvSpPr/>
            <p:nvPr/>
          </p:nvSpPr>
          <p:spPr>
            <a:xfrm>
              <a:off x="10826228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t5630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t5631"/>
            <p:cNvSpPr/>
            <p:nvPr/>
          </p:nvSpPr>
          <p:spPr>
            <a:xfrm>
              <a:off x="1082622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t5632"/>
            <p:cNvSpPr/>
            <p:nvPr/>
          </p:nvSpPr>
          <p:spPr>
            <a:xfrm>
              <a:off x="10687119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t5633"/>
            <p:cNvSpPr/>
            <p:nvPr/>
          </p:nvSpPr>
          <p:spPr>
            <a:xfrm>
              <a:off x="10548011" y="1788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t5634"/>
            <p:cNvSpPr/>
            <p:nvPr/>
          </p:nvSpPr>
          <p:spPr>
            <a:xfrm>
              <a:off x="9852466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t5635"/>
            <p:cNvSpPr/>
            <p:nvPr/>
          </p:nvSpPr>
          <p:spPr>
            <a:xfrm>
              <a:off x="9852466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t5636"/>
            <p:cNvSpPr/>
            <p:nvPr/>
          </p:nvSpPr>
          <p:spPr>
            <a:xfrm>
              <a:off x="9852466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t5637"/>
            <p:cNvSpPr/>
            <p:nvPr/>
          </p:nvSpPr>
          <p:spPr>
            <a:xfrm>
              <a:off x="10548011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t5638"/>
            <p:cNvSpPr/>
            <p:nvPr/>
          </p:nvSpPr>
          <p:spPr>
            <a:xfrm>
              <a:off x="11382664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t5639"/>
            <p:cNvSpPr/>
            <p:nvPr/>
          </p:nvSpPr>
          <p:spPr>
            <a:xfrm>
              <a:off x="10130684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t5640"/>
            <p:cNvSpPr/>
            <p:nvPr/>
          </p:nvSpPr>
          <p:spPr>
            <a:xfrm>
              <a:off x="10130684" y="10692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t5641"/>
            <p:cNvSpPr/>
            <p:nvPr/>
          </p:nvSpPr>
          <p:spPr>
            <a:xfrm>
              <a:off x="9852466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t5642"/>
            <p:cNvSpPr/>
            <p:nvPr/>
          </p:nvSpPr>
          <p:spPr>
            <a:xfrm>
              <a:off x="10269793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t5643"/>
            <p:cNvSpPr/>
            <p:nvPr/>
          </p:nvSpPr>
          <p:spPr>
            <a:xfrm>
              <a:off x="9852466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t5644"/>
            <p:cNvSpPr/>
            <p:nvPr/>
          </p:nvSpPr>
          <p:spPr>
            <a:xfrm>
              <a:off x="10130684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t5645"/>
            <p:cNvSpPr/>
            <p:nvPr/>
          </p:nvSpPr>
          <p:spPr>
            <a:xfrm>
              <a:off x="10687119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t5646"/>
            <p:cNvSpPr/>
            <p:nvPr/>
          </p:nvSpPr>
          <p:spPr>
            <a:xfrm>
              <a:off x="1026979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t5647"/>
            <p:cNvSpPr/>
            <p:nvPr/>
          </p:nvSpPr>
          <p:spPr>
            <a:xfrm>
              <a:off x="10130684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t5648"/>
            <p:cNvSpPr/>
            <p:nvPr/>
          </p:nvSpPr>
          <p:spPr>
            <a:xfrm>
              <a:off x="10687119" y="155691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t5649"/>
            <p:cNvSpPr/>
            <p:nvPr/>
          </p:nvSpPr>
          <p:spPr>
            <a:xfrm>
              <a:off x="11243555" y="131307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t5650"/>
            <p:cNvSpPr/>
            <p:nvPr/>
          </p:nvSpPr>
          <p:spPr>
            <a:xfrm>
              <a:off x="10687119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t5651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t5652"/>
            <p:cNvSpPr/>
            <p:nvPr/>
          </p:nvSpPr>
          <p:spPr>
            <a:xfrm>
              <a:off x="10965337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t5653"/>
            <p:cNvSpPr/>
            <p:nvPr/>
          </p:nvSpPr>
          <p:spPr>
            <a:xfrm>
              <a:off x="10687119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t5654"/>
            <p:cNvSpPr/>
            <p:nvPr/>
          </p:nvSpPr>
          <p:spPr>
            <a:xfrm>
              <a:off x="10130684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t5655"/>
            <p:cNvSpPr/>
            <p:nvPr/>
          </p:nvSpPr>
          <p:spPr>
            <a:xfrm>
              <a:off x="10687119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t5656"/>
            <p:cNvSpPr/>
            <p:nvPr/>
          </p:nvSpPr>
          <p:spPr>
            <a:xfrm>
              <a:off x="10965337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t5657"/>
            <p:cNvSpPr/>
            <p:nvPr/>
          </p:nvSpPr>
          <p:spPr>
            <a:xfrm>
              <a:off x="9991575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t5658"/>
            <p:cNvSpPr/>
            <p:nvPr/>
          </p:nvSpPr>
          <p:spPr>
            <a:xfrm>
              <a:off x="10965337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t5659"/>
            <p:cNvSpPr/>
            <p:nvPr/>
          </p:nvSpPr>
          <p:spPr>
            <a:xfrm>
              <a:off x="11521772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t5660"/>
            <p:cNvSpPr/>
            <p:nvPr/>
          </p:nvSpPr>
          <p:spPr>
            <a:xfrm>
              <a:off x="10687119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t5661"/>
            <p:cNvSpPr/>
            <p:nvPr/>
          </p:nvSpPr>
          <p:spPr>
            <a:xfrm>
              <a:off x="9852466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t5662"/>
            <p:cNvSpPr/>
            <p:nvPr/>
          </p:nvSpPr>
          <p:spPr>
            <a:xfrm>
              <a:off x="10687119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t5663"/>
            <p:cNvSpPr/>
            <p:nvPr/>
          </p:nvSpPr>
          <p:spPr>
            <a:xfrm>
              <a:off x="10408902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t5664"/>
            <p:cNvSpPr/>
            <p:nvPr/>
          </p:nvSpPr>
          <p:spPr>
            <a:xfrm>
              <a:off x="10965337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t5665"/>
            <p:cNvSpPr/>
            <p:nvPr/>
          </p:nvSpPr>
          <p:spPr>
            <a:xfrm>
              <a:off x="10130684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t5666"/>
            <p:cNvSpPr/>
            <p:nvPr/>
          </p:nvSpPr>
          <p:spPr>
            <a:xfrm>
              <a:off x="10965337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t5667"/>
            <p:cNvSpPr/>
            <p:nvPr/>
          </p:nvSpPr>
          <p:spPr>
            <a:xfrm>
              <a:off x="10965337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t5668"/>
            <p:cNvSpPr/>
            <p:nvPr/>
          </p:nvSpPr>
          <p:spPr>
            <a:xfrm>
              <a:off x="1124355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t5669"/>
            <p:cNvSpPr/>
            <p:nvPr/>
          </p:nvSpPr>
          <p:spPr>
            <a:xfrm>
              <a:off x="10408902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t5670"/>
            <p:cNvSpPr/>
            <p:nvPr/>
          </p:nvSpPr>
          <p:spPr>
            <a:xfrm>
              <a:off x="1026979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t5671"/>
            <p:cNvSpPr/>
            <p:nvPr/>
          </p:nvSpPr>
          <p:spPr>
            <a:xfrm>
              <a:off x="9852466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t5672"/>
            <p:cNvSpPr/>
            <p:nvPr/>
          </p:nvSpPr>
          <p:spPr>
            <a:xfrm>
              <a:off x="10687119" y="16056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t5673"/>
            <p:cNvSpPr/>
            <p:nvPr/>
          </p:nvSpPr>
          <p:spPr>
            <a:xfrm>
              <a:off x="9852466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t5674"/>
            <p:cNvSpPr/>
            <p:nvPr/>
          </p:nvSpPr>
          <p:spPr>
            <a:xfrm>
              <a:off x="10408902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t5675"/>
            <p:cNvSpPr/>
            <p:nvPr/>
          </p:nvSpPr>
          <p:spPr>
            <a:xfrm>
              <a:off x="10965337" y="13862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t5676"/>
            <p:cNvSpPr/>
            <p:nvPr/>
          </p:nvSpPr>
          <p:spPr>
            <a:xfrm>
              <a:off x="10687119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t5677"/>
            <p:cNvSpPr/>
            <p:nvPr/>
          </p:nvSpPr>
          <p:spPr>
            <a:xfrm>
              <a:off x="11243555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t5678"/>
            <p:cNvSpPr/>
            <p:nvPr/>
          </p:nvSpPr>
          <p:spPr>
            <a:xfrm>
              <a:off x="10130684" y="18251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t5679"/>
            <p:cNvSpPr/>
            <p:nvPr/>
          </p:nvSpPr>
          <p:spPr>
            <a:xfrm>
              <a:off x="10826228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t5680"/>
            <p:cNvSpPr/>
            <p:nvPr/>
          </p:nvSpPr>
          <p:spPr>
            <a:xfrm>
              <a:off x="10687119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t5681"/>
            <p:cNvSpPr/>
            <p:nvPr/>
          </p:nvSpPr>
          <p:spPr>
            <a:xfrm>
              <a:off x="10408902" y="15325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t5682"/>
            <p:cNvSpPr/>
            <p:nvPr/>
          </p:nvSpPr>
          <p:spPr>
            <a:xfrm>
              <a:off x="10130684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t5683"/>
            <p:cNvSpPr/>
            <p:nvPr/>
          </p:nvSpPr>
          <p:spPr>
            <a:xfrm>
              <a:off x="9852466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t5684"/>
            <p:cNvSpPr/>
            <p:nvPr/>
          </p:nvSpPr>
          <p:spPr>
            <a:xfrm>
              <a:off x="11104446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t5685"/>
            <p:cNvSpPr/>
            <p:nvPr/>
          </p:nvSpPr>
          <p:spPr>
            <a:xfrm>
              <a:off x="10687119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t5686"/>
            <p:cNvSpPr/>
            <p:nvPr/>
          </p:nvSpPr>
          <p:spPr>
            <a:xfrm>
              <a:off x="10965337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t5687"/>
            <p:cNvSpPr/>
            <p:nvPr/>
          </p:nvSpPr>
          <p:spPr>
            <a:xfrm>
              <a:off x="9852466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t5688"/>
            <p:cNvSpPr/>
            <p:nvPr/>
          </p:nvSpPr>
          <p:spPr>
            <a:xfrm>
              <a:off x="10408902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t5689"/>
            <p:cNvSpPr/>
            <p:nvPr/>
          </p:nvSpPr>
          <p:spPr>
            <a:xfrm>
              <a:off x="10548011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t5690"/>
            <p:cNvSpPr/>
            <p:nvPr/>
          </p:nvSpPr>
          <p:spPr>
            <a:xfrm>
              <a:off x="10130684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t5691"/>
            <p:cNvSpPr/>
            <p:nvPr/>
          </p:nvSpPr>
          <p:spPr>
            <a:xfrm>
              <a:off x="10965337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t5692"/>
            <p:cNvSpPr/>
            <p:nvPr/>
          </p:nvSpPr>
          <p:spPr>
            <a:xfrm>
              <a:off x="11243555" y="1118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t5693"/>
            <p:cNvSpPr/>
            <p:nvPr/>
          </p:nvSpPr>
          <p:spPr>
            <a:xfrm>
              <a:off x="11243555" y="14471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t5694"/>
            <p:cNvSpPr/>
            <p:nvPr/>
          </p:nvSpPr>
          <p:spPr>
            <a:xfrm>
              <a:off x="11243555" y="10814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t5695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t5696"/>
            <p:cNvSpPr/>
            <p:nvPr/>
          </p:nvSpPr>
          <p:spPr>
            <a:xfrm>
              <a:off x="10965337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t5697"/>
            <p:cNvSpPr/>
            <p:nvPr/>
          </p:nvSpPr>
          <p:spPr>
            <a:xfrm>
              <a:off x="9991575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t5698"/>
            <p:cNvSpPr/>
            <p:nvPr/>
          </p:nvSpPr>
          <p:spPr>
            <a:xfrm>
              <a:off x="10687119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t5699"/>
            <p:cNvSpPr/>
            <p:nvPr/>
          </p:nvSpPr>
          <p:spPr>
            <a:xfrm>
              <a:off x="10965337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t5700"/>
            <p:cNvSpPr/>
            <p:nvPr/>
          </p:nvSpPr>
          <p:spPr>
            <a:xfrm>
              <a:off x="9991575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t5701"/>
            <p:cNvSpPr/>
            <p:nvPr/>
          </p:nvSpPr>
          <p:spPr>
            <a:xfrm>
              <a:off x="10548011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t5702"/>
            <p:cNvSpPr/>
            <p:nvPr/>
          </p:nvSpPr>
          <p:spPr>
            <a:xfrm>
              <a:off x="9991575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t5703"/>
            <p:cNvSpPr/>
            <p:nvPr/>
          </p:nvSpPr>
          <p:spPr>
            <a:xfrm>
              <a:off x="10130684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t5704"/>
            <p:cNvSpPr/>
            <p:nvPr/>
          </p:nvSpPr>
          <p:spPr>
            <a:xfrm>
              <a:off x="10965337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t5705"/>
            <p:cNvSpPr/>
            <p:nvPr/>
          </p:nvSpPr>
          <p:spPr>
            <a:xfrm>
              <a:off x="10687119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t5706"/>
            <p:cNvSpPr/>
            <p:nvPr/>
          </p:nvSpPr>
          <p:spPr>
            <a:xfrm>
              <a:off x="9852466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t5707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t5708"/>
            <p:cNvSpPr/>
            <p:nvPr/>
          </p:nvSpPr>
          <p:spPr>
            <a:xfrm>
              <a:off x="10130684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t5709"/>
            <p:cNvSpPr/>
            <p:nvPr/>
          </p:nvSpPr>
          <p:spPr>
            <a:xfrm>
              <a:off x="10408902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t5710"/>
            <p:cNvSpPr/>
            <p:nvPr/>
          </p:nvSpPr>
          <p:spPr>
            <a:xfrm>
              <a:off x="9852466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t5711"/>
            <p:cNvSpPr/>
            <p:nvPr/>
          </p:nvSpPr>
          <p:spPr>
            <a:xfrm>
              <a:off x="9852466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t5712"/>
            <p:cNvSpPr/>
            <p:nvPr/>
          </p:nvSpPr>
          <p:spPr>
            <a:xfrm>
              <a:off x="11521772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t5713"/>
            <p:cNvSpPr/>
            <p:nvPr/>
          </p:nvSpPr>
          <p:spPr>
            <a:xfrm>
              <a:off x="10687119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t5714"/>
            <p:cNvSpPr/>
            <p:nvPr/>
          </p:nvSpPr>
          <p:spPr>
            <a:xfrm>
              <a:off x="9852466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t5715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t5716"/>
            <p:cNvSpPr/>
            <p:nvPr/>
          </p:nvSpPr>
          <p:spPr>
            <a:xfrm>
              <a:off x="10130684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t5717"/>
            <p:cNvSpPr/>
            <p:nvPr/>
          </p:nvSpPr>
          <p:spPr>
            <a:xfrm>
              <a:off x="10965337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t5718"/>
            <p:cNvSpPr/>
            <p:nvPr/>
          </p:nvSpPr>
          <p:spPr>
            <a:xfrm>
              <a:off x="11799990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t5719"/>
            <p:cNvSpPr/>
            <p:nvPr/>
          </p:nvSpPr>
          <p:spPr>
            <a:xfrm>
              <a:off x="9852466" y="19653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t5720"/>
            <p:cNvSpPr/>
            <p:nvPr/>
          </p:nvSpPr>
          <p:spPr>
            <a:xfrm>
              <a:off x="10130684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t5721"/>
            <p:cNvSpPr/>
            <p:nvPr/>
          </p:nvSpPr>
          <p:spPr>
            <a:xfrm>
              <a:off x="10965337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t5722"/>
            <p:cNvSpPr/>
            <p:nvPr/>
          </p:nvSpPr>
          <p:spPr>
            <a:xfrm>
              <a:off x="10408902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t5723"/>
            <p:cNvSpPr/>
            <p:nvPr/>
          </p:nvSpPr>
          <p:spPr>
            <a:xfrm>
              <a:off x="10548011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4" name="pt5724"/>
            <p:cNvSpPr/>
            <p:nvPr/>
          </p:nvSpPr>
          <p:spPr>
            <a:xfrm>
              <a:off x="10269793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5" name="pt5725"/>
            <p:cNvSpPr/>
            <p:nvPr/>
          </p:nvSpPr>
          <p:spPr>
            <a:xfrm>
              <a:off x="10548011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pt5726"/>
            <p:cNvSpPr/>
            <p:nvPr/>
          </p:nvSpPr>
          <p:spPr>
            <a:xfrm>
              <a:off x="9852466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7" name="pt5727"/>
            <p:cNvSpPr/>
            <p:nvPr/>
          </p:nvSpPr>
          <p:spPr>
            <a:xfrm>
              <a:off x="10408902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8" name="pt5728"/>
            <p:cNvSpPr/>
            <p:nvPr/>
          </p:nvSpPr>
          <p:spPr>
            <a:xfrm>
              <a:off x="10687119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pt5729"/>
            <p:cNvSpPr/>
            <p:nvPr/>
          </p:nvSpPr>
          <p:spPr>
            <a:xfrm>
              <a:off x="10687119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0" name="pt5730"/>
            <p:cNvSpPr/>
            <p:nvPr/>
          </p:nvSpPr>
          <p:spPr>
            <a:xfrm>
              <a:off x="10130684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1" name="pt5731"/>
            <p:cNvSpPr/>
            <p:nvPr/>
          </p:nvSpPr>
          <p:spPr>
            <a:xfrm>
              <a:off x="10687119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pt5732"/>
            <p:cNvSpPr/>
            <p:nvPr/>
          </p:nvSpPr>
          <p:spPr>
            <a:xfrm>
              <a:off x="10687119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3" name="pt5733"/>
            <p:cNvSpPr/>
            <p:nvPr/>
          </p:nvSpPr>
          <p:spPr>
            <a:xfrm>
              <a:off x="9852466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4" name="pt5734"/>
            <p:cNvSpPr/>
            <p:nvPr/>
          </p:nvSpPr>
          <p:spPr>
            <a:xfrm>
              <a:off x="10408902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pt5735"/>
            <p:cNvSpPr/>
            <p:nvPr/>
          </p:nvSpPr>
          <p:spPr>
            <a:xfrm>
              <a:off x="10130684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6" name="pt5736"/>
            <p:cNvSpPr/>
            <p:nvPr/>
          </p:nvSpPr>
          <p:spPr>
            <a:xfrm>
              <a:off x="10687119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7" name="pt5737"/>
            <p:cNvSpPr/>
            <p:nvPr/>
          </p:nvSpPr>
          <p:spPr>
            <a:xfrm>
              <a:off x="9852466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pt5738"/>
            <p:cNvSpPr/>
            <p:nvPr/>
          </p:nvSpPr>
          <p:spPr>
            <a:xfrm>
              <a:off x="10965337" y="11058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9" name="pt5739"/>
            <p:cNvSpPr/>
            <p:nvPr/>
          </p:nvSpPr>
          <p:spPr>
            <a:xfrm>
              <a:off x="10826228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0" name="pt5740"/>
            <p:cNvSpPr/>
            <p:nvPr/>
          </p:nvSpPr>
          <p:spPr>
            <a:xfrm>
              <a:off x="9852466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1" name="pt5741"/>
            <p:cNvSpPr/>
            <p:nvPr/>
          </p:nvSpPr>
          <p:spPr>
            <a:xfrm>
              <a:off x="9852466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2" name="pt5742"/>
            <p:cNvSpPr/>
            <p:nvPr/>
          </p:nvSpPr>
          <p:spPr>
            <a:xfrm>
              <a:off x="10130684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3" name="pt5743"/>
            <p:cNvSpPr/>
            <p:nvPr/>
          </p:nvSpPr>
          <p:spPr>
            <a:xfrm>
              <a:off x="9852466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4" name="pt5744"/>
            <p:cNvSpPr/>
            <p:nvPr/>
          </p:nvSpPr>
          <p:spPr>
            <a:xfrm>
              <a:off x="10965337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t5745"/>
            <p:cNvSpPr/>
            <p:nvPr/>
          </p:nvSpPr>
          <p:spPr>
            <a:xfrm>
              <a:off x="10408902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t5746"/>
            <p:cNvSpPr/>
            <p:nvPr/>
          </p:nvSpPr>
          <p:spPr>
            <a:xfrm>
              <a:off x="10408902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t5747"/>
            <p:cNvSpPr/>
            <p:nvPr/>
          </p:nvSpPr>
          <p:spPr>
            <a:xfrm>
              <a:off x="10408902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t5748"/>
            <p:cNvSpPr/>
            <p:nvPr/>
          </p:nvSpPr>
          <p:spPr>
            <a:xfrm>
              <a:off x="9852466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t5749"/>
            <p:cNvSpPr/>
            <p:nvPr/>
          </p:nvSpPr>
          <p:spPr>
            <a:xfrm>
              <a:off x="10965337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t5750"/>
            <p:cNvSpPr/>
            <p:nvPr/>
          </p:nvSpPr>
          <p:spPr>
            <a:xfrm>
              <a:off x="10965337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t5751"/>
            <p:cNvSpPr/>
            <p:nvPr/>
          </p:nvSpPr>
          <p:spPr>
            <a:xfrm>
              <a:off x="10130684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t5752"/>
            <p:cNvSpPr/>
            <p:nvPr/>
          </p:nvSpPr>
          <p:spPr>
            <a:xfrm>
              <a:off x="10687119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t5753"/>
            <p:cNvSpPr/>
            <p:nvPr/>
          </p:nvSpPr>
          <p:spPr>
            <a:xfrm>
              <a:off x="9852466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pt5754"/>
            <p:cNvSpPr/>
            <p:nvPr/>
          </p:nvSpPr>
          <p:spPr>
            <a:xfrm>
              <a:off x="9852466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5" name="pt5755"/>
            <p:cNvSpPr/>
            <p:nvPr/>
          </p:nvSpPr>
          <p:spPr>
            <a:xfrm>
              <a:off x="9852466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6" name="pt5756"/>
            <p:cNvSpPr/>
            <p:nvPr/>
          </p:nvSpPr>
          <p:spPr>
            <a:xfrm>
              <a:off x="9852466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7" name="pt5757"/>
            <p:cNvSpPr/>
            <p:nvPr/>
          </p:nvSpPr>
          <p:spPr>
            <a:xfrm>
              <a:off x="9852466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8" name="pt5758"/>
            <p:cNvSpPr/>
            <p:nvPr/>
          </p:nvSpPr>
          <p:spPr>
            <a:xfrm>
              <a:off x="9852466" y="20446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9" name="pt5759"/>
            <p:cNvSpPr/>
            <p:nvPr/>
          </p:nvSpPr>
          <p:spPr>
            <a:xfrm>
              <a:off x="10687119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0" name="pt5760"/>
            <p:cNvSpPr/>
            <p:nvPr/>
          </p:nvSpPr>
          <p:spPr>
            <a:xfrm>
              <a:off x="11243555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1" name="pt5761"/>
            <p:cNvSpPr/>
            <p:nvPr/>
          </p:nvSpPr>
          <p:spPr>
            <a:xfrm>
              <a:off x="10687119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2" name="pt5762"/>
            <p:cNvSpPr/>
            <p:nvPr/>
          </p:nvSpPr>
          <p:spPr>
            <a:xfrm>
              <a:off x="10687119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t5763"/>
            <p:cNvSpPr/>
            <p:nvPr/>
          </p:nvSpPr>
          <p:spPr>
            <a:xfrm>
              <a:off x="10687119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t5764"/>
            <p:cNvSpPr/>
            <p:nvPr/>
          </p:nvSpPr>
          <p:spPr>
            <a:xfrm>
              <a:off x="9852466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t5765"/>
            <p:cNvSpPr/>
            <p:nvPr/>
          </p:nvSpPr>
          <p:spPr>
            <a:xfrm>
              <a:off x="10687119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t5766"/>
            <p:cNvSpPr/>
            <p:nvPr/>
          </p:nvSpPr>
          <p:spPr>
            <a:xfrm>
              <a:off x="10687119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t5767"/>
            <p:cNvSpPr/>
            <p:nvPr/>
          </p:nvSpPr>
          <p:spPr>
            <a:xfrm>
              <a:off x="10130684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t5768"/>
            <p:cNvSpPr/>
            <p:nvPr/>
          </p:nvSpPr>
          <p:spPr>
            <a:xfrm>
              <a:off x="9852466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t5769"/>
            <p:cNvSpPr/>
            <p:nvPr/>
          </p:nvSpPr>
          <p:spPr>
            <a:xfrm>
              <a:off x="10408902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t5770"/>
            <p:cNvSpPr/>
            <p:nvPr/>
          </p:nvSpPr>
          <p:spPr>
            <a:xfrm>
              <a:off x="10965337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t5771"/>
            <p:cNvSpPr/>
            <p:nvPr/>
          </p:nvSpPr>
          <p:spPr>
            <a:xfrm>
              <a:off x="9852466" y="20811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t5772"/>
            <p:cNvSpPr/>
            <p:nvPr/>
          </p:nvSpPr>
          <p:spPr>
            <a:xfrm>
              <a:off x="9852466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t5773"/>
            <p:cNvSpPr/>
            <p:nvPr/>
          </p:nvSpPr>
          <p:spPr>
            <a:xfrm>
              <a:off x="10965337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t5774"/>
            <p:cNvSpPr/>
            <p:nvPr/>
          </p:nvSpPr>
          <p:spPr>
            <a:xfrm>
              <a:off x="10130684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t5775"/>
            <p:cNvSpPr/>
            <p:nvPr/>
          </p:nvSpPr>
          <p:spPr>
            <a:xfrm>
              <a:off x="10408902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t5776"/>
            <p:cNvSpPr/>
            <p:nvPr/>
          </p:nvSpPr>
          <p:spPr>
            <a:xfrm>
              <a:off x="10408902" y="13740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t5777"/>
            <p:cNvSpPr/>
            <p:nvPr/>
          </p:nvSpPr>
          <p:spPr>
            <a:xfrm>
              <a:off x="10130684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t5778"/>
            <p:cNvSpPr/>
            <p:nvPr/>
          </p:nvSpPr>
          <p:spPr>
            <a:xfrm>
              <a:off x="11104446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pt5779"/>
            <p:cNvSpPr/>
            <p:nvPr/>
          </p:nvSpPr>
          <p:spPr>
            <a:xfrm>
              <a:off x="9852466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0" name="pt5780"/>
            <p:cNvSpPr/>
            <p:nvPr/>
          </p:nvSpPr>
          <p:spPr>
            <a:xfrm>
              <a:off x="10965337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t5781"/>
            <p:cNvSpPr/>
            <p:nvPr/>
          </p:nvSpPr>
          <p:spPr>
            <a:xfrm>
              <a:off x="9852466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2" name="pt5782"/>
            <p:cNvSpPr/>
            <p:nvPr/>
          </p:nvSpPr>
          <p:spPr>
            <a:xfrm>
              <a:off x="9852466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pt5783"/>
            <p:cNvSpPr/>
            <p:nvPr/>
          </p:nvSpPr>
          <p:spPr>
            <a:xfrm>
              <a:off x="10687119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4" name="pt5784"/>
            <p:cNvSpPr/>
            <p:nvPr/>
          </p:nvSpPr>
          <p:spPr>
            <a:xfrm>
              <a:off x="10687119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5" name="pt5785"/>
            <p:cNvSpPr/>
            <p:nvPr/>
          </p:nvSpPr>
          <p:spPr>
            <a:xfrm>
              <a:off x="11243555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6" name="pt5786"/>
            <p:cNvSpPr/>
            <p:nvPr/>
          </p:nvSpPr>
          <p:spPr>
            <a:xfrm>
              <a:off x="10965337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7" name="pt5787"/>
            <p:cNvSpPr/>
            <p:nvPr/>
          </p:nvSpPr>
          <p:spPr>
            <a:xfrm>
              <a:off x="11243555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8" name="pt5788"/>
            <p:cNvSpPr/>
            <p:nvPr/>
          </p:nvSpPr>
          <p:spPr>
            <a:xfrm>
              <a:off x="10408902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9" name="pt5789"/>
            <p:cNvSpPr/>
            <p:nvPr/>
          </p:nvSpPr>
          <p:spPr>
            <a:xfrm>
              <a:off x="10687119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0" name="pt5790"/>
            <p:cNvSpPr/>
            <p:nvPr/>
          </p:nvSpPr>
          <p:spPr>
            <a:xfrm>
              <a:off x="10408902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1" name="pt5791"/>
            <p:cNvSpPr/>
            <p:nvPr/>
          </p:nvSpPr>
          <p:spPr>
            <a:xfrm>
              <a:off x="10408902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2" name="pt5792"/>
            <p:cNvSpPr/>
            <p:nvPr/>
          </p:nvSpPr>
          <p:spPr>
            <a:xfrm>
              <a:off x="10548011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3" name="pt5793"/>
            <p:cNvSpPr/>
            <p:nvPr/>
          </p:nvSpPr>
          <p:spPr>
            <a:xfrm>
              <a:off x="1026979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4" name="pt5794"/>
            <p:cNvSpPr/>
            <p:nvPr/>
          </p:nvSpPr>
          <p:spPr>
            <a:xfrm>
              <a:off x="10408902" y="18739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5" name="pt5795"/>
            <p:cNvSpPr/>
            <p:nvPr/>
          </p:nvSpPr>
          <p:spPr>
            <a:xfrm>
              <a:off x="11243555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6" name="pt5796"/>
            <p:cNvSpPr/>
            <p:nvPr/>
          </p:nvSpPr>
          <p:spPr>
            <a:xfrm>
              <a:off x="11243555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7" name="pt5797"/>
            <p:cNvSpPr/>
            <p:nvPr/>
          </p:nvSpPr>
          <p:spPr>
            <a:xfrm>
              <a:off x="10408902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8" name="pt5798"/>
            <p:cNvSpPr/>
            <p:nvPr/>
          </p:nvSpPr>
          <p:spPr>
            <a:xfrm>
              <a:off x="10408902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9" name="pt5799"/>
            <p:cNvSpPr/>
            <p:nvPr/>
          </p:nvSpPr>
          <p:spPr>
            <a:xfrm>
              <a:off x="9852466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0" name="pt5800"/>
            <p:cNvSpPr/>
            <p:nvPr/>
          </p:nvSpPr>
          <p:spPr>
            <a:xfrm>
              <a:off x="9852466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pt5801"/>
            <p:cNvSpPr/>
            <p:nvPr/>
          </p:nvSpPr>
          <p:spPr>
            <a:xfrm>
              <a:off x="10687119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2" name="pt5802"/>
            <p:cNvSpPr/>
            <p:nvPr/>
          </p:nvSpPr>
          <p:spPr>
            <a:xfrm>
              <a:off x="10408902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t5803"/>
            <p:cNvSpPr/>
            <p:nvPr/>
          </p:nvSpPr>
          <p:spPr>
            <a:xfrm>
              <a:off x="11243555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t5804"/>
            <p:cNvSpPr/>
            <p:nvPr/>
          </p:nvSpPr>
          <p:spPr>
            <a:xfrm>
              <a:off x="10687119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t5805"/>
            <p:cNvSpPr/>
            <p:nvPr/>
          </p:nvSpPr>
          <p:spPr>
            <a:xfrm>
              <a:off x="9852466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t5806"/>
            <p:cNvSpPr/>
            <p:nvPr/>
          </p:nvSpPr>
          <p:spPr>
            <a:xfrm>
              <a:off x="9852466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t5807"/>
            <p:cNvSpPr/>
            <p:nvPr/>
          </p:nvSpPr>
          <p:spPr>
            <a:xfrm>
              <a:off x="10965337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t5808"/>
            <p:cNvSpPr/>
            <p:nvPr/>
          </p:nvSpPr>
          <p:spPr>
            <a:xfrm>
              <a:off x="11243555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t5809"/>
            <p:cNvSpPr/>
            <p:nvPr/>
          </p:nvSpPr>
          <p:spPr>
            <a:xfrm>
              <a:off x="10687119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t5810"/>
            <p:cNvSpPr/>
            <p:nvPr/>
          </p:nvSpPr>
          <p:spPr>
            <a:xfrm>
              <a:off x="10687119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t5811"/>
            <p:cNvSpPr/>
            <p:nvPr/>
          </p:nvSpPr>
          <p:spPr>
            <a:xfrm>
              <a:off x="10826228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t5812"/>
            <p:cNvSpPr/>
            <p:nvPr/>
          </p:nvSpPr>
          <p:spPr>
            <a:xfrm>
              <a:off x="1054801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t5813"/>
            <p:cNvSpPr/>
            <p:nvPr/>
          </p:nvSpPr>
          <p:spPr>
            <a:xfrm>
              <a:off x="10408902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t5814"/>
            <p:cNvSpPr/>
            <p:nvPr/>
          </p:nvSpPr>
          <p:spPr>
            <a:xfrm>
              <a:off x="10408902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t5815"/>
            <p:cNvSpPr/>
            <p:nvPr/>
          </p:nvSpPr>
          <p:spPr>
            <a:xfrm>
              <a:off x="10408902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t5816"/>
            <p:cNvSpPr/>
            <p:nvPr/>
          </p:nvSpPr>
          <p:spPr>
            <a:xfrm>
              <a:off x="10408902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t5817"/>
            <p:cNvSpPr/>
            <p:nvPr/>
          </p:nvSpPr>
          <p:spPr>
            <a:xfrm>
              <a:off x="11521772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t5818"/>
            <p:cNvSpPr/>
            <p:nvPr/>
          </p:nvSpPr>
          <p:spPr>
            <a:xfrm>
              <a:off x="10130684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t5819"/>
            <p:cNvSpPr/>
            <p:nvPr/>
          </p:nvSpPr>
          <p:spPr>
            <a:xfrm>
              <a:off x="11104446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t5820"/>
            <p:cNvSpPr/>
            <p:nvPr/>
          </p:nvSpPr>
          <p:spPr>
            <a:xfrm>
              <a:off x="9852466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t5821"/>
            <p:cNvSpPr/>
            <p:nvPr/>
          </p:nvSpPr>
          <p:spPr>
            <a:xfrm>
              <a:off x="10687119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t5822"/>
            <p:cNvSpPr/>
            <p:nvPr/>
          </p:nvSpPr>
          <p:spPr>
            <a:xfrm>
              <a:off x="10965337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t5823"/>
            <p:cNvSpPr/>
            <p:nvPr/>
          </p:nvSpPr>
          <p:spPr>
            <a:xfrm>
              <a:off x="10687119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t5824"/>
            <p:cNvSpPr/>
            <p:nvPr/>
          </p:nvSpPr>
          <p:spPr>
            <a:xfrm>
              <a:off x="10269793" y="16422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t5825"/>
            <p:cNvSpPr/>
            <p:nvPr/>
          </p:nvSpPr>
          <p:spPr>
            <a:xfrm>
              <a:off x="10408902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t5826"/>
            <p:cNvSpPr/>
            <p:nvPr/>
          </p:nvSpPr>
          <p:spPr>
            <a:xfrm>
              <a:off x="9852466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t5827"/>
            <p:cNvSpPr/>
            <p:nvPr/>
          </p:nvSpPr>
          <p:spPr>
            <a:xfrm>
              <a:off x="10687119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t5828"/>
            <p:cNvSpPr/>
            <p:nvPr/>
          </p:nvSpPr>
          <p:spPr>
            <a:xfrm>
              <a:off x="9991575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t5829"/>
            <p:cNvSpPr/>
            <p:nvPr/>
          </p:nvSpPr>
          <p:spPr>
            <a:xfrm>
              <a:off x="9852466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t5830"/>
            <p:cNvSpPr/>
            <p:nvPr/>
          </p:nvSpPr>
          <p:spPr>
            <a:xfrm>
              <a:off x="10548011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t5831"/>
            <p:cNvSpPr/>
            <p:nvPr/>
          </p:nvSpPr>
          <p:spPr>
            <a:xfrm>
              <a:off x="10408902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t5832"/>
            <p:cNvSpPr/>
            <p:nvPr/>
          </p:nvSpPr>
          <p:spPr>
            <a:xfrm>
              <a:off x="10826228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t5833"/>
            <p:cNvSpPr/>
            <p:nvPr/>
          </p:nvSpPr>
          <p:spPr>
            <a:xfrm>
              <a:off x="10130684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t5834"/>
            <p:cNvSpPr/>
            <p:nvPr/>
          </p:nvSpPr>
          <p:spPr>
            <a:xfrm>
              <a:off x="10965337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t5835"/>
            <p:cNvSpPr/>
            <p:nvPr/>
          </p:nvSpPr>
          <p:spPr>
            <a:xfrm>
              <a:off x="10826228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t5836"/>
            <p:cNvSpPr/>
            <p:nvPr/>
          </p:nvSpPr>
          <p:spPr>
            <a:xfrm>
              <a:off x="10130684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t5837"/>
            <p:cNvSpPr/>
            <p:nvPr/>
          </p:nvSpPr>
          <p:spPr>
            <a:xfrm>
              <a:off x="9852466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t5838"/>
            <p:cNvSpPr/>
            <p:nvPr/>
          </p:nvSpPr>
          <p:spPr>
            <a:xfrm>
              <a:off x="9852466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t5839"/>
            <p:cNvSpPr/>
            <p:nvPr/>
          </p:nvSpPr>
          <p:spPr>
            <a:xfrm>
              <a:off x="9852466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t5840"/>
            <p:cNvSpPr/>
            <p:nvPr/>
          </p:nvSpPr>
          <p:spPr>
            <a:xfrm>
              <a:off x="10965337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t5841"/>
            <p:cNvSpPr/>
            <p:nvPr/>
          </p:nvSpPr>
          <p:spPr>
            <a:xfrm>
              <a:off x="10965337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t5842"/>
            <p:cNvSpPr/>
            <p:nvPr/>
          </p:nvSpPr>
          <p:spPr>
            <a:xfrm>
              <a:off x="10548011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t5843"/>
            <p:cNvSpPr/>
            <p:nvPr/>
          </p:nvSpPr>
          <p:spPr>
            <a:xfrm>
              <a:off x="9991575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t5844"/>
            <p:cNvSpPr/>
            <p:nvPr/>
          </p:nvSpPr>
          <p:spPr>
            <a:xfrm>
              <a:off x="10130684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t5845"/>
            <p:cNvSpPr/>
            <p:nvPr/>
          </p:nvSpPr>
          <p:spPr>
            <a:xfrm>
              <a:off x="11243555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t5846"/>
            <p:cNvSpPr/>
            <p:nvPr/>
          </p:nvSpPr>
          <p:spPr>
            <a:xfrm>
              <a:off x="9852466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t5847"/>
            <p:cNvSpPr/>
            <p:nvPr/>
          </p:nvSpPr>
          <p:spPr>
            <a:xfrm>
              <a:off x="10965337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t5848"/>
            <p:cNvSpPr/>
            <p:nvPr/>
          </p:nvSpPr>
          <p:spPr>
            <a:xfrm>
              <a:off x="10130684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t5849"/>
            <p:cNvSpPr/>
            <p:nvPr/>
          </p:nvSpPr>
          <p:spPr>
            <a:xfrm>
              <a:off x="10965337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t5850"/>
            <p:cNvSpPr/>
            <p:nvPr/>
          </p:nvSpPr>
          <p:spPr>
            <a:xfrm>
              <a:off x="10965337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t5851"/>
            <p:cNvSpPr/>
            <p:nvPr/>
          </p:nvSpPr>
          <p:spPr>
            <a:xfrm>
              <a:off x="9852466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t5852"/>
            <p:cNvSpPr/>
            <p:nvPr/>
          </p:nvSpPr>
          <p:spPr>
            <a:xfrm>
              <a:off x="10408902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t5853"/>
            <p:cNvSpPr/>
            <p:nvPr/>
          </p:nvSpPr>
          <p:spPr>
            <a:xfrm>
              <a:off x="10548011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t5854"/>
            <p:cNvSpPr/>
            <p:nvPr/>
          </p:nvSpPr>
          <p:spPr>
            <a:xfrm>
              <a:off x="10408902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t5855"/>
            <p:cNvSpPr/>
            <p:nvPr/>
          </p:nvSpPr>
          <p:spPr>
            <a:xfrm>
              <a:off x="10965337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t5856"/>
            <p:cNvSpPr/>
            <p:nvPr/>
          </p:nvSpPr>
          <p:spPr>
            <a:xfrm>
              <a:off x="11382664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t5857"/>
            <p:cNvSpPr/>
            <p:nvPr/>
          </p:nvSpPr>
          <p:spPr>
            <a:xfrm>
              <a:off x="10687119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t5858"/>
            <p:cNvSpPr/>
            <p:nvPr/>
          </p:nvSpPr>
          <p:spPr>
            <a:xfrm>
              <a:off x="11243555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t5859"/>
            <p:cNvSpPr/>
            <p:nvPr/>
          </p:nvSpPr>
          <p:spPr>
            <a:xfrm>
              <a:off x="10826228" y="16788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t5860"/>
            <p:cNvSpPr/>
            <p:nvPr/>
          </p:nvSpPr>
          <p:spPr>
            <a:xfrm>
              <a:off x="1124355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t5861"/>
            <p:cNvSpPr/>
            <p:nvPr/>
          </p:nvSpPr>
          <p:spPr>
            <a:xfrm>
              <a:off x="10130684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t5862"/>
            <p:cNvSpPr/>
            <p:nvPr/>
          </p:nvSpPr>
          <p:spPr>
            <a:xfrm>
              <a:off x="10408902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t5863"/>
            <p:cNvSpPr/>
            <p:nvPr/>
          </p:nvSpPr>
          <p:spPr>
            <a:xfrm>
              <a:off x="11104446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t5864"/>
            <p:cNvSpPr/>
            <p:nvPr/>
          </p:nvSpPr>
          <p:spPr>
            <a:xfrm>
              <a:off x="10687119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t5865"/>
            <p:cNvSpPr/>
            <p:nvPr/>
          </p:nvSpPr>
          <p:spPr>
            <a:xfrm>
              <a:off x="11243555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t5866"/>
            <p:cNvSpPr/>
            <p:nvPr/>
          </p:nvSpPr>
          <p:spPr>
            <a:xfrm>
              <a:off x="9852466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t5867"/>
            <p:cNvSpPr/>
            <p:nvPr/>
          </p:nvSpPr>
          <p:spPr>
            <a:xfrm>
              <a:off x="9852466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t5868"/>
            <p:cNvSpPr/>
            <p:nvPr/>
          </p:nvSpPr>
          <p:spPr>
            <a:xfrm>
              <a:off x="9852466" y="21055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t5869"/>
            <p:cNvSpPr/>
            <p:nvPr/>
          </p:nvSpPr>
          <p:spPr>
            <a:xfrm>
              <a:off x="9852466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t5870"/>
            <p:cNvSpPr/>
            <p:nvPr/>
          </p:nvSpPr>
          <p:spPr>
            <a:xfrm>
              <a:off x="10965337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t5871"/>
            <p:cNvSpPr/>
            <p:nvPr/>
          </p:nvSpPr>
          <p:spPr>
            <a:xfrm>
              <a:off x="10408902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t5872"/>
            <p:cNvSpPr/>
            <p:nvPr/>
          </p:nvSpPr>
          <p:spPr>
            <a:xfrm>
              <a:off x="10687119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t5873"/>
            <p:cNvSpPr/>
            <p:nvPr/>
          </p:nvSpPr>
          <p:spPr>
            <a:xfrm>
              <a:off x="10687119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t5874"/>
            <p:cNvSpPr/>
            <p:nvPr/>
          </p:nvSpPr>
          <p:spPr>
            <a:xfrm>
              <a:off x="10826228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t5875"/>
            <p:cNvSpPr/>
            <p:nvPr/>
          </p:nvSpPr>
          <p:spPr>
            <a:xfrm>
              <a:off x="10130684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t5876"/>
            <p:cNvSpPr/>
            <p:nvPr/>
          </p:nvSpPr>
          <p:spPr>
            <a:xfrm>
              <a:off x="10408902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t5877"/>
            <p:cNvSpPr/>
            <p:nvPr/>
          </p:nvSpPr>
          <p:spPr>
            <a:xfrm>
              <a:off x="9852466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t5878"/>
            <p:cNvSpPr/>
            <p:nvPr/>
          </p:nvSpPr>
          <p:spPr>
            <a:xfrm>
              <a:off x="9852466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t5879"/>
            <p:cNvSpPr/>
            <p:nvPr/>
          </p:nvSpPr>
          <p:spPr>
            <a:xfrm>
              <a:off x="10687119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t5880"/>
            <p:cNvSpPr/>
            <p:nvPr/>
          </p:nvSpPr>
          <p:spPr>
            <a:xfrm>
              <a:off x="9852466" y="21543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t5881"/>
            <p:cNvSpPr/>
            <p:nvPr/>
          </p:nvSpPr>
          <p:spPr>
            <a:xfrm>
              <a:off x="10130684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t5882"/>
            <p:cNvSpPr/>
            <p:nvPr/>
          </p:nvSpPr>
          <p:spPr>
            <a:xfrm>
              <a:off x="11660881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t5883"/>
            <p:cNvSpPr/>
            <p:nvPr/>
          </p:nvSpPr>
          <p:spPr>
            <a:xfrm>
              <a:off x="10408902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t5884"/>
            <p:cNvSpPr/>
            <p:nvPr/>
          </p:nvSpPr>
          <p:spPr>
            <a:xfrm>
              <a:off x="10548011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t5885"/>
            <p:cNvSpPr/>
            <p:nvPr/>
          </p:nvSpPr>
          <p:spPr>
            <a:xfrm>
              <a:off x="10687119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t5886"/>
            <p:cNvSpPr/>
            <p:nvPr/>
          </p:nvSpPr>
          <p:spPr>
            <a:xfrm>
              <a:off x="9852466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t5887"/>
            <p:cNvSpPr/>
            <p:nvPr/>
          </p:nvSpPr>
          <p:spPr>
            <a:xfrm>
              <a:off x="10687119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t5888"/>
            <p:cNvSpPr/>
            <p:nvPr/>
          </p:nvSpPr>
          <p:spPr>
            <a:xfrm>
              <a:off x="10687119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t5889"/>
            <p:cNvSpPr/>
            <p:nvPr/>
          </p:nvSpPr>
          <p:spPr>
            <a:xfrm>
              <a:off x="9991575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t5890"/>
            <p:cNvSpPr/>
            <p:nvPr/>
          </p:nvSpPr>
          <p:spPr>
            <a:xfrm>
              <a:off x="9991575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t5891"/>
            <p:cNvSpPr/>
            <p:nvPr/>
          </p:nvSpPr>
          <p:spPr>
            <a:xfrm>
              <a:off x="9852466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t5892"/>
            <p:cNvSpPr/>
            <p:nvPr/>
          </p:nvSpPr>
          <p:spPr>
            <a:xfrm>
              <a:off x="10130684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t5893"/>
            <p:cNvSpPr/>
            <p:nvPr/>
          </p:nvSpPr>
          <p:spPr>
            <a:xfrm>
              <a:off x="9852466" y="20689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t5894"/>
            <p:cNvSpPr/>
            <p:nvPr/>
          </p:nvSpPr>
          <p:spPr>
            <a:xfrm>
              <a:off x="9991575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t5895"/>
            <p:cNvSpPr/>
            <p:nvPr/>
          </p:nvSpPr>
          <p:spPr>
            <a:xfrm>
              <a:off x="10130684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t5896"/>
            <p:cNvSpPr/>
            <p:nvPr/>
          </p:nvSpPr>
          <p:spPr>
            <a:xfrm>
              <a:off x="9852466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t5897"/>
            <p:cNvSpPr/>
            <p:nvPr/>
          </p:nvSpPr>
          <p:spPr>
            <a:xfrm>
              <a:off x="9991575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g5898"/>
            <p:cNvSpPr/>
            <p:nvPr/>
          </p:nvSpPr>
          <p:spPr>
            <a:xfrm>
              <a:off x="9870517" y="896871"/>
              <a:ext cx="1947523" cy="956158"/>
            </a:xfrm>
            <a:custGeom>
              <a:avLst/>
              <a:pathLst>
                <a:path w="1947523" h="956158">
                  <a:moveTo>
                    <a:pt x="0" y="824876"/>
                  </a:moveTo>
                  <a:lnTo>
                    <a:pt x="24652" y="821458"/>
                  </a:lnTo>
                  <a:lnTo>
                    <a:pt x="49304" y="817703"/>
                  </a:lnTo>
                  <a:lnTo>
                    <a:pt x="73956" y="813600"/>
                  </a:lnTo>
                  <a:lnTo>
                    <a:pt x="98608" y="809143"/>
                  </a:lnTo>
                  <a:lnTo>
                    <a:pt x="123260" y="804326"/>
                  </a:lnTo>
                  <a:lnTo>
                    <a:pt x="147913" y="799148"/>
                  </a:lnTo>
                  <a:lnTo>
                    <a:pt x="172565" y="793610"/>
                  </a:lnTo>
                  <a:lnTo>
                    <a:pt x="197217" y="787721"/>
                  </a:lnTo>
                  <a:lnTo>
                    <a:pt x="221869" y="781494"/>
                  </a:lnTo>
                  <a:lnTo>
                    <a:pt x="246521" y="774949"/>
                  </a:lnTo>
                  <a:lnTo>
                    <a:pt x="271174" y="768109"/>
                  </a:lnTo>
                  <a:lnTo>
                    <a:pt x="295826" y="761002"/>
                  </a:lnTo>
                  <a:lnTo>
                    <a:pt x="320478" y="753659"/>
                  </a:lnTo>
                  <a:lnTo>
                    <a:pt x="345130" y="746112"/>
                  </a:lnTo>
                  <a:lnTo>
                    <a:pt x="369782" y="738392"/>
                  </a:lnTo>
                  <a:lnTo>
                    <a:pt x="394435" y="730530"/>
                  </a:lnTo>
                  <a:lnTo>
                    <a:pt x="419087" y="722554"/>
                  </a:lnTo>
                  <a:lnTo>
                    <a:pt x="443739" y="714489"/>
                  </a:lnTo>
                  <a:lnTo>
                    <a:pt x="468391" y="706358"/>
                  </a:lnTo>
                  <a:lnTo>
                    <a:pt x="493043" y="698181"/>
                  </a:lnTo>
                  <a:lnTo>
                    <a:pt x="517696" y="689976"/>
                  </a:lnTo>
                  <a:lnTo>
                    <a:pt x="542348" y="681755"/>
                  </a:lnTo>
                  <a:lnTo>
                    <a:pt x="567000" y="673530"/>
                  </a:lnTo>
                  <a:lnTo>
                    <a:pt x="591652" y="665312"/>
                  </a:lnTo>
                  <a:lnTo>
                    <a:pt x="616304" y="657106"/>
                  </a:lnTo>
                  <a:lnTo>
                    <a:pt x="640957" y="648918"/>
                  </a:lnTo>
                  <a:lnTo>
                    <a:pt x="665609" y="640751"/>
                  </a:lnTo>
                  <a:lnTo>
                    <a:pt x="690261" y="632605"/>
                  </a:lnTo>
                  <a:lnTo>
                    <a:pt x="714913" y="624481"/>
                  </a:lnTo>
                  <a:lnTo>
                    <a:pt x="739565" y="616376"/>
                  </a:lnTo>
                  <a:lnTo>
                    <a:pt x="764218" y="608286"/>
                  </a:lnTo>
                  <a:lnTo>
                    <a:pt x="788870" y="600205"/>
                  </a:lnTo>
                  <a:lnTo>
                    <a:pt x="813522" y="592124"/>
                  </a:lnTo>
                  <a:lnTo>
                    <a:pt x="838174" y="584036"/>
                  </a:lnTo>
                  <a:lnTo>
                    <a:pt x="862826" y="575927"/>
                  </a:lnTo>
                  <a:lnTo>
                    <a:pt x="887479" y="567785"/>
                  </a:lnTo>
                  <a:lnTo>
                    <a:pt x="912131" y="559593"/>
                  </a:lnTo>
                  <a:lnTo>
                    <a:pt x="936783" y="551333"/>
                  </a:lnTo>
                  <a:lnTo>
                    <a:pt x="961435" y="542986"/>
                  </a:lnTo>
                  <a:lnTo>
                    <a:pt x="986087" y="534529"/>
                  </a:lnTo>
                  <a:lnTo>
                    <a:pt x="1010740" y="525939"/>
                  </a:lnTo>
                  <a:lnTo>
                    <a:pt x="1035392" y="517192"/>
                  </a:lnTo>
                  <a:lnTo>
                    <a:pt x="1060044" y="508262"/>
                  </a:lnTo>
                  <a:lnTo>
                    <a:pt x="1084696" y="499124"/>
                  </a:lnTo>
                  <a:lnTo>
                    <a:pt x="1109348" y="489754"/>
                  </a:lnTo>
                  <a:lnTo>
                    <a:pt x="1134001" y="480129"/>
                  </a:lnTo>
                  <a:lnTo>
                    <a:pt x="1158653" y="470230"/>
                  </a:lnTo>
                  <a:lnTo>
                    <a:pt x="1183305" y="460040"/>
                  </a:lnTo>
                  <a:lnTo>
                    <a:pt x="1207957" y="449544"/>
                  </a:lnTo>
                  <a:lnTo>
                    <a:pt x="1232609" y="438735"/>
                  </a:lnTo>
                  <a:lnTo>
                    <a:pt x="1257262" y="427604"/>
                  </a:lnTo>
                  <a:lnTo>
                    <a:pt x="1281914" y="416150"/>
                  </a:lnTo>
                  <a:lnTo>
                    <a:pt x="1306566" y="404373"/>
                  </a:lnTo>
                  <a:lnTo>
                    <a:pt x="1331218" y="392273"/>
                  </a:lnTo>
                  <a:lnTo>
                    <a:pt x="1355870" y="379856"/>
                  </a:lnTo>
                  <a:lnTo>
                    <a:pt x="1380523" y="367127"/>
                  </a:lnTo>
                  <a:lnTo>
                    <a:pt x="1405175" y="354090"/>
                  </a:lnTo>
                  <a:lnTo>
                    <a:pt x="1429827" y="340753"/>
                  </a:lnTo>
                  <a:lnTo>
                    <a:pt x="1454479" y="327121"/>
                  </a:lnTo>
                  <a:lnTo>
                    <a:pt x="1479131" y="313202"/>
                  </a:lnTo>
                  <a:lnTo>
                    <a:pt x="1503784" y="299000"/>
                  </a:lnTo>
                  <a:lnTo>
                    <a:pt x="1528436" y="284523"/>
                  </a:lnTo>
                  <a:lnTo>
                    <a:pt x="1553088" y="269775"/>
                  </a:lnTo>
                  <a:lnTo>
                    <a:pt x="1577740" y="254761"/>
                  </a:lnTo>
                  <a:lnTo>
                    <a:pt x="1602392" y="239487"/>
                  </a:lnTo>
                  <a:lnTo>
                    <a:pt x="1627045" y="223955"/>
                  </a:lnTo>
                  <a:lnTo>
                    <a:pt x="1651697" y="208170"/>
                  </a:lnTo>
                  <a:lnTo>
                    <a:pt x="1676349" y="192136"/>
                  </a:lnTo>
                  <a:lnTo>
                    <a:pt x="1701001" y="175855"/>
                  </a:lnTo>
                  <a:lnTo>
                    <a:pt x="1725653" y="159330"/>
                  </a:lnTo>
                  <a:lnTo>
                    <a:pt x="1750306" y="142565"/>
                  </a:lnTo>
                  <a:lnTo>
                    <a:pt x="1774958" y="125561"/>
                  </a:lnTo>
                  <a:lnTo>
                    <a:pt x="1799610" y="108320"/>
                  </a:lnTo>
                  <a:lnTo>
                    <a:pt x="1824262" y="90844"/>
                  </a:lnTo>
                  <a:lnTo>
                    <a:pt x="1848914" y="73135"/>
                  </a:lnTo>
                  <a:lnTo>
                    <a:pt x="1873566" y="55195"/>
                  </a:lnTo>
                  <a:lnTo>
                    <a:pt x="1898219" y="37025"/>
                  </a:lnTo>
                  <a:lnTo>
                    <a:pt x="1922871" y="18626"/>
                  </a:lnTo>
                  <a:lnTo>
                    <a:pt x="1947523" y="0"/>
                  </a:lnTo>
                  <a:lnTo>
                    <a:pt x="1947523" y="453641"/>
                  </a:lnTo>
                  <a:lnTo>
                    <a:pt x="1922871" y="454602"/>
                  </a:lnTo>
                  <a:lnTo>
                    <a:pt x="1898219" y="455721"/>
                  </a:lnTo>
                  <a:lnTo>
                    <a:pt x="1873566" y="456996"/>
                  </a:lnTo>
                  <a:lnTo>
                    <a:pt x="1848914" y="458430"/>
                  </a:lnTo>
                  <a:lnTo>
                    <a:pt x="1824262" y="460024"/>
                  </a:lnTo>
                  <a:lnTo>
                    <a:pt x="1799610" y="461780"/>
                  </a:lnTo>
                  <a:lnTo>
                    <a:pt x="1774958" y="463699"/>
                  </a:lnTo>
                  <a:lnTo>
                    <a:pt x="1750306" y="465783"/>
                  </a:lnTo>
                  <a:lnTo>
                    <a:pt x="1725653" y="468034"/>
                  </a:lnTo>
                  <a:lnTo>
                    <a:pt x="1701001" y="470455"/>
                  </a:lnTo>
                  <a:lnTo>
                    <a:pt x="1676349" y="473049"/>
                  </a:lnTo>
                  <a:lnTo>
                    <a:pt x="1651697" y="475817"/>
                  </a:lnTo>
                  <a:lnTo>
                    <a:pt x="1627045" y="478764"/>
                  </a:lnTo>
                  <a:lnTo>
                    <a:pt x="1602392" y="481892"/>
                  </a:lnTo>
                  <a:lnTo>
                    <a:pt x="1577740" y="485205"/>
                  </a:lnTo>
                  <a:lnTo>
                    <a:pt x="1553088" y="488708"/>
                  </a:lnTo>
                  <a:lnTo>
                    <a:pt x="1528436" y="492406"/>
                  </a:lnTo>
                  <a:lnTo>
                    <a:pt x="1503784" y="496303"/>
                  </a:lnTo>
                  <a:lnTo>
                    <a:pt x="1479131" y="500404"/>
                  </a:lnTo>
                  <a:lnTo>
                    <a:pt x="1454479" y="504716"/>
                  </a:lnTo>
                  <a:lnTo>
                    <a:pt x="1429827" y="509244"/>
                  </a:lnTo>
                  <a:lnTo>
                    <a:pt x="1405175" y="513995"/>
                  </a:lnTo>
                  <a:lnTo>
                    <a:pt x="1380523" y="518975"/>
                  </a:lnTo>
                  <a:lnTo>
                    <a:pt x="1355870" y="524191"/>
                  </a:lnTo>
                  <a:lnTo>
                    <a:pt x="1331218" y="529648"/>
                  </a:lnTo>
                  <a:lnTo>
                    <a:pt x="1306566" y="535351"/>
                  </a:lnTo>
                  <a:lnTo>
                    <a:pt x="1281914" y="541305"/>
                  </a:lnTo>
                  <a:lnTo>
                    <a:pt x="1257262" y="547510"/>
                  </a:lnTo>
                  <a:lnTo>
                    <a:pt x="1232609" y="553968"/>
                  </a:lnTo>
                  <a:lnTo>
                    <a:pt x="1207957" y="560675"/>
                  </a:lnTo>
                  <a:lnTo>
                    <a:pt x="1183305" y="567625"/>
                  </a:lnTo>
                  <a:lnTo>
                    <a:pt x="1158653" y="574809"/>
                  </a:lnTo>
                  <a:lnTo>
                    <a:pt x="1134001" y="582212"/>
                  </a:lnTo>
                  <a:lnTo>
                    <a:pt x="1109348" y="589819"/>
                  </a:lnTo>
                  <a:lnTo>
                    <a:pt x="1084696" y="597608"/>
                  </a:lnTo>
                  <a:lnTo>
                    <a:pt x="1060044" y="605559"/>
                  </a:lnTo>
                  <a:lnTo>
                    <a:pt x="1035392" y="613645"/>
                  </a:lnTo>
                  <a:lnTo>
                    <a:pt x="1010740" y="621843"/>
                  </a:lnTo>
                  <a:lnTo>
                    <a:pt x="986087" y="630128"/>
                  </a:lnTo>
                  <a:lnTo>
                    <a:pt x="961435" y="638473"/>
                  </a:lnTo>
                  <a:lnTo>
                    <a:pt x="936783" y="646857"/>
                  </a:lnTo>
                  <a:lnTo>
                    <a:pt x="912131" y="655257"/>
                  </a:lnTo>
                  <a:lnTo>
                    <a:pt x="887479" y="663653"/>
                  </a:lnTo>
                  <a:lnTo>
                    <a:pt x="862826" y="672027"/>
                  </a:lnTo>
                  <a:lnTo>
                    <a:pt x="838174" y="680364"/>
                  </a:lnTo>
                  <a:lnTo>
                    <a:pt x="813522" y="688649"/>
                  </a:lnTo>
                  <a:lnTo>
                    <a:pt x="788870" y="696871"/>
                  </a:lnTo>
                  <a:lnTo>
                    <a:pt x="764218" y="705021"/>
                  </a:lnTo>
                  <a:lnTo>
                    <a:pt x="739565" y="713090"/>
                  </a:lnTo>
                  <a:lnTo>
                    <a:pt x="714913" y="721073"/>
                  </a:lnTo>
                  <a:lnTo>
                    <a:pt x="690261" y="728966"/>
                  </a:lnTo>
                  <a:lnTo>
                    <a:pt x="665609" y="736766"/>
                  </a:lnTo>
                  <a:lnTo>
                    <a:pt x="640957" y="744472"/>
                  </a:lnTo>
                  <a:lnTo>
                    <a:pt x="616304" y="752086"/>
                  </a:lnTo>
                  <a:lnTo>
                    <a:pt x="591652" y="759611"/>
                  </a:lnTo>
                  <a:lnTo>
                    <a:pt x="567000" y="767052"/>
                  </a:lnTo>
                  <a:lnTo>
                    <a:pt x="542348" y="774416"/>
                  </a:lnTo>
                  <a:lnTo>
                    <a:pt x="517696" y="781712"/>
                  </a:lnTo>
                  <a:lnTo>
                    <a:pt x="493043" y="788951"/>
                  </a:lnTo>
                  <a:lnTo>
                    <a:pt x="468391" y="796148"/>
                  </a:lnTo>
                  <a:lnTo>
                    <a:pt x="443739" y="803319"/>
                  </a:lnTo>
                  <a:lnTo>
                    <a:pt x="419087" y="810485"/>
                  </a:lnTo>
                  <a:lnTo>
                    <a:pt x="394435" y="817668"/>
                  </a:lnTo>
                  <a:lnTo>
                    <a:pt x="369782" y="824894"/>
                  </a:lnTo>
                  <a:lnTo>
                    <a:pt x="345130" y="832191"/>
                  </a:lnTo>
                  <a:lnTo>
                    <a:pt x="320478" y="839589"/>
                  </a:lnTo>
                  <a:lnTo>
                    <a:pt x="295826" y="847120"/>
                  </a:lnTo>
                  <a:lnTo>
                    <a:pt x="271174" y="854815"/>
                  </a:lnTo>
                  <a:lnTo>
                    <a:pt x="246521" y="862706"/>
                  </a:lnTo>
                  <a:lnTo>
                    <a:pt x="221869" y="870820"/>
                  </a:lnTo>
                  <a:lnTo>
                    <a:pt x="197217" y="879181"/>
                  </a:lnTo>
                  <a:lnTo>
                    <a:pt x="172565" y="887809"/>
                  </a:lnTo>
                  <a:lnTo>
                    <a:pt x="147913" y="896716"/>
                  </a:lnTo>
                  <a:lnTo>
                    <a:pt x="123260" y="905911"/>
                  </a:lnTo>
                  <a:lnTo>
                    <a:pt x="98608" y="915396"/>
                  </a:lnTo>
                  <a:lnTo>
                    <a:pt x="73956" y="925170"/>
                  </a:lnTo>
                  <a:lnTo>
                    <a:pt x="49304" y="935227"/>
                  </a:lnTo>
                  <a:lnTo>
                    <a:pt x="24652" y="945559"/>
                  </a:lnTo>
                  <a:lnTo>
                    <a:pt x="0" y="95615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99" name="pl5899"/>
            <p:cNvSpPr/>
            <p:nvPr/>
          </p:nvSpPr>
          <p:spPr>
            <a:xfrm>
              <a:off x="9870517" y="896871"/>
              <a:ext cx="1947523" cy="824876"/>
            </a:xfrm>
            <a:custGeom>
              <a:avLst/>
              <a:pathLst>
                <a:path w="1947523" h="824876">
                  <a:moveTo>
                    <a:pt x="0" y="824876"/>
                  </a:moveTo>
                  <a:lnTo>
                    <a:pt x="24652" y="821458"/>
                  </a:lnTo>
                  <a:lnTo>
                    <a:pt x="49304" y="817703"/>
                  </a:lnTo>
                  <a:lnTo>
                    <a:pt x="73956" y="813600"/>
                  </a:lnTo>
                  <a:lnTo>
                    <a:pt x="98608" y="809143"/>
                  </a:lnTo>
                  <a:lnTo>
                    <a:pt x="123260" y="804326"/>
                  </a:lnTo>
                  <a:lnTo>
                    <a:pt x="147913" y="799148"/>
                  </a:lnTo>
                  <a:lnTo>
                    <a:pt x="172565" y="793610"/>
                  </a:lnTo>
                  <a:lnTo>
                    <a:pt x="197217" y="787721"/>
                  </a:lnTo>
                  <a:lnTo>
                    <a:pt x="221869" y="781494"/>
                  </a:lnTo>
                  <a:lnTo>
                    <a:pt x="246521" y="774949"/>
                  </a:lnTo>
                  <a:lnTo>
                    <a:pt x="271174" y="768109"/>
                  </a:lnTo>
                  <a:lnTo>
                    <a:pt x="295826" y="761002"/>
                  </a:lnTo>
                  <a:lnTo>
                    <a:pt x="320478" y="753659"/>
                  </a:lnTo>
                  <a:lnTo>
                    <a:pt x="345130" y="746112"/>
                  </a:lnTo>
                  <a:lnTo>
                    <a:pt x="369782" y="738392"/>
                  </a:lnTo>
                  <a:lnTo>
                    <a:pt x="394435" y="730530"/>
                  </a:lnTo>
                  <a:lnTo>
                    <a:pt x="419087" y="722554"/>
                  </a:lnTo>
                  <a:lnTo>
                    <a:pt x="443739" y="714489"/>
                  </a:lnTo>
                  <a:lnTo>
                    <a:pt x="468391" y="706358"/>
                  </a:lnTo>
                  <a:lnTo>
                    <a:pt x="493043" y="698181"/>
                  </a:lnTo>
                  <a:lnTo>
                    <a:pt x="517696" y="689976"/>
                  </a:lnTo>
                  <a:lnTo>
                    <a:pt x="542348" y="681755"/>
                  </a:lnTo>
                  <a:lnTo>
                    <a:pt x="567000" y="673530"/>
                  </a:lnTo>
                  <a:lnTo>
                    <a:pt x="591652" y="665312"/>
                  </a:lnTo>
                  <a:lnTo>
                    <a:pt x="616304" y="657106"/>
                  </a:lnTo>
                  <a:lnTo>
                    <a:pt x="640957" y="648918"/>
                  </a:lnTo>
                  <a:lnTo>
                    <a:pt x="665609" y="640751"/>
                  </a:lnTo>
                  <a:lnTo>
                    <a:pt x="690261" y="632605"/>
                  </a:lnTo>
                  <a:lnTo>
                    <a:pt x="714913" y="624481"/>
                  </a:lnTo>
                  <a:lnTo>
                    <a:pt x="739565" y="616376"/>
                  </a:lnTo>
                  <a:lnTo>
                    <a:pt x="764218" y="608286"/>
                  </a:lnTo>
                  <a:lnTo>
                    <a:pt x="788870" y="600205"/>
                  </a:lnTo>
                  <a:lnTo>
                    <a:pt x="813522" y="592124"/>
                  </a:lnTo>
                  <a:lnTo>
                    <a:pt x="838174" y="584036"/>
                  </a:lnTo>
                  <a:lnTo>
                    <a:pt x="862826" y="575927"/>
                  </a:lnTo>
                  <a:lnTo>
                    <a:pt x="887479" y="567785"/>
                  </a:lnTo>
                  <a:lnTo>
                    <a:pt x="912131" y="559593"/>
                  </a:lnTo>
                  <a:lnTo>
                    <a:pt x="936783" y="551333"/>
                  </a:lnTo>
                  <a:lnTo>
                    <a:pt x="961435" y="542986"/>
                  </a:lnTo>
                  <a:lnTo>
                    <a:pt x="986087" y="534529"/>
                  </a:lnTo>
                  <a:lnTo>
                    <a:pt x="1010740" y="525939"/>
                  </a:lnTo>
                  <a:lnTo>
                    <a:pt x="1035392" y="517192"/>
                  </a:lnTo>
                  <a:lnTo>
                    <a:pt x="1060044" y="508262"/>
                  </a:lnTo>
                  <a:lnTo>
                    <a:pt x="1084696" y="499124"/>
                  </a:lnTo>
                  <a:lnTo>
                    <a:pt x="1109348" y="489754"/>
                  </a:lnTo>
                  <a:lnTo>
                    <a:pt x="1134001" y="480129"/>
                  </a:lnTo>
                  <a:lnTo>
                    <a:pt x="1158653" y="470230"/>
                  </a:lnTo>
                  <a:lnTo>
                    <a:pt x="1183305" y="460040"/>
                  </a:lnTo>
                  <a:lnTo>
                    <a:pt x="1207957" y="449544"/>
                  </a:lnTo>
                  <a:lnTo>
                    <a:pt x="1232609" y="438735"/>
                  </a:lnTo>
                  <a:lnTo>
                    <a:pt x="1257262" y="427604"/>
                  </a:lnTo>
                  <a:lnTo>
                    <a:pt x="1281914" y="416150"/>
                  </a:lnTo>
                  <a:lnTo>
                    <a:pt x="1306566" y="404373"/>
                  </a:lnTo>
                  <a:lnTo>
                    <a:pt x="1331218" y="392273"/>
                  </a:lnTo>
                  <a:lnTo>
                    <a:pt x="1355870" y="379856"/>
                  </a:lnTo>
                  <a:lnTo>
                    <a:pt x="1380523" y="367127"/>
                  </a:lnTo>
                  <a:lnTo>
                    <a:pt x="1405175" y="354090"/>
                  </a:lnTo>
                  <a:lnTo>
                    <a:pt x="1429827" y="340753"/>
                  </a:lnTo>
                  <a:lnTo>
                    <a:pt x="1454479" y="327121"/>
                  </a:lnTo>
                  <a:lnTo>
                    <a:pt x="1479131" y="313202"/>
                  </a:lnTo>
                  <a:lnTo>
                    <a:pt x="1503784" y="299000"/>
                  </a:lnTo>
                  <a:lnTo>
                    <a:pt x="1528436" y="284523"/>
                  </a:lnTo>
                  <a:lnTo>
                    <a:pt x="1553088" y="269775"/>
                  </a:lnTo>
                  <a:lnTo>
                    <a:pt x="1577740" y="254761"/>
                  </a:lnTo>
                  <a:lnTo>
                    <a:pt x="1602392" y="239487"/>
                  </a:lnTo>
                  <a:lnTo>
                    <a:pt x="1627045" y="223955"/>
                  </a:lnTo>
                  <a:lnTo>
                    <a:pt x="1651697" y="208170"/>
                  </a:lnTo>
                  <a:lnTo>
                    <a:pt x="1676349" y="192136"/>
                  </a:lnTo>
                  <a:lnTo>
                    <a:pt x="1701001" y="175855"/>
                  </a:lnTo>
                  <a:lnTo>
                    <a:pt x="1725653" y="159330"/>
                  </a:lnTo>
                  <a:lnTo>
                    <a:pt x="1750306" y="142565"/>
                  </a:lnTo>
                  <a:lnTo>
                    <a:pt x="1774958" y="125561"/>
                  </a:lnTo>
                  <a:lnTo>
                    <a:pt x="1799610" y="108320"/>
                  </a:lnTo>
                  <a:lnTo>
                    <a:pt x="1824262" y="90844"/>
                  </a:lnTo>
                  <a:lnTo>
                    <a:pt x="1848914" y="73135"/>
                  </a:lnTo>
                  <a:lnTo>
                    <a:pt x="1873566" y="55195"/>
                  </a:lnTo>
                  <a:lnTo>
                    <a:pt x="1898219" y="37025"/>
                  </a:lnTo>
                  <a:lnTo>
                    <a:pt x="1922871" y="18626"/>
                  </a:lnTo>
                  <a:lnTo>
                    <a:pt x="19475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00" name="pl5900"/>
            <p:cNvSpPr/>
            <p:nvPr/>
          </p:nvSpPr>
          <p:spPr>
            <a:xfrm>
              <a:off x="9870517" y="1350513"/>
              <a:ext cx="1947523" cy="502517"/>
            </a:xfrm>
            <a:custGeom>
              <a:avLst/>
              <a:pathLst>
                <a:path w="1947523" h="502517">
                  <a:moveTo>
                    <a:pt x="1947523" y="0"/>
                  </a:moveTo>
                  <a:lnTo>
                    <a:pt x="1922871" y="961"/>
                  </a:lnTo>
                  <a:lnTo>
                    <a:pt x="1898219" y="2079"/>
                  </a:lnTo>
                  <a:lnTo>
                    <a:pt x="1873566" y="3355"/>
                  </a:lnTo>
                  <a:lnTo>
                    <a:pt x="1848914" y="4789"/>
                  </a:lnTo>
                  <a:lnTo>
                    <a:pt x="1824262" y="6383"/>
                  </a:lnTo>
                  <a:lnTo>
                    <a:pt x="1799610" y="8139"/>
                  </a:lnTo>
                  <a:lnTo>
                    <a:pt x="1774958" y="10058"/>
                  </a:lnTo>
                  <a:lnTo>
                    <a:pt x="1750306" y="12142"/>
                  </a:lnTo>
                  <a:lnTo>
                    <a:pt x="1725653" y="14393"/>
                  </a:lnTo>
                  <a:lnTo>
                    <a:pt x="1701001" y="16814"/>
                  </a:lnTo>
                  <a:lnTo>
                    <a:pt x="1676349" y="19408"/>
                  </a:lnTo>
                  <a:lnTo>
                    <a:pt x="1651697" y="22176"/>
                  </a:lnTo>
                  <a:lnTo>
                    <a:pt x="1627045" y="25122"/>
                  </a:lnTo>
                  <a:lnTo>
                    <a:pt x="1602392" y="28251"/>
                  </a:lnTo>
                  <a:lnTo>
                    <a:pt x="1577740" y="31564"/>
                  </a:lnTo>
                  <a:lnTo>
                    <a:pt x="1553088" y="35067"/>
                  </a:lnTo>
                  <a:lnTo>
                    <a:pt x="1528436" y="38765"/>
                  </a:lnTo>
                  <a:lnTo>
                    <a:pt x="1503784" y="42662"/>
                  </a:lnTo>
                  <a:lnTo>
                    <a:pt x="1479131" y="46763"/>
                  </a:lnTo>
                  <a:lnTo>
                    <a:pt x="1454479" y="51075"/>
                  </a:lnTo>
                  <a:lnTo>
                    <a:pt x="1429827" y="55603"/>
                  </a:lnTo>
                  <a:lnTo>
                    <a:pt x="1405175" y="60354"/>
                  </a:lnTo>
                  <a:lnTo>
                    <a:pt x="1380523" y="65334"/>
                  </a:lnTo>
                  <a:lnTo>
                    <a:pt x="1355870" y="70550"/>
                  </a:lnTo>
                  <a:lnTo>
                    <a:pt x="1331218" y="76007"/>
                  </a:lnTo>
                  <a:lnTo>
                    <a:pt x="1306566" y="81710"/>
                  </a:lnTo>
                  <a:lnTo>
                    <a:pt x="1281914" y="87663"/>
                  </a:lnTo>
                  <a:lnTo>
                    <a:pt x="1257262" y="93869"/>
                  </a:lnTo>
                  <a:lnTo>
                    <a:pt x="1232609" y="100327"/>
                  </a:lnTo>
                  <a:lnTo>
                    <a:pt x="1207957" y="107034"/>
                  </a:lnTo>
                  <a:lnTo>
                    <a:pt x="1183305" y="113984"/>
                  </a:lnTo>
                  <a:lnTo>
                    <a:pt x="1158653" y="121168"/>
                  </a:lnTo>
                  <a:lnTo>
                    <a:pt x="1134001" y="128571"/>
                  </a:lnTo>
                  <a:lnTo>
                    <a:pt x="1109348" y="136178"/>
                  </a:lnTo>
                  <a:lnTo>
                    <a:pt x="1084696" y="143967"/>
                  </a:lnTo>
                  <a:lnTo>
                    <a:pt x="1060044" y="151918"/>
                  </a:lnTo>
                  <a:lnTo>
                    <a:pt x="1035392" y="160004"/>
                  </a:lnTo>
                  <a:lnTo>
                    <a:pt x="1010740" y="168202"/>
                  </a:lnTo>
                  <a:lnTo>
                    <a:pt x="986087" y="176487"/>
                  </a:lnTo>
                  <a:lnTo>
                    <a:pt x="961435" y="184832"/>
                  </a:lnTo>
                  <a:lnTo>
                    <a:pt x="936783" y="193216"/>
                  </a:lnTo>
                  <a:lnTo>
                    <a:pt x="912131" y="201616"/>
                  </a:lnTo>
                  <a:lnTo>
                    <a:pt x="887479" y="210012"/>
                  </a:lnTo>
                  <a:lnTo>
                    <a:pt x="862826" y="218386"/>
                  </a:lnTo>
                  <a:lnTo>
                    <a:pt x="838174" y="226723"/>
                  </a:lnTo>
                  <a:lnTo>
                    <a:pt x="813522" y="235008"/>
                  </a:lnTo>
                  <a:lnTo>
                    <a:pt x="788870" y="243230"/>
                  </a:lnTo>
                  <a:lnTo>
                    <a:pt x="764218" y="251380"/>
                  </a:lnTo>
                  <a:lnTo>
                    <a:pt x="739565" y="259449"/>
                  </a:lnTo>
                  <a:lnTo>
                    <a:pt x="714913" y="267432"/>
                  </a:lnTo>
                  <a:lnTo>
                    <a:pt x="690261" y="275325"/>
                  </a:lnTo>
                  <a:lnTo>
                    <a:pt x="665609" y="283124"/>
                  </a:lnTo>
                  <a:lnTo>
                    <a:pt x="640957" y="290831"/>
                  </a:lnTo>
                  <a:lnTo>
                    <a:pt x="616304" y="298445"/>
                  </a:lnTo>
                  <a:lnTo>
                    <a:pt x="591652" y="305970"/>
                  </a:lnTo>
                  <a:lnTo>
                    <a:pt x="567000" y="313411"/>
                  </a:lnTo>
                  <a:lnTo>
                    <a:pt x="542348" y="320775"/>
                  </a:lnTo>
                  <a:lnTo>
                    <a:pt x="517696" y="328071"/>
                  </a:lnTo>
                  <a:lnTo>
                    <a:pt x="493043" y="335310"/>
                  </a:lnTo>
                  <a:lnTo>
                    <a:pt x="468391" y="342507"/>
                  </a:lnTo>
                  <a:lnTo>
                    <a:pt x="443739" y="349678"/>
                  </a:lnTo>
                  <a:lnTo>
                    <a:pt x="419087" y="356844"/>
                  </a:lnTo>
                  <a:lnTo>
                    <a:pt x="394435" y="364027"/>
                  </a:lnTo>
                  <a:lnTo>
                    <a:pt x="369782" y="371253"/>
                  </a:lnTo>
                  <a:lnTo>
                    <a:pt x="345130" y="378550"/>
                  </a:lnTo>
                  <a:lnTo>
                    <a:pt x="320478" y="385948"/>
                  </a:lnTo>
                  <a:lnTo>
                    <a:pt x="295826" y="393479"/>
                  </a:lnTo>
                  <a:lnTo>
                    <a:pt x="271174" y="401174"/>
                  </a:lnTo>
                  <a:lnTo>
                    <a:pt x="246521" y="409065"/>
                  </a:lnTo>
                  <a:lnTo>
                    <a:pt x="221869" y="417179"/>
                  </a:lnTo>
                  <a:lnTo>
                    <a:pt x="197217" y="425540"/>
                  </a:lnTo>
                  <a:lnTo>
                    <a:pt x="172565" y="434168"/>
                  </a:lnTo>
                  <a:lnTo>
                    <a:pt x="147913" y="443075"/>
                  </a:lnTo>
                  <a:lnTo>
                    <a:pt x="123260" y="452270"/>
                  </a:lnTo>
                  <a:lnTo>
                    <a:pt x="98608" y="461755"/>
                  </a:lnTo>
                  <a:lnTo>
                    <a:pt x="73956" y="471529"/>
                  </a:lnTo>
                  <a:lnTo>
                    <a:pt x="49304" y="481586"/>
                  </a:lnTo>
                  <a:lnTo>
                    <a:pt x="24652" y="491918"/>
                  </a:lnTo>
                  <a:lnTo>
                    <a:pt x="0" y="5025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01" name="pl5901"/>
            <p:cNvSpPr/>
            <p:nvPr/>
          </p:nvSpPr>
          <p:spPr>
            <a:xfrm>
              <a:off x="9870517" y="1123692"/>
              <a:ext cx="1947523" cy="663696"/>
            </a:xfrm>
            <a:custGeom>
              <a:avLst/>
              <a:pathLst>
                <a:path w="1947523" h="663696">
                  <a:moveTo>
                    <a:pt x="0" y="663696"/>
                  </a:moveTo>
                  <a:lnTo>
                    <a:pt x="24652" y="656688"/>
                  </a:lnTo>
                  <a:lnTo>
                    <a:pt x="49304" y="649644"/>
                  </a:lnTo>
                  <a:lnTo>
                    <a:pt x="73956" y="642565"/>
                  </a:lnTo>
                  <a:lnTo>
                    <a:pt x="98608" y="635449"/>
                  </a:lnTo>
                  <a:lnTo>
                    <a:pt x="123260" y="628298"/>
                  </a:lnTo>
                  <a:lnTo>
                    <a:pt x="147913" y="621111"/>
                  </a:lnTo>
                  <a:lnTo>
                    <a:pt x="172565" y="613889"/>
                  </a:lnTo>
                  <a:lnTo>
                    <a:pt x="197217" y="606631"/>
                  </a:lnTo>
                  <a:lnTo>
                    <a:pt x="221869" y="599337"/>
                  </a:lnTo>
                  <a:lnTo>
                    <a:pt x="246521" y="592007"/>
                  </a:lnTo>
                  <a:lnTo>
                    <a:pt x="271174" y="584642"/>
                  </a:lnTo>
                  <a:lnTo>
                    <a:pt x="295826" y="577240"/>
                  </a:lnTo>
                  <a:lnTo>
                    <a:pt x="320478" y="569804"/>
                  </a:lnTo>
                  <a:lnTo>
                    <a:pt x="345130" y="562331"/>
                  </a:lnTo>
                  <a:lnTo>
                    <a:pt x="369782" y="554823"/>
                  </a:lnTo>
                  <a:lnTo>
                    <a:pt x="394435" y="547279"/>
                  </a:lnTo>
                  <a:lnTo>
                    <a:pt x="419087" y="539699"/>
                  </a:lnTo>
                  <a:lnTo>
                    <a:pt x="443739" y="532084"/>
                  </a:lnTo>
                  <a:lnTo>
                    <a:pt x="468391" y="524433"/>
                  </a:lnTo>
                  <a:lnTo>
                    <a:pt x="493043" y="516746"/>
                  </a:lnTo>
                  <a:lnTo>
                    <a:pt x="517696" y="509023"/>
                  </a:lnTo>
                  <a:lnTo>
                    <a:pt x="542348" y="501265"/>
                  </a:lnTo>
                  <a:lnTo>
                    <a:pt x="567000" y="493471"/>
                  </a:lnTo>
                  <a:lnTo>
                    <a:pt x="591652" y="485641"/>
                  </a:lnTo>
                  <a:lnTo>
                    <a:pt x="616304" y="477776"/>
                  </a:lnTo>
                  <a:lnTo>
                    <a:pt x="640957" y="469874"/>
                  </a:lnTo>
                  <a:lnTo>
                    <a:pt x="665609" y="461938"/>
                  </a:lnTo>
                  <a:lnTo>
                    <a:pt x="690261" y="453965"/>
                  </a:lnTo>
                  <a:lnTo>
                    <a:pt x="714913" y="445957"/>
                  </a:lnTo>
                  <a:lnTo>
                    <a:pt x="739565" y="437913"/>
                  </a:lnTo>
                  <a:lnTo>
                    <a:pt x="764218" y="429833"/>
                  </a:lnTo>
                  <a:lnTo>
                    <a:pt x="788870" y="421717"/>
                  </a:lnTo>
                  <a:lnTo>
                    <a:pt x="813522" y="413566"/>
                  </a:lnTo>
                  <a:lnTo>
                    <a:pt x="838174" y="405379"/>
                  </a:lnTo>
                  <a:lnTo>
                    <a:pt x="862826" y="397157"/>
                  </a:lnTo>
                  <a:lnTo>
                    <a:pt x="887479" y="388898"/>
                  </a:lnTo>
                  <a:lnTo>
                    <a:pt x="912131" y="380604"/>
                  </a:lnTo>
                  <a:lnTo>
                    <a:pt x="936783" y="372274"/>
                  </a:lnTo>
                  <a:lnTo>
                    <a:pt x="961435" y="363909"/>
                  </a:lnTo>
                  <a:lnTo>
                    <a:pt x="986087" y="355508"/>
                  </a:lnTo>
                  <a:lnTo>
                    <a:pt x="1010740" y="347071"/>
                  </a:lnTo>
                  <a:lnTo>
                    <a:pt x="1035392" y="338598"/>
                  </a:lnTo>
                  <a:lnTo>
                    <a:pt x="1060044" y="330090"/>
                  </a:lnTo>
                  <a:lnTo>
                    <a:pt x="1084696" y="321546"/>
                  </a:lnTo>
                  <a:lnTo>
                    <a:pt x="1109348" y="312966"/>
                  </a:lnTo>
                  <a:lnTo>
                    <a:pt x="1134001" y="304350"/>
                  </a:lnTo>
                  <a:lnTo>
                    <a:pt x="1158653" y="295699"/>
                  </a:lnTo>
                  <a:lnTo>
                    <a:pt x="1183305" y="287012"/>
                  </a:lnTo>
                  <a:lnTo>
                    <a:pt x="1207957" y="278289"/>
                  </a:lnTo>
                  <a:lnTo>
                    <a:pt x="1232609" y="269531"/>
                  </a:lnTo>
                  <a:lnTo>
                    <a:pt x="1257262" y="260737"/>
                  </a:lnTo>
                  <a:lnTo>
                    <a:pt x="1281914" y="251907"/>
                  </a:lnTo>
                  <a:lnTo>
                    <a:pt x="1306566" y="243041"/>
                  </a:lnTo>
                  <a:lnTo>
                    <a:pt x="1331218" y="234140"/>
                  </a:lnTo>
                  <a:lnTo>
                    <a:pt x="1355870" y="225203"/>
                  </a:lnTo>
                  <a:lnTo>
                    <a:pt x="1380523" y="216230"/>
                  </a:lnTo>
                  <a:lnTo>
                    <a:pt x="1405175" y="207222"/>
                  </a:lnTo>
                  <a:lnTo>
                    <a:pt x="1429827" y="198178"/>
                  </a:lnTo>
                  <a:lnTo>
                    <a:pt x="1454479" y="189098"/>
                  </a:lnTo>
                  <a:lnTo>
                    <a:pt x="1479131" y="179982"/>
                  </a:lnTo>
                  <a:lnTo>
                    <a:pt x="1503784" y="170831"/>
                  </a:lnTo>
                  <a:lnTo>
                    <a:pt x="1528436" y="161644"/>
                  </a:lnTo>
                  <a:lnTo>
                    <a:pt x="1553088" y="152421"/>
                  </a:lnTo>
                  <a:lnTo>
                    <a:pt x="1577740" y="143163"/>
                  </a:lnTo>
                  <a:lnTo>
                    <a:pt x="1602392" y="133869"/>
                  </a:lnTo>
                  <a:lnTo>
                    <a:pt x="1627045" y="124539"/>
                  </a:lnTo>
                  <a:lnTo>
                    <a:pt x="1651697" y="115173"/>
                  </a:lnTo>
                  <a:lnTo>
                    <a:pt x="1676349" y="105772"/>
                  </a:lnTo>
                  <a:lnTo>
                    <a:pt x="1701001" y="96335"/>
                  </a:lnTo>
                  <a:lnTo>
                    <a:pt x="1725653" y="86862"/>
                  </a:lnTo>
                  <a:lnTo>
                    <a:pt x="1750306" y="77353"/>
                  </a:lnTo>
                  <a:lnTo>
                    <a:pt x="1774958" y="67809"/>
                  </a:lnTo>
                  <a:lnTo>
                    <a:pt x="1799610" y="58229"/>
                  </a:lnTo>
                  <a:lnTo>
                    <a:pt x="1824262" y="48614"/>
                  </a:lnTo>
                  <a:lnTo>
                    <a:pt x="1848914" y="38962"/>
                  </a:lnTo>
                  <a:lnTo>
                    <a:pt x="1873566" y="29275"/>
                  </a:lnTo>
                  <a:lnTo>
                    <a:pt x="1898219" y="19552"/>
                  </a:lnTo>
                  <a:lnTo>
                    <a:pt x="1922871" y="9794"/>
                  </a:lnTo>
                  <a:lnTo>
                    <a:pt x="194752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g5902"/>
            <p:cNvSpPr/>
            <p:nvPr/>
          </p:nvSpPr>
          <p:spPr>
            <a:xfrm>
              <a:off x="9870517" y="1123452"/>
              <a:ext cx="1808414" cy="345712"/>
            </a:xfrm>
            <a:custGeom>
              <a:avLst/>
              <a:pathLst>
                <a:path w="1808414" h="345712">
                  <a:moveTo>
                    <a:pt x="0" y="268145"/>
                  </a:moveTo>
                  <a:lnTo>
                    <a:pt x="22891" y="265019"/>
                  </a:lnTo>
                  <a:lnTo>
                    <a:pt x="45782" y="261822"/>
                  </a:lnTo>
                  <a:lnTo>
                    <a:pt x="68673" y="258550"/>
                  </a:lnTo>
                  <a:lnTo>
                    <a:pt x="91565" y="255199"/>
                  </a:lnTo>
                  <a:lnTo>
                    <a:pt x="114456" y="251766"/>
                  </a:lnTo>
                  <a:lnTo>
                    <a:pt x="137347" y="248248"/>
                  </a:lnTo>
                  <a:lnTo>
                    <a:pt x="160239" y="244643"/>
                  </a:lnTo>
                  <a:lnTo>
                    <a:pt x="183130" y="240952"/>
                  </a:lnTo>
                  <a:lnTo>
                    <a:pt x="206021" y="237175"/>
                  </a:lnTo>
                  <a:lnTo>
                    <a:pt x="228913" y="233318"/>
                  </a:lnTo>
                  <a:lnTo>
                    <a:pt x="251804" y="229387"/>
                  </a:lnTo>
                  <a:lnTo>
                    <a:pt x="274695" y="225390"/>
                  </a:lnTo>
                  <a:lnTo>
                    <a:pt x="297587" y="221340"/>
                  </a:lnTo>
                  <a:lnTo>
                    <a:pt x="320478" y="217248"/>
                  </a:lnTo>
                  <a:lnTo>
                    <a:pt x="343369" y="213129"/>
                  </a:lnTo>
                  <a:lnTo>
                    <a:pt x="366261" y="208998"/>
                  </a:lnTo>
                  <a:lnTo>
                    <a:pt x="389152" y="204868"/>
                  </a:lnTo>
                  <a:lnTo>
                    <a:pt x="412043" y="200755"/>
                  </a:lnTo>
                  <a:lnTo>
                    <a:pt x="434935" y="196672"/>
                  </a:lnTo>
                  <a:lnTo>
                    <a:pt x="457826" y="192631"/>
                  </a:lnTo>
                  <a:lnTo>
                    <a:pt x="480717" y="188643"/>
                  </a:lnTo>
                  <a:lnTo>
                    <a:pt x="503609" y="184717"/>
                  </a:lnTo>
                  <a:lnTo>
                    <a:pt x="526500" y="180862"/>
                  </a:lnTo>
                  <a:lnTo>
                    <a:pt x="549391" y="177085"/>
                  </a:lnTo>
                  <a:lnTo>
                    <a:pt x="572283" y="173391"/>
                  </a:lnTo>
                  <a:lnTo>
                    <a:pt x="595174" y="169786"/>
                  </a:lnTo>
                  <a:lnTo>
                    <a:pt x="618065" y="166272"/>
                  </a:lnTo>
                  <a:lnTo>
                    <a:pt x="640957" y="162852"/>
                  </a:lnTo>
                  <a:lnTo>
                    <a:pt x="663848" y="159526"/>
                  </a:lnTo>
                  <a:lnTo>
                    <a:pt x="686739" y="156297"/>
                  </a:lnTo>
                  <a:lnTo>
                    <a:pt x="709631" y="153161"/>
                  </a:lnTo>
                  <a:lnTo>
                    <a:pt x="732522" y="150119"/>
                  </a:lnTo>
                  <a:lnTo>
                    <a:pt x="755413" y="147167"/>
                  </a:lnTo>
                  <a:lnTo>
                    <a:pt x="778305" y="144301"/>
                  </a:lnTo>
                  <a:lnTo>
                    <a:pt x="801196" y="141518"/>
                  </a:lnTo>
                  <a:lnTo>
                    <a:pt x="824087" y="138811"/>
                  </a:lnTo>
                  <a:lnTo>
                    <a:pt x="846979" y="136174"/>
                  </a:lnTo>
                  <a:lnTo>
                    <a:pt x="869870" y="133598"/>
                  </a:lnTo>
                  <a:lnTo>
                    <a:pt x="892761" y="131074"/>
                  </a:lnTo>
                  <a:lnTo>
                    <a:pt x="915653" y="128593"/>
                  </a:lnTo>
                  <a:lnTo>
                    <a:pt x="938544" y="126144"/>
                  </a:lnTo>
                  <a:lnTo>
                    <a:pt x="961435" y="123714"/>
                  </a:lnTo>
                  <a:lnTo>
                    <a:pt x="984327" y="121292"/>
                  </a:lnTo>
                  <a:lnTo>
                    <a:pt x="1007218" y="118864"/>
                  </a:lnTo>
                  <a:lnTo>
                    <a:pt x="1030109" y="116419"/>
                  </a:lnTo>
                  <a:lnTo>
                    <a:pt x="1053000" y="113944"/>
                  </a:lnTo>
                  <a:lnTo>
                    <a:pt x="1075892" y="111429"/>
                  </a:lnTo>
                  <a:lnTo>
                    <a:pt x="1098783" y="108862"/>
                  </a:lnTo>
                  <a:lnTo>
                    <a:pt x="1121674" y="106237"/>
                  </a:lnTo>
                  <a:lnTo>
                    <a:pt x="1144566" y="103546"/>
                  </a:lnTo>
                  <a:lnTo>
                    <a:pt x="1167457" y="100785"/>
                  </a:lnTo>
                  <a:lnTo>
                    <a:pt x="1190348" y="97952"/>
                  </a:lnTo>
                  <a:lnTo>
                    <a:pt x="1213240" y="95043"/>
                  </a:lnTo>
                  <a:lnTo>
                    <a:pt x="1236131" y="92060"/>
                  </a:lnTo>
                  <a:lnTo>
                    <a:pt x="1259022" y="89004"/>
                  </a:lnTo>
                  <a:lnTo>
                    <a:pt x="1281914" y="85875"/>
                  </a:lnTo>
                  <a:lnTo>
                    <a:pt x="1304805" y="82678"/>
                  </a:lnTo>
                  <a:lnTo>
                    <a:pt x="1327696" y="79414"/>
                  </a:lnTo>
                  <a:lnTo>
                    <a:pt x="1350588" y="76087"/>
                  </a:lnTo>
                  <a:lnTo>
                    <a:pt x="1373479" y="72700"/>
                  </a:lnTo>
                  <a:lnTo>
                    <a:pt x="1396370" y="69255"/>
                  </a:lnTo>
                  <a:lnTo>
                    <a:pt x="1419262" y="65756"/>
                  </a:lnTo>
                  <a:lnTo>
                    <a:pt x="1442153" y="62206"/>
                  </a:lnTo>
                  <a:lnTo>
                    <a:pt x="1465044" y="58607"/>
                  </a:lnTo>
                  <a:lnTo>
                    <a:pt x="1487936" y="54961"/>
                  </a:lnTo>
                  <a:lnTo>
                    <a:pt x="1510827" y="51272"/>
                  </a:lnTo>
                  <a:lnTo>
                    <a:pt x="1533718" y="47540"/>
                  </a:lnTo>
                  <a:lnTo>
                    <a:pt x="1556610" y="43768"/>
                  </a:lnTo>
                  <a:lnTo>
                    <a:pt x="1579501" y="39957"/>
                  </a:lnTo>
                  <a:lnTo>
                    <a:pt x="1602392" y="36109"/>
                  </a:lnTo>
                  <a:lnTo>
                    <a:pt x="1625284" y="32225"/>
                  </a:lnTo>
                  <a:lnTo>
                    <a:pt x="1648175" y="28307"/>
                  </a:lnTo>
                  <a:lnTo>
                    <a:pt x="1671066" y="24356"/>
                  </a:lnTo>
                  <a:lnTo>
                    <a:pt x="1693958" y="20372"/>
                  </a:lnTo>
                  <a:lnTo>
                    <a:pt x="1716849" y="16357"/>
                  </a:lnTo>
                  <a:lnTo>
                    <a:pt x="1739740" y="12312"/>
                  </a:lnTo>
                  <a:lnTo>
                    <a:pt x="1762632" y="8237"/>
                  </a:lnTo>
                  <a:lnTo>
                    <a:pt x="1785523" y="4132"/>
                  </a:lnTo>
                  <a:lnTo>
                    <a:pt x="1808414" y="0"/>
                  </a:lnTo>
                  <a:lnTo>
                    <a:pt x="1808414" y="223884"/>
                  </a:lnTo>
                  <a:lnTo>
                    <a:pt x="1785523" y="219142"/>
                  </a:lnTo>
                  <a:lnTo>
                    <a:pt x="1762632" y="214571"/>
                  </a:lnTo>
                  <a:lnTo>
                    <a:pt x="1739740" y="210172"/>
                  </a:lnTo>
                  <a:lnTo>
                    <a:pt x="1716849" y="205944"/>
                  </a:lnTo>
                  <a:lnTo>
                    <a:pt x="1693958" y="201889"/>
                  </a:lnTo>
                  <a:lnTo>
                    <a:pt x="1671066" y="198008"/>
                  </a:lnTo>
                  <a:lnTo>
                    <a:pt x="1648175" y="194301"/>
                  </a:lnTo>
                  <a:lnTo>
                    <a:pt x="1625284" y="190769"/>
                  </a:lnTo>
                  <a:lnTo>
                    <a:pt x="1602392" y="187415"/>
                  </a:lnTo>
                  <a:lnTo>
                    <a:pt x="1579501" y="184238"/>
                  </a:lnTo>
                  <a:lnTo>
                    <a:pt x="1556610" y="181240"/>
                  </a:lnTo>
                  <a:lnTo>
                    <a:pt x="1533718" y="178423"/>
                  </a:lnTo>
                  <a:lnTo>
                    <a:pt x="1510827" y="175788"/>
                  </a:lnTo>
                  <a:lnTo>
                    <a:pt x="1487936" y="173338"/>
                  </a:lnTo>
                  <a:lnTo>
                    <a:pt x="1465044" y="171075"/>
                  </a:lnTo>
                  <a:lnTo>
                    <a:pt x="1442153" y="168999"/>
                  </a:lnTo>
                  <a:lnTo>
                    <a:pt x="1419262" y="167115"/>
                  </a:lnTo>
                  <a:lnTo>
                    <a:pt x="1396370" y="165425"/>
                  </a:lnTo>
                  <a:lnTo>
                    <a:pt x="1373479" y="163931"/>
                  </a:lnTo>
                  <a:lnTo>
                    <a:pt x="1350588" y="162636"/>
                  </a:lnTo>
                  <a:lnTo>
                    <a:pt x="1327696" y="161544"/>
                  </a:lnTo>
                  <a:lnTo>
                    <a:pt x="1304805" y="160658"/>
                  </a:lnTo>
                  <a:lnTo>
                    <a:pt x="1281914" y="159979"/>
                  </a:lnTo>
                  <a:lnTo>
                    <a:pt x="1259022" y="159513"/>
                  </a:lnTo>
                  <a:lnTo>
                    <a:pt x="1236131" y="159260"/>
                  </a:lnTo>
                  <a:lnTo>
                    <a:pt x="1213240" y="159223"/>
                  </a:lnTo>
                  <a:lnTo>
                    <a:pt x="1190348" y="159402"/>
                  </a:lnTo>
                  <a:lnTo>
                    <a:pt x="1167457" y="159799"/>
                  </a:lnTo>
                  <a:lnTo>
                    <a:pt x="1144566" y="160410"/>
                  </a:lnTo>
                  <a:lnTo>
                    <a:pt x="1121674" y="161234"/>
                  </a:lnTo>
                  <a:lnTo>
                    <a:pt x="1098783" y="162265"/>
                  </a:lnTo>
                  <a:lnTo>
                    <a:pt x="1075892" y="163498"/>
                  </a:lnTo>
                  <a:lnTo>
                    <a:pt x="1053000" y="164923"/>
                  </a:lnTo>
                  <a:lnTo>
                    <a:pt x="1030109" y="166532"/>
                  </a:lnTo>
                  <a:lnTo>
                    <a:pt x="1007218" y="168312"/>
                  </a:lnTo>
                  <a:lnTo>
                    <a:pt x="984327" y="170252"/>
                  </a:lnTo>
                  <a:lnTo>
                    <a:pt x="961435" y="172340"/>
                  </a:lnTo>
                  <a:lnTo>
                    <a:pt x="938544" y="174562"/>
                  </a:lnTo>
                  <a:lnTo>
                    <a:pt x="915653" y="176907"/>
                  </a:lnTo>
                  <a:lnTo>
                    <a:pt x="892761" y="179362"/>
                  </a:lnTo>
                  <a:lnTo>
                    <a:pt x="869870" y="181917"/>
                  </a:lnTo>
                  <a:lnTo>
                    <a:pt x="846979" y="184562"/>
                  </a:lnTo>
                  <a:lnTo>
                    <a:pt x="824087" y="187288"/>
                  </a:lnTo>
                  <a:lnTo>
                    <a:pt x="801196" y="190086"/>
                  </a:lnTo>
                  <a:lnTo>
                    <a:pt x="778305" y="192950"/>
                  </a:lnTo>
                  <a:lnTo>
                    <a:pt x="755413" y="195874"/>
                  </a:lnTo>
                  <a:lnTo>
                    <a:pt x="732522" y="198853"/>
                  </a:lnTo>
                  <a:lnTo>
                    <a:pt x="709631" y="201885"/>
                  </a:lnTo>
                  <a:lnTo>
                    <a:pt x="686739" y="204966"/>
                  </a:lnTo>
                  <a:lnTo>
                    <a:pt x="663848" y="208094"/>
                  </a:lnTo>
                  <a:lnTo>
                    <a:pt x="640957" y="211269"/>
                  </a:lnTo>
                  <a:lnTo>
                    <a:pt x="618065" y="214491"/>
                  </a:lnTo>
                  <a:lnTo>
                    <a:pt x="595174" y="217762"/>
                  </a:lnTo>
                  <a:lnTo>
                    <a:pt x="572283" y="221083"/>
                  </a:lnTo>
                  <a:lnTo>
                    <a:pt x="549391" y="224459"/>
                  </a:lnTo>
                  <a:lnTo>
                    <a:pt x="526500" y="227893"/>
                  </a:lnTo>
                  <a:lnTo>
                    <a:pt x="503609" y="231392"/>
                  </a:lnTo>
                  <a:lnTo>
                    <a:pt x="480717" y="234962"/>
                  </a:lnTo>
                  <a:lnTo>
                    <a:pt x="457826" y="238611"/>
                  </a:lnTo>
                  <a:lnTo>
                    <a:pt x="434935" y="242350"/>
                  </a:lnTo>
                  <a:lnTo>
                    <a:pt x="412043" y="246189"/>
                  </a:lnTo>
                  <a:lnTo>
                    <a:pt x="389152" y="250140"/>
                  </a:lnTo>
                  <a:lnTo>
                    <a:pt x="366261" y="254217"/>
                  </a:lnTo>
                  <a:lnTo>
                    <a:pt x="343369" y="258435"/>
                  </a:lnTo>
                  <a:lnTo>
                    <a:pt x="320478" y="262807"/>
                  </a:lnTo>
                  <a:lnTo>
                    <a:pt x="297587" y="267348"/>
                  </a:lnTo>
                  <a:lnTo>
                    <a:pt x="274695" y="272073"/>
                  </a:lnTo>
                  <a:lnTo>
                    <a:pt x="251804" y="276994"/>
                  </a:lnTo>
                  <a:lnTo>
                    <a:pt x="228913" y="282122"/>
                  </a:lnTo>
                  <a:lnTo>
                    <a:pt x="206021" y="287467"/>
                  </a:lnTo>
                  <a:lnTo>
                    <a:pt x="183130" y="293034"/>
                  </a:lnTo>
                  <a:lnTo>
                    <a:pt x="160239" y="298829"/>
                  </a:lnTo>
                  <a:lnTo>
                    <a:pt x="137347" y="304852"/>
                  </a:lnTo>
                  <a:lnTo>
                    <a:pt x="114456" y="311105"/>
                  </a:lnTo>
                  <a:lnTo>
                    <a:pt x="91565" y="317585"/>
                  </a:lnTo>
                  <a:lnTo>
                    <a:pt x="68673" y="324289"/>
                  </a:lnTo>
                  <a:lnTo>
                    <a:pt x="45782" y="331214"/>
                  </a:lnTo>
                  <a:lnTo>
                    <a:pt x="22891" y="338357"/>
                  </a:lnTo>
                  <a:lnTo>
                    <a:pt x="0" y="34571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03" name="pl5903"/>
            <p:cNvSpPr/>
            <p:nvPr/>
          </p:nvSpPr>
          <p:spPr>
            <a:xfrm>
              <a:off x="9870517" y="1123452"/>
              <a:ext cx="1808414" cy="268145"/>
            </a:xfrm>
            <a:custGeom>
              <a:avLst/>
              <a:pathLst>
                <a:path w="1808414" h="268145">
                  <a:moveTo>
                    <a:pt x="0" y="268145"/>
                  </a:moveTo>
                  <a:lnTo>
                    <a:pt x="22891" y="265019"/>
                  </a:lnTo>
                  <a:lnTo>
                    <a:pt x="45782" y="261822"/>
                  </a:lnTo>
                  <a:lnTo>
                    <a:pt x="68673" y="258550"/>
                  </a:lnTo>
                  <a:lnTo>
                    <a:pt x="91565" y="255199"/>
                  </a:lnTo>
                  <a:lnTo>
                    <a:pt x="114456" y="251766"/>
                  </a:lnTo>
                  <a:lnTo>
                    <a:pt x="137347" y="248248"/>
                  </a:lnTo>
                  <a:lnTo>
                    <a:pt x="160239" y="244643"/>
                  </a:lnTo>
                  <a:lnTo>
                    <a:pt x="183130" y="240952"/>
                  </a:lnTo>
                  <a:lnTo>
                    <a:pt x="206021" y="237175"/>
                  </a:lnTo>
                  <a:lnTo>
                    <a:pt x="228913" y="233318"/>
                  </a:lnTo>
                  <a:lnTo>
                    <a:pt x="251804" y="229387"/>
                  </a:lnTo>
                  <a:lnTo>
                    <a:pt x="274695" y="225390"/>
                  </a:lnTo>
                  <a:lnTo>
                    <a:pt x="297587" y="221340"/>
                  </a:lnTo>
                  <a:lnTo>
                    <a:pt x="320478" y="217248"/>
                  </a:lnTo>
                  <a:lnTo>
                    <a:pt x="343369" y="213129"/>
                  </a:lnTo>
                  <a:lnTo>
                    <a:pt x="366261" y="208998"/>
                  </a:lnTo>
                  <a:lnTo>
                    <a:pt x="389152" y="204868"/>
                  </a:lnTo>
                  <a:lnTo>
                    <a:pt x="412043" y="200755"/>
                  </a:lnTo>
                  <a:lnTo>
                    <a:pt x="434935" y="196672"/>
                  </a:lnTo>
                  <a:lnTo>
                    <a:pt x="457826" y="192631"/>
                  </a:lnTo>
                  <a:lnTo>
                    <a:pt x="480717" y="188643"/>
                  </a:lnTo>
                  <a:lnTo>
                    <a:pt x="503609" y="184717"/>
                  </a:lnTo>
                  <a:lnTo>
                    <a:pt x="526500" y="180862"/>
                  </a:lnTo>
                  <a:lnTo>
                    <a:pt x="549391" y="177085"/>
                  </a:lnTo>
                  <a:lnTo>
                    <a:pt x="572283" y="173391"/>
                  </a:lnTo>
                  <a:lnTo>
                    <a:pt x="595174" y="169786"/>
                  </a:lnTo>
                  <a:lnTo>
                    <a:pt x="618065" y="166272"/>
                  </a:lnTo>
                  <a:lnTo>
                    <a:pt x="640957" y="162852"/>
                  </a:lnTo>
                  <a:lnTo>
                    <a:pt x="663848" y="159526"/>
                  </a:lnTo>
                  <a:lnTo>
                    <a:pt x="686739" y="156297"/>
                  </a:lnTo>
                  <a:lnTo>
                    <a:pt x="709631" y="153161"/>
                  </a:lnTo>
                  <a:lnTo>
                    <a:pt x="732522" y="150119"/>
                  </a:lnTo>
                  <a:lnTo>
                    <a:pt x="755413" y="147167"/>
                  </a:lnTo>
                  <a:lnTo>
                    <a:pt x="778305" y="144301"/>
                  </a:lnTo>
                  <a:lnTo>
                    <a:pt x="801196" y="141518"/>
                  </a:lnTo>
                  <a:lnTo>
                    <a:pt x="824087" y="138811"/>
                  </a:lnTo>
                  <a:lnTo>
                    <a:pt x="846979" y="136174"/>
                  </a:lnTo>
                  <a:lnTo>
                    <a:pt x="869870" y="133598"/>
                  </a:lnTo>
                  <a:lnTo>
                    <a:pt x="892761" y="131074"/>
                  </a:lnTo>
                  <a:lnTo>
                    <a:pt x="915653" y="128593"/>
                  </a:lnTo>
                  <a:lnTo>
                    <a:pt x="938544" y="126144"/>
                  </a:lnTo>
                  <a:lnTo>
                    <a:pt x="961435" y="123714"/>
                  </a:lnTo>
                  <a:lnTo>
                    <a:pt x="984327" y="121292"/>
                  </a:lnTo>
                  <a:lnTo>
                    <a:pt x="1007218" y="118864"/>
                  </a:lnTo>
                  <a:lnTo>
                    <a:pt x="1030109" y="116419"/>
                  </a:lnTo>
                  <a:lnTo>
                    <a:pt x="1053000" y="113944"/>
                  </a:lnTo>
                  <a:lnTo>
                    <a:pt x="1075892" y="111429"/>
                  </a:lnTo>
                  <a:lnTo>
                    <a:pt x="1098783" y="108862"/>
                  </a:lnTo>
                  <a:lnTo>
                    <a:pt x="1121674" y="106237"/>
                  </a:lnTo>
                  <a:lnTo>
                    <a:pt x="1144566" y="103546"/>
                  </a:lnTo>
                  <a:lnTo>
                    <a:pt x="1167457" y="100785"/>
                  </a:lnTo>
                  <a:lnTo>
                    <a:pt x="1190348" y="97952"/>
                  </a:lnTo>
                  <a:lnTo>
                    <a:pt x="1213240" y="95043"/>
                  </a:lnTo>
                  <a:lnTo>
                    <a:pt x="1236131" y="92060"/>
                  </a:lnTo>
                  <a:lnTo>
                    <a:pt x="1259022" y="89004"/>
                  </a:lnTo>
                  <a:lnTo>
                    <a:pt x="1281914" y="85875"/>
                  </a:lnTo>
                  <a:lnTo>
                    <a:pt x="1304805" y="82678"/>
                  </a:lnTo>
                  <a:lnTo>
                    <a:pt x="1327696" y="79414"/>
                  </a:lnTo>
                  <a:lnTo>
                    <a:pt x="1350588" y="76087"/>
                  </a:lnTo>
                  <a:lnTo>
                    <a:pt x="1373479" y="72700"/>
                  </a:lnTo>
                  <a:lnTo>
                    <a:pt x="1396370" y="69255"/>
                  </a:lnTo>
                  <a:lnTo>
                    <a:pt x="1419262" y="65756"/>
                  </a:lnTo>
                  <a:lnTo>
                    <a:pt x="1442153" y="62206"/>
                  </a:lnTo>
                  <a:lnTo>
                    <a:pt x="1465044" y="58607"/>
                  </a:lnTo>
                  <a:lnTo>
                    <a:pt x="1487936" y="54961"/>
                  </a:lnTo>
                  <a:lnTo>
                    <a:pt x="1510827" y="51272"/>
                  </a:lnTo>
                  <a:lnTo>
                    <a:pt x="1533718" y="47540"/>
                  </a:lnTo>
                  <a:lnTo>
                    <a:pt x="1556610" y="43768"/>
                  </a:lnTo>
                  <a:lnTo>
                    <a:pt x="1579501" y="39957"/>
                  </a:lnTo>
                  <a:lnTo>
                    <a:pt x="1602392" y="36109"/>
                  </a:lnTo>
                  <a:lnTo>
                    <a:pt x="1625284" y="32225"/>
                  </a:lnTo>
                  <a:lnTo>
                    <a:pt x="1648175" y="28307"/>
                  </a:lnTo>
                  <a:lnTo>
                    <a:pt x="1671066" y="24356"/>
                  </a:lnTo>
                  <a:lnTo>
                    <a:pt x="1693958" y="20372"/>
                  </a:lnTo>
                  <a:lnTo>
                    <a:pt x="1716849" y="16357"/>
                  </a:lnTo>
                  <a:lnTo>
                    <a:pt x="1739740" y="12312"/>
                  </a:lnTo>
                  <a:lnTo>
                    <a:pt x="1762632" y="8237"/>
                  </a:lnTo>
                  <a:lnTo>
                    <a:pt x="1785523" y="4132"/>
                  </a:lnTo>
                  <a:lnTo>
                    <a:pt x="18084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04" name="pl5904"/>
            <p:cNvSpPr/>
            <p:nvPr/>
          </p:nvSpPr>
          <p:spPr>
            <a:xfrm>
              <a:off x="9870517" y="1282675"/>
              <a:ext cx="1808414" cy="186488"/>
            </a:xfrm>
            <a:custGeom>
              <a:avLst/>
              <a:pathLst>
                <a:path w="1808414" h="186488">
                  <a:moveTo>
                    <a:pt x="1808414" y="64661"/>
                  </a:moveTo>
                  <a:lnTo>
                    <a:pt x="1785523" y="59919"/>
                  </a:lnTo>
                  <a:lnTo>
                    <a:pt x="1762632" y="55348"/>
                  </a:lnTo>
                  <a:lnTo>
                    <a:pt x="1739740" y="50949"/>
                  </a:lnTo>
                  <a:lnTo>
                    <a:pt x="1716849" y="46721"/>
                  </a:lnTo>
                  <a:lnTo>
                    <a:pt x="1693958" y="42666"/>
                  </a:lnTo>
                  <a:lnTo>
                    <a:pt x="1671066" y="38785"/>
                  </a:lnTo>
                  <a:lnTo>
                    <a:pt x="1648175" y="35078"/>
                  </a:lnTo>
                  <a:lnTo>
                    <a:pt x="1625284" y="31546"/>
                  </a:lnTo>
                  <a:lnTo>
                    <a:pt x="1602392" y="28191"/>
                  </a:lnTo>
                  <a:lnTo>
                    <a:pt x="1579501" y="25014"/>
                  </a:lnTo>
                  <a:lnTo>
                    <a:pt x="1556610" y="22017"/>
                  </a:lnTo>
                  <a:lnTo>
                    <a:pt x="1533718" y="19200"/>
                  </a:lnTo>
                  <a:lnTo>
                    <a:pt x="1510827" y="16565"/>
                  </a:lnTo>
                  <a:lnTo>
                    <a:pt x="1487936" y="14115"/>
                  </a:lnTo>
                  <a:lnTo>
                    <a:pt x="1465044" y="11851"/>
                  </a:lnTo>
                  <a:lnTo>
                    <a:pt x="1442153" y="9776"/>
                  </a:lnTo>
                  <a:lnTo>
                    <a:pt x="1419262" y="7892"/>
                  </a:lnTo>
                  <a:lnTo>
                    <a:pt x="1396370" y="6202"/>
                  </a:lnTo>
                  <a:lnTo>
                    <a:pt x="1373479" y="4708"/>
                  </a:lnTo>
                  <a:lnTo>
                    <a:pt x="1350588" y="3413"/>
                  </a:lnTo>
                  <a:lnTo>
                    <a:pt x="1327696" y="2321"/>
                  </a:lnTo>
                  <a:lnTo>
                    <a:pt x="1304805" y="1434"/>
                  </a:lnTo>
                  <a:lnTo>
                    <a:pt x="1281914" y="756"/>
                  </a:lnTo>
                  <a:lnTo>
                    <a:pt x="1259022" y="290"/>
                  </a:lnTo>
                  <a:lnTo>
                    <a:pt x="1236131" y="37"/>
                  </a:lnTo>
                  <a:lnTo>
                    <a:pt x="1213240" y="0"/>
                  </a:lnTo>
                  <a:lnTo>
                    <a:pt x="1190348" y="179"/>
                  </a:lnTo>
                  <a:lnTo>
                    <a:pt x="1167457" y="575"/>
                  </a:lnTo>
                  <a:lnTo>
                    <a:pt x="1144566" y="1187"/>
                  </a:lnTo>
                  <a:lnTo>
                    <a:pt x="1121674" y="2011"/>
                  </a:lnTo>
                  <a:lnTo>
                    <a:pt x="1098783" y="3042"/>
                  </a:lnTo>
                  <a:lnTo>
                    <a:pt x="1075892" y="4275"/>
                  </a:lnTo>
                  <a:lnTo>
                    <a:pt x="1053000" y="5700"/>
                  </a:lnTo>
                  <a:lnTo>
                    <a:pt x="1030109" y="7309"/>
                  </a:lnTo>
                  <a:lnTo>
                    <a:pt x="1007218" y="9089"/>
                  </a:lnTo>
                  <a:lnTo>
                    <a:pt x="984327" y="11029"/>
                  </a:lnTo>
                  <a:lnTo>
                    <a:pt x="961435" y="13117"/>
                  </a:lnTo>
                  <a:lnTo>
                    <a:pt x="938544" y="15339"/>
                  </a:lnTo>
                  <a:lnTo>
                    <a:pt x="915653" y="17684"/>
                  </a:lnTo>
                  <a:lnTo>
                    <a:pt x="892761" y="20139"/>
                  </a:lnTo>
                  <a:lnTo>
                    <a:pt x="869870" y="22694"/>
                  </a:lnTo>
                  <a:lnTo>
                    <a:pt x="846979" y="25339"/>
                  </a:lnTo>
                  <a:lnTo>
                    <a:pt x="824087" y="28064"/>
                  </a:lnTo>
                  <a:lnTo>
                    <a:pt x="801196" y="30862"/>
                  </a:lnTo>
                  <a:lnTo>
                    <a:pt x="778305" y="33726"/>
                  </a:lnTo>
                  <a:lnTo>
                    <a:pt x="755413" y="36651"/>
                  </a:lnTo>
                  <a:lnTo>
                    <a:pt x="732522" y="39630"/>
                  </a:lnTo>
                  <a:lnTo>
                    <a:pt x="709631" y="42662"/>
                  </a:lnTo>
                  <a:lnTo>
                    <a:pt x="686739" y="45742"/>
                  </a:lnTo>
                  <a:lnTo>
                    <a:pt x="663848" y="48871"/>
                  </a:lnTo>
                  <a:lnTo>
                    <a:pt x="640957" y="52046"/>
                  </a:lnTo>
                  <a:lnTo>
                    <a:pt x="618065" y="55268"/>
                  </a:lnTo>
                  <a:lnTo>
                    <a:pt x="595174" y="58539"/>
                  </a:lnTo>
                  <a:lnTo>
                    <a:pt x="572283" y="61860"/>
                  </a:lnTo>
                  <a:lnTo>
                    <a:pt x="549391" y="65236"/>
                  </a:lnTo>
                  <a:lnTo>
                    <a:pt x="526500" y="68670"/>
                  </a:lnTo>
                  <a:lnTo>
                    <a:pt x="503609" y="72169"/>
                  </a:lnTo>
                  <a:lnTo>
                    <a:pt x="480717" y="75738"/>
                  </a:lnTo>
                  <a:lnTo>
                    <a:pt x="457826" y="79388"/>
                  </a:lnTo>
                  <a:lnTo>
                    <a:pt x="434935" y="83127"/>
                  </a:lnTo>
                  <a:lnTo>
                    <a:pt x="412043" y="86966"/>
                  </a:lnTo>
                  <a:lnTo>
                    <a:pt x="389152" y="90917"/>
                  </a:lnTo>
                  <a:lnTo>
                    <a:pt x="366261" y="94994"/>
                  </a:lnTo>
                  <a:lnTo>
                    <a:pt x="343369" y="99212"/>
                  </a:lnTo>
                  <a:lnTo>
                    <a:pt x="320478" y="103584"/>
                  </a:lnTo>
                  <a:lnTo>
                    <a:pt x="297587" y="108125"/>
                  </a:lnTo>
                  <a:lnTo>
                    <a:pt x="274695" y="112850"/>
                  </a:lnTo>
                  <a:lnTo>
                    <a:pt x="251804" y="117771"/>
                  </a:lnTo>
                  <a:lnTo>
                    <a:pt x="228913" y="122899"/>
                  </a:lnTo>
                  <a:lnTo>
                    <a:pt x="206021" y="128244"/>
                  </a:lnTo>
                  <a:lnTo>
                    <a:pt x="183130" y="133811"/>
                  </a:lnTo>
                  <a:lnTo>
                    <a:pt x="160239" y="139606"/>
                  </a:lnTo>
                  <a:lnTo>
                    <a:pt x="137347" y="145629"/>
                  </a:lnTo>
                  <a:lnTo>
                    <a:pt x="114456" y="151882"/>
                  </a:lnTo>
                  <a:lnTo>
                    <a:pt x="91565" y="158361"/>
                  </a:lnTo>
                  <a:lnTo>
                    <a:pt x="68673" y="165066"/>
                  </a:lnTo>
                  <a:lnTo>
                    <a:pt x="45782" y="171991"/>
                  </a:lnTo>
                  <a:lnTo>
                    <a:pt x="22891" y="179133"/>
                  </a:lnTo>
                  <a:lnTo>
                    <a:pt x="0" y="1864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05" name="pl5905"/>
            <p:cNvSpPr/>
            <p:nvPr/>
          </p:nvSpPr>
          <p:spPr>
            <a:xfrm>
              <a:off x="9870517" y="1234583"/>
              <a:ext cx="1808414" cy="195797"/>
            </a:xfrm>
            <a:custGeom>
              <a:avLst/>
              <a:pathLst>
                <a:path w="1808414" h="195797">
                  <a:moveTo>
                    <a:pt x="0" y="195797"/>
                  </a:moveTo>
                  <a:lnTo>
                    <a:pt x="22891" y="190556"/>
                  </a:lnTo>
                  <a:lnTo>
                    <a:pt x="45782" y="185387"/>
                  </a:lnTo>
                  <a:lnTo>
                    <a:pt x="68673" y="180288"/>
                  </a:lnTo>
                  <a:lnTo>
                    <a:pt x="91565" y="175261"/>
                  </a:lnTo>
                  <a:lnTo>
                    <a:pt x="114456" y="170304"/>
                  </a:lnTo>
                  <a:lnTo>
                    <a:pt x="137347" y="165419"/>
                  </a:lnTo>
                  <a:lnTo>
                    <a:pt x="160239" y="160605"/>
                  </a:lnTo>
                  <a:lnTo>
                    <a:pt x="183130" y="155862"/>
                  </a:lnTo>
                  <a:lnTo>
                    <a:pt x="206021" y="151190"/>
                  </a:lnTo>
                  <a:lnTo>
                    <a:pt x="228913" y="146589"/>
                  </a:lnTo>
                  <a:lnTo>
                    <a:pt x="251804" y="142059"/>
                  </a:lnTo>
                  <a:lnTo>
                    <a:pt x="274695" y="137600"/>
                  </a:lnTo>
                  <a:lnTo>
                    <a:pt x="297587" y="133213"/>
                  </a:lnTo>
                  <a:lnTo>
                    <a:pt x="320478" y="128896"/>
                  </a:lnTo>
                  <a:lnTo>
                    <a:pt x="343369" y="124651"/>
                  </a:lnTo>
                  <a:lnTo>
                    <a:pt x="366261" y="120476"/>
                  </a:lnTo>
                  <a:lnTo>
                    <a:pt x="389152" y="116373"/>
                  </a:lnTo>
                  <a:lnTo>
                    <a:pt x="412043" y="112341"/>
                  </a:lnTo>
                  <a:lnTo>
                    <a:pt x="434935" y="108380"/>
                  </a:lnTo>
                  <a:lnTo>
                    <a:pt x="457826" y="104490"/>
                  </a:lnTo>
                  <a:lnTo>
                    <a:pt x="480717" y="100671"/>
                  </a:lnTo>
                  <a:lnTo>
                    <a:pt x="503609" y="96923"/>
                  </a:lnTo>
                  <a:lnTo>
                    <a:pt x="526500" y="93246"/>
                  </a:lnTo>
                  <a:lnTo>
                    <a:pt x="549391" y="89641"/>
                  </a:lnTo>
                  <a:lnTo>
                    <a:pt x="572283" y="86106"/>
                  </a:lnTo>
                  <a:lnTo>
                    <a:pt x="595174" y="82643"/>
                  </a:lnTo>
                  <a:lnTo>
                    <a:pt x="618065" y="79250"/>
                  </a:lnTo>
                  <a:lnTo>
                    <a:pt x="640957" y="75929"/>
                  </a:lnTo>
                  <a:lnTo>
                    <a:pt x="663848" y="72679"/>
                  </a:lnTo>
                  <a:lnTo>
                    <a:pt x="686739" y="69500"/>
                  </a:lnTo>
                  <a:lnTo>
                    <a:pt x="709631" y="66392"/>
                  </a:lnTo>
                  <a:lnTo>
                    <a:pt x="732522" y="63355"/>
                  </a:lnTo>
                  <a:lnTo>
                    <a:pt x="755413" y="60389"/>
                  </a:lnTo>
                  <a:lnTo>
                    <a:pt x="778305" y="57494"/>
                  </a:lnTo>
                  <a:lnTo>
                    <a:pt x="801196" y="54671"/>
                  </a:lnTo>
                  <a:lnTo>
                    <a:pt x="824087" y="51918"/>
                  </a:lnTo>
                  <a:lnTo>
                    <a:pt x="846979" y="49237"/>
                  </a:lnTo>
                  <a:lnTo>
                    <a:pt x="869870" y="46626"/>
                  </a:lnTo>
                  <a:lnTo>
                    <a:pt x="892761" y="44087"/>
                  </a:lnTo>
                  <a:lnTo>
                    <a:pt x="915653" y="41619"/>
                  </a:lnTo>
                  <a:lnTo>
                    <a:pt x="938544" y="39222"/>
                  </a:lnTo>
                  <a:lnTo>
                    <a:pt x="961435" y="36896"/>
                  </a:lnTo>
                  <a:lnTo>
                    <a:pt x="984327" y="34641"/>
                  </a:lnTo>
                  <a:lnTo>
                    <a:pt x="1007218" y="32457"/>
                  </a:lnTo>
                  <a:lnTo>
                    <a:pt x="1030109" y="30344"/>
                  </a:lnTo>
                  <a:lnTo>
                    <a:pt x="1053000" y="28303"/>
                  </a:lnTo>
                  <a:lnTo>
                    <a:pt x="1075892" y="26332"/>
                  </a:lnTo>
                  <a:lnTo>
                    <a:pt x="1098783" y="24433"/>
                  </a:lnTo>
                  <a:lnTo>
                    <a:pt x="1121674" y="22604"/>
                  </a:lnTo>
                  <a:lnTo>
                    <a:pt x="1144566" y="20847"/>
                  </a:lnTo>
                  <a:lnTo>
                    <a:pt x="1167457" y="19161"/>
                  </a:lnTo>
                  <a:lnTo>
                    <a:pt x="1190348" y="17546"/>
                  </a:lnTo>
                  <a:lnTo>
                    <a:pt x="1213240" y="16002"/>
                  </a:lnTo>
                  <a:lnTo>
                    <a:pt x="1236131" y="14529"/>
                  </a:lnTo>
                  <a:lnTo>
                    <a:pt x="1259022" y="13127"/>
                  </a:lnTo>
                  <a:lnTo>
                    <a:pt x="1281914" y="11796"/>
                  </a:lnTo>
                  <a:lnTo>
                    <a:pt x="1304805" y="10537"/>
                  </a:lnTo>
                  <a:lnTo>
                    <a:pt x="1327696" y="9348"/>
                  </a:lnTo>
                  <a:lnTo>
                    <a:pt x="1350588" y="8231"/>
                  </a:lnTo>
                  <a:lnTo>
                    <a:pt x="1373479" y="7184"/>
                  </a:lnTo>
                  <a:lnTo>
                    <a:pt x="1396370" y="6209"/>
                  </a:lnTo>
                  <a:lnTo>
                    <a:pt x="1419262" y="5305"/>
                  </a:lnTo>
                  <a:lnTo>
                    <a:pt x="1442153" y="4472"/>
                  </a:lnTo>
                  <a:lnTo>
                    <a:pt x="1465044" y="3710"/>
                  </a:lnTo>
                  <a:lnTo>
                    <a:pt x="1487936" y="3019"/>
                  </a:lnTo>
                  <a:lnTo>
                    <a:pt x="1510827" y="2399"/>
                  </a:lnTo>
                  <a:lnTo>
                    <a:pt x="1533718" y="1850"/>
                  </a:lnTo>
                  <a:lnTo>
                    <a:pt x="1556610" y="1372"/>
                  </a:lnTo>
                  <a:lnTo>
                    <a:pt x="1579501" y="966"/>
                  </a:lnTo>
                  <a:lnTo>
                    <a:pt x="1602392" y="630"/>
                  </a:lnTo>
                  <a:lnTo>
                    <a:pt x="1625284" y="366"/>
                  </a:lnTo>
                  <a:lnTo>
                    <a:pt x="1648175" y="173"/>
                  </a:lnTo>
                  <a:lnTo>
                    <a:pt x="1671066" y="51"/>
                  </a:lnTo>
                  <a:lnTo>
                    <a:pt x="1693958" y="0"/>
                  </a:lnTo>
                  <a:lnTo>
                    <a:pt x="1716849" y="19"/>
                  </a:lnTo>
                  <a:lnTo>
                    <a:pt x="1739740" y="111"/>
                  </a:lnTo>
                  <a:lnTo>
                    <a:pt x="1762632" y="273"/>
                  </a:lnTo>
                  <a:lnTo>
                    <a:pt x="1785523" y="506"/>
                  </a:lnTo>
                  <a:lnTo>
                    <a:pt x="1808414" y="81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tx5906"/>
            <p:cNvSpPr/>
            <p:nvPr/>
          </p:nvSpPr>
          <p:spPr>
            <a:xfrm>
              <a:off x="9880255" y="52715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5907" name="tx5907"/>
            <p:cNvSpPr/>
            <p:nvPr/>
          </p:nvSpPr>
          <p:spPr>
            <a:xfrm>
              <a:off x="9954001" y="50227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908" name="tx5908"/>
            <p:cNvSpPr/>
            <p:nvPr/>
          </p:nvSpPr>
          <p:spPr>
            <a:xfrm>
              <a:off x="9988610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909" name="tx5909"/>
            <p:cNvSpPr/>
            <p:nvPr/>
          </p:nvSpPr>
          <p:spPr>
            <a:xfrm>
              <a:off x="10012962" y="56418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5910" name="tx5910"/>
            <p:cNvSpPr/>
            <p:nvPr/>
          </p:nvSpPr>
          <p:spPr>
            <a:xfrm>
              <a:off x="10064878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911" name="tx5911"/>
            <p:cNvSpPr/>
            <p:nvPr/>
          </p:nvSpPr>
          <p:spPr>
            <a:xfrm>
              <a:off x="10089230" y="52581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0.22</a:t>
              </a:r>
            </a:p>
          </p:txBody>
        </p:sp>
        <p:sp>
          <p:nvSpPr>
            <p:cNvPr id="5912" name="tx5912"/>
            <p:cNvSpPr/>
            <p:nvPr/>
          </p:nvSpPr>
          <p:spPr>
            <a:xfrm>
              <a:off x="9880255" y="620148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5913" name="tx5913"/>
            <p:cNvSpPr/>
            <p:nvPr/>
          </p:nvSpPr>
          <p:spPr>
            <a:xfrm>
              <a:off x="9954001" y="59526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914" name="tx5914"/>
            <p:cNvSpPr/>
            <p:nvPr/>
          </p:nvSpPr>
          <p:spPr>
            <a:xfrm>
              <a:off x="9988610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915" name="tx5915"/>
            <p:cNvSpPr/>
            <p:nvPr/>
          </p:nvSpPr>
          <p:spPr>
            <a:xfrm>
              <a:off x="10012962" y="65717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5916" name="tx5916"/>
            <p:cNvSpPr/>
            <p:nvPr/>
          </p:nvSpPr>
          <p:spPr>
            <a:xfrm>
              <a:off x="10064878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917" name="tx5917"/>
            <p:cNvSpPr/>
            <p:nvPr/>
          </p:nvSpPr>
          <p:spPr>
            <a:xfrm>
              <a:off x="10089230" y="61880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5918" name="pl5918"/>
            <p:cNvSpPr/>
            <p:nvPr/>
          </p:nvSpPr>
          <p:spPr>
            <a:xfrm>
              <a:off x="9773141" y="410731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l5919"/>
            <p:cNvSpPr/>
            <p:nvPr/>
          </p:nvSpPr>
          <p:spPr>
            <a:xfrm>
              <a:off x="9773141" y="374155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0" name="pl5920"/>
            <p:cNvSpPr/>
            <p:nvPr/>
          </p:nvSpPr>
          <p:spPr>
            <a:xfrm>
              <a:off x="9773141" y="337578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1" name="pl5921"/>
            <p:cNvSpPr/>
            <p:nvPr/>
          </p:nvSpPr>
          <p:spPr>
            <a:xfrm>
              <a:off x="9773141" y="301002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pl5922"/>
            <p:cNvSpPr/>
            <p:nvPr/>
          </p:nvSpPr>
          <p:spPr>
            <a:xfrm>
              <a:off x="9773141" y="264425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3" name="pl5923"/>
            <p:cNvSpPr/>
            <p:nvPr/>
          </p:nvSpPr>
          <p:spPr>
            <a:xfrm>
              <a:off x="10195104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4" name="pl5924"/>
            <p:cNvSpPr/>
            <p:nvPr/>
          </p:nvSpPr>
          <p:spPr>
            <a:xfrm>
              <a:off x="10844279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pl5925"/>
            <p:cNvSpPr/>
            <p:nvPr/>
          </p:nvSpPr>
          <p:spPr>
            <a:xfrm>
              <a:off x="11493453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6" name="pl5926"/>
            <p:cNvSpPr/>
            <p:nvPr/>
          </p:nvSpPr>
          <p:spPr>
            <a:xfrm>
              <a:off x="9773141" y="429019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7" name="pl5927"/>
            <p:cNvSpPr/>
            <p:nvPr/>
          </p:nvSpPr>
          <p:spPr>
            <a:xfrm>
              <a:off x="9773141" y="3924433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pl5928"/>
            <p:cNvSpPr/>
            <p:nvPr/>
          </p:nvSpPr>
          <p:spPr>
            <a:xfrm>
              <a:off x="9773141" y="355866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9" name="pl5929"/>
            <p:cNvSpPr/>
            <p:nvPr/>
          </p:nvSpPr>
          <p:spPr>
            <a:xfrm>
              <a:off x="9773141" y="3192904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0" name="pl5930"/>
            <p:cNvSpPr/>
            <p:nvPr/>
          </p:nvSpPr>
          <p:spPr>
            <a:xfrm>
              <a:off x="9773141" y="282713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pl5931"/>
            <p:cNvSpPr/>
            <p:nvPr/>
          </p:nvSpPr>
          <p:spPr>
            <a:xfrm>
              <a:off x="9870517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2" name="pl5932"/>
            <p:cNvSpPr/>
            <p:nvPr/>
          </p:nvSpPr>
          <p:spPr>
            <a:xfrm>
              <a:off x="10519692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3" name="pl5933"/>
            <p:cNvSpPr/>
            <p:nvPr/>
          </p:nvSpPr>
          <p:spPr>
            <a:xfrm>
              <a:off x="11168866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pl5934"/>
            <p:cNvSpPr/>
            <p:nvPr/>
          </p:nvSpPr>
          <p:spPr>
            <a:xfrm>
              <a:off x="11818041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5" name="pt5935"/>
            <p:cNvSpPr/>
            <p:nvPr/>
          </p:nvSpPr>
          <p:spPr>
            <a:xfrm>
              <a:off x="10501641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6" name="pt5936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7" name="pt5937"/>
            <p:cNvSpPr/>
            <p:nvPr/>
          </p:nvSpPr>
          <p:spPr>
            <a:xfrm>
              <a:off x="10501641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8" name="pt5938"/>
            <p:cNvSpPr/>
            <p:nvPr/>
          </p:nvSpPr>
          <p:spPr>
            <a:xfrm>
              <a:off x="10501641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9" name="pt5939"/>
            <p:cNvSpPr/>
            <p:nvPr/>
          </p:nvSpPr>
          <p:spPr>
            <a:xfrm>
              <a:off x="10177054" y="33455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pt5940"/>
            <p:cNvSpPr/>
            <p:nvPr/>
          </p:nvSpPr>
          <p:spPr>
            <a:xfrm>
              <a:off x="10501641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1" name="pt5941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2" name="pt5942"/>
            <p:cNvSpPr/>
            <p:nvPr/>
          </p:nvSpPr>
          <p:spPr>
            <a:xfrm>
              <a:off x="1050164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3" name="pt5943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pt5944"/>
            <p:cNvSpPr/>
            <p:nvPr/>
          </p:nvSpPr>
          <p:spPr>
            <a:xfrm>
              <a:off x="10177054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5" name="pt5945"/>
            <p:cNvSpPr/>
            <p:nvPr/>
          </p:nvSpPr>
          <p:spPr>
            <a:xfrm>
              <a:off x="985246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6" name="pt5946"/>
            <p:cNvSpPr/>
            <p:nvPr/>
          </p:nvSpPr>
          <p:spPr>
            <a:xfrm>
              <a:off x="10501641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7" name="pt5947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pt5948"/>
            <p:cNvSpPr/>
            <p:nvPr/>
          </p:nvSpPr>
          <p:spPr>
            <a:xfrm>
              <a:off x="1017705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9" name="pt5949"/>
            <p:cNvSpPr/>
            <p:nvPr/>
          </p:nvSpPr>
          <p:spPr>
            <a:xfrm>
              <a:off x="10501641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0" name="pt5950"/>
            <p:cNvSpPr/>
            <p:nvPr/>
          </p:nvSpPr>
          <p:spPr>
            <a:xfrm>
              <a:off x="9852466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1" name="pt5951"/>
            <p:cNvSpPr/>
            <p:nvPr/>
          </p:nvSpPr>
          <p:spPr>
            <a:xfrm>
              <a:off x="985246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2" name="pt5952"/>
            <p:cNvSpPr/>
            <p:nvPr/>
          </p:nvSpPr>
          <p:spPr>
            <a:xfrm>
              <a:off x="101770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3" name="pt5953"/>
            <p:cNvSpPr/>
            <p:nvPr/>
          </p:nvSpPr>
          <p:spPr>
            <a:xfrm>
              <a:off x="10501641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4" name="pt5954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5" name="pt5955"/>
            <p:cNvSpPr/>
            <p:nvPr/>
          </p:nvSpPr>
          <p:spPr>
            <a:xfrm>
              <a:off x="10501641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6" name="pt5956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t5957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t5958"/>
            <p:cNvSpPr/>
            <p:nvPr/>
          </p:nvSpPr>
          <p:spPr>
            <a:xfrm>
              <a:off x="101770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t5959"/>
            <p:cNvSpPr/>
            <p:nvPr/>
          </p:nvSpPr>
          <p:spPr>
            <a:xfrm>
              <a:off x="10501641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t5960"/>
            <p:cNvSpPr/>
            <p:nvPr/>
          </p:nvSpPr>
          <p:spPr>
            <a:xfrm>
              <a:off x="10501641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t5961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t5962"/>
            <p:cNvSpPr/>
            <p:nvPr/>
          </p:nvSpPr>
          <p:spPr>
            <a:xfrm>
              <a:off x="10501641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t5963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t5964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t5965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t5966"/>
            <p:cNvSpPr/>
            <p:nvPr/>
          </p:nvSpPr>
          <p:spPr>
            <a:xfrm>
              <a:off x="101770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t5967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t5968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t5969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t5970"/>
            <p:cNvSpPr/>
            <p:nvPr/>
          </p:nvSpPr>
          <p:spPr>
            <a:xfrm>
              <a:off x="10177054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1" name="pt5971"/>
            <p:cNvSpPr/>
            <p:nvPr/>
          </p:nvSpPr>
          <p:spPr>
            <a:xfrm>
              <a:off x="9852466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pt5972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3" name="pt5973"/>
            <p:cNvSpPr/>
            <p:nvPr/>
          </p:nvSpPr>
          <p:spPr>
            <a:xfrm>
              <a:off x="10501641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t5974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t5975"/>
            <p:cNvSpPr/>
            <p:nvPr/>
          </p:nvSpPr>
          <p:spPr>
            <a:xfrm>
              <a:off x="10177054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6" name="pt5976"/>
            <p:cNvSpPr/>
            <p:nvPr/>
          </p:nvSpPr>
          <p:spPr>
            <a:xfrm>
              <a:off x="11150816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pt5977"/>
            <p:cNvSpPr/>
            <p:nvPr/>
          </p:nvSpPr>
          <p:spPr>
            <a:xfrm>
              <a:off x="10177054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8" name="pt5978"/>
            <p:cNvSpPr/>
            <p:nvPr/>
          </p:nvSpPr>
          <p:spPr>
            <a:xfrm>
              <a:off x="1017705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9" name="pt5979"/>
            <p:cNvSpPr/>
            <p:nvPr/>
          </p:nvSpPr>
          <p:spPr>
            <a:xfrm>
              <a:off x="9852466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0" name="pt5980"/>
            <p:cNvSpPr/>
            <p:nvPr/>
          </p:nvSpPr>
          <p:spPr>
            <a:xfrm>
              <a:off x="9852466" y="3930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1" name="pt5981"/>
            <p:cNvSpPr/>
            <p:nvPr/>
          </p:nvSpPr>
          <p:spPr>
            <a:xfrm>
              <a:off x="9852466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2" name="pt5982"/>
            <p:cNvSpPr/>
            <p:nvPr/>
          </p:nvSpPr>
          <p:spPr>
            <a:xfrm>
              <a:off x="9852466" y="4247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3" name="pt5983"/>
            <p:cNvSpPr/>
            <p:nvPr/>
          </p:nvSpPr>
          <p:spPr>
            <a:xfrm>
              <a:off x="10177054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4" name="pt5984"/>
            <p:cNvSpPr/>
            <p:nvPr/>
          </p:nvSpPr>
          <p:spPr>
            <a:xfrm>
              <a:off x="9852466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5" name="pt5985"/>
            <p:cNvSpPr/>
            <p:nvPr/>
          </p:nvSpPr>
          <p:spPr>
            <a:xfrm>
              <a:off x="9852466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6" name="pt5986"/>
            <p:cNvSpPr/>
            <p:nvPr/>
          </p:nvSpPr>
          <p:spPr>
            <a:xfrm>
              <a:off x="101770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7" name="pt5987"/>
            <p:cNvSpPr/>
            <p:nvPr/>
          </p:nvSpPr>
          <p:spPr>
            <a:xfrm>
              <a:off x="9852466" y="42233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8" name="pt5988"/>
            <p:cNvSpPr/>
            <p:nvPr/>
          </p:nvSpPr>
          <p:spPr>
            <a:xfrm>
              <a:off x="10177054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9" name="pt5989"/>
            <p:cNvSpPr/>
            <p:nvPr/>
          </p:nvSpPr>
          <p:spPr>
            <a:xfrm>
              <a:off x="9852466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0" name="pt5990"/>
            <p:cNvSpPr/>
            <p:nvPr/>
          </p:nvSpPr>
          <p:spPr>
            <a:xfrm>
              <a:off x="9852466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1" name="pt5991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2" name="pt5992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3" name="pt5993"/>
            <p:cNvSpPr/>
            <p:nvPr/>
          </p:nvSpPr>
          <p:spPr>
            <a:xfrm>
              <a:off x="10177054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4" name="pt5994"/>
            <p:cNvSpPr/>
            <p:nvPr/>
          </p:nvSpPr>
          <p:spPr>
            <a:xfrm>
              <a:off x="9852466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5" name="pt5995"/>
            <p:cNvSpPr/>
            <p:nvPr/>
          </p:nvSpPr>
          <p:spPr>
            <a:xfrm>
              <a:off x="9852466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6" name="pt5996"/>
            <p:cNvSpPr/>
            <p:nvPr/>
          </p:nvSpPr>
          <p:spPr>
            <a:xfrm>
              <a:off x="10177054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7" name="pt5997"/>
            <p:cNvSpPr/>
            <p:nvPr/>
          </p:nvSpPr>
          <p:spPr>
            <a:xfrm>
              <a:off x="9852466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8" name="pt5998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9" name="pt5999"/>
            <p:cNvSpPr/>
            <p:nvPr/>
          </p:nvSpPr>
          <p:spPr>
            <a:xfrm>
              <a:off x="1082622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0" name="pt6000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1" name="pt6001"/>
            <p:cNvSpPr/>
            <p:nvPr/>
          </p:nvSpPr>
          <p:spPr>
            <a:xfrm>
              <a:off x="1082622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2" name="pt6002"/>
            <p:cNvSpPr/>
            <p:nvPr/>
          </p:nvSpPr>
          <p:spPr>
            <a:xfrm>
              <a:off x="11150816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3" name="pt6003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4" name="pt6004"/>
            <p:cNvSpPr/>
            <p:nvPr/>
          </p:nvSpPr>
          <p:spPr>
            <a:xfrm>
              <a:off x="1115081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5" name="pt6005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6" name="pt6006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7" name="pt6007"/>
            <p:cNvSpPr/>
            <p:nvPr/>
          </p:nvSpPr>
          <p:spPr>
            <a:xfrm>
              <a:off x="10826228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8" name="pt6008"/>
            <p:cNvSpPr/>
            <p:nvPr/>
          </p:nvSpPr>
          <p:spPr>
            <a:xfrm>
              <a:off x="10501641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9" name="pt6009"/>
            <p:cNvSpPr/>
            <p:nvPr/>
          </p:nvSpPr>
          <p:spPr>
            <a:xfrm>
              <a:off x="1050164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0" name="pt6010"/>
            <p:cNvSpPr/>
            <p:nvPr/>
          </p:nvSpPr>
          <p:spPr>
            <a:xfrm>
              <a:off x="10177054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1" name="pt6011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2" name="pt6012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3" name="pt6013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4" name="pt6014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5" name="pt6015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6" name="pt6016"/>
            <p:cNvSpPr/>
            <p:nvPr/>
          </p:nvSpPr>
          <p:spPr>
            <a:xfrm>
              <a:off x="10501641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7" name="pt6017"/>
            <p:cNvSpPr/>
            <p:nvPr/>
          </p:nvSpPr>
          <p:spPr>
            <a:xfrm>
              <a:off x="10826228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8" name="pt6018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9" name="pt6019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0" name="pt6020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1" name="pt6021"/>
            <p:cNvSpPr/>
            <p:nvPr/>
          </p:nvSpPr>
          <p:spPr>
            <a:xfrm>
              <a:off x="101770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2" name="pt6022"/>
            <p:cNvSpPr/>
            <p:nvPr/>
          </p:nvSpPr>
          <p:spPr>
            <a:xfrm>
              <a:off x="1050164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3" name="pt6023"/>
            <p:cNvSpPr/>
            <p:nvPr/>
          </p:nvSpPr>
          <p:spPr>
            <a:xfrm>
              <a:off x="1082622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4" name="pt6024"/>
            <p:cNvSpPr/>
            <p:nvPr/>
          </p:nvSpPr>
          <p:spPr>
            <a:xfrm>
              <a:off x="10177054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5" name="pt6025"/>
            <p:cNvSpPr/>
            <p:nvPr/>
          </p:nvSpPr>
          <p:spPr>
            <a:xfrm>
              <a:off x="9852466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6" name="pt6026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7" name="pt6027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8" name="pt6028"/>
            <p:cNvSpPr/>
            <p:nvPr/>
          </p:nvSpPr>
          <p:spPr>
            <a:xfrm>
              <a:off x="9852466" y="4186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9" name="pt6029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0" name="pt6030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1" name="pt6031"/>
            <p:cNvSpPr/>
            <p:nvPr/>
          </p:nvSpPr>
          <p:spPr>
            <a:xfrm>
              <a:off x="11150816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2" name="pt6032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3" name="pt6033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4" name="pt6034"/>
            <p:cNvSpPr/>
            <p:nvPr/>
          </p:nvSpPr>
          <p:spPr>
            <a:xfrm>
              <a:off x="101770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5" name="pt6035"/>
            <p:cNvSpPr/>
            <p:nvPr/>
          </p:nvSpPr>
          <p:spPr>
            <a:xfrm>
              <a:off x="10501641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6" name="pt6036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7" name="pt6037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8" name="pt6038"/>
            <p:cNvSpPr/>
            <p:nvPr/>
          </p:nvSpPr>
          <p:spPr>
            <a:xfrm>
              <a:off x="1082622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9" name="pt6039"/>
            <p:cNvSpPr/>
            <p:nvPr/>
          </p:nvSpPr>
          <p:spPr>
            <a:xfrm>
              <a:off x="10826228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0" name="pt6040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1" name="pt6041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2" name="pt6042"/>
            <p:cNvSpPr/>
            <p:nvPr/>
          </p:nvSpPr>
          <p:spPr>
            <a:xfrm>
              <a:off x="1050164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3" name="pt6043"/>
            <p:cNvSpPr/>
            <p:nvPr/>
          </p:nvSpPr>
          <p:spPr>
            <a:xfrm>
              <a:off x="10826228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4" name="pt6044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5" name="pt6045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6" name="pt6046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7" name="pt6047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8" name="pt6048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9" name="pt6049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0" name="pt6050"/>
            <p:cNvSpPr/>
            <p:nvPr/>
          </p:nvSpPr>
          <p:spPr>
            <a:xfrm>
              <a:off x="1050164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1" name="pt6051"/>
            <p:cNvSpPr/>
            <p:nvPr/>
          </p:nvSpPr>
          <p:spPr>
            <a:xfrm>
              <a:off x="1082622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2" name="pt6052"/>
            <p:cNvSpPr/>
            <p:nvPr/>
          </p:nvSpPr>
          <p:spPr>
            <a:xfrm>
              <a:off x="1050164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3" name="pt6053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4" name="pt6054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5" name="pt6055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6" name="pt6056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7" name="pt6057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8" name="pt6058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9" name="pt6059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0" name="pt6060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1" name="pt6061"/>
            <p:cNvSpPr/>
            <p:nvPr/>
          </p:nvSpPr>
          <p:spPr>
            <a:xfrm>
              <a:off x="1082622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2" name="pt6062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3" name="pt6063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4" name="pt6064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5" name="pt6065"/>
            <p:cNvSpPr/>
            <p:nvPr/>
          </p:nvSpPr>
          <p:spPr>
            <a:xfrm>
              <a:off x="10501641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6" name="pt6066"/>
            <p:cNvSpPr/>
            <p:nvPr/>
          </p:nvSpPr>
          <p:spPr>
            <a:xfrm>
              <a:off x="10826228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7" name="pt6067"/>
            <p:cNvSpPr/>
            <p:nvPr/>
          </p:nvSpPr>
          <p:spPr>
            <a:xfrm>
              <a:off x="1082622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8" name="pt6068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9" name="pt6069"/>
            <p:cNvSpPr/>
            <p:nvPr/>
          </p:nvSpPr>
          <p:spPr>
            <a:xfrm>
              <a:off x="1050164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0" name="pt6070"/>
            <p:cNvSpPr/>
            <p:nvPr/>
          </p:nvSpPr>
          <p:spPr>
            <a:xfrm>
              <a:off x="1050164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1" name="pt6071"/>
            <p:cNvSpPr/>
            <p:nvPr/>
          </p:nvSpPr>
          <p:spPr>
            <a:xfrm>
              <a:off x="10826228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2" name="pt6072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3" name="pt6073"/>
            <p:cNvSpPr/>
            <p:nvPr/>
          </p:nvSpPr>
          <p:spPr>
            <a:xfrm>
              <a:off x="10501641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4" name="pt6074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5" name="pt6075"/>
            <p:cNvSpPr/>
            <p:nvPr/>
          </p:nvSpPr>
          <p:spPr>
            <a:xfrm>
              <a:off x="1050164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6" name="pt6076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7" name="pt6077"/>
            <p:cNvSpPr/>
            <p:nvPr/>
          </p:nvSpPr>
          <p:spPr>
            <a:xfrm>
              <a:off x="1050164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8" name="pt6078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9" name="pt6079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0" name="pt6080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1" name="pt6081"/>
            <p:cNvSpPr/>
            <p:nvPr/>
          </p:nvSpPr>
          <p:spPr>
            <a:xfrm>
              <a:off x="1082622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2" name="pt6082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3" name="pt6083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4" name="pt6084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5" name="pt6085"/>
            <p:cNvSpPr/>
            <p:nvPr/>
          </p:nvSpPr>
          <p:spPr>
            <a:xfrm>
              <a:off x="1082622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6" name="pt6086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7" name="pt6087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8" name="pt6088"/>
            <p:cNvSpPr/>
            <p:nvPr/>
          </p:nvSpPr>
          <p:spPr>
            <a:xfrm>
              <a:off x="10177054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9" name="pt6089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0" name="pt6090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1" name="pt6091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2" name="pt6092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3" name="pt6093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4" name="pt6094"/>
            <p:cNvSpPr/>
            <p:nvPr/>
          </p:nvSpPr>
          <p:spPr>
            <a:xfrm>
              <a:off x="10177054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5" name="pt6095"/>
            <p:cNvSpPr/>
            <p:nvPr/>
          </p:nvSpPr>
          <p:spPr>
            <a:xfrm>
              <a:off x="1017705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6" name="pt6096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7" name="pt6097"/>
            <p:cNvSpPr/>
            <p:nvPr/>
          </p:nvSpPr>
          <p:spPr>
            <a:xfrm>
              <a:off x="10501641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8" name="pt6098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9" name="pt6099"/>
            <p:cNvSpPr/>
            <p:nvPr/>
          </p:nvSpPr>
          <p:spPr>
            <a:xfrm>
              <a:off x="10177054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0" name="pt6100"/>
            <p:cNvSpPr/>
            <p:nvPr/>
          </p:nvSpPr>
          <p:spPr>
            <a:xfrm>
              <a:off x="985246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1" name="pt6101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2" name="pt6102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3" name="pt6103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4" name="pt6104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5" name="pt6105"/>
            <p:cNvSpPr/>
            <p:nvPr/>
          </p:nvSpPr>
          <p:spPr>
            <a:xfrm>
              <a:off x="10501641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6" name="pt6106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7" name="pt6107"/>
            <p:cNvSpPr/>
            <p:nvPr/>
          </p:nvSpPr>
          <p:spPr>
            <a:xfrm>
              <a:off x="1082622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8" name="pt6108"/>
            <p:cNvSpPr/>
            <p:nvPr/>
          </p:nvSpPr>
          <p:spPr>
            <a:xfrm>
              <a:off x="1050164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9" name="pt6109"/>
            <p:cNvSpPr/>
            <p:nvPr/>
          </p:nvSpPr>
          <p:spPr>
            <a:xfrm>
              <a:off x="1050164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0" name="pt6110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1" name="pt6111"/>
            <p:cNvSpPr/>
            <p:nvPr/>
          </p:nvSpPr>
          <p:spPr>
            <a:xfrm>
              <a:off x="1050164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2" name="pt6112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3" name="pt6113"/>
            <p:cNvSpPr/>
            <p:nvPr/>
          </p:nvSpPr>
          <p:spPr>
            <a:xfrm>
              <a:off x="10826228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4" name="pt6114"/>
            <p:cNvSpPr/>
            <p:nvPr/>
          </p:nvSpPr>
          <p:spPr>
            <a:xfrm>
              <a:off x="1082622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5" name="pt6115"/>
            <p:cNvSpPr/>
            <p:nvPr/>
          </p:nvSpPr>
          <p:spPr>
            <a:xfrm>
              <a:off x="10826228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6" name="pt6116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7" name="pt6117"/>
            <p:cNvSpPr/>
            <p:nvPr/>
          </p:nvSpPr>
          <p:spPr>
            <a:xfrm>
              <a:off x="10826228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8" name="pt6118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9" name="pt6119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0" name="pt6120"/>
            <p:cNvSpPr/>
            <p:nvPr/>
          </p:nvSpPr>
          <p:spPr>
            <a:xfrm>
              <a:off x="10501641" y="31138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1" name="pt6121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2" name="pt6122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3" name="pt6123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4" name="pt6124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5" name="pt6125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6" name="pt6126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7" name="pt6127"/>
            <p:cNvSpPr/>
            <p:nvPr/>
          </p:nvSpPr>
          <p:spPr>
            <a:xfrm>
              <a:off x="1050164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8" name="pt6128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9" name="pt6129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0" name="pt6130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1" name="pt6131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2" name="pt6132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3" name="pt6133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4" name="pt6134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5" name="pt6135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6" name="pt6136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7" name="pt6137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8" name="pt6138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9" name="pt6139"/>
            <p:cNvSpPr/>
            <p:nvPr/>
          </p:nvSpPr>
          <p:spPr>
            <a:xfrm>
              <a:off x="1050164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0" name="pt6140"/>
            <p:cNvSpPr/>
            <p:nvPr/>
          </p:nvSpPr>
          <p:spPr>
            <a:xfrm>
              <a:off x="1050164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1" name="pt6141"/>
            <p:cNvSpPr/>
            <p:nvPr/>
          </p:nvSpPr>
          <p:spPr>
            <a:xfrm>
              <a:off x="1050164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2" name="pt6142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3" name="pt6143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4" name="pt6144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5" name="pt6145"/>
            <p:cNvSpPr/>
            <p:nvPr/>
          </p:nvSpPr>
          <p:spPr>
            <a:xfrm>
              <a:off x="10177054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6" name="pt6146"/>
            <p:cNvSpPr/>
            <p:nvPr/>
          </p:nvSpPr>
          <p:spPr>
            <a:xfrm>
              <a:off x="101770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7" name="pt6147"/>
            <p:cNvSpPr/>
            <p:nvPr/>
          </p:nvSpPr>
          <p:spPr>
            <a:xfrm>
              <a:off x="1017705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8" name="pt6148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9" name="pt6149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0" name="pt6150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1" name="pt6151"/>
            <p:cNvSpPr/>
            <p:nvPr/>
          </p:nvSpPr>
          <p:spPr>
            <a:xfrm>
              <a:off x="10501641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2" name="pt6152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3" name="pt6153"/>
            <p:cNvSpPr/>
            <p:nvPr/>
          </p:nvSpPr>
          <p:spPr>
            <a:xfrm>
              <a:off x="1017705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4" name="pt6154"/>
            <p:cNvSpPr/>
            <p:nvPr/>
          </p:nvSpPr>
          <p:spPr>
            <a:xfrm>
              <a:off x="1050164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5" name="pt6155"/>
            <p:cNvSpPr/>
            <p:nvPr/>
          </p:nvSpPr>
          <p:spPr>
            <a:xfrm>
              <a:off x="1050164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6" name="pt6156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7" name="pt6157"/>
            <p:cNvSpPr/>
            <p:nvPr/>
          </p:nvSpPr>
          <p:spPr>
            <a:xfrm>
              <a:off x="98524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8" name="pt6158"/>
            <p:cNvSpPr/>
            <p:nvPr/>
          </p:nvSpPr>
          <p:spPr>
            <a:xfrm>
              <a:off x="98524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9" name="pt6159"/>
            <p:cNvSpPr/>
            <p:nvPr/>
          </p:nvSpPr>
          <p:spPr>
            <a:xfrm>
              <a:off x="98524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0" name="pt6160"/>
            <p:cNvSpPr/>
            <p:nvPr/>
          </p:nvSpPr>
          <p:spPr>
            <a:xfrm>
              <a:off x="98524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1" name="pt6161"/>
            <p:cNvSpPr/>
            <p:nvPr/>
          </p:nvSpPr>
          <p:spPr>
            <a:xfrm>
              <a:off x="98524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2" name="pt6162"/>
            <p:cNvSpPr/>
            <p:nvPr/>
          </p:nvSpPr>
          <p:spPr>
            <a:xfrm>
              <a:off x="98524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3" name="pt6163"/>
            <p:cNvSpPr/>
            <p:nvPr/>
          </p:nvSpPr>
          <p:spPr>
            <a:xfrm>
              <a:off x="98524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4" name="pt6164"/>
            <p:cNvSpPr/>
            <p:nvPr/>
          </p:nvSpPr>
          <p:spPr>
            <a:xfrm>
              <a:off x="10501641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5" name="pt6165"/>
            <p:cNvSpPr/>
            <p:nvPr/>
          </p:nvSpPr>
          <p:spPr>
            <a:xfrm>
              <a:off x="10501641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6" name="pt6166"/>
            <p:cNvSpPr/>
            <p:nvPr/>
          </p:nvSpPr>
          <p:spPr>
            <a:xfrm>
              <a:off x="10826228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7" name="pt6167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8" name="pt6168"/>
            <p:cNvSpPr/>
            <p:nvPr/>
          </p:nvSpPr>
          <p:spPr>
            <a:xfrm>
              <a:off x="1082622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9" name="pt6169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0" name="pt6170"/>
            <p:cNvSpPr/>
            <p:nvPr/>
          </p:nvSpPr>
          <p:spPr>
            <a:xfrm>
              <a:off x="1050164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1" name="pt6171"/>
            <p:cNvSpPr/>
            <p:nvPr/>
          </p:nvSpPr>
          <p:spPr>
            <a:xfrm>
              <a:off x="1050164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2" name="pt6172"/>
            <p:cNvSpPr/>
            <p:nvPr/>
          </p:nvSpPr>
          <p:spPr>
            <a:xfrm>
              <a:off x="10826228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3" name="pt6173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4" name="pt6174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5" name="pt6175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6" name="pt6176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7" name="pt6177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8" name="pt6178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9" name="pt6179"/>
            <p:cNvSpPr/>
            <p:nvPr/>
          </p:nvSpPr>
          <p:spPr>
            <a:xfrm>
              <a:off x="101770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0" name="pt6180"/>
            <p:cNvSpPr/>
            <p:nvPr/>
          </p:nvSpPr>
          <p:spPr>
            <a:xfrm>
              <a:off x="10501641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1" name="pt6181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2" name="pt6182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3" name="pt6183"/>
            <p:cNvSpPr/>
            <p:nvPr/>
          </p:nvSpPr>
          <p:spPr>
            <a:xfrm>
              <a:off x="101770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4" name="pt6184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5" name="pt6185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6" name="pt6186"/>
            <p:cNvSpPr/>
            <p:nvPr/>
          </p:nvSpPr>
          <p:spPr>
            <a:xfrm>
              <a:off x="10177054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7" name="pt6187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8" name="pt6188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9" name="pt6189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0" name="pt6190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1" name="pt6191"/>
            <p:cNvSpPr/>
            <p:nvPr/>
          </p:nvSpPr>
          <p:spPr>
            <a:xfrm>
              <a:off x="10501641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2" name="pt6192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3" name="pt6193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4" name="pt6194"/>
            <p:cNvSpPr/>
            <p:nvPr/>
          </p:nvSpPr>
          <p:spPr>
            <a:xfrm>
              <a:off x="9852466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5" name="pt6195"/>
            <p:cNvSpPr/>
            <p:nvPr/>
          </p:nvSpPr>
          <p:spPr>
            <a:xfrm>
              <a:off x="985246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6" name="pt6196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7" name="pt6197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8" name="pt6198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9" name="pt6199"/>
            <p:cNvSpPr/>
            <p:nvPr/>
          </p:nvSpPr>
          <p:spPr>
            <a:xfrm>
              <a:off x="1082622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0" name="pt6200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1" name="pt6201"/>
            <p:cNvSpPr/>
            <p:nvPr/>
          </p:nvSpPr>
          <p:spPr>
            <a:xfrm>
              <a:off x="101770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2" name="pt6202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3" name="pt6203"/>
            <p:cNvSpPr/>
            <p:nvPr/>
          </p:nvSpPr>
          <p:spPr>
            <a:xfrm>
              <a:off x="1050164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4" name="pt6204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5" name="pt6205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6" name="pt6206"/>
            <p:cNvSpPr/>
            <p:nvPr/>
          </p:nvSpPr>
          <p:spPr>
            <a:xfrm>
              <a:off x="1017705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7" name="pt6207"/>
            <p:cNvSpPr/>
            <p:nvPr/>
          </p:nvSpPr>
          <p:spPr>
            <a:xfrm>
              <a:off x="10826228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8" name="pt6208"/>
            <p:cNvSpPr/>
            <p:nvPr/>
          </p:nvSpPr>
          <p:spPr>
            <a:xfrm>
              <a:off x="10826228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9" name="pt6209"/>
            <p:cNvSpPr/>
            <p:nvPr/>
          </p:nvSpPr>
          <p:spPr>
            <a:xfrm>
              <a:off x="10177054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0" name="pt6210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1" name="pt6211"/>
            <p:cNvSpPr/>
            <p:nvPr/>
          </p:nvSpPr>
          <p:spPr>
            <a:xfrm>
              <a:off x="1017705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2" name="pt6212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3" name="pt6213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4" name="pt6214"/>
            <p:cNvSpPr/>
            <p:nvPr/>
          </p:nvSpPr>
          <p:spPr>
            <a:xfrm>
              <a:off x="101770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5" name="pt6215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6" name="pt6216"/>
            <p:cNvSpPr/>
            <p:nvPr/>
          </p:nvSpPr>
          <p:spPr>
            <a:xfrm>
              <a:off x="1082622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7" name="pt6217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8" name="pt6218"/>
            <p:cNvSpPr/>
            <p:nvPr/>
          </p:nvSpPr>
          <p:spPr>
            <a:xfrm>
              <a:off x="10501641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9" name="pt6219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0" name="pt6220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1" name="pt6221"/>
            <p:cNvSpPr/>
            <p:nvPr/>
          </p:nvSpPr>
          <p:spPr>
            <a:xfrm>
              <a:off x="9852466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2" name="pt6222"/>
            <p:cNvSpPr/>
            <p:nvPr/>
          </p:nvSpPr>
          <p:spPr>
            <a:xfrm>
              <a:off x="9852466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3" name="pt6223"/>
            <p:cNvSpPr/>
            <p:nvPr/>
          </p:nvSpPr>
          <p:spPr>
            <a:xfrm>
              <a:off x="9852466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4" name="pt6224"/>
            <p:cNvSpPr/>
            <p:nvPr/>
          </p:nvSpPr>
          <p:spPr>
            <a:xfrm>
              <a:off x="9852466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5" name="pt6225"/>
            <p:cNvSpPr/>
            <p:nvPr/>
          </p:nvSpPr>
          <p:spPr>
            <a:xfrm>
              <a:off x="985246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6" name="pt6226"/>
            <p:cNvSpPr/>
            <p:nvPr/>
          </p:nvSpPr>
          <p:spPr>
            <a:xfrm>
              <a:off x="9852466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7" name="pt6227"/>
            <p:cNvSpPr/>
            <p:nvPr/>
          </p:nvSpPr>
          <p:spPr>
            <a:xfrm>
              <a:off x="9852466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8" name="pt6228"/>
            <p:cNvSpPr/>
            <p:nvPr/>
          </p:nvSpPr>
          <p:spPr>
            <a:xfrm>
              <a:off x="9852466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9" name="pt6229"/>
            <p:cNvSpPr/>
            <p:nvPr/>
          </p:nvSpPr>
          <p:spPr>
            <a:xfrm>
              <a:off x="1050164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0" name="pt6230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1" name="pt6231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2" name="pt6232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3" name="pt6233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4" name="pt6234"/>
            <p:cNvSpPr/>
            <p:nvPr/>
          </p:nvSpPr>
          <p:spPr>
            <a:xfrm>
              <a:off x="9852466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5" name="pt6235"/>
            <p:cNvSpPr/>
            <p:nvPr/>
          </p:nvSpPr>
          <p:spPr>
            <a:xfrm>
              <a:off x="10177054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6" name="pt6236"/>
            <p:cNvSpPr/>
            <p:nvPr/>
          </p:nvSpPr>
          <p:spPr>
            <a:xfrm>
              <a:off x="10177054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7" name="pt6237"/>
            <p:cNvSpPr/>
            <p:nvPr/>
          </p:nvSpPr>
          <p:spPr>
            <a:xfrm>
              <a:off x="10177054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8" name="pt6238"/>
            <p:cNvSpPr/>
            <p:nvPr/>
          </p:nvSpPr>
          <p:spPr>
            <a:xfrm>
              <a:off x="9852466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9" name="pt6239"/>
            <p:cNvSpPr/>
            <p:nvPr/>
          </p:nvSpPr>
          <p:spPr>
            <a:xfrm>
              <a:off x="1017705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0" name="pt6240"/>
            <p:cNvSpPr/>
            <p:nvPr/>
          </p:nvSpPr>
          <p:spPr>
            <a:xfrm>
              <a:off x="9852466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1" name="pt6241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2" name="pt6242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3" name="pt6243"/>
            <p:cNvSpPr/>
            <p:nvPr/>
          </p:nvSpPr>
          <p:spPr>
            <a:xfrm>
              <a:off x="101770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4" name="pt6244"/>
            <p:cNvSpPr/>
            <p:nvPr/>
          </p:nvSpPr>
          <p:spPr>
            <a:xfrm>
              <a:off x="10177054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5" name="pt6245"/>
            <p:cNvSpPr/>
            <p:nvPr/>
          </p:nvSpPr>
          <p:spPr>
            <a:xfrm>
              <a:off x="985246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6" name="pt6246"/>
            <p:cNvSpPr/>
            <p:nvPr/>
          </p:nvSpPr>
          <p:spPr>
            <a:xfrm>
              <a:off x="1017705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7" name="pt6247"/>
            <p:cNvSpPr/>
            <p:nvPr/>
          </p:nvSpPr>
          <p:spPr>
            <a:xfrm>
              <a:off x="9852466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8" name="pt6248"/>
            <p:cNvSpPr/>
            <p:nvPr/>
          </p:nvSpPr>
          <p:spPr>
            <a:xfrm>
              <a:off x="9852466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9" name="pt6249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0" name="pt6250"/>
            <p:cNvSpPr/>
            <p:nvPr/>
          </p:nvSpPr>
          <p:spPr>
            <a:xfrm>
              <a:off x="1017705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1" name="pt6251"/>
            <p:cNvSpPr/>
            <p:nvPr/>
          </p:nvSpPr>
          <p:spPr>
            <a:xfrm>
              <a:off x="10177054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2" name="pt6252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3" name="pt6253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4" name="pt6254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5" name="pt6255"/>
            <p:cNvSpPr/>
            <p:nvPr/>
          </p:nvSpPr>
          <p:spPr>
            <a:xfrm>
              <a:off x="1017705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6" name="pt6256"/>
            <p:cNvSpPr/>
            <p:nvPr/>
          </p:nvSpPr>
          <p:spPr>
            <a:xfrm>
              <a:off x="9852466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7" name="pt6257"/>
            <p:cNvSpPr/>
            <p:nvPr/>
          </p:nvSpPr>
          <p:spPr>
            <a:xfrm>
              <a:off x="985246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8" name="pt6258"/>
            <p:cNvSpPr/>
            <p:nvPr/>
          </p:nvSpPr>
          <p:spPr>
            <a:xfrm>
              <a:off x="9852466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9" name="pt6259"/>
            <p:cNvSpPr/>
            <p:nvPr/>
          </p:nvSpPr>
          <p:spPr>
            <a:xfrm>
              <a:off x="1017705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0" name="pt6260"/>
            <p:cNvSpPr/>
            <p:nvPr/>
          </p:nvSpPr>
          <p:spPr>
            <a:xfrm>
              <a:off x="10177054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1" name="pt6261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2" name="pt6262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3" name="pt6263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4" name="pt6264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5" name="pt6265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6" name="pt6266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7" name="pt6267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8" name="pt6268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9" name="pt6269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0" name="pt6270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1" name="pt6271"/>
            <p:cNvSpPr/>
            <p:nvPr/>
          </p:nvSpPr>
          <p:spPr>
            <a:xfrm>
              <a:off x="1050164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2" name="pt6272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3" name="pt6273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4" name="pt6274"/>
            <p:cNvSpPr/>
            <p:nvPr/>
          </p:nvSpPr>
          <p:spPr>
            <a:xfrm>
              <a:off x="1050164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5" name="pt6275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6" name="pt6276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7" name="pt6277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8" name="pt6278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9" name="pt6279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0" name="pt6280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1" name="pt6281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2" name="pt6282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3" name="pt6283"/>
            <p:cNvSpPr/>
            <p:nvPr/>
          </p:nvSpPr>
          <p:spPr>
            <a:xfrm>
              <a:off x="9852466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4" name="pt6284"/>
            <p:cNvSpPr/>
            <p:nvPr/>
          </p:nvSpPr>
          <p:spPr>
            <a:xfrm>
              <a:off x="9852466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5" name="pt6285"/>
            <p:cNvSpPr/>
            <p:nvPr/>
          </p:nvSpPr>
          <p:spPr>
            <a:xfrm>
              <a:off x="9852466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6" name="pt6286"/>
            <p:cNvSpPr/>
            <p:nvPr/>
          </p:nvSpPr>
          <p:spPr>
            <a:xfrm>
              <a:off x="985246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7" name="pt6287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8" name="pt6288"/>
            <p:cNvSpPr/>
            <p:nvPr/>
          </p:nvSpPr>
          <p:spPr>
            <a:xfrm>
              <a:off x="1017705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9" name="pt6289"/>
            <p:cNvSpPr/>
            <p:nvPr/>
          </p:nvSpPr>
          <p:spPr>
            <a:xfrm>
              <a:off x="10177054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0" name="pt6290"/>
            <p:cNvSpPr/>
            <p:nvPr/>
          </p:nvSpPr>
          <p:spPr>
            <a:xfrm>
              <a:off x="10177054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1" name="pt6291"/>
            <p:cNvSpPr/>
            <p:nvPr/>
          </p:nvSpPr>
          <p:spPr>
            <a:xfrm>
              <a:off x="10177054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2" name="pt6292"/>
            <p:cNvSpPr/>
            <p:nvPr/>
          </p:nvSpPr>
          <p:spPr>
            <a:xfrm>
              <a:off x="10177054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3" name="pt6293"/>
            <p:cNvSpPr/>
            <p:nvPr/>
          </p:nvSpPr>
          <p:spPr>
            <a:xfrm>
              <a:off x="10177054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4" name="pt6294"/>
            <p:cNvSpPr/>
            <p:nvPr/>
          </p:nvSpPr>
          <p:spPr>
            <a:xfrm>
              <a:off x="10177054" y="41136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5" name="pt6295"/>
            <p:cNvSpPr/>
            <p:nvPr/>
          </p:nvSpPr>
          <p:spPr>
            <a:xfrm>
              <a:off x="10177054" y="4016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6" name="pt6296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7" name="pt6297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8" name="pt6298"/>
            <p:cNvSpPr/>
            <p:nvPr/>
          </p:nvSpPr>
          <p:spPr>
            <a:xfrm>
              <a:off x="1050164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9" name="pt6299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0" name="pt6300"/>
            <p:cNvSpPr/>
            <p:nvPr/>
          </p:nvSpPr>
          <p:spPr>
            <a:xfrm>
              <a:off x="10501641" y="31260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1" name="pt6301"/>
            <p:cNvSpPr/>
            <p:nvPr/>
          </p:nvSpPr>
          <p:spPr>
            <a:xfrm>
              <a:off x="101770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2" name="pt6302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3" name="pt6303"/>
            <p:cNvSpPr/>
            <p:nvPr/>
          </p:nvSpPr>
          <p:spPr>
            <a:xfrm>
              <a:off x="1082622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4" name="pt6304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5" name="pt6305"/>
            <p:cNvSpPr/>
            <p:nvPr/>
          </p:nvSpPr>
          <p:spPr>
            <a:xfrm>
              <a:off x="101770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6" name="pt6306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7" name="pt6307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8" name="pt6308"/>
            <p:cNvSpPr/>
            <p:nvPr/>
          </p:nvSpPr>
          <p:spPr>
            <a:xfrm>
              <a:off x="9852466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9" name="pt6309"/>
            <p:cNvSpPr/>
            <p:nvPr/>
          </p:nvSpPr>
          <p:spPr>
            <a:xfrm>
              <a:off x="9852466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0" name="pt6310"/>
            <p:cNvSpPr/>
            <p:nvPr/>
          </p:nvSpPr>
          <p:spPr>
            <a:xfrm>
              <a:off x="985246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1" name="pt6311"/>
            <p:cNvSpPr/>
            <p:nvPr/>
          </p:nvSpPr>
          <p:spPr>
            <a:xfrm>
              <a:off x="9852466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2" name="pt6312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3" name="pt6313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4" name="pt6314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5" name="pt6315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6" name="pt6316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7" name="pt6317"/>
            <p:cNvSpPr/>
            <p:nvPr/>
          </p:nvSpPr>
          <p:spPr>
            <a:xfrm>
              <a:off x="101770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8" name="pt6318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9" name="pt6319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0" name="pt6320"/>
            <p:cNvSpPr/>
            <p:nvPr/>
          </p:nvSpPr>
          <p:spPr>
            <a:xfrm>
              <a:off x="9852466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1" name="pt6321"/>
            <p:cNvSpPr/>
            <p:nvPr/>
          </p:nvSpPr>
          <p:spPr>
            <a:xfrm>
              <a:off x="10177054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2" name="pt6322"/>
            <p:cNvSpPr/>
            <p:nvPr/>
          </p:nvSpPr>
          <p:spPr>
            <a:xfrm>
              <a:off x="10177054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3" name="pt6323"/>
            <p:cNvSpPr/>
            <p:nvPr/>
          </p:nvSpPr>
          <p:spPr>
            <a:xfrm>
              <a:off x="1017705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4" name="pt6324"/>
            <p:cNvSpPr/>
            <p:nvPr/>
          </p:nvSpPr>
          <p:spPr>
            <a:xfrm>
              <a:off x="985246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5" name="pt6325"/>
            <p:cNvSpPr/>
            <p:nvPr/>
          </p:nvSpPr>
          <p:spPr>
            <a:xfrm>
              <a:off x="9852466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6" name="pt6326"/>
            <p:cNvSpPr/>
            <p:nvPr/>
          </p:nvSpPr>
          <p:spPr>
            <a:xfrm>
              <a:off x="985246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7" name="pt6327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8" name="pt6328"/>
            <p:cNvSpPr/>
            <p:nvPr/>
          </p:nvSpPr>
          <p:spPr>
            <a:xfrm>
              <a:off x="9852466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9" name="pt6329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0" name="pt6330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1" name="pt6331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2" name="pt6332"/>
            <p:cNvSpPr/>
            <p:nvPr/>
          </p:nvSpPr>
          <p:spPr>
            <a:xfrm>
              <a:off x="985246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3" name="pt6333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4" name="pt6334"/>
            <p:cNvSpPr/>
            <p:nvPr/>
          </p:nvSpPr>
          <p:spPr>
            <a:xfrm>
              <a:off x="1017705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5" name="pt6335"/>
            <p:cNvSpPr/>
            <p:nvPr/>
          </p:nvSpPr>
          <p:spPr>
            <a:xfrm>
              <a:off x="985246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6" name="pt6336"/>
            <p:cNvSpPr/>
            <p:nvPr/>
          </p:nvSpPr>
          <p:spPr>
            <a:xfrm>
              <a:off x="1017705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7" name="pt6337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8" name="pt6338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9" name="pt6339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0" name="pt6340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1" name="pt6341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2" name="pt6342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3" name="pt6343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4" name="pt6344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5" name="pt6345"/>
            <p:cNvSpPr/>
            <p:nvPr/>
          </p:nvSpPr>
          <p:spPr>
            <a:xfrm>
              <a:off x="10501641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6" name="pt6346"/>
            <p:cNvSpPr/>
            <p:nvPr/>
          </p:nvSpPr>
          <p:spPr>
            <a:xfrm>
              <a:off x="9852466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7" name="pt6347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8" name="pt6348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9" name="pt6349"/>
            <p:cNvSpPr/>
            <p:nvPr/>
          </p:nvSpPr>
          <p:spPr>
            <a:xfrm>
              <a:off x="1017705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0" name="pt6350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1" name="pt6351"/>
            <p:cNvSpPr/>
            <p:nvPr/>
          </p:nvSpPr>
          <p:spPr>
            <a:xfrm>
              <a:off x="10501641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2" name="pt6352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3" name="pt6353"/>
            <p:cNvSpPr/>
            <p:nvPr/>
          </p:nvSpPr>
          <p:spPr>
            <a:xfrm>
              <a:off x="1050164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4" name="pt6354"/>
            <p:cNvSpPr/>
            <p:nvPr/>
          </p:nvSpPr>
          <p:spPr>
            <a:xfrm>
              <a:off x="10177054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5" name="pt6355"/>
            <p:cNvSpPr/>
            <p:nvPr/>
          </p:nvSpPr>
          <p:spPr>
            <a:xfrm>
              <a:off x="10501641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6" name="pt6356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7" name="pt6357"/>
            <p:cNvSpPr/>
            <p:nvPr/>
          </p:nvSpPr>
          <p:spPr>
            <a:xfrm>
              <a:off x="10501641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8" name="pt6358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9" name="pt6359"/>
            <p:cNvSpPr/>
            <p:nvPr/>
          </p:nvSpPr>
          <p:spPr>
            <a:xfrm>
              <a:off x="9852466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0" name="pt6360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1" name="pt6361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2" name="pt6362"/>
            <p:cNvSpPr/>
            <p:nvPr/>
          </p:nvSpPr>
          <p:spPr>
            <a:xfrm>
              <a:off x="101770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3" name="pt6363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4" name="pt6364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5" name="pt6365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6" name="pt6366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7" name="pt6367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8" name="pt6368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9" name="pt6369"/>
            <p:cNvSpPr/>
            <p:nvPr/>
          </p:nvSpPr>
          <p:spPr>
            <a:xfrm>
              <a:off x="985246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0" name="pt6370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1" name="pt6371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2" name="pt6372"/>
            <p:cNvSpPr/>
            <p:nvPr/>
          </p:nvSpPr>
          <p:spPr>
            <a:xfrm>
              <a:off x="9852466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3" name="pt6373"/>
            <p:cNvSpPr/>
            <p:nvPr/>
          </p:nvSpPr>
          <p:spPr>
            <a:xfrm>
              <a:off x="101770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4" name="pt6374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5" name="pt6375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6" name="pt6376"/>
            <p:cNvSpPr/>
            <p:nvPr/>
          </p:nvSpPr>
          <p:spPr>
            <a:xfrm>
              <a:off x="101770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7" name="pt6377"/>
            <p:cNvSpPr/>
            <p:nvPr/>
          </p:nvSpPr>
          <p:spPr>
            <a:xfrm>
              <a:off x="1017705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8" name="pt6378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9" name="pt6379"/>
            <p:cNvSpPr/>
            <p:nvPr/>
          </p:nvSpPr>
          <p:spPr>
            <a:xfrm>
              <a:off x="10501641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0" name="pt6380"/>
            <p:cNvSpPr/>
            <p:nvPr/>
          </p:nvSpPr>
          <p:spPr>
            <a:xfrm>
              <a:off x="1050164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1" name="pt6381"/>
            <p:cNvSpPr/>
            <p:nvPr/>
          </p:nvSpPr>
          <p:spPr>
            <a:xfrm>
              <a:off x="1050164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2" name="pt6382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3" name="pt6383"/>
            <p:cNvSpPr/>
            <p:nvPr/>
          </p:nvSpPr>
          <p:spPr>
            <a:xfrm>
              <a:off x="1017705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4" name="pt6384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5" name="pt6385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6" name="pt6386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7" name="pt6387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8" name="pt6388"/>
            <p:cNvSpPr/>
            <p:nvPr/>
          </p:nvSpPr>
          <p:spPr>
            <a:xfrm>
              <a:off x="1017705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9" name="pt6389"/>
            <p:cNvSpPr/>
            <p:nvPr/>
          </p:nvSpPr>
          <p:spPr>
            <a:xfrm>
              <a:off x="10501641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0" name="pt6390"/>
            <p:cNvSpPr/>
            <p:nvPr/>
          </p:nvSpPr>
          <p:spPr>
            <a:xfrm>
              <a:off x="1050164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1" name="pt6391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2" name="pt6392"/>
            <p:cNvSpPr/>
            <p:nvPr/>
          </p:nvSpPr>
          <p:spPr>
            <a:xfrm>
              <a:off x="10177054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3" name="pt6393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4" name="pt6394"/>
            <p:cNvSpPr/>
            <p:nvPr/>
          </p:nvSpPr>
          <p:spPr>
            <a:xfrm>
              <a:off x="9852466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5" name="pt6395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6" name="pt6396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7" name="pt6397"/>
            <p:cNvSpPr/>
            <p:nvPr/>
          </p:nvSpPr>
          <p:spPr>
            <a:xfrm>
              <a:off x="9852466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8" name="pt6398"/>
            <p:cNvSpPr/>
            <p:nvPr/>
          </p:nvSpPr>
          <p:spPr>
            <a:xfrm>
              <a:off x="9852466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9" name="pt6399"/>
            <p:cNvSpPr/>
            <p:nvPr/>
          </p:nvSpPr>
          <p:spPr>
            <a:xfrm>
              <a:off x="1017705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0" name="pt6400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1" name="pt6401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2" name="pt6402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3" name="pt6403"/>
            <p:cNvSpPr/>
            <p:nvPr/>
          </p:nvSpPr>
          <p:spPr>
            <a:xfrm>
              <a:off x="10177054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4" name="pt6404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5" name="pt6405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6" name="pt6406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7" name="pt6407"/>
            <p:cNvSpPr/>
            <p:nvPr/>
          </p:nvSpPr>
          <p:spPr>
            <a:xfrm>
              <a:off x="1050164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8" name="pt6408"/>
            <p:cNvSpPr/>
            <p:nvPr/>
          </p:nvSpPr>
          <p:spPr>
            <a:xfrm>
              <a:off x="985246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9" name="pt6409"/>
            <p:cNvSpPr/>
            <p:nvPr/>
          </p:nvSpPr>
          <p:spPr>
            <a:xfrm>
              <a:off x="985246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0" name="pt6410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1" name="pt6411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2" name="pt6412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3" name="pt6413"/>
            <p:cNvSpPr/>
            <p:nvPr/>
          </p:nvSpPr>
          <p:spPr>
            <a:xfrm>
              <a:off x="9852466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4" name="pt6414"/>
            <p:cNvSpPr/>
            <p:nvPr/>
          </p:nvSpPr>
          <p:spPr>
            <a:xfrm>
              <a:off x="985246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5" name="pt6415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6" name="pt6416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7" name="pt6417"/>
            <p:cNvSpPr/>
            <p:nvPr/>
          </p:nvSpPr>
          <p:spPr>
            <a:xfrm>
              <a:off x="1017705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8" name="pt6418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9" name="pt6419"/>
            <p:cNvSpPr/>
            <p:nvPr/>
          </p:nvSpPr>
          <p:spPr>
            <a:xfrm>
              <a:off x="10177054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0" name="pt6420"/>
            <p:cNvSpPr/>
            <p:nvPr/>
          </p:nvSpPr>
          <p:spPr>
            <a:xfrm>
              <a:off x="10177054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1" name="pt6421"/>
            <p:cNvSpPr/>
            <p:nvPr/>
          </p:nvSpPr>
          <p:spPr>
            <a:xfrm>
              <a:off x="9852466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2" name="pt6422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3" name="pt6423"/>
            <p:cNvSpPr/>
            <p:nvPr/>
          </p:nvSpPr>
          <p:spPr>
            <a:xfrm>
              <a:off x="10501641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4" name="pt6424"/>
            <p:cNvSpPr/>
            <p:nvPr/>
          </p:nvSpPr>
          <p:spPr>
            <a:xfrm>
              <a:off x="1082622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5" name="pt6425"/>
            <p:cNvSpPr/>
            <p:nvPr/>
          </p:nvSpPr>
          <p:spPr>
            <a:xfrm>
              <a:off x="10501641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6" name="pt6426"/>
            <p:cNvSpPr/>
            <p:nvPr/>
          </p:nvSpPr>
          <p:spPr>
            <a:xfrm>
              <a:off x="10501641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7" name="pt6427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8" name="pt6428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9" name="pt6429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0" name="pt6430"/>
            <p:cNvSpPr/>
            <p:nvPr/>
          </p:nvSpPr>
          <p:spPr>
            <a:xfrm>
              <a:off x="9852466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1" name="pt6431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2" name="pt6432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3" name="pt6433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4" name="pt6434"/>
            <p:cNvSpPr/>
            <p:nvPr/>
          </p:nvSpPr>
          <p:spPr>
            <a:xfrm>
              <a:off x="101770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5" name="pt6435"/>
            <p:cNvSpPr/>
            <p:nvPr/>
          </p:nvSpPr>
          <p:spPr>
            <a:xfrm>
              <a:off x="985246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6" name="pt6436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7" name="pt6437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8" name="pt6438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9" name="pt6439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0" name="pt6440"/>
            <p:cNvSpPr/>
            <p:nvPr/>
          </p:nvSpPr>
          <p:spPr>
            <a:xfrm>
              <a:off x="9852466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1" name="pt6441"/>
            <p:cNvSpPr/>
            <p:nvPr/>
          </p:nvSpPr>
          <p:spPr>
            <a:xfrm>
              <a:off x="10501641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2" name="pt6442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3" name="pt6443"/>
            <p:cNvSpPr/>
            <p:nvPr/>
          </p:nvSpPr>
          <p:spPr>
            <a:xfrm>
              <a:off x="10177054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4" name="pt6444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5" name="pt6445"/>
            <p:cNvSpPr/>
            <p:nvPr/>
          </p:nvSpPr>
          <p:spPr>
            <a:xfrm>
              <a:off x="10501641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6" name="pt6446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7" name="pt6447"/>
            <p:cNvSpPr/>
            <p:nvPr/>
          </p:nvSpPr>
          <p:spPr>
            <a:xfrm>
              <a:off x="9852466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8" name="pt6448"/>
            <p:cNvSpPr/>
            <p:nvPr/>
          </p:nvSpPr>
          <p:spPr>
            <a:xfrm>
              <a:off x="1017705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9" name="pt6449"/>
            <p:cNvSpPr/>
            <p:nvPr/>
          </p:nvSpPr>
          <p:spPr>
            <a:xfrm>
              <a:off x="985246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0" name="pt6450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1" name="pt6451"/>
            <p:cNvSpPr/>
            <p:nvPr/>
          </p:nvSpPr>
          <p:spPr>
            <a:xfrm>
              <a:off x="1017705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2" name="pt6452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3" name="pt6453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4" name="pt6454"/>
            <p:cNvSpPr/>
            <p:nvPr/>
          </p:nvSpPr>
          <p:spPr>
            <a:xfrm>
              <a:off x="1017705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5" name="pt6455"/>
            <p:cNvSpPr/>
            <p:nvPr/>
          </p:nvSpPr>
          <p:spPr>
            <a:xfrm>
              <a:off x="1017705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6" name="pt6456"/>
            <p:cNvSpPr/>
            <p:nvPr/>
          </p:nvSpPr>
          <p:spPr>
            <a:xfrm>
              <a:off x="10501641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7" name="pt6457"/>
            <p:cNvSpPr/>
            <p:nvPr/>
          </p:nvSpPr>
          <p:spPr>
            <a:xfrm>
              <a:off x="1050164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8" name="pt6458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9" name="pt6459"/>
            <p:cNvSpPr/>
            <p:nvPr/>
          </p:nvSpPr>
          <p:spPr>
            <a:xfrm>
              <a:off x="10177054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0" name="pt6460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1" name="pt6461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2" name="pt6462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3" name="pt6463"/>
            <p:cNvSpPr/>
            <p:nvPr/>
          </p:nvSpPr>
          <p:spPr>
            <a:xfrm>
              <a:off x="10501641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4" name="pt6464"/>
            <p:cNvSpPr/>
            <p:nvPr/>
          </p:nvSpPr>
          <p:spPr>
            <a:xfrm>
              <a:off x="10826228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5" name="pt6465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6" name="pt6466"/>
            <p:cNvSpPr/>
            <p:nvPr/>
          </p:nvSpPr>
          <p:spPr>
            <a:xfrm>
              <a:off x="10177054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7" name="pt6467"/>
            <p:cNvSpPr/>
            <p:nvPr/>
          </p:nvSpPr>
          <p:spPr>
            <a:xfrm>
              <a:off x="10501641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8" name="pt6468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9" name="pt6469"/>
            <p:cNvSpPr/>
            <p:nvPr/>
          </p:nvSpPr>
          <p:spPr>
            <a:xfrm>
              <a:off x="10501641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0" name="pt6470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1" name="pt6471"/>
            <p:cNvSpPr/>
            <p:nvPr/>
          </p:nvSpPr>
          <p:spPr>
            <a:xfrm>
              <a:off x="10177054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2" name="pt6472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3" name="pt6473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4" name="pt6474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5" name="pt6475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6" name="pt6476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7" name="pt6477"/>
            <p:cNvSpPr/>
            <p:nvPr/>
          </p:nvSpPr>
          <p:spPr>
            <a:xfrm>
              <a:off x="1050164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8" name="pt6478"/>
            <p:cNvSpPr/>
            <p:nvPr/>
          </p:nvSpPr>
          <p:spPr>
            <a:xfrm>
              <a:off x="10177054" y="3784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9" name="pt6479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0" name="pt6480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1" name="pt6481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2" name="pt6482"/>
            <p:cNvSpPr/>
            <p:nvPr/>
          </p:nvSpPr>
          <p:spPr>
            <a:xfrm>
              <a:off x="10826228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3" name="pt6483"/>
            <p:cNvSpPr/>
            <p:nvPr/>
          </p:nvSpPr>
          <p:spPr>
            <a:xfrm>
              <a:off x="10826228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4" name="pt6484"/>
            <p:cNvSpPr/>
            <p:nvPr/>
          </p:nvSpPr>
          <p:spPr>
            <a:xfrm>
              <a:off x="10826228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5" name="pt6485"/>
            <p:cNvSpPr/>
            <p:nvPr/>
          </p:nvSpPr>
          <p:spPr>
            <a:xfrm>
              <a:off x="10826228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6" name="pt6486"/>
            <p:cNvSpPr/>
            <p:nvPr/>
          </p:nvSpPr>
          <p:spPr>
            <a:xfrm>
              <a:off x="10501641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7" name="pt6487"/>
            <p:cNvSpPr/>
            <p:nvPr/>
          </p:nvSpPr>
          <p:spPr>
            <a:xfrm>
              <a:off x="10177054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8" name="pt6488"/>
            <p:cNvSpPr/>
            <p:nvPr/>
          </p:nvSpPr>
          <p:spPr>
            <a:xfrm>
              <a:off x="1082622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9" name="pt6489"/>
            <p:cNvSpPr/>
            <p:nvPr/>
          </p:nvSpPr>
          <p:spPr>
            <a:xfrm>
              <a:off x="101770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0" name="pt6490"/>
            <p:cNvSpPr/>
            <p:nvPr/>
          </p:nvSpPr>
          <p:spPr>
            <a:xfrm>
              <a:off x="101770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1" name="pt6491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2" name="pt6492"/>
            <p:cNvSpPr/>
            <p:nvPr/>
          </p:nvSpPr>
          <p:spPr>
            <a:xfrm>
              <a:off x="9852466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3" name="pt6493"/>
            <p:cNvSpPr/>
            <p:nvPr/>
          </p:nvSpPr>
          <p:spPr>
            <a:xfrm>
              <a:off x="1050164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4" name="pt6494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5" name="pt6495"/>
            <p:cNvSpPr/>
            <p:nvPr/>
          </p:nvSpPr>
          <p:spPr>
            <a:xfrm>
              <a:off x="9852466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6" name="pt6496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7" name="pt6497"/>
            <p:cNvSpPr/>
            <p:nvPr/>
          </p:nvSpPr>
          <p:spPr>
            <a:xfrm>
              <a:off x="10501641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8" name="pt6498"/>
            <p:cNvSpPr/>
            <p:nvPr/>
          </p:nvSpPr>
          <p:spPr>
            <a:xfrm>
              <a:off x="10501641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9" name="pt6499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0" name="pt6500"/>
            <p:cNvSpPr/>
            <p:nvPr/>
          </p:nvSpPr>
          <p:spPr>
            <a:xfrm>
              <a:off x="10177054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1" name="pt6501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2" name="pt6502"/>
            <p:cNvSpPr/>
            <p:nvPr/>
          </p:nvSpPr>
          <p:spPr>
            <a:xfrm>
              <a:off x="10177054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3" name="pt6503"/>
            <p:cNvSpPr/>
            <p:nvPr/>
          </p:nvSpPr>
          <p:spPr>
            <a:xfrm>
              <a:off x="10177054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4" name="pt6504"/>
            <p:cNvSpPr/>
            <p:nvPr/>
          </p:nvSpPr>
          <p:spPr>
            <a:xfrm>
              <a:off x="1017705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5" name="pt6505"/>
            <p:cNvSpPr/>
            <p:nvPr/>
          </p:nvSpPr>
          <p:spPr>
            <a:xfrm>
              <a:off x="985246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6" name="pt6506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7" name="pt6507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8" name="pt6508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9" name="pt6509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0" name="pt6510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1" name="pt6511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2" name="pt6512"/>
            <p:cNvSpPr/>
            <p:nvPr/>
          </p:nvSpPr>
          <p:spPr>
            <a:xfrm>
              <a:off x="1050164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3" name="pt6513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4" name="pt6514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5" name="pt6515"/>
            <p:cNvSpPr/>
            <p:nvPr/>
          </p:nvSpPr>
          <p:spPr>
            <a:xfrm>
              <a:off x="985246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6" name="pt6516"/>
            <p:cNvSpPr/>
            <p:nvPr/>
          </p:nvSpPr>
          <p:spPr>
            <a:xfrm>
              <a:off x="9852466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7" name="pt6517"/>
            <p:cNvSpPr/>
            <p:nvPr/>
          </p:nvSpPr>
          <p:spPr>
            <a:xfrm>
              <a:off x="10177054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8" name="pt6518"/>
            <p:cNvSpPr/>
            <p:nvPr/>
          </p:nvSpPr>
          <p:spPr>
            <a:xfrm>
              <a:off x="1017705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9" name="pt6519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0" name="pt6520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1" name="pt6521"/>
            <p:cNvSpPr/>
            <p:nvPr/>
          </p:nvSpPr>
          <p:spPr>
            <a:xfrm>
              <a:off x="9852466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2" name="pt6522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3" name="pt6523"/>
            <p:cNvSpPr/>
            <p:nvPr/>
          </p:nvSpPr>
          <p:spPr>
            <a:xfrm>
              <a:off x="10177054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4" name="pt6524"/>
            <p:cNvSpPr/>
            <p:nvPr/>
          </p:nvSpPr>
          <p:spPr>
            <a:xfrm>
              <a:off x="9852466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5" name="pt6525"/>
            <p:cNvSpPr/>
            <p:nvPr/>
          </p:nvSpPr>
          <p:spPr>
            <a:xfrm>
              <a:off x="9852466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6" name="pt6526"/>
            <p:cNvSpPr/>
            <p:nvPr/>
          </p:nvSpPr>
          <p:spPr>
            <a:xfrm>
              <a:off x="9852466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7" name="pt6527"/>
            <p:cNvSpPr/>
            <p:nvPr/>
          </p:nvSpPr>
          <p:spPr>
            <a:xfrm>
              <a:off x="1017705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8" name="pt6528"/>
            <p:cNvSpPr/>
            <p:nvPr/>
          </p:nvSpPr>
          <p:spPr>
            <a:xfrm>
              <a:off x="10177054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9" name="pt6529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0" name="pt6530"/>
            <p:cNvSpPr/>
            <p:nvPr/>
          </p:nvSpPr>
          <p:spPr>
            <a:xfrm>
              <a:off x="9852466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1" name="pt6531"/>
            <p:cNvSpPr/>
            <p:nvPr/>
          </p:nvSpPr>
          <p:spPr>
            <a:xfrm>
              <a:off x="9852466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2" name="pt6532"/>
            <p:cNvSpPr/>
            <p:nvPr/>
          </p:nvSpPr>
          <p:spPr>
            <a:xfrm>
              <a:off x="985246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3" name="pt6533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4" name="pt6534"/>
            <p:cNvSpPr/>
            <p:nvPr/>
          </p:nvSpPr>
          <p:spPr>
            <a:xfrm>
              <a:off x="9852466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5" name="pt6535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6" name="pt6536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7" name="pt6537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8" name="pt6538"/>
            <p:cNvSpPr/>
            <p:nvPr/>
          </p:nvSpPr>
          <p:spPr>
            <a:xfrm>
              <a:off x="9852466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9" name="pt6539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0" name="pt6540"/>
            <p:cNvSpPr/>
            <p:nvPr/>
          </p:nvSpPr>
          <p:spPr>
            <a:xfrm>
              <a:off x="10177054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1" name="pt6541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2" name="pt6542"/>
            <p:cNvSpPr/>
            <p:nvPr/>
          </p:nvSpPr>
          <p:spPr>
            <a:xfrm>
              <a:off x="1017705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3" name="pt6543"/>
            <p:cNvSpPr/>
            <p:nvPr/>
          </p:nvSpPr>
          <p:spPr>
            <a:xfrm>
              <a:off x="9852466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4" name="pt6544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5" name="pt6545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6" name="pt6546"/>
            <p:cNvSpPr/>
            <p:nvPr/>
          </p:nvSpPr>
          <p:spPr>
            <a:xfrm>
              <a:off x="10177054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7" name="pt6547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8" name="pt6548"/>
            <p:cNvSpPr/>
            <p:nvPr/>
          </p:nvSpPr>
          <p:spPr>
            <a:xfrm>
              <a:off x="10177054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9" name="pt6549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0" name="pt6550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1" name="pt6551"/>
            <p:cNvSpPr/>
            <p:nvPr/>
          </p:nvSpPr>
          <p:spPr>
            <a:xfrm>
              <a:off x="10177054" y="4162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2" name="pt6552"/>
            <p:cNvSpPr/>
            <p:nvPr/>
          </p:nvSpPr>
          <p:spPr>
            <a:xfrm>
              <a:off x="9852466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3" name="pt6553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4" name="pt6554"/>
            <p:cNvSpPr/>
            <p:nvPr/>
          </p:nvSpPr>
          <p:spPr>
            <a:xfrm>
              <a:off x="10177054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5" name="pt6555"/>
            <p:cNvSpPr/>
            <p:nvPr/>
          </p:nvSpPr>
          <p:spPr>
            <a:xfrm>
              <a:off x="9852466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6" name="pt6556"/>
            <p:cNvSpPr/>
            <p:nvPr/>
          </p:nvSpPr>
          <p:spPr>
            <a:xfrm>
              <a:off x="10177054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7" name="pt6557"/>
            <p:cNvSpPr/>
            <p:nvPr/>
          </p:nvSpPr>
          <p:spPr>
            <a:xfrm>
              <a:off x="9852466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8" name="pt6558"/>
            <p:cNvSpPr/>
            <p:nvPr/>
          </p:nvSpPr>
          <p:spPr>
            <a:xfrm>
              <a:off x="985246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9" name="pt6559"/>
            <p:cNvSpPr/>
            <p:nvPr/>
          </p:nvSpPr>
          <p:spPr>
            <a:xfrm>
              <a:off x="985246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0" name="pt6560"/>
            <p:cNvSpPr/>
            <p:nvPr/>
          </p:nvSpPr>
          <p:spPr>
            <a:xfrm>
              <a:off x="10177054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1" name="pt6561"/>
            <p:cNvSpPr/>
            <p:nvPr/>
          </p:nvSpPr>
          <p:spPr>
            <a:xfrm>
              <a:off x="10826228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2" name="pt6562"/>
            <p:cNvSpPr/>
            <p:nvPr/>
          </p:nvSpPr>
          <p:spPr>
            <a:xfrm>
              <a:off x="10177054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3" name="pt6563"/>
            <p:cNvSpPr/>
            <p:nvPr/>
          </p:nvSpPr>
          <p:spPr>
            <a:xfrm>
              <a:off x="1050164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4" name="pt6564"/>
            <p:cNvSpPr/>
            <p:nvPr/>
          </p:nvSpPr>
          <p:spPr>
            <a:xfrm>
              <a:off x="9852466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5" name="pt6565"/>
            <p:cNvSpPr/>
            <p:nvPr/>
          </p:nvSpPr>
          <p:spPr>
            <a:xfrm>
              <a:off x="101770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6" name="pt6566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7" name="pt6567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8" name="pt6568"/>
            <p:cNvSpPr/>
            <p:nvPr/>
          </p:nvSpPr>
          <p:spPr>
            <a:xfrm>
              <a:off x="985246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9" name="pt6569"/>
            <p:cNvSpPr/>
            <p:nvPr/>
          </p:nvSpPr>
          <p:spPr>
            <a:xfrm>
              <a:off x="9852466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0" name="pt6570"/>
            <p:cNvSpPr/>
            <p:nvPr/>
          </p:nvSpPr>
          <p:spPr>
            <a:xfrm>
              <a:off x="9852466" y="40770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1" name="pt6571"/>
            <p:cNvSpPr/>
            <p:nvPr/>
          </p:nvSpPr>
          <p:spPr>
            <a:xfrm>
              <a:off x="10501641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2" name="pt6572"/>
            <p:cNvSpPr/>
            <p:nvPr/>
          </p:nvSpPr>
          <p:spPr>
            <a:xfrm>
              <a:off x="101770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3" name="pt6573"/>
            <p:cNvSpPr/>
            <p:nvPr/>
          </p:nvSpPr>
          <p:spPr>
            <a:xfrm>
              <a:off x="9852466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4" name="pt6574"/>
            <p:cNvSpPr/>
            <p:nvPr/>
          </p:nvSpPr>
          <p:spPr>
            <a:xfrm>
              <a:off x="10177054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5" name="pt6575"/>
            <p:cNvSpPr/>
            <p:nvPr/>
          </p:nvSpPr>
          <p:spPr>
            <a:xfrm>
              <a:off x="101770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6" name="pt6576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7" name="pt6577"/>
            <p:cNvSpPr/>
            <p:nvPr/>
          </p:nvSpPr>
          <p:spPr>
            <a:xfrm>
              <a:off x="1050164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8" name="pt6578"/>
            <p:cNvSpPr/>
            <p:nvPr/>
          </p:nvSpPr>
          <p:spPr>
            <a:xfrm>
              <a:off x="10501641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9" name="pt6579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0" name="pt6580"/>
            <p:cNvSpPr/>
            <p:nvPr/>
          </p:nvSpPr>
          <p:spPr>
            <a:xfrm>
              <a:off x="1050164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1" name="pt6581"/>
            <p:cNvSpPr/>
            <p:nvPr/>
          </p:nvSpPr>
          <p:spPr>
            <a:xfrm>
              <a:off x="10826228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2" name="pt6582"/>
            <p:cNvSpPr/>
            <p:nvPr/>
          </p:nvSpPr>
          <p:spPr>
            <a:xfrm>
              <a:off x="10501641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3" name="pt6583"/>
            <p:cNvSpPr/>
            <p:nvPr/>
          </p:nvSpPr>
          <p:spPr>
            <a:xfrm>
              <a:off x="10177054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4" name="pt6584"/>
            <p:cNvSpPr/>
            <p:nvPr/>
          </p:nvSpPr>
          <p:spPr>
            <a:xfrm>
              <a:off x="1050164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5" name="pt6585"/>
            <p:cNvSpPr/>
            <p:nvPr/>
          </p:nvSpPr>
          <p:spPr>
            <a:xfrm>
              <a:off x="9852466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6" name="pt6586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7" name="pt6587"/>
            <p:cNvSpPr/>
            <p:nvPr/>
          </p:nvSpPr>
          <p:spPr>
            <a:xfrm>
              <a:off x="1050164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8" name="pt6588"/>
            <p:cNvSpPr/>
            <p:nvPr/>
          </p:nvSpPr>
          <p:spPr>
            <a:xfrm>
              <a:off x="10177054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9" name="pt6589"/>
            <p:cNvSpPr/>
            <p:nvPr/>
          </p:nvSpPr>
          <p:spPr>
            <a:xfrm>
              <a:off x="9852466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0" name="pt6590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1" name="pt6591"/>
            <p:cNvSpPr/>
            <p:nvPr/>
          </p:nvSpPr>
          <p:spPr>
            <a:xfrm>
              <a:off x="9852466" y="38210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2" name="pt6592"/>
            <p:cNvSpPr/>
            <p:nvPr/>
          </p:nvSpPr>
          <p:spPr>
            <a:xfrm>
              <a:off x="9852466" y="3857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3" name="pt6593"/>
            <p:cNvSpPr/>
            <p:nvPr/>
          </p:nvSpPr>
          <p:spPr>
            <a:xfrm>
              <a:off x="10501641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4" name="pt6594"/>
            <p:cNvSpPr/>
            <p:nvPr/>
          </p:nvSpPr>
          <p:spPr>
            <a:xfrm>
              <a:off x="9852466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5" name="pt6595"/>
            <p:cNvSpPr/>
            <p:nvPr/>
          </p:nvSpPr>
          <p:spPr>
            <a:xfrm>
              <a:off x="10177054" y="40648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6" name="pt6596"/>
            <p:cNvSpPr/>
            <p:nvPr/>
          </p:nvSpPr>
          <p:spPr>
            <a:xfrm>
              <a:off x="10501641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7" name="pt6597"/>
            <p:cNvSpPr/>
            <p:nvPr/>
          </p:nvSpPr>
          <p:spPr>
            <a:xfrm>
              <a:off x="10501641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8" name="pt6598"/>
            <p:cNvSpPr/>
            <p:nvPr/>
          </p:nvSpPr>
          <p:spPr>
            <a:xfrm>
              <a:off x="10177054" y="3747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9" name="pt6599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0" name="pt6600"/>
            <p:cNvSpPr/>
            <p:nvPr/>
          </p:nvSpPr>
          <p:spPr>
            <a:xfrm>
              <a:off x="10177054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1" name="pt6601"/>
            <p:cNvSpPr/>
            <p:nvPr/>
          </p:nvSpPr>
          <p:spPr>
            <a:xfrm>
              <a:off x="11150816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2" name="pt6602"/>
            <p:cNvSpPr/>
            <p:nvPr/>
          </p:nvSpPr>
          <p:spPr>
            <a:xfrm>
              <a:off x="11799990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3" name="pt6603"/>
            <p:cNvSpPr/>
            <p:nvPr/>
          </p:nvSpPr>
          <p:spPr>
            <a:xfrm>
              <a:off x="10501641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4" name="pt6604"/>
            <p:cNvSpPr/>
            <p:nvPr/>
          </p:nvSpPr>
          <p:spPr>
            <a:xfrm>
              <a:off x="10826228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5" name="pt6605"/>
            <p:cNvSpPr/>
            <p:nvPr/>
          </p:nvSpPr>
          <p:spPr>
            <a:xfrm>
              <a:off x="10177054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6" name="pt6606"/>
            <p:cNvSpPr/>
            <p:nvPr/>
          </p:nvSpPr>
          <p:spPr>
            <a:xfrm>
              <a:off x="10501641" y="39917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7" name="pt6607"/>
            <p:cNvSpPr/>
            <p:nvPr/>
          </p:nvSpPr>
          <p:spPr>
            <a:xfrm>
              <a:off x="10501641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8" name="pt6608"/>
            <p:cNvSpPr/>
            <p:nvPr/>
          </p:nvSpPr>
          <p:spPr>
            <a:xfrm>
              <a:off x="10826228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9" name="pt6609"/>
            <p:cNvSpPr/>
            <p:nvPr/>
          </p:nvSpPr>
          <p:spPr>
            <a:xfrm>
              <a:off x="10501641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0" name="pt6610"/>
            <p:cNvSpPr/>
            <p:nvPr/>
          </p:nvSpPr>
          <p:spPr>
            <a:xfrm>
              <a:off x="10501641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1" name="pt6611"/>
            <p:cNvSpPr/>
            <p:nvPr/>
          </p:nvSpPr>
          <p:spPr>
            <a:xfrm>
              <a:off x="9852466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2" name="pt6612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3" name="pt6613"/>
            <p:cNvSpPr/>
            <p:nvPr/>
          </p:nvSpPr>
          <p:spPr>
            <a:xfrm>
              <a:off x="10501641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4" name="pt6614"/>
            <p:cNvSpPr/>
            <p:nvPr/>
          </p:nvSpPr>
          <p:spPr>
            <a:xfrm>
              <a:off x="9852466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5" name="pt6615"/>
            <p:cNvSpPr/>
            <p:nvPr/>
          </p:nvSpPr>
          <p:spPr>
            <a:xfrm>
              <a:off x="9852466" y="3894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6" name="pt6616"/>
            <p:cNvSpPr/>
            <p:nvPr/>
          </p:nvSpPr>
          <p:spPr>
            <a:xfrm>
              <a:off x="10501641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7" name="pt6617"/>
            <p:cNvSpPr/>
            <p:nvPr/>
          </p:nvSpPr>
          <p:spPr>
            <a:xfrm>
              <a:off x="10501641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8" name="pt6618"/>
            <p:cNvSpPr/>
            <p:nvPr/>
          </p:nvSpPr>
          <p:spPr>
            <a:xfrm>
              <a:off x="11150816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9" name="pt6619"/>
            <p:cNvSpPr/>
            <p:nvPr/>
          </p:nvSpPr>
          <p:spPr>
            <a:xfrm>
              <a:off x="10177054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0" name="pt6620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1" name="pt6621"/>
            <p:cNvSpPr/>
            <p:nvPr/>
          </p:nvSpPr>
          <p:spPr>
            <a:xfrm>
              <a:off x="10501641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2" name="pt6622"/>
            <p:cNvSpPr/>
            <p:nvPr/>
          </p:nvSpPr>
          <p:spPr>
            <a:xfrm>
              <a:off x="10501641" y="31748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3" name="pt6623"/>
            <p:cNvSpPr/>
            <p:nvPr/>
          </p:nvSpPr>
          <p:spPr>
            <a:xfrm>
              <a:off x="9852466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4" name="pt6624"/>
            <p:cNvSpPr/>
            <p:nvPr/>
          </p:nvSpPr>
          <p:spPr>
            <a:xfrm>
              <a:off x="10501641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5" name="pt6625"/>
            <p:cNvSpPr/>
            <p:nvPr/>
          </p:nvSpPr>
          <p:spPr>
            <a:xfrm>
              <a:off x="10177054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6" name="pt6626"/>
            <p:cNvSpPr/>
            <p:nvPr/>
          </p:nvSpPr>
          <p:spPr>
            <a:xfrm>
              <a:off x="10177054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7" name="pt6627"/>
            <p:cNvSpPr/>
            <p:nvPr/>
          </p:nvSpPr>
          <p:spPr>
            <a:xfrm>
              <a:off x="9852466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8" name="pt6628"/>
            <p:cNvSpPr/>
            <p:nvPr/>
          </p:nvSpPr>
          <p:spPr>
            <a:xfrm>
              <a:off x="9852466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9" name="pt6629"/>
            <p:cNvSpPr/>
            <p:nvPr/>
          </p:nvSpPr>
          <p:spPr>
            <a:xfrm>
              <a:off x="9852466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0" name="pt6630"/>
            <p:cNvSpPr/>
            <p:nvPr/>
          </p:nvSpPr>
          <p:spPr>
            <a:xfrm>
              <a:off x="10501641" y="366254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1" name="pt6631"/>
            <p:cNvSpPr/>
            <p:nvPr/>
          </p:nvSpPr>
          <p:spPr>
            <a:xfrm>
              <a:off x="10501641" y="34186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2" name="pt6632"/>
            <p:cNvSpPr/>
            <p:nvPr/>
          </p:nvSpPr>
          <p:spPr>
            <a:xfrm>
              <a:off x="10501641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3" name="pt6633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4" name="pt6634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5" name="pt6635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6" name="pt6636"/>
            <p:cNvSpPr/>
            <p:nvPr/>
          </p:nvSpPr>
          <p:spPr>
            <a:xfrm>
              <a:off x="10177054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7" name="pt6637"/>
            <p:cNvSpPr/>
            <p:nvPr/>
          </p:nvSpPr>
          <p:spPr>
            <a:xfrm>
              <a:off x="10177054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8" name="pt6638"/>
            <p:cNvSpPr/>
            <p:nvPr/>
          </p:nvSpPr>
          <p:spPr>
            <a:xfrm>
              <a:off x="10501641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9" name="pt6639"/>
            <p:cNvSpPr/>
            <p:nvPr/>
          </p:nvSpPr>
          <p:spPr>
            <a:xfrm>
              <a:off x="9852466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0" name="pt6640"/>
            <p:cNvSpPr/>
            <p:nvPr/>
          </p:nvSpPr>
          <p:spPr>
            <a:xfrm>
              <a:off x="10826228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1" name="pt6641"/>
            <p:cNvSpPr/>
            <p:nvPr/>
          </p:nvSpPr>
          <p:spPr>
            <a:xfrm>
              <a:off x="10826228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2" name="pt6642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3" name="pt6643"/>
            <p:cNvSpPr/>
            <p:nvPr/>
          </p:nvSpPr>
          <p:spPr>
            <a:xfrm>
              <a:off x="9852466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4" name="pt6644"/>
            <p:cNvSpPr/>
            <p:nvPr/>
          </p:nvSpPr>
          <p:spPr>
            <a:xfrm>
              <a:off x="9852466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5" name="pt6645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6" name="pt6646"/>
            <p:cNvSpPr/>
            <p:nvPr/>
          </p:nvSpPr>
          <p:spPr>
            <a:xfrm>
              <a:off x="10501641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7" name="pt6647"/>
            <p:cNvSpPr/>
            <p:nvPr/>
          </p:nvSpPr>
          <p:spPr>
            <a:xfrm>
              <a:off x="10826228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8" name="pt6648"/>
            <p:cNvSpPr/>
            <p:nvPr/>
          </p:nvSpPr>
          <p:spPr>
            <a:xfrm>
              <a:off x="10826228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9" name="pt6649"/>
            <p:cNvSpPr/>
            <p:nvPr/>
          </p:nvSpPr>
          <p:spPr>
            <a:xfrm>
              <a:off x="9852466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0" name="pt6650"/>
            <p:cNvSpPr/>
            <p:nvPr/>
          </p:nvSpPr>
          <p:spPr>
            <a:xfrm>
              <a:off x="11150816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1" name="pt6651"/>
            <p:cNvSpPr/>
            <p:nvPr/>
          </p:nvSpPr>
          <p:spPr>
            <a:xfrm>
              <a:off x="1017705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2" name="pt6652"/>
            <p:cNvSpPr/>
            <p:nvPr/>
          </p:nvSpPr>
          <p:spPr>
            <a:xfrm>
              <a:off x="9852466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3" name="pt6653"/>
            <p:cNvSpPr/>
            <p:nvPr/>
          </p:nvSpPr>
          <p:spPr>
            <a:xfrm>
              <a:off x="9852466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4" name="pt6654"/>
            <p:cNvSpPr/>
            <p:nvPr/>
          </p:nvSpPr>
          <p:spPr>
            <a:xfrm>
              <a:off x="9852466" y="37113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5" name="pt6655"/>
            <p:cNvSpPr/>
            <p:nvPr/>
          </p:nvSpPr>
          <p:spPr>
            <a:xfrm>
              <a:off x="985246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6" name="pt6656"/>
            <p:cNvSpPr/>
            <p:nvPr/>
          </p:nvSpPr>
          <p:spPr>
            <a:xfrm>
              <a:off x="10501641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7" name="pt6657"/>
            <p:cNvSpPr/>
            <p:nvPr/>
          </p:nvSpPr>
          <p:spPr>
            <a:xfrm>
              <a:off x="10501641" y="34918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8" name="pt6658"/>
            <p:cNvSpPr/>
            <p:nvPr/>
          </p:nvSpPr>
          <p:spPr>
            <a:xfrm>
              <a:off x="9852466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9" name="pt6659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0" name="pt6660"/>
            <p:cNvSpPr/>
            <p:nvPr/>
          </p:nvSpPr>
          <p:spPr>
            <a:xfrm>
              <a:off x="9852466" y="39307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1" name="pt6661"/>
            <p:cNvSpPr/>
            <p:nvPr/>
          </p:nvSpPr>
          <p:spPr>
            <a:xfrm>
              <a:off x="10501641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2" name="pt6662"/>
            <p:cNvSpPr/>
            <p:nvPr/>
          </p:nvSpPr>
          <p:spPr>
            <a:xfrm>
              <a:off x="10177054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3" name="pt6663"/>
            <p:cNvSpPr/>
            <p:nvPr/>
          </p:nvSpPr>
          <p:spPr>
            <a:xfrm>
              <a:off x="9852466" y="36381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4" name="pt6664"/>
            <p:cNvSpPr/>
            <p:nvPr/>
          </p:nvSpPr>
          <p:spPr>
            <a:xfrm>
              <a:off x="10177054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5" name="pt6665"/>
            <p:cNvSpPr/>
            <p:nvPr/>
          </p:nvSpPr>
          <p:spPr>
            <a:xfrm>
              <a:off x="985246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6" name="pt6666"/>
            <p:cNvSpPr/>
            <p:nvPr/>
          </p:nvSpPr>
          <p:spPr>
            <a:xfrm>
              <a:off x="10826228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7" name="pt6667"/>
            <p:cNvSpPr/>
            <p:nvPr/>
          </p:nvSpPr>
          <p:spPr>
            <a:xfrm>
              <a:off x="10826228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8" name="pt6668"/>
            <p:cNvSpPr/>
            <p:nvPr/>
          </p:nvSpPr>
          <p:spPr>
            <a:xfrm>
              <a:off x="10501641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9" name="pt6669"/>
            <p:cNvSpPr/>
            <p:nvPr/>
          </p:nvSpPr>
          <p:spPr>
            <a:xfrm>
              <a:off x="10177054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0" name="pt6670"/>
            <p:cNvSpPr/>
            <p:nvPr/>
          </p:nvSpPr>
          <p:spPr>
            <a:xfrm>
              <a:off x="9852466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1" name="pt6671"/>
            <p:cNvSpPr/>
            <p:nvPr/>
          </p:nvSpPr>
          <p:spPr>
            <a:xfrm>
              <a:off x="9852466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2" name="pt6672"/>
            <p:cNvSpPr/>
            <p:nvPr/>
          </p:nvSpPr>
          <p:spPr>
            <a:xfrm>
              <a:off x="10501641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3" name="pt6673"/>
            <p:cNvSpPr/>
            <p:nvPr/>
          </p:nvSpPr>
          <p:spPr>
            <a:xfrm>
              <a:off x="9852466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4" name="pt6674"/>
            <p:cNvSpPr/>
            <p:nvPr/>
          </p:nvSpPr>
          <p:spPr>
            <a:xfrm>
              <a:off x="10501641" y="3223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5" name="pt6675"/>
            <p:cNvSpPr/>
            <p:nvPr/>
          </p:nvSpPr>
          <p:spPr>
            <a:xfrm>
              <a:off x="10501641" y="35528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6" name="pt6676"/>
            <p:cNvSpPr/>
            <p:nvPr/>
          </p:nvSpPr>
          <p:spPr>
            <a:xfrm>
              <a:off x="10826228" y="31870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7" name="pt6677"/>
            <p:cNvSpPr/>
            <p:nvPr/>
          </p:nvSpPr>
          <p:spPr>
            <a:xfrm>
              <a:off x="10826228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8" name="pt6678"/>
            <p:cNvSpPr/>
            <p:nvPr/>
          </p:nvSpPr>
          <p:spPr>
            <a:xfrm>
              <a:off x="10501641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9" name="pt6679"/>
            <p:cNvSpPr/>
            <p:nvPr/>
          </p:nvSpPr>
          <p:spPr>
            <a:xfrm>
              <a:off x="9852466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0" name="pt6680"/>
            <p:cNvSpPr/>
            <p:nvPr/>
          </p:nvSpPr>
          <p:spPr>
            <a:xfrm>
              <a:off x="10501641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1" name="pt6681"/>
            <p:cNvSpPr/>
            <p:nvPr/>
          </p:nvSpPr>
          <p:spPr>
            <a:xfrm>
              <a:off x="10826228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2" name="pt6682"/>
            <p:cNvSpPr/>
            <p:nvPr/>
          </p:nvSpPr>
          <p:spPr>
            <a:xfrm>
              <a:off x="10177054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3" name="pt6683"/>
            <p:cNvSpPr/>
            <p:nvPr/>
          </p:nvSpPr>
          <p:spPr>
            <a:xfrm>
              <a:off x="10177054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4" name="pt6684"/>
            <p:cNvSpPr/>
            <p:nvPr/>
          </p:nvSpPr>
          <p:spPr>
            <a:xfrm>
              <a:off x="9852466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5" name="pt6685"/>
            <p:cNvSpPr/>
            <p:nvPr/>
          </p:nvSpPr>
          <p:spPr>
            <a:xfrm>
              <a:off x="10501641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6" name="pt6686"/>
            <p:cNvSpPr/>
            <p:nvPr/>
          </p:nvSpPr>
          <p:spPr>
            <a:xfrm>
              <a:off x="10501641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7" name="pt6687"/>
            <p:cNvSpPr/>
            <p:nvPr/>
          </p:nvSpPr>
          <p:spPr>
            <a:xfrm>
              <a:off x="1017705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8" name="pt6688"/>
            <p:cNvSpPr/>
            <p:nvPr/>
          </p:nvSpPr>
          <p:spPr>
            <a:xfrm>
              <a:off x="9852466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9" name="pt6689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0" name="pt6690"/>
            <p:cNvSpPr/>
            <p:nvPr/>
          </p:nvSpPr>
          <p:spPr>
            <a:xfrm>
              <a:off x="10177054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1" name="pt6691"/>
            <p:cNvSpPr/>
            <p:nvPr/>
          </p:nvSpPr>
          <p:spPr>
            <a:xfrm>
              <a:off x="10501641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2" name="pt6692"/>
            <p:cNvSpPr/>
            <p:nvPr/>
          </p:nvSpPr>
          <p:spPr>
            <a:xfrm>
              <a:off x="10177054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3" name="pt6693"/>
            <p:cNvSpPr/>
            <p:nvPr/>
          </p:nvSpPr>
          <p:spPr>
            <a:xfrm>
              <a:off x="10177054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4" name="pt6694"/>
            <p:cNvSpPr/>
            <p:nvPr/>
          </p:nvSpPr>
          <p:spPr>
            <a:xfrm>
              <a:off x="10826228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5" name="pt6695"/>
            <p:cNvSpPr/>
            <p:nvPr/>
          </p:nvSpPr>
          <p:spPr>
            <a:xfrm>
              <a:off x="10177054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6" name="pt6696"/>
            <p:cNvSpPr/>
            <p:nvPr/>
          </p:nvSpPr>
          <p:spPr>
            <a:xfrm>
              <a:off x="9852466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7" name="pt6697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8" name="pt6698"/>
            <p:cNvSpPr/>
            <p:nvPr/>
          </p:nvSpPr>
          <p:spPr>
            <a:xfrm>
              <a:off x="10501641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9" name="pt6699"/>
            <p:cNvSpPr/>
            <p:nvPr/>
          </p:nvSpPr>
          <p:spPr>
            <a:xfrm>
              <a:off x="10826228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0" name="pt6700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1" name="pt6701"/>
            <p:cNvSpPr/>
            <p:nvPr/>
          </p:nvSpPr>
          <p:spPr>
            <a:xfrm>
              <a:off x="10177054" y="40709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2" name="pt6702"/>
            <p:cNvSpPr/>
            <p:nvPr/>
          </p:nvSpPr>
          <p:spPr>
            <a:xfrm>
              <a:off x="10501641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3" name="pt6703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4" name="pt6704"/>
            <p:cNvSpPr/>
            <p:nvPr/>
          </p:nvSpPr>
          <p:spPr>
            <a:xfrm>
              <a:off x="9852466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5" name="pt6705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6" name="pt6706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7" name="pt6707"/>
            <p:cNvSpPr/>
            <p:nvPr/>
          </p:nvSpPr>
          <p:spPr>
            <a:xfrm>
              <a:off x="10501641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8" name="pt6708"/>
            <p:cNvSpPr/>
            <p:nvPr/>
          </p:nvSpPr>
          <p:spPr>
            <a:xfrm>
              <a:off x="985246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9" name="pt6709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0" name="pt6710"/>
            <p:cNvSpPr/>
            <p:nvPr/>
          </p:nvSpPr>
          <p:spPr>
            <a:xfrm>
              <a:off x="9852466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1" name="pt6711"/>
            <p:cNvSpPr/>
            <p:nvPr/>
          </p:nvSpPr>
          <p:spPr>
            <a:xfrm>
              <a:off x="9852466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2" name="pt6712"/>
            <p:cNvSpPr/>
            <p:nvPr/>
          </p:nvSpPr>
          <p:spPr>
            <a:xfrm>
              <a:off x="1017705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3" name="pt6713"/>
            <p:cNvSpPr/>
            <p:nvPr/>
          </p:nvSpPr>
          <p:spPr>
            <a:xfrm>
              <a:off x="9852466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4" name="pt6714"/>
            <p:cNvSpPr/>
            <p:nvPr/>
          </p:nvSpPr>
          <p:spPr>
            <a:xfrm>
              <a:off x="10501641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5" name="pt6715"/>
            <p:cNvSpPr/>
            <p:nvPr/>
          </p:nvSpPr>
          <p:spPr>
            <a:xfrm>
              <a:off x="1017705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6" name="pt6716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7" name="pt6717"/>
            <p:cNvSpPr/>
            <p:nvPr/>
          </p:nvSpPr>
          <p:spPr>
            <a:xfrm>
              <a:off x="10177054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8" name="pt6718"/>
            <p:cNvSpPr/>
            <p:nvPr/>
          </p:nvSpPr>
          <p:spPr>
            <a:xfrm>
              <a:off x="101770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9" name="pt6719"/>
            <p:cNvSpPr/>
            <p:nvPr/>
          </p:nvSpPr>
          <p:spPr>
            <a:xfrm>
              <a:off x="9852466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0" name="pt6720"/>
            <p:cNvSpPr/>
            <p:nvPr/>
          </p:nvSpPr>
          <p:spPr>
            <a:xfrm>
              <a:off x="10501641" y="32114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1" name="pt6721"/>
            <p:cNvSpPr/>
            <p:nvPr/>
          </p:nvSpPr>
          <p:spPr>
            <a:xfrm>
              <a:off x="10501641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2" name="pt6722"/>
            <p:cNvSpPr/>
            <p:nvPr/>
          </p:nvSpPr>
          <p:spPr>
            <a:xfrm>
              <a:off x="10177054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3" name="pt6723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4" name="pt6724"/>
            <p:cNvSpPr/>
            <p:nvPr/>
          </p:nvSpPr>
          <p:spPr>
            <a:xfrm>
              <a:off x="9852466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5" name="pt6725"/>
            <p:cNvSpPr/>
            <p:nvPr/>
          </p:nvSpPr>
          <p:spPr>
            <a:xfrm>
              <a:off x="9852466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6" name="pt6726"/>
            <p:cNvSpPr/>
            <p:nvPr/>
          </p:nvSpPr>
          <p:spPr>
            <a:xfrm>
              <a:off x="10826228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7" name="pt6727"/>
            <p:cNvSpPr/>
            <p:nvPr/>
          </p:nvSpPr>
          <p:spPr>
            <a:xfrm>
              <a:off x="985246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8" name="pt6728"/>
            <p:cNvSpPr/>
            <p:nvPr/>
          </p:nvSpPr>
          <p:spPr>
            <a:xfrm>
              <a:off x="101770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9" name="pt6729"/>
            <p:cNvSpPr/>
            <p:nvPr/>
          </p:nvSpPr>
          <p:spPr>
            <a:xfrm>
              <a:off x="9852466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0" name="pt6730"/>
            <p:cNvSpPr/>
            <p:nvPr/>
          </p:nvSpPr>
          <p:spPr>
            <a:xfrm>
              <a:off x="9852466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1" name="pt6731"/>
            <p:cNvSpPr/>
            <p:nvPr/>
          </p:nvSpPr>
          <p:spPr>
            <a:xfrm>
              <a:off x="10501641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2" name="pt6732"/>
            <p:cNvSpPr/>
            <p:nvPr/>
          </p:nvSpPr>
          <p:spPr>
            <a:xfrm>
              <a:off x="10501641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3" name="pt6733"/>
            <p:cNvSpPr/>
            <p:nvPr/>
          </p:nvSpPr>
          <p:spPr>
            <a:xfrm>
              <a:off x="9852466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4" name="pt6734"/>
            <p:cNvSpPr/>
            <p:nvPr/>
          </p:nvSpPr>
          <p:spPr>
            <a:xfrm>
              <a:off x="10501641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5" name="pt6735"/>
            <p:cNvSpPr/>
            <p:nvPr/>
          </p:nvSpPr>
          <p:spPr>
            <a:xfrm>
              <a:off x="9852466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6" name="pt6736"/>
            <p:cNvSpPr/>
            <p:nvPr/>
          </p:nvSpPr>
          <p:spPr>
            <a:xfrm>
              <a:off x="9852466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7" name="pt6737"/>
            <p:cNvSpPr/>
            <p:nvPr/>
          </p:nvSpPr>
          <p:spPr>
            <a:xfrm>
              <a:off x="9852466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8" name="pt6738"/>
            <p:cNvSpPr/>
            <p:nvPr/>
          </p:nvSpPr>
          <p:spPr>
            <a:xfrm>
              <a:off x="10501641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9" name="pt6739"/>
            <p:cNvSpPr/>
            <p:nvPr/>
          </p:nvSpPr>
          <p:spPr>
            <a:xfrm>
              <a:off x="9852466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0" name="pt6740"/>
            <p:cNvSpPr/>
            <p:nvPr/>
          </p:nvSpPr>
          <p:spPr>
            <a:xfrm>
              <a:off x="9852466" y="41502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1" name="pt6741"/>
            <p:cNvSpPr/>
            <p:nvPr/>
          </p:nvSpPr>
          <p:spPr>
            <a:xfrm>
              <a:off x="10501641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2" name="pt6742"/>
            <p:cNvSpPr/>
            <p:nvPr/>
          </p:nvSpPr>
          <p:spPr>
            <a:xfrm>
              <a:off x="10501641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3" name="pt6743"/>
            <p:cNvSpPr/>
            <p:nvPr/>
          </p:nvSpPr>
          <p:spPr>
            <a:xfrm>
              <a:off x="10177054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4" name="pt6744"/>
            <p:cNvSpPr/>
            <p:nvPr/>
          </p:nvSpPr>
          <p:spPr>
            <a:xfrm>
              <a:off x="10501641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5" name="pt6745"/>
            <p:cNvSpPr/>
            <p:nvPr/>
          </p:nvSpPr>
          <p:spPr>
            <a:xfrm>
              <a:off x="10501641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6" name="pt6746"/>
            <p:cNvSpPr/>
            <p:nvPr/>
          </p:nvSpPr>
          <p:spPr>
            <a:xfrm>
              <a:off x="9852466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7" name="pt6747"/>
            <p:cNvSpPr/>
            <p:nvPr/>
          </p:nvSpPr>
          <p:spPr>
            <a:xfrm>
              <a:off x="9852466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8" name="pt6748"/>
            <p:cNvSpPr/>
            <p:nvPr/>
          </p:nvSpPr>
          <p:spPr>
            <a:xfrm>
              <a:off x="9852466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9" name="pt6749"/>
            <p:cNvSpPr/>
            <p:nvPr/>
          </p:nvSpPr>
          <p:spPr>
            <a:xfrm>
              <a:off x="9852466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0" name="pt6750"/>
            <p:cNvSpPr/>
            <p:nvPr/>
          </p:nvSpPr>
          <p:spPr>
            <a:xfrm>
              <a:off x="9852466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1" name="pt6751"/>
            <p:cNvSpPr/>
            <p:nvPr/>
          </p:nvSpPr>
          <p:spPr>
            <a:xfrm>
              <a:off x="10177054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2" name="pt6752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3" name="pt6753"/>
            <p:cNvSpPr/>
            <p:nvPr/>
          </p:nvSpPr>
          <p:spPr>
            <a:xfrm>
              <a:off x="9852466" y="4186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4" name="pt6754"/>
            <p:cNvSpPr/>
            <p:nvPr/>
          </p:nvSpPr>
          <p:spPr>
            <a:xfrm>
              <a:off x="9852466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5" name="pt6755"/>
            <p:cNvSpPr/>
            <p:nvPr/>
          </p:nvSpPr>
          <p:spPr>
            <a:xfrm>
              <a:off x="10501641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6" name="pt6756"/>
            <p:cNvSpPr/>
            <p:nvPr/>
          </p:nvSpPr>
          <p:spPr>
            <a:xfrm>
              <a:off x="10177054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7" name="pt6757"/>
            <p:cNvSpPr/>
            <p:nvPr/>
          </p:nvSpPr>
          <p:spPr>
            <a:xfrm>
              <a:off x="10501641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8" name="pt6758"/>
            <p:cNvSpPr/>
            <p:nvPr/>
          </p:nvSpPr>
          <p:spPr>
            <a:xfrm>
              <a:off x="10501641" y="3479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9" name="pt6759"/>
            <p:cNvSpPr/>
            <p:nvPr/>
          </p:nvSpPr>
          <p:spPr>
            <a:xfrm>
              <a:off x="985246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0" name="pt6760"/>
            <p:cNvSpPr/>
            <p:nvPr/>
          </p:nvSpPr>
          <p:spPr>
            <a:xfrm>
              <a:off x="10501641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1" name="pt6761"/>
            <p:cNvSpPr/>
            <p:nvPr/>
          </p:nvSpPr>
          <p:spPr>
            <a:xfrm>
              <a:off x="10177054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2" name="pt6762"/>
            <p:cNvSpPr/>
            <p:nvPr/>
          </p:nvSpPr>
          <p:spPr>
            <a:xfrm>
              <a:off x="9852466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3" name="pt6763"/>
            <p:cNvSpPr/>
            <p:nvPr/>
          </p:nvSpPr>
          <p:spPr>
            <a:xfrm>
              <a:off x="10177054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4" name="pt6764"/>
            <p:cNvSpPr/>
            <p:nvPr/>
          </p:nvSpPr>
          <p:spPr>
            <a:xfrm>
              <a:off x="10177054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5" name="pt6765"/>
            <p:cNvSpPr/>
            <p:nvPr/>
          </p:nvSpPr>
          <p:spPr>
            <a:xfrm>
              <a:off x="9852466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6" name="pt6766"/>
            <p:cNvSpPr/>
            <p:nvPr/>
          </p:nvSpPr>
          <p:spPr>
            <a:xfrm>
              <a:off x="9852466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7" name="pt6767"/>
            <p:cNvSpPr/>
            <p:nvPr/>
          </p:nvSpPr>
          <p:spPr>
            <a:xfrm>
              <a:off x="10826228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8" name="pt6768"/>
            <p:cNvSpPr/>
            <p:nvPr/>
          </p:nvSpPr>
          <p:spPr>
            <a:xfrm>
              <a:off x="10826228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9" name="pt6769"/>
            <p:cNvSpPr/>
            <p:nvPr/>
          </p:nvSpPr>
          <p:spPr>
            <a:xfrm>
              <a:off x="10501641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0" name="pt6770"/>
            <p:cNvSpPr/>
            <p:nvPr/>
          </p:nvSpPr>
          <p:spPr>
            <a:xfrm>
              <a:off x="10826228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1" name="pt6771"/>
            <p:cNvSpPr/>
            <p:nvPr/>
          </p:nvSpPr>
          <p:spPr>
            <a:xfrm>
              <a:off x="10501641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2" name="pt6772"/>
            <p:cNvSpPr/>
            <p:nvPr/>
          </p:nvSpPr>
          <p:spPr>
            <a:xfrm>
              <a:off x="10501641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3" name="pt6773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4" name="pt6774"/>
            <p:cNvSpPr/>
            <p:nvPr/>
          </p:nvSpPr>
          <p:spPr>
            <a:xfrm>
              <a:off x="10501641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5" name="pt6775"/>
            <p:cNvSpPr/>
            <p:nvPr/>
          </p:nvSpPr>
          <p:spPr>
            <a:xfrm>
              <a:off x="101770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6" name="pt6776"/>
            <p:cNvSpPr/>
            <p:nvPr/>
          </p:nvSpPr>
          <p:spPr>
            <a:xfrm>
              <a:off x="10177054" y="39795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7" name="pt6777"/>
            <p:cNvSpPr/>
            <p:nvPr/>
          </p:nvSpPr>
          <p:spPr>
            <a:xfrm>
              <a:off x="10501641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8" name="pt6778"/>
            <p:cNvSpPr/>
            <p:nvPr/>
          </p:nvSpPr>
          <p:spPr>
            <a:xfrm>
              <a:off x="11150816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9" name="pt6779"/>
            <p:cNvSpPr/>
            <p:nvPr/>
          </p:nvSpPr>
          <p:spPr>
            <a:xfrm>
              <a:off x="10501641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0" name="pt6780"/>
            <p:cNvSpPr/>
            <p:nvPr/>
          </p:nvSpPr>
          <p:spPr>
            <a:xfrm>
              <a:off x="10501641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1" name="pt6781"/>
            <p:cNvSpPr/>
            <p:nvPr/>
          </p:nvSpPr>
          <p:spPr>
            <a:xfrm>
              <a:off x="10501641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2" name="pt6782"/>
            <p:cNvSpPr/>
            <p:nvPr/>
          </p:nvSpPr>
          <p:spPr>
            <a:xfrm>
              <a:off x="9852466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3" name="pt6783"/>
            <p:cNvSpPr/>
            <p:nvPr/>
          </p:nvSpPr>
          <p:spPr>
            <a:xfrm>
              <a:off x="10501641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4" name="pt6784"/>
            <p:cNvSpPr/>
            <p:nvPr/>
          </p:nvSpPr>
          <p:spPr>
            <a:xfrm>
              <a:off x="1017705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5" name="pt6785"/>
            <p:cNvSpPr/>
            <p:nvPr/>
          </p:nvSpPr>
          <p:spPr>
            <a:xfrm>
              <a:off x="10826228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6" name="pt6786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7" name="pt6787"/>
            <p:cNvSpPr/>
            <p:nvPr/>
          </p:nvSpPr>
          <p:spPr>
            <a:xfrm>
              <a:off x="10177054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8" name="pt6788"/>
            <p:cNvSpPr/>
            <p:nvPr/>
          </p:nvSpPr>
          <p:spPr>
            <a:xfrm>
              <a:off x="10501641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9" name="pt6789"/>
            <p:cNvSpPr/>
            <p:nvPr/>
          </p:nvSpPr>
          <p:spPr>
            <a:xfrm>
              <a:off x="1050164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0" name="pt6790"/>
            <p:cNvSpPr/>
            <p:nvPr/>
          </p:nvSpPr>
          <p:spPr>
            <a:xfrm>
              <a:off x="1017705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1" name="pt6791"/>
            <p:cNvSpPr/>
            <p:nvPr/>
          </p:nvSpPr>
          <p:spPr>
            <a:xfrm>
              <a:off x="101770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2" name="pt6792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3" name="pt6793"/>
            <p:cNvSpPr/>
            <p:nvPr/>
          </p:nvSpPr>
          <p:spPr>
            <a:xfrm>
              <a:off x="1017705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4" name="pt6794"/>
            <p:cNvSpPr/>
            <p:nvPr/>
          </p:nvSpPr>
          <p:spPr>
            <a:xfrm>
              <a:off x="1017705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5" name="pt6795"/>
            <p:cNvSpPr/>
            <p:nvPr/>
          </p:nvSpPr>
          <p:spPr>
            <a:xfrm>
              <a:off x="10501641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6" name="pt6796"/>
            <p:cNvSpPr/>
            <p:nvPr/>
          </p:nvSpPr>
          <p:spPr>
            <a:xfrm>
              <a:off x="10501641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7" name="pt6797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8" name="pt6798"/>
            <p:cNvSpPr/>
            <p:nvPr/>
          </p:nvSpPr>
          <p:spPr>
            <a:xfrm>
              <a:off x="101770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9" name="pt6799"/>
            <p:cNvSpPr/>
            <p:nvPr/>
          </p:nvSpPr>
          <p:spPr>
            <a:xfrm>
              <a:off x="10501641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0" name="pt6800"/>
            <p:cNvSpPr/>
            <p:nvPr/>
          </p:nvSpPr>
          <p:spPr>
            <a:xfrm>
              <a:off x="1050164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1" name="pt6801"/>
            <p:cNvSpPr/>
            <p:nvPr/>
          </p:nvSpPr>
          <p:spPr>
            <a:xfrm>
              <a:off x="10501641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2" name="pt6802"/>
            <p:cNvSpPr/>
            <p:nvPr/>
          </p:nvSpPr>
          <p:spPr>
            <a:xfrm>
              <a:off x="9852466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3" name="pt6803"/>
            <p:cNvSpPr/>
            <p:nvPr/>
          </p:nvSpPr>
          <p:spPr>
            <a:xfrm>
              <a:off x="10501641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4" name="pt6804"/>
            <p:cNvSpPr/>
            <p:nvPr/>
          </p:nvSpPr>
          <p:spPr>
            <a:xfrm>
              <a:off x="101770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5" name="pt6805"/>
            <p:cNvSpPr/>
            <p:nvPr/>
          </p:nvSpPr>
          <p:spPr>
            <a:xfrm>
              <a:off x="1050164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6" name="pt6806"/>
            <p:cNvSpPr/>
            <p:nvPr/>
          </p:nvSpPr>
          <p:spPr>
            <a:xfrm>
              <a:off x="10501641" y="37478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7" name="pt6807"/>
            <p:cNvSpPr/>
            <p:nvPr/>
          </p:nvSpPr>
          <p:spPr>
            <a:xfrm>
              <a:off x="9852466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8" name="pt6808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9" name="pt6809"/>
            <p:cNvSpPr/>
            <p:nvPr/>
          </p:nvSpPr>
          <p:spPr>
            <a:xfrm>
              <a:off x="985246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0" name="pt6810"/>
            <p:cNvSpPr/>
            <p:nvPr/>
          </p:nvSpPr>
          <p:spPr>
            <a:xfrm>
              <a:off x="9852466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1" name="pt6811"/>
            <p:cNvSpPr/>
            <p:nvPr/>
          </p:nvSpPr>
          <p:spPr>
            <a:xfrm>
              <a:off x="9852466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2" name="pt6812"/>
            <p:cNvSpPr/>
            <p:nvPr/>
          </p:nvSpPr>
          <p:spPr>
            <a:xfrm>
              <a:off x="9852466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3" name="pt6813"/>
            <p:cNvSpPr/>
            <p:nvPr/>
          </p:nvSpPr>
          <p:spPr>
            <a:xfrm>
              <a:off x="10826228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4" name="pt6814"/>
            <p:cNvSpPr/>
            <p:nvPr/>
          </p:nvSpPr>
          <p:spPr>
            <a:xfrm>
              <a:off x="10501641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5" name="pt6815"/>
            <p:cNvSpPr/>
            <p:nvPr/>
          </p:nvSpPr>
          <p:spPr>
            <a:xfrm>
              <a:off x="9852466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6" name="pt6816"/>
            <p:cNvSpPr/>
            <p:nvPr/>
          </p:nvSpPr>
          <p:spPr>
            <a:xfrm>
              <a:off x="10501641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7" name="pt6817"/>
            <p:cNvSpPr/>
            <p:nvPr/>
          </p:nvSpPr>
          <p:spPr>
            <a:xfrm>
              <a:off x="11150816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8" name="pt6818"/>
            <p:cNvSpPr/>
            <p:nvPr/>
          </p:nvSpPr>
          <p:spPr>
            <a:xfrm>
              <a:off x="9852466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9" name="pt6819"/>
            <p:cNvSpPr/>
            <p:nvPr/>
          </p:nvSpPr>
          <p:spPr>
            <a:xfrm>
              <a:off x="9852466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0" name="pt6820"/>
            <p:cNvSpPr/>
            <p:nvPr/>
          </p:nvSpPr>
          <p:spPr>
            <a:xfrm>
              <a:off x="9852466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1" name="pt6821"/>
            <p:cNvSpPr/>
            <p:nvPr/>
          </p:nvSpPr>
          <p:spPr>
            <a:xfrm>
              <a:off x="9852466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2" name="pt6822"/>
            <p:cNvSpPr/>
            <p:nvPr/>
          </p:nvSpPr>
          <p:spPr>
            <a:xfrm>
              <a:off x="10501641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3" name="pt6823"/>
            <p:cNvSpPr/>
            <p:nvPr/>
          </p:nvSpPr>
          <p:spPr>
            <a:xfrm>
              <a:off x="10501641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4" name="pt6824"/>
            <p:cNvSpPr/>
            <p:nvPr/>
          </p:nvSpPr>
          <p:spPr>
            <a:xfrm>
              <a:off x="9852466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5" name="pt6825"/>
            <p:cNvSpPr/>
            <p:nvPr/>
          </p:nvSpPr>
          <p:spPr>
            <a:xfrm>
              <a:off x="9852466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6" name="pt6826"/>
            <p:cNvSpPr/>
            <p:nvPr/>
          </p:nvSpPr>
          <p:spPr>
            <a:xfrm>
              <a:off x="9852466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7" name="pt6827"/>
            <p:cNvSpPr/>
            <p:nvPr/>
          </p:nvSpPr>
          <p:spPr>
            <a:xfrm>
              <a:off x="11150816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8" name="pt6828"/>
            <p:cNvSpPr/>
            <p:nvPr/>
          </p:nvSpPr>
          <p:spPr>
            <a:xfrm>
              <a:off x="9852466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9" name="pt6829"/>
            <p:cNvSpPr/>
            <p:nvPr/>
          </p:nvSpPr>
          <p:spPr>
            <a:xfrm>
              <a:off x="9852466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0" name="pt6830"/>
            <p:cNvSpPr/>
            <p:nvPr/>
          </p:nvSpPr>
          <p:spPr>
            <a:xfrm>
              <a:off x="9852466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1" name="pt6831"/>
            <p:cNvSpPr/>
            <p:nvPr/>
          </p:nvSpPr>
          <p:spPr>
            <a:xfrm>
              <a:off x="10826228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2" name="pt6832"/>
            <p:cNvSpPr/>
            <p:nvPr/>
          </p:nvSpPr>
          <p:spPr>
            <a:xfrm>
              <a:off x="1017705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3" name="pt6833"/>
            <p:cNvSpPr/>
            <p:nvPr/>
          </p:nvSpPr>
          <p:spPr>
            <a:xfrm>
              <a:off x="9852466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4" name="pt6834"/>
            <p:cNvSpPr/>
            <p:nvPr/>
          </p:nvSpPr>
          <p:spPr>
            <a:xfrm>
              <a:off x="10501641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5" name="pt6835"/>
            <p:cNvSpPr/>
            <p:nvPr/>
          </p:nvSpPr>
          <p:spPr>
            <a:xfrm>
              <a:off x="10826228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6" name="pt6836"/>
            <p:cNvSpPr/>
            <p:nvPr/>
          </p:nvSpPr>
          <p:spPr>
            <a:xfrm>
              <a:off x="10501641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7" name="pt6837"/>
            <p:cNvSpPr/>
            <p:nvPr/>
          </p:nvSpPr>
          <p:spPr>
            <a:xfrm>
              <a:off x="10177054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8" name="pt6838"/>
            <p:cNvSpPr/>
            <p:nvPr/>
          </p:nvSpPr>
          <p:spPr>
            <a:xfrm>
              <a:off x="1050164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9" name="pt6839"/>
            <p:cNvSpPr/>
            <p:nvPr/>
          </p:nvSpPr>
          <p:spPr>
            <a:xfrm>
              <a:off x="10501641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0" name="pt6840"/>
            <p:cNvSpPr/>
            <p:nvPr/>
          </p:nvSpPr>
          <p:spPr>
            <a:xfrm>
              <a:off x="10501641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1" name="pt6841"/>
            <p:cNvSpPr/>
            <p:nvPr/>
          </p:nvSpPr>
          <p:spPr>
            <a:xfrm>
              <a:off x="10177054" y="3784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2" name="pt6842"/>
            <p:cNvSpPr/>
            <p:nvPr/>
          </p:nvSpPr>
          <p:spPr>
            <a:xfrm>
              <a:off x="11150816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3" name="pt6843"/>
            <p:cNvSpPr/>
            <p:nvPr/>
          </p:nvSpPr>
          <p:spPr>
            <a:xfrm>
              <a:off x="9852466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4" name="pt6844"/>
            <p:cNvSpPr/>
            <p:nvPr/>
          </p:nvSpPr>
          <p:spPr>
            <a:xfrm>
              <a:off x="985246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5" name="pt6845"/>
            <p:cNvSpPr/>
            <p:nvPr/>
          </p:nvSpPr>
          <p:spPr>
            <a:xfrm>
              <a:off x="10826228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6" name="pt6846"/>
            <p:cNvSpPr/>
            <p:nvPr/>
          </p:nvSpPr>
          <p:spPr>
            <a:xfrm>
              <a:off x="10177054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7" name="pt6847"/>
            <p:cNvSpPr/>
            <p:nvPr/>
          </p:nvSpPr>
          <p:spPr>
            <a:xfrm>
              <a:off x="10501641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8" name="pt6848"/>
            <p:cNvSpPr/>
            <p:nvPr/>
          </p:nvSpPr>
          <p:spPr>
            <a:xfrm>
              <a:off x="9852466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9" name="pt6849"/>
            <p:cNvSpPr/>
            <p:nvPr/>
          </p:nvSpPr>
          <p:spPr>
            <a:xfrm>
              <a:off x="9852466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0" name="pt6850"/>
            <p:cNvSpPr/>
            <p:nvPr/>
          </p:nvSpPr>
          <p:spPr>
            <a:xfrm>
              <a:off x="10177054" y="42111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1" name="pt6851"/>
            <p:cNvSpPr/>
            <p:nvPr/>
          </p:nvSpPr>
          <p:spPr>
            <a:xfrm>
              <a:off x="9852466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2" name="pt6852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3" name="pt6853"/>
            <p:cNvSpPr/>
            <p:nvPr/>
          </p:nvSpPr>
          <p:spPr>
            <a:xfrm>
              <a:off x="10501641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4" name="pt6854"/>
            <p:cNvSpPr/>
            <p:nvPr/>
          </p:nvSpPr>
          <p:spPr>
            <a:xfrm>
              <a:off x="1017705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5" name="pt6855"/>
            <p:cNvSpPr/>
            <p:nvPr/>
          </p:nvSpPr>
          <p:spPr>
            <a:xfrm>
              <a:off x="9852466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6" name="pt6856"/>
            <p:cNvSpPr/>
            <p:nvPr/>
          </p:nvSpPr>
          <p:spPr>
            <a:xfrm>
              <a:off x="10501641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7" name="pt6857"/>
            <p:cNvSpPr/>
            <p:nvPr/>
          </p:nvSpPr>
          <p:spPr>
            <a:xfrm>
              <a:off x="10177054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8" name="pt6858"/>
            <p:cNvSpPr/>
            <p:nvPr/>
          </p:nvSpPr>
          <p:spPr>
            <a:xfrm>
              <a:off x="9852466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9" name="pt6859"/>
            <p:cNvSpPr/>
            <p:nvPr/>
          </p:nvSpPr>
          <p:spPr>
            <a:xfrm>
              <a:off x="9852466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0" name="pt6860"/>
            <p:cNvSpPr/>
            <p:nvPr/>
          </p:nvSpPr>
          <p:spPr>
            <a:xfrm>
              <a:off x="9852466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1" name="pt6861"/>
            <p:cNvSpPr/>
            <p:nvPr/>
          </p:nvSpPr>
          <p:spPr>
            <a:xfrm>
              <a:off x="10501641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2" name="pt6862"/>
            <p:cNvSpPr/>
            <p:nvPr/>
          </p:nvSpPr>
          <p:spPr>
            <a:xfrm>
              <a:off x="9852466" y="4259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3" name="pt6863"/>
            <p:cNvSpPr/>
            <p:nvPr/>
          </p:nvSpPr>
          <p:spPr>
            <a:xfrm>
              <a:off x="10826228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4" name="pt6864"/>
            <p:cNvSpPr/>
            <p:nvPr/>
          </p:nvSpPr>
          <p:spPr>
            <a:xfrm>
              <a:off x="1082622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5" name="pt6865"/>
            <p:cNvSpPr/>
            <p:nvPr/>
          </p:nvSpPr>
          <p:spPr>
            <a:xfrm>
              <a:off x="10501641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6" name="pt6866"/>
            <p:cNvSpPr/>
            <p:nvPr/>
          </p:nvSpPr>
          <p:spPr>
            <a:xfrm>
              <a:off x="11150816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7" name="pt6867"/>
            <p:cNvSpPr/>
            <p:nvPr/>
          </p:nvSpPr>
          <p:spPr>
            <a:xfrm>
              <a:off x="10826228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8" name="pt6868"/>
            <p:cNvSpPr/>
            <p:nvPr/>
          </p:nvSpPr>
          <p:spPr>
            <a:xfrm>
              <a:off x="9852466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9" name="pt6869"/>
            <p:cNvSpPr/>
            <p:nvPr/>
          </p:nvSpPr>
          <p:spPr>
            <a:xfrm>
              <a:off x="10501641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0" name="pt6870"/>
            <p:cNvSpPr/>
            <p:nvPr/>
          </p:nvSpPr>
          <p:spPr>
            <a:xfrm>
              <a:off x="10826228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1" name="pt6871"/>
            <p:cNvSpPr/>
            <p:nvPr/>
          </p:nvSpPr>
          <p:spPr>
            <a:xfrm>
              <a:off x="9852466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2" name="pt6872"/>
            <p:cNvSpPr/>
            <p:nvPr/>
          </p:nvSpPr>
          <p:spPr>
            <a:xfrm>
              <a:off x="9852466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3" name="pt6873"/>
            <p:cNvSpPr/>
            <p:nvPr/>
          </p:nvSpPr>
          <p:spPr>
            <a:xfrm>
              <a:off x="9852466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4" name="pt6874"/>
            <p:cNvSpPr/>
            <p:nvPr/>
          </p:nvSpPr>
          <p:spPr>
            <a:xfrm>
              <a:off x="9852466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5" name="pt6875"/>
            <p:cNvSpPr/>
            <p:nvPr/>
          </p:nvSpPr>
          <p:spPr>
            <a:xfrm>
              <a:off x="9852466" y="4174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6" name="pt6876"/>
            <p:cNvSpPr/>
            <p:nvPr/>
          </p:nvSpPr>
          <p:spPr>
            <a:xfrm>
              <a:off x="1017705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7" name="pt6877"/>
            <p:cNvSpPr/>
            <p:nvPr/>
          </p:nvSpPr>
          <p:spPr>
            <a:xfrm>
              <a:off x="9852466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8" name="pt6878"/>
            <p:cNvSpPr/>
            <p:nvPr/>
          </p:nvSpPr>
          <p:spPr>
            <a:xfrm>
              <a:off x="9852466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9" name="pt6879"/>
            <p:cNvSpPr/>
            <p:nvPr/>
          </p:nvSpPr>
          <p:spPr>
            <a:xfrm>
              <a:off x="10177054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0" name="pg6880"/>
            <p:cNvSpPr/>
            <p:nvPr/>
          </p:nvSpPr>
          <p:spPr>
            <a:xfrm>
              <a:off x="9870517" y="2693242"/>
              <a:ext cx="1947523" cy="1322837"/>
            </a:xfrm>
            <a:custGeom>
              <a:avLst/>
              <a:pathLst>
                <a:path w="1947523" h="1322837">
                  <a:moveTo>
                    <a:pt x="0" y="1227444"/>
                  </a:moveTo>
                  <a:lnTo>
                    <a:pt x="24652" y="1213032"/>
                  </a:lnTo>
                  <a:lnTo>
                    <a:pt x="49304" y="1198422"/>
                  </a:lnTo>
                  <a:lnTo>
                    <a:pt x="73956" y="1183608"/>
                  </a:lnTo>
                  <a:lnTo>
                    <a:pt x="98608" y="1168588"/>
                  </a:lnTo>
                  <a:lnTo>
                    <a:pt x="123260" y="1153365"/>
                  </a:lnTo>
                  <a:lnTo>
                    <a:pt x="147913" y="1137952"/>
                  </a:lnTo>
                  <a:lnTo>
                    <a:pt x="172565" y="1122365"/>
                  </a:lnTo>
                  <a:lnTo>
                    <a:pt x="197217" y="1106631"/>
                  </a:lnTo>
                  <a:lnTo>
                    <a:pt x="221869" y="1090781"/>
                  </a:lnTo>
                  <a:lnTo>
                    <a:pt x="246521" y="1074850"/>
                  </a:lnTo>
                  <a:lnTo>
                    <a:pt x="271174" y="1058875"/>
                  </a:lnTo>
                  <a:lnTo>
                    <a:pt x="295826" y="1042892"/>
                  </a:lnTo>
                  <a:lnTo>
                    <a:pt x="320478" y="1026935"/>
                  </a:lnTo>
                  <a:lnTo>
                    <a:pt x="345130" y="1011036"/>
                  </a:lnTo>
                  <a:lnTo>
                    <a:pt x="369782" y="995221"/>
                  </a:lnTo>
                  <a:lnTo>
                    <a:pt x="394435" y="979514"/>
                  </a:lnTo>
                  <a:lnTo>
                    <a:pt x="419087" y="963934"/>
                  </a:lnTo>
                  <a:lnTo>
                    <a:pt x="443739" y="948495"/>
                  </a:lnTo>
                  <a:lnTo>
                    <a:pt x="468391" y="933209"/>
                  </a:lnTo>
                  <a:lnTo>
                    <a:pt x="493043" y="918083"/>
                  </a:lnTo>
                  <a:lnTo>
                    <a:pt x="517696" y="903121"/>
                  </a:lnTo>
                  <a:lnTo>
                    <a:pt x="542348" y="888325"/>
                  </a:lnTo>
                  <a:lnTo>
                    <a:pt x="567000" y="873693"/>
                  </a:lnTo>
                  <a:lnTo>
                    <a:pt x="591652" y="859221"/>
                  </a:lnTo>
                  <a:lnTo>
                    <a:pt x="616304" y="844902"/>
                  </a:lnTo>
                  <a:lnTo>
                    <a:pt x="640957" y="830727"/>
                  </a:lnTo>
                  <a:lnTo>
                    <a:pt x="665609" y="816682"/>
                  </a:lnTo>
                  <a:lnTo>
                    <a:pt x="690261" y="802753"/>
                  </a:lnTo>
                  <a:lnTo>
                    <a:pt x="714913" y="788923"/>
                  </a:lnTo>
                  <a:lnTo>
                    <a:pt x="739565" y="775173"/>
                  </a:lnTo>
                  <a:lnTo>
                    <a:pt x="764218" y="761481"/>
                  </a:lnTo>
                  <a:lnTo>
                    <a:pt x="788870" y="747825"/>
                  </a:lnTo>
                  <a:lnTo>
                    <a:pt x="813522" y="734180"/>
                  </a:lnTo>
                  <a:lnTo>
                    <a:pt x="838174" y="720523"/>
                  </a:lnTo>
                  <a:lnTo>
                    <a:pt x="862826" y="706830"/>
                  </a:lnTo>
                  <a:lnTo>
                    <a:pt x="887479" y="693078"/>
                  </a:lnTo>
                  <a:lnTo>
                    <a:pt x="912131" y="679248"/>
                  </a:lnTo>
                  <a:lnTo>
                    <a:pt x="936783" y="665321"/>
                  </a:lnTo>
                  <a:lnTo>
                    <a:pt x="961435" y="651282"/>
                  </a:lnTo>
                  <a:lnTo>
                    <a:pt x="986087" y="637121"/>
                  </a:lnTo>
                  <a:lnTo>
                    <a:pt x="1010740" y="622828"/>
                  </a:lnTo>
                  <a:lnTo>
                    <a:pt x="1035392" y="608399"/>
                  </a:lnTo>
                  <a:lnTo>
                    <a:pt x="1060044" y="593830"/>
                  </a:lnTo>
                  <a:lnTo>
                    <a:pt x="1084696" y="579122"/>
                  </a:lnTo>
                  <a:lnTo>
                    <a:pt x="1109348" y="564275"/>
                  </a:lnTo>
                  <a:lnTo>
                    <a:pt x="1134001" y="549292"/>
                  </a:lnTo>
                  <a:lnTo>
                    <a:pt x="1158653" y="534177"/>
                  </a:lnTo>
                  <a:lnTo>
                    <a:pt x="1183305" y="518933"/>
                  </a:lnTo>
                  <a:lnTo>
                    <a:pt x="1207957" y="503565"/>
                  </a:lnTo>
                  <a:lnTo>
                    <a:pt x="1232609" y="488078"/>
                  </a:lnTo>
                  <a:lnTo>
                    <a:pt x="1257262" y="472475"/>
                  </a:lnTo>
                  <a:lnTo>
                    <a:pt x="1281914" y="456761"/>
                  </a:lnTo>
                  <a:lnTo>
                    <a:pt x="1306566" y="440941"/>
                  </a:lnTo>
                  <a:lnTo>
                    <a:pt x="1331218" y="425017"/>
                  </a:lnTo>
                  <a:lnTo>
                    <a:pt x="1355870" y="408994"/>
                  </a:lnTo>
                  <a:lnTo>
                    <a:pt x="1380523" y="392875"/>
                  </a:lnTo>
                  <a:lnTo>
                    <a:pt x="1405175" y="376662"/>
                  </a:lnTo>
                  <a:lnTo>
                    <a:pt x="1429827" y="360359"/>
                  </a:lnTo>
                  <a:lnTo>
                    <a:pt x="1454479" y="343967"/>
                  </a:lnTo>
                  <a:lnTo>
                    <a:pt x="1479131" y="327490"/>
                  </a:lnTo>
                  <a:lnTo>
                    <a:pt x="1503784" y="310929"/>
                  </a:lnTo>
                  <a:lnTo>
                    <a:pt x="1528436" y="294287"/>
                  </a:lnTo>
                  <a:lnTo>
                    <a:pt x="1553088" y="277564"/>
                  </a:lnTo>
                  <a:lnTo>
                    <a:pt x="1577740" y="260762"/>
                  </a:lnTo>
                  <a:lnTo>
                    <a:pt x="1602392" y="243883"/>
                  </a:lnTo>
                  <a:lnTo>
                    <a:pt x="1627045" y="226928"/>
                  </a:lnTo>
                  <a:lnTo>
                    <a:pt x="1651697" y="209898"/>
                  </a:lnTo>
                  <a:lnTo>
                    <a:pt x="1676349" y="192794"/>
                  </a:lnTo>
                  <a:lnTo>
                    <a:pt x="1701001" y="175618"/>
                  </a:lnTo>
                  <a:lnTo>
                    <a:pt x="1725653" y="158369"/>
                  </a:lnTo>
                  <a:lnTo>
                    <a:pt x="1750306" y="141049"/>
                  </a:lnTo>
                  <a:lnTo>
                    <a:pt x="1774958" y="123659"/>
                  </a:lnTo>
                  <a:lnTo>
                    <a:pt x="1799610" y="106199"/>
                  </a:lnTo>
                  <a:lnTo>
                    <a:pt x="1824262" y="88669"/>
                  </a:lnTo>
                  <a:lnTo>
                    <a:pt x="1848914" y="71071"/>
                  </a:lnTo>
                  <a:lnTo>
                    <a:pt x="1873566" y="53404"/>
                  </a:lnTo>
                  <a:lnTo>
                    <a:pt x="1898219" y="35670"/>
                  </a:lnTo>
                  <a:lnTo>
                    <a:pt x="1922871" y="17868"/>
                  </a:lnTo>
                  <a:lnTo>
                    <a:pt x="1947523" y="0"/>
                  </a:lnTo>
                  <a:lnTo>
                    <a:pt x="1947523" y="642419"/>
                  </a:lnTo>
                  <a:lnTo>
                    <a:pt x="1922871" y="638374"/>
                  </a:lnTo>
                  <a:lnTo>
                    <a:pt x="1898219" y="634661"/>
                  </a:lnTo>
                  <a:lnTo>
                    <a:pt x="1873566" y="631279"/>
                  </a:lnTo>
                  <a:lnTo>
                    <a:pt x="1848914" y="628230"/>
                  </a:lnTo>
                  <a:lnTo>
                    <a:pt x="1824262" y="625515"/>
                  </a:lnTo>
                  <a:lnTo>
                    <a:pt x="1799610" y="623132"/>
                  </a:lnTo>
                  <a:lnTo>
                    <a:pt x="1774958" y="621084"/>
                  </a:lnTo>
                  <a:lnTo>
                    <a:pt x="1750306" y="619370"/>
                  </a:lnTo>
                  <a:lnTo>
                    <a:pt x="1725653" y="617992"/>
                  </a:lnTo>
                  <a:lnTo>
                    <a:pt x="1701001" y="616950"/>
                  </a:lnTo>
                  <a:lnTo>
                    <a:pt x="1676349" y="616244"/>
                  </a:lnTo>
                  <a:lnTo>
                    <a:pt x="1651697" y="615877"/>
                  </a:lnTo>
                  <a:lnTo>
                    <a:pt x="1627045" y="615848"/>
                  </a:lnTo>
                  <a:lnTo>
                    <a:pt x="1602392" y="616158"/>
                  </a:lnTo>
                  <a:lnTo>
                    <a:pt x="1577740" y="616810"/>
                  </a:lnTo>
                  <a:lnTo>
                    <a:pt x="1553088" y="617803"/>
                  </a:lnTo>
                  <a:lnTo>
                    <a:pt x="1528436" y="619140"/>
                  </a:lnTo>
                  <a:lnTo>
                    <a:pt x="1503784" y="620822"/>
                  </a:lnTo>
                  <a:lnTo>
                    <a:pt x="1479131" y="622851"/>
                  </a:lnTo>
                  <a:lnTo>
                    <a:pt x="1454479" y="625228"/>
                  </a:lnTo>
                  <a:lnTo>
                    <a:pt x="1429827" y="627956"/>
                  </a:lnTo>
                  <a:lnTo>
                    <a:pt x="1405175" y="631037"/>
                  </a:lnTo>
                  <a:lnTo>
                    <a:pt x="1380523" y="634473"/>
                  </a:lnTo>
                  <a:lnTo>
                    <a:pt x="1355870" y="638267"/>
                  </a:lnTo>
                  <a:lnTo>
                    <a:pt x="1331218" y="642422"/>
                  </a:lnTo>
                  <a:lnTo>
                    <a:pt x="1306566" y="646941"/>
                  </a:lnTo>
                  <a:lnTo>
                    <a:pt x="1281914" y="651829"/>
                  </a:lnTo>
                  <a:lnTo>
                    <a:pt x="1257262" y="657088"/>
                  </a:lnTo>
                  <a:lnTo>
                    <a:pt x="1232609" y="662723"/>
                  </a:lnTo>
                  <a:lnTo>
                    <a:pt x="1207957" y="668737"/>
                  </a:lnTo>
                  <a:lnTo>
                    <a:pt x="1183305" y="675136"/>
                  </a:lnTo>
                  <a:lnTo>
                    <a:pt x="1158653" y="681924"/>
                  </a:lnTo>
                  <a:lnTo>
                    <a:pt x="1134001" y="689106"/>
                  </a:lnTo>
                  <a:lnTo>
                    <a:pt x="1109348" y="696684"/>
                  </a:lnTo>
                  <a:lnTo>
                    <a:pt x="1084696" y="704663"/>
                  </a:lnTo>
                  <a:lnTo>
                    <a:pt x="1060044" y="713046"/>
                  </a:lnTo>
                  <a:lnTo>
                    <a:pt x="1035392" y="721833"/>
                  </a:lnTo>
                  <a:lnTo>
                    <a:pt x="1010740" y="731025"/>
                  </a:lnTo>
                  <a:lnTo>
                    <a:pt x="986087" y="740617"/>
                  </a:lnTo>
                  <a:lnTo>
                    <a:pt x="961435" y="750606"/>
                  </a:lnTo>
                  <a:lnTo>
                    <a:pt x="936783" y="760983"/>
                  </a:lnTo>
                  <a:lnTo>
                    <a:pt x="912131" y="771735"/>
                  </a:lnTo>
                  <a:lnTo>
                    <a:pt x="887479" y="782850"/>
                  </a:lnTo>
                  <a:lnTo>
                    <a:pt x="862826" y="794307"/>
                  </a:lnTo>
                  <a:lnTo>
                    <a:pt x="838174" y="806088"/>
                  </a:lnTo>
                  <a:lnTo>
                    <a:pt x="813522" y="818170"/>
                  </a:lnTo>
                  <a:lnTo>
                    <a:pt x="788870" y="830529"/>
                  </a:lnTo>
                  <a:lnTo>
                    <a:pt x="764218" y="843141"/>
                  </a:lnTo>
                  <a:lnTo>
                    <a:pt x="739565" y="855982"/>
                  </a:lnTo>
                  <a:lnTo>
                    <a:pt x="714913" y="869030"/>
                  </a:lnTo>
                  <a:lnTo>
                    <a:pt x="690261" y="882263"/>
                  </a:lnTo>
                  <a:lnTo>
                    <a:pt x="665609" y="895662"/>
                  </a:lnTo>
                  <a:lnTo>
                    <a:pt x="640957" y="909210"/>
                  </a:lnTo>
                  <a:lnTo>
                    <a:pt x="616304" y="922891"/>
                  </a:lnTo>
                  <a:lnTo>
                    <a:pt x="591652" y="936694"/>
                  </a:lnTo>
                  <a:lnTo>
                    <a:pt x="567000" y="950609"/>
                  </a:lnTo>
                  <a:lnTo>
                    <a:pt x="542348" y="964629"/>
                  </a:lnTo>
                  <a:lnTo>
                    <a:pt x="517696" y="978749"/>
                  </a:lnTo>
                  <a:lnTo>
                    <a:pt x="493043" y="992969"/>
                  </a:lnTo>
                  <a:lnTo>
                    <a:pt x="468391" y="1007288"/>
                  </a:lnTo>
                  <a:lnTo>
                    <a:pt x="443739" y="1021713"/>
                  </a:lnTo>
                  <a:lnTo>
                    <a:pt x="419087" y="1036249"/>
                  </a:lnTo>
                  <a:lnTo>
                    <a:pt x="394435" y="1050910"/>
                  </a:lnTo>
                  <a:lnTo>
                    <a:pt x="369782" y="1065708"/>
                  </a:lnTo>
                  <a:lnTo>
                    <a:pt x="345130" y="1080663"/>
                  </a:lnTo>
                  <a:lnTo>
                    <a:pt x="320478" y="1095799"/>
                  </a:lnTo>
                  <a:lnTo>
                    <a:pt x="295826" y="1111141"/>
                  </a:lnTo>
                  <a:lnTo>
                    <a:pt x="271174" y="1126723"/>
                  </a:lnTo>
                  <a:lnTo>
                    <a:pt x="246521" y="1142576"/>
                  </a:lnTo>
                  <a:lnTo>
                    <a:pt x="221869" y="1158739"/>
                  </a:lnTo>
                  <a:lnTo>
                    <a:pt x="197217" y="1175248"/>
                  </a:lnTo>
                  <a:lnTo>
                    <a:pt x="172565" y="1192137"/>
                  </a:lnTo>
                  <a:lnTo>
                    <a:pt x="147913" y="1209439"/>
                  </a:lnTo>
                  <a:lnTo>
                    <a:pt x="123260" y="1227178"/>
                  </a:lnTo>
                  <a:lnTo>
                    <a:pt x="98608" y="1245374"/>
                  </a:lnTo>
                  <a:lnTo>
                    <a:pt x="73956" y="1264036"/>
                  </a:lnTo>
                  <a:lnTo>
                    <a:pt x="49304" y="1283169"/>
                  </a:lnTo>
                  <a:lnTo>
                    <a:pt x="24652" y="1302772"/>
                  </a:lnTo>
                  <a:lnTo>
                    <a:pt x="0" y="132283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81" name="pl6881"/>
            <p:cNvSpPr/>
            <p:nvPr/>
          </p:nvSpPr>
          <p:spPr>
            <a:xfrm>
              <a:off x="9870517" y="2693242"/>
              <a:ext cx="1947523" cy="1227444"/>
            </a:xfrm>
            <a:custGeom>
              <a:avLst/>
              <a:pathLst>
                <a:path w="1947523" h="1227444">
                  <a:moveTo>
                    <a:pt x="0" y="1227444"/>
                  </a:moveTo>
                  <a:lnTo>
                    <a:pt x="24652" y="1213032"/>
                  </a:lnTo>
                  <a:lnTo>
                    <a:pt x="49304" y="1198422"/>
                  </a:lnTo>
                  <a:lnTo>
                    <a:pt x="73956" y="1183608"/>
                  </a:lnTo>
                  <a:lnTo>
                    <a:pt x="98608" y="1168588"/>
                  </a:lnTo>
                  <a:lnTo>
                    <a:pt x="123260" y="1153365"/>
                  </a:lnTo>
                  <a:lnTo>
                    <a:pt x="147913" y="1137952"/>
                  </a:lnTo>
                  <a:lnTo>
                    <a:pt x="172565" y="1122365"/>
                  </a:lnTo>
                  <a:lnTo>
                    <a:pt x="197217" y="1106631"/>
                  </a:lnTo>
                  <a:lnTo>
                    <a:pt x="221869" y="1090781"/>
                  </a:lnTo>
                  <a:lnTo>
                    <a:pt x="246521" y="1074850"/>
                  </a:lnTo>
                  <a:lnTo>
                    <a:pt x="271174" y="1058875"/>
                  </a:lnTo>
                  <a:lnTo>
                    <a:pt x="295826" y="1042892"/>
                  </a:lnTo>
                  <a:lnTo>
                    <a:pt x="320478" y="1026935"/>
                  </a:lnTo>
                  <a:lnTo>
                    <a:pt x="345130" y="1011036"/>
                  </a:lnTo>
                  <a:lnTo>
                    <a:pt x="369782" y="995221"/>
                  </a:lnTo>
                  <a:lnTo>
                    <a:pt x="394435" y="979514"/>
                  </a:lnTo>
                  <a:lnTo>
                    <a:pt x="419087" y="963934"/>
                  </a:lnTo>
                  <a:lnTo>
                    <a:pt x="443739" y="948495"/>
                  </a:lnTo>
                  <a:lnTo>
                    <a:pt x="468391" y="933209"/>
                  </a:lnTo>
                  <a:lnTo>
                    <a:pt x="493043" y="918083"/>
                  </a:lnTo>
                  <a:lnTo>
                    <a:pt x="517696" y="903121"/>
                  </a:lnTo>
                  <a:lnTo>
                    <a:pt x="542348" y="888325"/>
                  </a:lnTo>
                  <a:lnTo>
                    <a:pt x="567000" y="873693"/>
                  </a:lnTo>
                  <a:lnTo>
                    <a:pt x="591652" y="859221"/>
                  </a:lnTo>
                  <a:lnTo>
                    <a:pt x="616304" y="844902"/>
                  </a:lnTo>
                  <a:lnTo>
                    <a:pt x="640957" y="830727"/>
                  </a:lnTo>
                  <a:lnTo>
                    <a:pt x="665609" y="816682"/>
                  </a:lnTo>
                  <a:lnTo>
                    <a:pt x="690261" y="802753"/>
                  </a:lnTo>
                  <a:lnTo>
                    <a:pt x="714913" y="788923"/>
                  </a:lnTo>
                  <a:lnTo>
                    <a:pt x="739565" y="775173"/>
                  </a:lnTo>
                  <a:lnTo>
                    <a:pt x="764218" y="761481"/>
                  </a:lnTo>
                  <a:lnTo>
                    <a:pt x="788870" y="747825"/>
                  </a:lnTo>
                  <a:lnTo>
                    <a:pt x="813522" y="734180"/>
                  </a:lnTo>
                  <a:lnTo>
                    <a:pt x="838174" y="720523"/>
                  </a:lnTo>
                  <a:lnTo>
                    <a:pt x="862826" y="706830"/>
                  </a:lnTo>
                  <a:lnTo>
                    <a:pt x="887479" y="693078"/>
                  </a:lnTo>
                  <a:lnTo>
                    <a:pt x="912131" y="679248"/>
                  </a:lnTo>
                  <a:lnTo>
                    <a:pt x="936783" y="665321"/>
                  </a:lnTo>
                  <a:lnTo>
                    <a:pt x="961435" y="651282"/>
                  </a:lnTo>
                  <a:lnTo>
                    <a:pt x="986087" y="637121"/>
                  </a:lnTo>
                  <a:lnTo>
                    <a:pt x="1010740" y="622828"/>
                  </a:lnTo>
                  <a:lnTo>
                    <a:pt x="1035392" y="608399"/>
                  </a:lnTo>
                  <a:lnTo>
                    <a:pt x="1060044" y="593830"/>
                  </a:lnTo>
                  <a:lnTo>
                    <a:pt x="1084696" y="579122"/>
                  </a:lnTo>
                  <a:lnTo>
                    <a:pt x="1109348" y="564275"/>
                  </a:lnTo>
                  <a:lnTo>
                    <a:pt x="1134001" y="549292"/>
                  </a:lnTo>
                  <a:lnTo>
                    <a:pt x="1158653" y="534177"/>
                  </a:lnTo>
                  <a:lnTo>
                    <a:pt x="1183305" y="518933"/>
                  </a:lnTo>
                  <a:lnTo>
                    <a:pt x="1207957" y="503565"/>
                  </a:lnTo>
                  <a:lnTo>
                    <a:pt x="1232609" y="488078"/>
                  </a:lnTo>
                  <a:lnTo>
                    <a:pt x="1257262" y="472475"/>
                  </a:lnTo>
                  <a:lnTo>
                    <a:pt x="1281914" y="456761"/>
                  </a:lnTo>
                  <a:lnTo>
                    <a:pt x="1306566" y="440941"/>
                  </a:lnTo>
                  <a:lnTo>
                    <a:pt x="1331218" y="425017"/>
                  </a:lnTo>
                  <a:lnTo>
                    <a:pt x="1355870" y="408994"/>
                  </a:lnTo>
                  <a:lnTo>
                    <a:pt x="1380523" y="392875"/>
                  </a:lnTo>
                  <a:lnTo>
                    <a:pt x="1405175" y="376662"/>
                  </a:lnTo>
                  <a:lnTo>
                    <a:pt x="1429827" y="360359"/>
                  </a:lnTo>
                  <a:lnTo>
                    <a:pt x="1454479" y="343967"/>
                  </a:lnTo>
                  <a:lnTo>
                    <a:pt x="1479131" y="327490"/>
                  </a:lnTo>
                  <a:lnTo>
                    <a:pt x="1503784" y="310929"/>
                  </a:lnTo>
                  <a:lnTo>
                    <a:pt x="1528436" y="294287"/>
                  </a:lnTo>
                  <a:lnTo>
                    <a:pt x="1553088" y="277564"/>
                  </a:lnTo>
                  <a:lnTo>
                    <a:pt x="1577740" y="260762"/>
                  </a:lnTo>
                  <a:lnTo>
                    <a:pt x="1602392" y="243883"/>
                  </a:lnTo>
                  <a:lnTo>
                    <a:pt x="1627045" y="226928"/>
                  </a:lnTo>
                  <a:lnTo>
                    <a:pt x="1651697" y="209898"/>
                  </a:lnTo>
                  <a:lnTo>
                    <a:pt x="1676349" y="192794"/>
                  </a:lnTo>
                  <a:lnTo>
                    <a:pt x="1701001" y="175618"/>
                  </a:lnTo>
                  <a:lnTo>
                    <a:pt x="1725653" y="158369"/>
                  </a:lnTo>
                  <a:lnTo>
                    <a:pt x="1750306" y="141049"/>
                  </a:lnTo>
                  <a:lnTo>
                    <a:pt x="1774958" y="123659"/>
                  </a:lnTo>
                  <a:lnTo>
                    <a:pt x="1799610" y="106199"/>
                  </a:lnTo>
                  <a:lnTo>
                    <a:pt x="1824262" y="88669"/>
                  </a:lnTo>
                  <a:lnTo>
                    <a:pt x="1848914" y="71071"/>
                  </a:lnTo>
                  <a:lnTo>
                    <a:pt x="1873566" y="53404"/>
                  </a:lnTo>
                  <a:lnTo>
                    <a:pt x="1898219" y="35670"/>
                  </a:lnTo>
                  <a:lnTo>
                    <a:pt x="1922871" y="17868"/>
                  </a:lnTo>
                  <a:lnTo>
                    <a:pt x="19475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82" name="pl6882"/>
            <p:cNvSpPr/>
            <p:nvPr/>
          </p:nvSpPr>
          <p:spPr>
            <a:xfrm>
              <a:off x="9870517" y="3309090"/>
              <a:ext cx="1947523" cy="706989"/>
            </a:xfrm>
            <a:custGeom>
              <a:avLst/>
              <a:pathLst>
                <a:path w="1947523" h="706989">
                  <a:moveTo>
                    <a:pt x="1947523" y="26571"/>
                  </a:moveTo>
                  <a:lnTo>
                    <a:pt x="1922871" y="22526"/>
                  </a:lnTo>
                  <a:lnTo>
                    <a:pt x="1898219" y="18812"/>
                  </a:lnTo>
                  <a:lnTo>
                    <a:pt x="1873566" y="15431"/>
                  </a:lnTo>
                  <a:lnTo>
                    <a:pt x="1848914" y="12382"/>
                  </a:lnTo>
                  <a:lnTo>
                    <a:pt x="1824262" y="9666"/>
                  </a:lnTo>
                  <a:lnTo>
                    <a:pt x="1799610" y="7284"/>
                  </a:lnTo>
                  <a:lnTo>
                    <a:pt x="1774958" y="5236"/>
                  </a:lnTo>
                  <a:lnTo>
                    <a:pt x="1750306" y="3522"/>
                  </a:lnTo>
                  <a:lnTo>
                    <a:pt x="1725653" y="2144"/>
                  </a:lnTo>
                  <a:lnTo>
                    <a:pt x="1701001" y="1102"/>
                  </a:lnTo>
                  <a:lnTo>
                    <a:pt x="1676349" y="396"/>
                  </a:lnTo>
                  <a:lnTo>
                    <a:pt x="1651697" y="29"/>
                  </a:lnTo>
                  <a:lnTo>
                    <a:pt x="1627045" y="0"/>
                  </a:lnTo>
                  <a:lnTo>
                    <a:pt x="1602392" y="310"/>
                  </a:lnTo>
                  <a:lnTo>
                    <a:pt x="1577740" y="962"/>
                  </a:lnTo>
                  <a:lnTo>
                    <a:pt x="1553088" y="1955"/>
                  </a:lnTo>
                  <a:lnTo>
                    <a:pt x="1528436" y="3292"/>
                  </a:lnTo>
                  <a:lnTo>
                    <a:pt x="1503784" y="4974"/>
                  </a:lnTo>
                  <a:lnTo>
                    <a:pt x="1479131" y="7003"/>
                  </a:lnTo>
                  <a:lnTo>
                    <a:pt x="1454479" y="9380"/>
                  </a:lnTo>
                  <a:lnTo>
                    <a:pt x="1429827" y="12108"/>
                  </a:lnTo>
                  <a:lnTo>
                    <a:pt x="1405175" y="15188"/>
                  </a:lnTo>
                  <a:lnTo>
                    <a:pt x="1380523" y="18624"/>
                  </a:lnTo>
                  <a:lnTo>
                    <a:pt x="1355870" y="22419"/>
                  </a:lnTo>
                  <a:lnTo>
                    <a:pt x="1331218" y="26574"/>
                  </a:lnTo>
                  <a:lnTo>
                    <a:pt x="1306566" y="31093"/>
                  </a:lnTo>
                  <a:lnTo>
                    <a:pt x="1281914" y="35981"/>
                  </a:lnTo>
                  <a:lnTo>
                    <a:pt x="1257262" y="41240"/>
                  </a:lnTo>
                  <a:lnTo>
                    <a:pt x="1232609" y="46874"/>
                  </a:lnTo>
                  <a:lnTo>
                    <a:pt x="1207957" y="52889"/>
                  </a:lnTo>
                  <a:lnTo>
                    <a:pt x="1183305" y="59288"/>
                  </a:lnTo>
                  <a:lnTo>
                    <a:pt x="1158653" y="66076"/>
                  </a:lnTo>
                  <a:lnTo>
                    <a:pt x="1134001" y="73257"/>
                  </a:lnTo>
                  <a:lnTo>
                    <a:pt x="1109348" y="80836"/>
                  </a:lnTo>
                  <a:lnTo>
                    <a:pt x="1084696" y="88815"/>
                  </a:lnTo>
                  <a:lnTo>
                    <a:pt x="1060044" y="97198"/>
                  </a:lnTo>
                  <a:lnTo>
                    <a:pt x="1035392" y="105985"/>
                  </a:lnTo>
                  <a:lnTo>
                    <a:pt x="1010740" y="115176"/>
                  </a:lnTo>
                  <a:lnTo>
                    <a:pt x="986087" y="124769"/>
                  </a:lnTo>
                  <a:lnTo>
                    <a:pt x="961435" y="134758"/>
                  </a:lnTo>
                  <a:lnTo>
                    <a:pt x="936783" y="145134"/>
                  </a:lnTo>
                  <a:lnTo>
                    <a:pt x="912131" y="155887"/>
                  </a:lnTo>
                  <a:lnTo>
                    <a:pt x="887479" y="167001"/>
                  </a:lnTo>
                  <a:lnTo>
                    <a:pt x="862826" y="178459"/>
                  </a:lnTo>
                  <a:lnTo>
                    <a:pt x="838174" y="190240"/>
                  </a:lnTo>
                  <a:lnTo>
                    <a:pt x="813522" y="202322"/>
                  </a:lnTo>
                  <a:lnTo>
                    <a:pt x="788870" y="214681"/>
                  </a:lnTo>
                  <a:lnTo>
                    <a:pt x="764218" y="227293"/>
                  </a:lnTo>
                  <a:lnTo>
                    <a:pt x="739565" y="240134"/>
                  </a:lnTo>
                  <a:lnTo>
                    <a:pt x="714913" y="253182"/>
                  </a:lnTo>
                  <a:lnTo>
                    <a:pt x="690261" y="266415"/>
                  </a:lnTo>
                  <a:lnTo>
                    <a:pt x="665609" y="279814"/>
                  </a:lnTo>
                  <a:lnTo>
                    <a:pt x="640957" y="293361"/>
                  </a:lnTo>
                  <a:lnTo>
                    <a:pt x="616304" y="307043"/>
                  </a:lnTo>
                  <a:lnTo>
                    <a:pt x="591652" y="320846"/>
                  </a:lnTo>
                  <a:lnTo>
                    <a:pt x="567000" y="334761"/>
                  </a:lnTo>
                  <a:lnTo>
                    <a:pt x="542348" y="348781"/>
                  </a:lnTo>
                  <a:lnTo>
                    <a:pt x="517696" y="362901"/>
                  </a:lnTo>
                  <a:lnTo>
                    <a:pt x="493043" y="377120"/>
                  </a:lnTo>
                  <a:lnTo>
                    <a:pt x="468391" y="391440"/>
                  </a:lnTo>
                  <a:lnTo>
                    <a:pt x="443739" y="405865"/>
                  </a:lnTo>
                  <a:lnTo>
                    <a:pt x="419087" y="420401"/>
                  </a:lnTo>
                  <a:lnTo>
                    <a:pt x="394435" y="435061"/>
                  </a:lnTo>
                  <a:lnTo>
                    <a:pt x="369782" y="449860"/>
                  </a:lnTo>
                  <a:lnTo>
                    <a:pt x="345130" y="464815"/>
                  </a:lnTo>
                  <a:lnTo>
                    <a:pt x="320478" y="479951"/>
                  </a:lnTo>
                  <a:lnTo>
                    <a:pt x="295826" y="495293"/>
                  </a:lnTo>
                  <a:lnTo>
                    <a:pt x="271174" y="510874"/>
                  </a:lnTo>
                  <a:lnTo>
                    <a:pt x="246521" y="526728"/>
                  </a:lnTo>
                  <a:lnTo>
                    <a:pt x="221869" y="542891"/>
                  </a:lnTo>
                  <a:lnTo>
                    <a:pt x="197217" y="559399"/>
                  </a:lnTo>
                  <a:lnTo>
                    <a:pt x="172565" y="576289"/>
                  </a:lnTo>
                  <a:lnTo>
                    <a:pt x="147913" y="593591"/>
                  </a:lnTo>
                  <a:lnTo>
                    <a:pt x="123260" y="611330"/>
                  </a:lnTo>
                  <a:lnTo>
                    <a:pt x="98608" y="629525"/>
                  </a:lnTo>
                  <a:lnTo>
                    <a:pt x="73956" y="648188"/>
                  </a:lnTo>
                  <a:lnTo>
                    <a:pt x="49304" y="667321"/>
                  </a:lnTo>
                  <a:lnTo>
                    <a:pt x="24652" y="686923"/>
                  </a:lnTo>
                  <a:lnTo>
                    <a:pt x="0" y="7069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83" name="pl6883"/>
            <p:cNvSpPr/>
            <p:nvPr/>
          </p:nvSpPr>
          <p:spPr>
            <a:xfrm>
              <a:off x="9870517" y="3014452"/>
              <a:ext cx="1947523" cy="953930"/>
            </a:xfrm>
            <a:custGeom>
              <a:avLst/>
              <a:pathLst>
                <a:path w="1947523" h="953930">
                  <a:moveTo>
                    <a:pt x="0" y="953930"/>
                  </a:moveTo>
                  <a:lnTo>
                    <a:pt x="24652" y="936692"/>
                  </a:lnTo>
                  <a:lnTo>
                    <a:pt x="49304" y="919586"/>
                  </a:lnTo>
                  <a:lnTo>
                    <a:pt x="73956" y="902612"/>
                  </a:lnTo>
                  <a:lnTo>
                    <a:pt x="98608" y="885771"/>
                  </a:lnTo>
                  <a:lnTo>
                    <a:pt x="123260" y="869062"/>
                  </a:lnTo>
                  <a:lnTo>
                    <a:pt x="147913" y="852485"/>
                  </a:lnTo>
                  <a:lnTo>
                    <a:pt x="172565" y="836041"/>
                  </a:lnTo>
                  <a:lnTo>
                    <a:pt x="197217" y="819729"/>
                  </a:lnTo>
                  <a:lnTo>
                    <a:pt x="221869" y="803550"/>
                  </a:lnTo>
                  <a:lnTo>
                    <a:pt x="246521" y="787503"/>
                  </a:lnTo>
                  <a:lnTo>
                    <a:pt x="271174" y="771589"/>
                  </a:lnTo>
                  <a:lnTo>
                    <a:pt x="295826" y="755807"/>
                  </a:lnTo>
                  <a:lnTo>
                    <a:pt x="320478" y="740157"/>
                  </a:lnTo>
                  <a:lnTo>
                    <a:pt x="345130" y="724639"/>
                  </a:lnTo>
                  <a:lnTo>
                    <a:pt x="369782" y="709255"/>
                  </a:lnTo>
                  <a:lnTo>
                    <a:pt x="394435" y="694002"/>
                  </a:lnTo>
                  <a:lnTo>
                    <a:pt x="419087" y="678882"/>
                  </a:lnTo>
                  <a:lnTo>
                    <a:pt x="443739" y="663894"/>
                  </a:lnTo>
                  <a:lnTo>
                    <a:pt x="468391" y="649039"/>
                  </a:lnTo>
                  <a:lnTo>
                    <a:pt x="493043" y="634316"/>
                  </a:lnTo>
                  <a:lnTo>
                    <a:pt x="517696" y="619725"/>
                  </a:lnTo>
                  <a:lnTo>
                    <a:pt x="542348" y="605267"/>
                  </a:lnTo>
                  <a:lnTo>
                    <a:pt x="567000" y="590941"/>
                  </a:lnTo>
                  <a:lnTo>
                    <a:pt x="591652" y="576748"/>
                  </a:lnTo>
                  <a:lnTo>
                    <a:pt x="616304" y="562687"/>
                  </a:lnTo>
                  <a:lnTo>
                    <a:pt x="640957" y="548758"/>
                  </a:lnTo>
                  <a:lnTo>
                    <a:pt x="665609" y="534962"/>
                  </a:lnTo>
                  <a:lnTo>
                    <a:pt x="690261" y="521298"/>
                  </a:lnTo>
                  <a:lnTo>
                    <a:pt x="714913" y="507767"/>
                  </a:lnTo>
                  <a:lnTo>
                    <a:pt x="739565" y="494368"/>
                  </a:lnTo>
                  <a:lnTo>
                    <a:pt x="764218" y="481101"/>
                  </a:lnTo>
                  <a:lnTo>
                    <a:pt x="788870" y="467967"/>
                  </a:lnTo>
                  <a:lnTo>
                    <a:pt x="813522" y="454965"/>
                  </a:lnTo>
                  <a:lnTo>
                    <a:pt x="838174" y="442095"/>
                  </a:lnTo>
                  <a:lnTo>
                    <a:pt x="862826" y="429358"/>
                  </a:lnTo>
                  <a:lnTo>
                    <a:pt x="887479" y="416754"/>
                  </a:lnTo>
                  <a:lnTo>
                    <a:pt x="912131" y="404282"/>
                  </a:lnTo>
                  <a:lnTo>
                    <a:pt x="936783" y="391942"/>
                  </a:lnTo>
                  <a:lnTo>
                    <a:pt x="961435" y="379734"/>
                  </a:lnTo>
                  <a:lnTo>
                    <a:pt x="986087" y="367659"/>
                  </a:lnTo>
                  <a:lnTo>
                    <a:pt x="1010740" y="355716"/>
                  </a:lnTo>
                  <a:lnTo>
                    <a:pt x="1035392" y="343906"/>
                  </a:lnTo>
                  <a:lnTo>
                    <a:pt x="1060044" y="332228"/>
                  </a:lnTo>
                  <a:lnTo>
                    <a:pt x="1084696" y="320683"/>
                  </a:lnTo>
                  <a:lnTo>
                    <a:pt x="1109348" y="309270"/>
                  </a:lnTo>
                  <a:lnTo>
                    <a:pt x="1134001" y="297989"/>
                  </a:lnTo>
                  <a:lnTo>
                    <a:pt x="1158653" y="286841"/>
                  </a:lnTo>
                  <a:lnTo>
                    <a:pt x="1183305" y="275825"/>
                  </a:lnTo>
                  <a:lnTo>
                    <a:pt x="1207957" y="264941"/>
                  </a:lnTo>
                  <a:lnTo>
                    <a:pt x="1232609" y="254190"/>
                  </a:lnTo>
                  <a:lnTo>
                    <a:pt x="1257262" y="243571"/>
                  </a:lnTo>
                  <a:lnTo>
                    <a:pt x="1281914" y="233085"/>
                  </a:lnTo>
                  <a:lnTo>
                    <a:pt x="1306566" y="222731"/>
                  </a:lnTo>
                  <a:lnTo>
                    <a:pt x="1331218" y="212510"/>
                  </a:lnTo>
                  <a:lnTo>
                    <a:pt x="1355870" y="202420"/>
                  </a:lnTo>
                  <a:lnTo>
                    <a:pt x="1380523" y="192464"/>
                  </a:lnTo>
                  <a:lnTo>
                    <a:pt x="1405175" y="182639"/>
                  </a:lnTo>
                  <a:lnTo>
                    <a:pt x="1429827" y="172947"/>
                  </a:lnTo>
                  <a:lnTo>
                    <a:pt x="1454479" y="163388"/>
                  </a:lnTo>
                  <a:lnTo>
                    <a:pt x="1479131" y="153961"/>
                  </a:lnTo>
                  <a:lnTo>
                    <a:pt x="1503784" y="144666"/>
                  </a:lnTo>
                  <a:lnTo>
                    <a:pt x="1528436" y="135503"/>
                  </a:lnTo>
                  <a:lnTo>
                    <a:pt x="1553088" y="126473"/>
                  </a:lnTo>
                  <a:lnTo>
                    <a:pt x="1577740" y="117576"/>
                  </a:lnTo>
                  <a:lnTo>
                    <a:pt x="1602392" y="108811"/>
                  </a:lnTo>
                  <a:lnTo>
                    <a:pt x="1627045" y="100178"/>
                  </a:lnTo>
                  <a:lnTo>
                    <a:pt x="1651697" y="91678"/>
                  </a:lnTo>
                  <a:lnTo>
                    <a:pt x="1676349" y="83309"/>
                  </a:lnTo>
                  <a:lnTo>
                    <a:pt x="1701001" y="75074"/>
                  </a:lnTo>
                  <a:lnTo>
                    <a:pt x="1725653" y="66971"/>
                  </a:lnTo>
                  <a:lnTo>
                    <a:pt x="1750306" y="59000"/>
                  </a:lnTo>
                  <a:lnTo>
                    <a:pt x="1774958" y="51161"/>
                  </a:lnTo>
                  <a:lnTo>
                    <a:pt x="1799610" y="43455"/>
                  </a:lnTo>
                  <a:lnTo>
                    <a:pt x="1824262" y="35882"/>
                  </a:lnTo>
                  <a:lnTo>
                    <a:pt x="1848914" y="28441"/>
                  </a:lnTo>
                  <a:lnTo>
                    <a:pt x="1873566" y="21132"/>
                  </a:lnTo>
                  <a:lnTo>
                    <a:pt x="1898219" y="13955"/>
                  </a:lnTo>
                  <a:lnTo>
                    <a:pt x="1922871" y="6911"/>
                  </a:lnTo>
                  <a:lnTo>
                    <a:pt x="194752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4" name="pg6884"/>
            <p:cNvSpPr/>
            <p:nvPr/>
          </p:nvSpPr>
          <p:spPr>
            <a:xfrm>
              <a:off x="9870517" y="3088857"/>
              <a:ext cx="1298349" cy="564554"/>
            </a:xfrm>
            <a:custGeom>
              <a:avLst/>
              <a:pathLst>
                <a:path w="1298349" h="564554">
                  <a:moveTo>
                    <a:pt x="0" y="486205"/>
                  </a:moveTo>
                  <a:lnTo>
                    <a:pt x="16434" y="480024"/>
                  </a:lnTo>
                  <a:lnTo>
                    <a:pt x="32869" y="473796"/>
                  </a:lnTo>
                  <a:lnTo>
                    <a:pt x="49304" y="467518"/>
                  </a:lnTo>
                  <a:lnTo>
                    <a:pt x="65739" y="461187"/>
                  </a:lnTo>
                  <a:lnTo>
                    <a:pt x="82173" y="454800"/>
                  </a:lnTo>
                  <a:lnTo>
                    <a:pt x="98608" y="448355"/>
                  </a:lnTo>
                  <a:lnTo>
                    <a:pt x="115043" y="441849"/>
                  </a:lnTo>
                  <a:lnTo>
                    <a:pt x="131478" y="435281"/>
                  </a:lnTo>
                  <a:lnTo>
                    <a:pt x="147913" y="428653"/>
                  </a:lnTo>
                  <a:lnTo>
                    <a:pt x="164347" y="421966"/>
                  </a:lnTo>
                  <a:lnTo>
                    <a:pt x="180782" y="415225"/>
                  </a:lnTo>
                  <a:lnTo>
                    <a:pt x="197217" y="408434"/>
                  </a:lnTo>
                  <a:lnTo>
                    <a:pt x="213652" y="401602"/>
                  </a:lnTo>
                  <a:lnTo>
                    <a:pt x="230087" y="394738"/>
                  </a:lnTo>
                  <a:lnTo>
                    <a:pt x="246521" y="387853"/>
                  </a:lnTo>
                  <a:lnTo>
                    <a:pt x="262956" y="380960"/>
                  </a:lnTo>
                  <a:lnTo>
                    <a:pt x="279391" y="374070"/>
                  </a:lnTo>
                  <a:lnTo>
                    <a:pt x="295826" y="367197"/>
                  </a:lnTo>
                  <a:lnTo>
                    <a:pt x="312261" y="360354"/>
                  </a:lnTo>
                  <a:lnTo>
                    <a:pt x="328695" y="353551"/>
                  </a:lnTo>
                  <a:lnTo>
                    <a:pt x="345130" y="346799"/>
                  </a:lnTo>
                  <a:lnTo>
                    <a:pt x="361565" y="340108"/>
                  </a:lnTo>
                  <a:lnTo>
                    <a:pt x="378000" y="333487"/>
                  </a:lnTo>
                  <a:lnTo>
                    <a:pt x="394435" y="326942"/>
                  </a:lnTo>
                  <a:lnTo>
                    <a:pt x="410869" y="320478"/>
                  </a:lnTo>
                  <a:lnTo>
                    <a:pt x="427304" y="314101"/>
                  </a:lnTo>
                  <a:lnTo>
                    <a:pt x="443739" y="307813"/>
                  </a:lnTo>
                  <a:lnTo>
                    <a:pt x="460174" y="301617"/>
                  </a:lnTo>
                  <a:lnTo>
                    <a:pt x="476609" y="295512"/>
                  </a:lnTo>
                  <a:lnTo>
                    <a:pt x="493043" y="289499"/>
                  </a:lnTo>
                  <a:lnTo>
                    <a:pt x="509478" y="283575"/>
                  </a:lnTo>
                  <a:lnTo>
                    <a:pt x="525913" y="277739"/>
                  </a:lnTo>
                  <a:lnTo>
                    <a:pt x="542348" y="271985"/>
                  </a:lnTo>
                  <a:lnTo>
                    <a:pt x="558783" y="266309"/>
                  </a:lnTo>
                  <a:lnTo>
                    <a:pt x="575217" y="260705"/>
                  </a:lnTo>
                  <a:lnTo>
                    <a:pt x="591652" y="255165"/>
                  </a:lnTo>
                  <a:lnTo>
                    <a:pt x="608087" y="249682"/>
                  </a:lnTo>
                  <a:lnTo>
                    <a:pt x="624522" y="244244"/>
                  </a:lnTo>
                  <a:lnTo>
                    <a:pt x="640957" y="238844"/>
                  </a:lnTo>
                  <a:lnTo>
                    <a:pt x="657391" y="233469"/>
                  </a:lnTo>
                  <a:lnTo>
                    <a:pt x="673826" y="228109"/>
                  </a:lnTo>
                  <a:lnTo>
                    <a:pt x="690261" y="222754"/>
                  </a:lnTo>
                  <a:lnTo>
                    <a:pt x="706696" y="217391"/>
                  </a:lnTo>
                  <a:lnTo>
                    <a:pt x="723131" y="212012"/>
                  </a:lnTo>
                  <a:lnTo>
                    <a:pt x="739565" y="206607"/>
                  </a:lnTo>
                  <a:lnTo>
                    <a:pt x="756000" y="201168"/>
                  </a:lnTo>
                  <a:lnTo>
                    <a:pt x="772435" y="195689"/>
                  </a:lnTo>
                  <a:lnTo>
                    <a:pt x="788870" y="190166"/>
                  </a:lnTo>
                  <a:lnTo>
                    <a:pt x="805305" y="184594"/>
                  </a:lnTo>
                  <a:lnTo>
                    <a:pt x="821739" y="178972"/>
                  </a:lnTo>
                  <a:lnTo>
                    <a:pt x="838174" y="173299"/>
                  </a:lnTo>
                  <a:lnTo>
                    <a:pt x="854609" y="167575"/>
                  </a:lnTo>
                  <a:lnTo>
                    <a:pt x="871044" y="161801"/>
                  </a:lnTo>
                  <a:lnTo>
                    <a:pt x="887479" y="155977"/>
                  </a:lnTo>
                  <a:lnTo>
                    <a:pt x="903913" y="150108"/>
                  </a:lnTo>
                  <a:lnTo>
                    <a:pt x="920348" y="144193"/>
                  </a:lnTo>
                  <a:lnTo>
                    <a:pt x="936783" y="138236"/>
                  </a:lnTo>
                  <a:lnTo>
                    <a:pt x="953218" y="132238"/>
                  </a:lnTo>
                  <a:lnTo>
                    <a:pt x="969653" y="126203"/>
                  </a:lnTo>
                  <a:lnTo>
                    <a:pt x="986087" y="120132"/>
                  </a:lnTo>
                  <a:lnTo>
                    <a:pt x="1002522" y="114027"/>
                  </a:lnTo>
                  <a:lnTo>
                    <a:pt x="1018957" y="107890"/>
                  </a:lnTo>
                  <a:lnTo>
                    <a:pt x="1035392" y="101724"/>
                  </a:lnTo>
                  <a:lnTo>
                    <a:pt x="1051827" y="95529"/>
                  </a:lnTo>
                  <a:lnTo>
                    <a:pt x="1068261" y="89308"/>
                  </a:lnTo>
                  <a:lnTo>
                    <a:pt x="1084696" y="83061"/>
                  </a:lnTo>
                  <a:lnTo>
                    <a:pt x="1101131" y="76790"/>
                  </a:lnTo>
                  <a:lnTo>
                    <a:pt x="1117566" y="70496"/>
                  </a:lnTo>
                  <a:lnTo>
                    <a:pt x="1134001" y="64181"/>
                  </a:lnTo>
                  <a:lnTo>
                    <a:pt x="1150435" y="57844"/>
                  </a:lnTo>
                  <a:lnTo>
                    <a:pt x="1166870" y="51488"/>
                  </a:lnTo>
                  <a:lnTo>
                    <a:pt x="1183305" y="45113"/>
                  </a:lnTo>
                  <a:lnTo>
                    <a:pt x="1199740" y="38719"/>
                  </a:lnTo>
                  <a:lnTo>
                    <a:pt x="1216175" y="32307"/>
                  </a:lnTo>
                  <a:lnTo>
                    <a:pt x="1232609" y="25878"/>
                  </a:lnTo>
                  <a:lnTo>
                    <a:pt x="1249044" y="19432"/>
                  </a:lnTo>
                  <a:lnTo>
                    <a:pt x="1265479" y="12970"/>
                  </a:lnTo>
                  <a:lnTo>
                    <a:pt x="1281914" y="6492"/>
                  </a:lnTo>
                  <a:lnTo>
                    <a:pt x="1298349" y="0"/>
                  </a:lnTo>
                  <a:lnTo>
                    <a:pt x="1298349" y="237845"/>
                  </a:lnTo>
                  <a:lnTo>
                    <a:pt x="1281914" y="235266"/>
                  </a:lnTo>
                  <a:lnTo>
                    <a:pt x="1265479" y="232866"/>
                  </a:lnTo>
                  <a:lnTo>
                    <a:pt x="1249044" y="230645"/>
                  </a:lnTo>
                  <a:lnTo>
                    <a:pt x="1232609" y="228603"/>
                  </a:lnTo>
                  <a:lnTo>
                    <a:pt x="1216175" y="226742"/>
                  </a:lnTo>
                  <a:lnTo>
                    <a:pt x="1199740" y="225061"/>
                  </a:lnTo>
                  <a:lnTo>
                    <a:pt x="1183305" y="223562"/>
                  </a:lnTo>
                  <a:lnTo>
                    <a:pt x="1166870" y="222245"/>
                  </a:lnTo>
                  <a:lnTo>
                    <a:pt x="1150435" y="221110"/>
                  </a:lnTo>
                  <a:lnTo>
                    <a:pt x="1134001" y="220159"/>
                  </a:lnTo>
                  <a:lnTo>
                    <a:pt x="1117566" y="219392"/>
                  </a:lnTo>
                  <a:lnTo>
                    <a:pt x="1101131" y="218811"/>
                  </a:lnTo>
                  <a:lnTo>
                    <a:pt x="1084696" y="218416"/>
                  </a:lnTo>
                  <a:lnTo>
                    <a:pt x="1068261" y="218208"/>
                  </a:lnTo>
                  <a:lnTo>
                    <a:pt x="1051827" y="218189"/>
                  </a:lnTo>
                  <a:lnTo>
                    <a:pt x="1035392" y="218361"/>
                  </a:lnTo>
                  <a:lnTo>
                    <a:pt x="1018957" y="218724"/>
                  </a:lnTo>
                  <a:lnTo>
                    <a:pt x="1002522" y="219281"/>
                  </a:lnTo>
                  <a:lnTo>
                    <a:pt x="986087" y="220033"/>
                  </a:lnTo>
                  <a:lnTo>
                    <a:pt x="969653" y="220982"/>
                  </a:lnTo>
                  <a:lnTo>
                    <a:pt x="953218" y="222130"/>
                  </a:lnTo>
                  <a:lnTo>
                    <a:pt x="936783" y="223480"/>
                  </a:lnTo>
                  <a:lnTo>
                    <a:pt x="920348" y="225033"/>
                  </a:lnTo>
                  <a:lnTo>
                    <a:pt x="903913" y="226793"/>
                  </a:lnTo>
                  <a:lnTo>
                    <a:pt x="887479" y="228760"/>
                  </a:lnTo>
                  <a:lnTo>
                    <a:pt x="871044" y="230938"/>
                  </a:lnTo>
                  <a:lnTo>
                    <a:pt x="854609" y="233329"/>
                  </a:lnTo>
                  <a:lnTo>
                    <a:pt x="838174" y="235932"/>
                  </a:lnTo>
                  <a:lnTo>
                    <a:pt x="821739" y="238751"/>
                  </a:lnTo>
                  <a:lnTo>
                    <a:pt x="805305" y="241784"/>
                  </a:lnTo>
                  <a:lnTo>
                    <a:pt x="788870" y="245031"/>
                  </a:lnTo>
                  <a:lnTo>
                    <a:pt x="772435" y="248490"/>
                  </a:lnTo>
                  <a:lnTo>
                    <a:pt x="756000" y="252157"/>
                  </a:lnTo>
                  <a:lnTo>
                    <a:pt x="739565" y="256027"/>
                  </a:lnTo>
                  <a:lnTo>
                    <a:pt x="723131" y="260095"/>
                  </a:lnTo>
                  <a:lnTo>
                    <a:pt x="706696" y="264351"/>
                  </a:lnTo>
                  <a:lnTo>
                    <a:pt x="690261" y="268788"/>
                  </a:lnTo>
                  <a:lnTo>
                    <a:pt x="673826" y="273396"/>
                  </a:lnTo>
                  <a:lnTo>
                    <a:pt x="657391" y="278162"/>
                  </a:lnTo>
                  <a:lnTo>
                    <a:pt x="640957" y="283078"/>
                  </a:lnTo>
                  <a:lnTo>
                    <a:pt x="624522" y="288131"/>
                  </a:lnTo>
                  <a:lnTo>
                    <a:pt x="608087" y="293311"/>
                  </a:lnTo>
                  <a:lnTo>
                    <a:pt x="591652" y="298608"/>
                  </a:lnTo>
                  <a:lnTo>
                    <a:pt x="575217" y="304012"/>
                  </a:lnTo>
                  <a:lnTo>
                    <a:pt x="558783" y="309515"/>
                  </a:lnTo>
                  <a:lnTo>
                    <a:pt x="542348" y="315111"/>
                  </a:lnTo>
                  <a:lnTo>
                    <a:pt x="525913" y="320791"/>
                  </a:lnTo>
                  <a:lnTo>
                    <a:pt x="509478" y="326553"/>
                  </a:lnTo>
                  <a:lnTo>
                    <a:pt x="493043" y="332391"/>
                  </a:lnTo>
                  <a:lnTo>
                    <a:pt x="476609" y="338302"/>
                  </a:lnTo>
                  <a:lnTo>
                    <a:pt x="460174" y="344286"/>
                  </a:lnTo>
                  <a:lnTo>
                    <a:pt x="443739" y="350342"/>
                  </a:lnTo>
                  <a:lnTo>
                    <a:pt x="427304" y="356469"/>
                  </a:lnTo>
                  <a:lnTo>
                    <a:pt x="410869" y="362671"/>
                  </a:lnTo>
                  <a:lnTo>
                    <a:pt x="394435" y="368950"/>
                  </a:lnTo>
                  <a:lnTo>
                    <a:pt x="378000" y="375311"/>
                  </a:lnTo>
                  <a:lnTo>
                    <a:pt x="361565" y="381759"/>
                  </a:lnTo>
                  <a:lnTo>
                    <a:pt x="345130" y="388301"/>
                  </a:lnTo>
                  <a:lnTo>
                    <a:pt x="328695" y="394946"/>
                  </a:lnTo>
                  <a:lnTo>
                    <a:pt x="312261" y="401703"/>
                  </a:lnTo>
                  <a:lnTo>
                    <a:pt x="295826" y="408583"/>
                  </a:lnTo>
                  <a:lnTo>
                    <a:pt x="279391" y="415597"/>
                  </a:lnTo>
                  <a:lnTo>
                    <a:pt x="262956" y="422758"/>
                  </a:lnTo>
                  <a:lnTo>
                    <a:pt x="246521" y="430078"/>
                  </a:lnTo>
                  <a:lnTo>
                    <a:pt x="230087" y="437571"/>
                  </a:lnTo>
                  <a:lnTo>
                    <a:pt x="213652" y="445248"/>
                  </a:lnTo>
                  <a:lnTo>
                    <a:pt x="197217" y="453120"/>
                  </a:lnTo>
                  <a:lnTo>
                    <a:pt x="180782" y="461197"/>
                  </a:lnTo>
                  <a:lnTo>
                    <a:pt x="164347" y="469487"/>
                  </a:lnTo>
                  <a:lnTo>
                    <a:pt x="147913" y="477995"/>
                  </a:lnTo>
                  <a:lnTo>
                    <a:pt x="131478" y="486725"/>
                  </a:lnTo>
                  <a:lnTo>
                    <a:pt x="115043" y="495680"/>
                  </a:lnTo>
                  <a:lnTo>
                    <a:pt x="98608" y="504859"/>
                  </a:lnTo>
                  <a:lnTo>
                    <a:pt x="82173" y="514262"/>
                  </a:lnTo>
                  <a:lnTo>
                    <a:pt x="65739" y="523888"/>
                  </a:lnTo>
                  <a:lnTo>
                    <a:pt x="49304" y="533732"/>
                  </a:lnTo>
                  <a:lnTo>
                    <a:pt x="32869" y="543794"/>
                  </a:lnTo>
                  <a:lnTo>
                    <a:pt x="16434" y="554069"/>
                  </a:lnTo>
                  <a:lnTo>
                    <a:pt x="0" y="56455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85" name="pl6885"/>
            <p:cNvSpPr/>
            <p:nvPr/>
          </p:nvSpPr>
          <p:spPr>
            <a:xfrm>
              <a:off x="9870517" y="3088857"/>
              <a:ext cx="1298349" cy="486205"/>
            </a:xfrm>
            <a:custGeom>
              <a:avLst/>
              <a:pathLst>
                <a:path w="1298349" h="486205">
                  <a:moveTo>
                    <a:pt x="0" y="486205"/>
                  </a:moveTo>
                  <a:lnTo>
                    <a:pt x="16434" y="480024"/>
                  </a:lnTo>
                  <a:lnTo>
                    <a:pt x="32869" y="473796"/>
                  </a:lnTo>
                  <a:lnTo>
                    <a:pt x="49304" y="467518"/>
                  </a:lnTo>
                  <a:lnTo>
                    <a:pt x="65739" y="461187"/>
                  </a:lnTo>
                  <a:lnTo>
                    <a:pt x="82173" y="454800"/>
                  </a:lnTo>
                  <a:lnTo>
                    <a:pt x="98608" y="448355"/>
                  </a:lnTo>
                  <a:lnTo>
                    <a:pt x="115043" y="441849"/>
                  </a:lnTo>
                  <a:lnTo>
                    <a:pt x="131478" y="435281"/>
                  </a:lnTo>
                  <a:lnTo>
                    <a:pt x="147913" y="428653"/>
                  </a:lnTo>
                  <a:lnTo>
                    <a:pt x="164347" y="421966"/>
                  </a:lnTo>
                  <a:lnTo>
                    <a:pt x="180782" y="415225"/>
                  </a:lnTo>
                  <a:lnTo>
                    <a:pt x="197217" y="408434"/>
                  </a:lnTo>
                  <a:lnTo>
                    <a:pt x="213652" y="401602"/>
                  </a:lnTo>
                  <a:lnTo>
                    <a:pt x="230087" y="394738"/>
                  </a:lnTo>
                  <a:lnTo>
                    <a:pt x="246521" y="387853"/>
                  </a:lnTo>
                  <a:lnTo>
                    <a:pt x="262956" y="380960"/>
                  </a:lnTo>
                  <a:lnTo>
                    <a:pt x="279391" y="374070"/>
                  </a:lnTo>
                  <a:lnTo>
                    <a:pt x="295826" y="367197"/>
                  </a:lnTo>
                  <a:lnTo>
                    <a:pt x="312261" y="360354"/>
                  </a:lnTo>
                  <a:lnTo>
                    <a:pt x="328695" y="353551"/>
                  </a:lnTo>
                  <a:lnTo>
                    <a:pt x="345130" y="346799"/>
                  </a:lnTo>
                  <a:lnTo>
                    <a:pt x="361565" y="340108"/>
                  </a:lnTo>
                  <a:lnTo>
                    <a:pt x="378000" y="333487"/>
                  </a:lnTo>
                  <a:lnTo>
                    <a:pt x="394435" y="326942"/>
                  </a:lnTo>
                  <a:lnTo>
                    <a:pt x="410869" y="320478"/>
                  </a:lnTo>
                  <a:lnTo>
                    <a:pt x="427304" y="314101"/>
                  </a:lnTo>
                  <a:lnTo>
                    <a:pt x="443739" y="307813"/>
                  </a:lnTo>
                  <a:lnTo>
                    <a:pt x="460174" y="301617"/>
                  </a:lnTo>
                  <a:lnTo>
                    <a:pt x="476609" y="295512"/>
                  </a:lnTo>
                  <a:lnTo>
                    <a:pt x="493043" y="289499"/>
                  </a:lnTo>
                  <a:lnTo>
                    <a:pt x="509478" y="283575"/>
                  </a:lnTo>
                  <a:lnTo>
                    <a:pt x="525913" y="277739"/>
                  </a:lnTo>
                  <a:lnTo>
                    <a:pt x="542348" y="271985"/>
                  </a:lnTo>
                  <a:lnTo>
                    <a:pt x="558783" y="266309"/>
                  </a:lnTo>
                  <a:lnTo>
                    <a:pt x="575217" y="260705"/>
                  </a:lnTo>
                  <a:lnTo>
                    <a:pt x="591652" y="255165"/>
                  </a:lnTo>
                  <a:lnTo>
                    <a:pt x="608087" y="249682"/>
                  </a:lnTo>
                  <a:lnTo>
                    <a:pt x="624522" y="244244"/>
                  </a:lnTo>
                  <a:lnTo>
                    <a:pt x="640957" y="238844"/>
                  </a:lnTo>
                  <a:lnTo>
                    <a:pt x="657391" y="233469"/>
                  </a:lnTo>
                  <a:lnTo>
                    <a:pt x="673826" y="228109"/>
                  </a:lnTo>
                  <a:lnTo>
                    <a:pt x="690261" y="222754"/>
                  </a:lnTo>
                  <a:lnTo>
                    <a:pt x="706696" y="217391"/>
                  </a:lnTo>
                  <a:lnTo>
                    <a:pt x="723131" y="212012"/>
                  </a:lnTo>
                  <a:lnTo>
                    <a:pt x="739565" y="206607"/>
                  </a:lnTo>
                  <a:lnTo>
                    <a:pt x="756000" y="201168"/>
                  </a:lnTo>
                  <a:lnTo>
                    <a:pt x="772435" y="195689"/>
                  </a:lnTo>
                  <a:lnTo>
                    <a:pt x="788870" y="190166"/>
                  </a:lnTo>
                  <a:lnTo>
                    <a:pt x="805305" y="184594"/>
                  </a:lnTo>
                  <a:lnTo>
                    <a:pt x="821739" y="178972"/>
                  </a:lnTo>
                  <a:lnTo>
                    <a:pt x="838174" y="173299"/>
                  </a:lnTo>
                  <a:lnTo>
                    <a:pt x="854609" y="167575"/>
                  </a:lnTo>
                  <a:lnTo>
                    <a:pt x="871044" y="161801"/>
                  </a:lnTo>
                  <a:lnTo>
                    <a:pt x="887479" y="155977"/>
                  </a:lnTo>
                  <a:lnTo>
                    <a:pt x="903913" y="150108"/>
                  </a:lnTo>
                  <a:lnTo>
                    <a:pt x="920348" y="144193"/>
                  </a:lnTo>
                  <a:lnTo>
                    <a:pt x="936783" y="138236"/>
                  </a:lnTo>
                  <a:lnTo>
                    <a:pt x="953218" y="132238"/>
                  </a:lnTo>
                  <a:lnTo>
                    <a:pt x="969653" y="126203"/>
                  </a:lnTo>
                  <a:lnTo>
                    <a:pt x="986087" y="120132"/>
                  </a:lnTo>
                  <a:lnTo>
                    <a:pt x="1002522" y="114027"/>
                  </a:lnTo>
                  <a:lnTo>
                    <a:pt x="1018957" y="107890"/>
                  </a:lnTo>
                  <a:lnTo>
                    <a:pt x="1035392" y="101724"/>
                  </a:lnTo>
                  <a:lnTo>
                    <a:pt x="1051827" y="95529"/>
                  </a:lnTo>
                  <a:lnTo>
                    <a:pt x="1068261" y="89308"/>
                  </a:lnTo>
                  <a:lnTo>
                    <a:pt x="1084696" y="83061"/>
                  </a:lnTo>
                  <a:lnTo>
                    <a:pt x="1101131" y="76790"/>
                  </a:lnTo>
                  <a:lnTo>
                    <a:pt x="1117566" y="70496"/>
                  </a:lnTo>
                  <a:lnTo>
                    <a:pt x="1134001" y="64181"/>
                  </a:lnTo>
                  <a:lnTo>
                    <a:pt x="1150435" y="57844"/>
                  </a:lnTo>
                  <a:lnTo>
                    <a:pt x="1166870" y="51488"/>
                  </a:lnTo>
                  <a:lnTo>
                    <a:pt x="1183305" y="45113"/>
                  </a:lnTo>
                  <a:lnTo>
                    <a:pt x="1199740" y="38719"/>
                  </a:lnTo>
                  <a:lnTo>
                    <a:pt x="1216175" y="32307"/>
                  </a:lnTo>
                  <a:lnTo>
                    <a:pt x="1232609" y="25878"/>
                  </a:lnTo>
                  <a:lnTo>
                    <a:pt x="1249044" y="19432"/>
                  </a:lnTo>
                  <a:lnTo>
                    <a:pt x="1265479" y="12970"/>
                  </a:lnTo>
                  <a:lnTo>
                    <a:pt x="1281914" y="6492"/>
                  </a:lnTo>
                  <a:lnTo>
                    <a:pt x="129834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86" name="pl6886"/>
            <p:cNvSpPr/>
            <p:nvPr/>
          </p:nvSpPr>
          <p:spPr>
            <a:xfrm>
              <a:off x="9870517" y="3307047"/>
              <a:ext cx="1298349" cy="346364"/>
            </a:xfrm>
            <a:custGeom>
              <a:avLst/>
              <a:pathLst>
                <a:path w="1298349" h="346364">
                  <a:moveTo>
                    <a:pt x="1298349" y="19655"/>
                  </a:moveTo>
                  <a:lnTo>
                    <a:pt x="1281914" y="17076"/>
                  </a:lnTo>
                  <a:lnTo>
                    <a:pt x="1265479" y="14676"/>
                  </a:lnTo>
                  <a:lnTo>
                    <a:pt x="1249044" y="12455"/>
                  </a:lnTo>
                  <a:lnTo>
                    <a:pt x="1232609" y="10413"/>
                  </a:lnTo>
                  <a:lnTo>
                    <a:pt x="1216175" y="8552"/>
                  </a:lnTo>
                  <a:lnTo>
                    <a:pt x="1199740" y="6871"/>
                  </a:lnTo>
                  <a:lnTo>
                    <a:pt x="1183305" y="5372"/>
                  </a:lnTo>
                  <a:lnTo>
                    <a:pt x="1166870" y="4055"/>
                  </a:lnTo>
                  <a:lnTo>
                    <a:pt x="1150435" y="2920"/>
                  </a:lnTo>
                  <a:lnTo>
                    <a:pt x="1134001" y="1969"/>
                  </a:lnTo>
                  <a:lnTo>
                    <a:pt x="1117566" y="1202"/>
                  </a:lnTo>
                  <a:lnTo>
                    <a:pt x="1101131" y="621"/>
                  </a:lnTo>
                  <a:lnTo>
                    <a:pt x="1084696" y="226"/>
                  </a:lnTo>
                  <a:lnTo>
                    <a:pt x="1068261" y="18"/>
                  </a:lnTo>
                  <a:lnTo>
                    <a:pt x="1051827" y="0"/>
                  </a:lnTo>
                  <a:lnTo>
                    <a:pt x="1035392" y="171"/>
                  </a:lnTo>
                  <a:lnTo>
                    <a:pt x="1018957" y="534"/>
                  </a:lnTo>
                  <a:lnTo>
                    <a:pt x="1002522" y="1091"/>
                  </a:lnTo>
                  <a:lnTo>
                    <a:pt x="986087" y="1843"/>
                  </a:lnTo>
                  <a:lnTo>
                    <a:pt x="969653" y="2792"/>
                  </a:lnTo>
                  <a:lnTo>
                    <a:pt x="953218" y="3940"/>
                  </a:lnTo>
                  <a:lnTo>
                    <a:pt x="936783" y="5290"/>
                  </a:lnTo>
                  <a:lnTo>
                    <a:pt x="920348" y="6843"/>
                  </a:lnTo>
                  <a:lnTo>
                    <a:pt x="903913" y="8603"/>
                  </a:lnTo>
                  <a:lnTo>
                    <a:pt x="887479" y="10570"/>
                  </a:lnTo>
                  <a:lnTo>
                    <a:pt x="871044" y="12748"/>
                  </a:lnTo>
                  <a:lnTo>
                    <a:pt x="854609" y="15139"/>
                  </a:lnTo>
                  <a:lnTo>
                    <a:pt x="838174" y="17743"/>
                  </a:lnTo>
                  <a:lnTo>
                    <a:pt x="821739" y="20561"/>
                  </a:lnTo>
                  <a:lnTo>
                    <a:pt x="805305" y="23594"/>
                  </a:lnTo>
                  <a:lnTo>
                    <a:pt x="788870" y="26841"/>
                  </a:lnTo>
                  <a:lnTo>
                    <a:pt x="772435" y="30300"/>
                  </a:lnTo>
                  <a:lnTo>
                    <a:pt x="756000" y="33967"/>
                  </a:lnTo>
                  <a:lnTo>
                    <a:pt x="739565" y="37837"/>
                  </a:lnTo>
                  <a:lnTo>
                    <a:pt x="723131" y="41905"/>
                  </a:lnTo>
                  <a:lnTo>
                    <a:pt x="706696" y="46162"/>
                  </a:lnTo>
                  <a:lnTo>
                    <a:pt x="690261" y="50599"/>
                  </a:lnTo>
                  <a:lnTo>
                    <a:pt x="673826" y="55206"/>
                  </a:lnTo>
                  <a:lnTo>
                    <a:pt x="657391" y="59973"/>
                  </a:lnTo>
                  <a:lnTo>
                    <a:pt x="640957" y="64888"/>
                  </a:lnTo>
                  <a:lnTo>
                    <a:pt x="624522" y="69941"/>
                  </a:lnTo>
                  <a:lnTo>
                    <a:pt x="608087" y="75121"/>
                  </a:lnTo>
                  <a:lnTo>
                    <a:pt x="591652" y="80418"/>
                  </a:lnTo>
                  <a:lnTo>
                    <a:pt x="575217" y="85822"/>
                  </a:lnTo>
                  <a:lnTo>
                    <a:pt x="558783" y="91325"/>
                  </a:lnTo>
                  <a:lnTo>
                    <a:pt x="542348" y="96921"/>
                  </a:lnTo>
                  <a:lnTo>
                    <a:pt x="525913" y="102602"/>
                  </a:lnTo>
                  <a:lnTo>
                    <a:pt x="509478" y="108363"/>
                  </a:lnTo>
                  <a:lnTo>
                    <a:pt x="493043" y="114201"/>
                  </a:lnTo>
                  <a:lnTo>
                    <a:pt x="476609" y="120113"/>
                  </a:lnTo>
                  <a:lnTo>
                    <a:pt x="460174" y="126096"/>
                  </a:lnTo>
                  <a:lnTo>
                    <a:pt x="443739" y="132152"/>
                  </a:lnTo>
                  <a:lnTo>
                    <a:pt x="427304" y="138280"/>
                  </a:lnTo>
                  <a:lnTo>
                    <a:pt x="410869" y="144481"/>
                  </a:lnTo>
                  <a:lnTo>
                    <a:pt x="394435" y="150760"/>
                  </a:lnTo>
                  <a:lnTo>
                    <a:pt x="378000" y="157121"/>
                  </a:lnTo>
                  <a:lnTo>
                    <a:pt x="361565" y="163569"/>
                  </a:lnTo>
                  <a:lnTo>
                    <a:pt x="345130" y="170112"/>
                  </a:lnTo>
                  <a:lnTo>
                    <a:pt x="328695" y="176756"/>
                  </a:lnTo>
                  <a:lnTo>
                    <a:pt x="312261" y="183513"/>
                  </a:lnTo>
                  <a:lnTo>
                    <a:pt x="295826" y="190393"/>
                  </a:lnTo>
                  <a:lnTo>
                    <a:pt x="279391" y="197407"/>
                  </a:lnTo>
                  <a:lnTo>
                    <a:pt x="262956" y="204568"/>
                  </a:lnTo>
                  <a:lnTo>
                    <a:pt x="246521" y="211889"/>
                  </a:lnTo>
                  <a:lnTo>
                    <a:pt x="230087" y="219381"/>
                  </a:lnTo>
                  <a:lnTo>
                    <a:pt x="213652" y="227058"/>
                  </a:lnTo>
                  <a:lnTo>
                    <a:pt x="197217" y="234931"/>
                  </a:lnTo>
                  <a:lnTo>
                    <a:pt x="180782" y="243008"/>
                  </a:lnTo>
                  <a:lnTo>
                    <a:pt x="164347" y="251297"/>
                  </a:lnTo>
                  <a:lnTo>
                    <a:pt x="147913" y="259805"/>
                  </a:lnTo>
                  <a:lnTo>
                    <a:pt x="131478" y="268536"/>
                  </a:lnTo>
                  <a:lnTo>
                    <a:pt x="115043" y="277490"/>
                  </a:lnTo>
                  <a:lnTo>
                    <a:pt x="98608" y="286669"/>
                  </a:lnTo>
                  <a:lnTo>
                    <a:pt x="82173" y="296073"/>
                  </a:lnTo>
                  <a:lnTo>
                    <a:pt x="65739" y="305698"/>
                  </a:lnTo>
                  <a:lnTo>
                    <a:pt x="49304" y="315543"/>
                  </a:lnTo>
                  <a:lnTo>
                    <a:pt x="32869" y="325604"/>
                  </a:lnTo>
                  <a:lnTo>
                    <a:pt x="16434" y="335879"/>
                  </a:lnTo>
                  <a:lnTo>
                    <a:pt x="0" y="3463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87" name="pl6887"/>
            <p:cNvSpPr/>
            <p:nvPr/>
          </p:nvSpPr>
          <p:spPr>
            <a:xfrm>
              <a:off x="9870517" y="3207780"/>
              <a:ext cx="1298349" cy="406457"/>
            </a:xfrm>
            <a:custGeom>
              <a:avLst/>
              <a:pathLst>
                <a:path w="1298349" h="406457">
                  <a:moveTo>
                    <a:pt x="0" y="406457"/>
                  </a:moveTo>
                  <a:lnTo>
                    <a:pt x="16434" y="398124"/>
                  </a:lnTo>
                  <a:lnTo>
                    <a:pt x="32869" y="389872"/>
                  </a:lnTo>
                  <a:lnTo>
                    <a:pt x="49304" y="381703"/>
                  </a:lnTo>
                  <a:lnTo>
                    <a:pt x="65739" y="373615"/>
                  </a:lnTo>
                  <a:lnTo>
                    <a:pt x="82173" y="365609"/>
                  </a:lnTo>
                  <a:lnTo>
                    <a:pt x="98608" y="357684"/>
                  </a:lnTo>
                  <a:lnTo>
                    <a:pt x="115043" y="349841"/>
                  </a:lnTo>
                  <a:lnTo>
                    <a:pt x="131478" y="342080"/>
                  </a:lnTo>
                  <a:lnTo>
                    <a:pt x="147913" y="334401"/>
                  </a:lnTo>
                  <a:lnTo>
                    <a:pt x="164347" y="326804"/>
                  </a:lnTo>
                  <a:lnTo>
                    <a:pt x="180782" y="319288"/>
                  </a:lnTo>
                  <a:lnTo>
                    <a:pt x="197217" y="311854"/>
                  </a:lnTo>
                  <a:lnTo>
                    <a:pt x="213652" y="304502"/>
                  </a:lnTo>
                  <a:lnTo>
                    <a:pt x="230087" y="297232"/>
                  </a:lnTo>
                  <a:lnTo>
                    <a:pt x="246521" y="290043"/>
                  </a:lnTo>
                  <a:lnTo>
                    <a:pt x="262956" y="282936"/>
                  </a:lnTo>
                  <a:lnTo>
                    <a:pt x="279391" y="275911"/>
                  </a:lnTo>
                  <a:lnTo>
                    <a:pt x="295826" y="268967"/>
                  </a:lnTo>
                  <a:lnTo>
                    <a:pt x="312261" y="262106"/>
                  </a:lnTo>
                  <a:lnTo>
                    <a:pt x="328695" y="255326"/>
                  </a:lnTo>
                  <a:lnTo>
                    <a:pt x="345130" y="248627"/>
                  </a:lnTo>
                  <a:lnTo>
                    <a:pt x="361565" y="242011"/>
                  </a:lnTo>
                  <a:lnTo>
                    <a:pt x="378000" y="235476"/>
                  </a:lnTo>
                  <a:lnTo>
                    <a:pt x="394435" y="229023"/>
                  </a:lnTo>
                  <a:lnTo>
                    <a:pt x="410869" y="222652"/>
                  </a:lnTo>
                  <a:lnTo>
                    <a:pt x="427304" y="216362"/>
                  </a:lnTo>
                  <a:lnTo>
                    <a:pt x="443739" y="210155"/>
                  </a:lnTo>
                  <a:lnTo>
                    <a:pt x="460174" y="204029"/>
                  </a:lnTo>
                  <a:lnTo>
                    <a:pt x="476609" y="197984"/>
                  </a:lnTo>
                  <a:lnTo>
                    <a:pt x="493043" y="192022"/>
                  </a:lnTo>
                  <a:lnTo>
                    <a:pt x="509478" y="186141"/>
                  </a:lnTo>
                  <a:lnTo>
                    <a:pt x="525913" y="180342"/>
                  </a:lnTo>
                  <a:lnTo>
                    <a:pt x="542348" y="174625"/>
                  </a:lnTo>
                  <a:lnTo>
                    <a:pt x="558783" y="168989"/>
                  </a:lnTo>
                  <a:lnTo>
                    <a:pt x="575217" y="163436"/>
                  </a:lnTo>
                  <a:lnTo>
                    <a:pt x="591652" y="157964"/>
                  </a:lnTo>
                  <a:lnTo>
                    <a:pt x="608087" y="152573"/>
                  </a:lnTo>
                  <a:lnTo>
                    <a:pt x="624522" y="147265"/>
                  </a:lnTo>
                  <a:lnTo>
                    <a:pt x="640957" y="142038"/>
                  </a:lnTo>
                  <a:lnTo>
                    <a:pt x="657391" y="136893"/>
                  </a:lnTo>
                  <a:lnTo>
                    <a:pt x="673826" y="131830"/>
                  </a:lnTo>
                  <a:lnTo>
                    <a:pt x="690261" y="126848"/>
                  </a:lnTo>
                  <a:lnTo>
                    <a:pt x="706696" y="121948"/>
                  </a:lnTo>
                  <a:lnTo>
                    <a:pt x="723131" y="117130"/>
                  </a:lnTo>
                  <a:lnTo>
                    <a:pt x="739565" y="112394"/>
                  </a:lnTo>
                  <a:lnTo>
                    <a:pt x="756000" y="107740"/>
                  </a:lnTo>
                  <a:lnTo>
                    <a:pt x="772435" y="103167"/>
                  </a:lnTo>
                  <a:lnTo>
                    <a:pt x="788870" y="98676"/>
                  </a:lnTo>
                  <a:lnTo>
                    <a:pt x="805305" y="94266"/>
                  </a:lnTo>
                  <a:lnTo>
                    <a:pt x="821739" y="89939"/>
                  </a:lnTo>
                  <a:lnTo>
                    <a:pt x="838174" y="85693"/>
                  </a:lnTo>
                  <a:lnTo>
                    <a:pt x="854609" y="81529"/>
                  </a:lnTo>
                  <a:lnTo>
                    <a:pt x="871044" y="77447"/>
                  </a:lnTo>
                  <a:lnTo>
                    <a:pt x="887479" y="73446"/>
                  </a:lnTo>
                  <a:lnTo>
                    <a:pt x="903913" y="69527"/>
                  </a:lnTo>
                  <a:lnTo>
                    <a:pt x="920348" y="65690"/>
                  </a:lnTo>
                  <a:lnTo>
                    <a:pt x="936783" y="61935"/>
                  </a:lnTo>
                  <a:lnTo>
                    <a:pt x="953218" y="58261"/>
                  </a:lnTo>
                  <a:lnTo>
                    <a:pt x="969653" y="54669"/>
                  </a:lnTo>
                  <a:lnTo>
                    <a:pt x="986087" y="51159"/>
                  </a:lnTo>
                  <a:lnTo>
                    <a:pt x="1002522" y="47731"/>
                  </a:lnTo>
                  <a:lnTo>
                    <a:pt x="1018957" y="44384"/>
                  </a:lnTo>
                  <a:lnTo>
                    <a:pt x="1035392" y="41119"/>
                  </a:lnTo>
                  <a:lnTo>
                    <a:pt x="1051827" y="37936"/>
                  </a:lnTo>
                  <a:lnTo>
                    <a:pt x="1068261" y="34835"/>
                  </a:lnTo>
                  <a:lnTo>
                    <a:pt x="1084696" y="31815"/>
                  </a:lnTo>
                  <a:lnTo>
                    <a:pt x="1101131" y="28878"/>
                  </a:lnTo>
                  <a:lnTo>
                    <a:pt x="1117566" y="26021"/>
                  </a:lnTo>
                  <a:lnTo>
                    <a:pt x="1134001" y="23247"/>
                  </a:lnTo>
                  <a:lnTo>
                    <a:pt x="1150435" y="20554"/>
                  </a:lnTo>
                  <a:lnTo>
                    <a:pt x="1166870" y="17944"/>
                  </a:lnTo>
                  <a:lnTo>
                    <a:pt x="1183305" y="15414"/>
                  </a:lnTo>
                  <a:lnTo>
                    <a:pt x="1199740" y="12967"/>
                  </a:lnTo>
                  <a:lnTo>
                    <a:pt x="1216175" y="10601"/>
                  </a:lnTo>
                  <a:lnTo>
                    <a:pt x="1232609" y="8318"/>
                  </a:lnTo>
                  <a:lnTo>
                    <a:pt x="1249044" y="6115"/>
                  </a:lnTo>
                  <a:lnTo>
                    <a:pt x="1265479" y="3995"/>
                  </a:lnTo>
                  <a:lnTo>
                    <a:pt x="1281914" y="1956"/>
                  </a:lnTo>
                  <a:lnTo>
                    <a:pt x="1298349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8" name="tx6888"/>
            <p:cNvSpPr/>
            <p:nvPr/>
          </p:nvSpPr>
          <p:spPr>
            <a:xfrm>
              <a:off x="9880255" y="263277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889" name="tx6889"/>
            <p:cNvSpPr/>
            <p:nvPr/>
          </p:nvSpPr>
          <p:spPr>
            <a:xfrm>
              <a:off x="9954001" y="260789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90" name="tx6890"/>
            <p:cNvSpPr/>
            <p:nvPr/>
          </p:nvSpPr>
          <p:spPr>
            <a:xfrm>
              <a:off x="9988610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91" name="tx6891"/>
            <p:cNvSpPr/>
            <p:nvPr/>
          </p:nvSpPr>
          <p:spPr>
            <a:xfrm>
              <a:off x="10012962" y="266980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892" name="tx6892"/>
            <p:cNvSpPr/>
            <p:nvPr/>
          </p:nvSpPr>
          <p:spPr>
            <a:xfrm>
              <a:off x="10064878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93" name="tx6893"/>
            <p:cNvSpPr/>
            <p:nvPr/>
          </p:nvSpPr>
          <p:spPr>
            <a:xfrm>
              <a:off x="10089230" y="263143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6894" name="tx6894"/>
            <p:cNvSpPr/>
            <p:nvPr/>
          </p:nvSpPr>
          <p:spPr>
            <a:xfrm>
              <a:off x="9880255" y="2725769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895" name="tx6895"/>
            <p:cNvSpPr/>
            <p:nvPr/>
          </p:nvSpPr>
          <p:spPr>
            <a:xfrm>
              <a:off x="9954001" y="270088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96" name="tx6896"/>
            <p:cNvSpPr/>
            <p:nvPr/>
          </p:nvSpPr>
          <p:spPr>
            <a:xfrm>
              <a:off x="9988610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97" name="tx6897"/>
            <p:cNvSpPr/>
            <p:nvPr/>
          </p:nvSpPr>
          <p:spPr>
            <a:xfrm>
              <a:off x="10012962" y="276279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898" name="tx6898"/>
            <p:cNvSpPr/>
            <p:nvPr/>
          </p:nvSpPr>
          <p:spPr>
            <a:xfrm>
              <a:off x="10064878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99" name="tx6899"/>
            <p:cNvSpPr/>
            <p:nvPr/>
          </p:nvSpPr>
          <p:spPr>
            <a:xfrm>
              <a:off x="10089230" y="272442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0.18</a:t>
              </a:r>
            </a:p>
          </p:txBody>
        </p:sp>
        <p:sp>
          <p:nvSpPr>
            <p:cNvPr id="6900" name="pl6900"/>
            <p:cNvSpPr/>
            <p:nvPr/>
          </p:nvSpPr>
          <p:spPr>
            <a:xfrm>
              <a:off x="9773141" y="621293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1" name="pl6901"/>
            <p:cNvSpPr/>
            <p:nvPr/>
          </p:nvSpPr>
          <p:spPr>
            <a:xfrm>
              <a:off x="9773141" y="584717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2" name="pl6902"/>
            <p:cNvSpPr/>
            <p:nvPr/>
          </p:nvSpPr>
          <p:spPr>
            <a:xfrm>
              <a:off x="9773141" y="548140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3" name="pl6903"/>
            <p:cNvSpPr/>
            <p:nvPr/>
          </p:nvSpPr>
          <p:spPr>
            <a:xfrm>
              <a:off x="9773141" y="5115641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4" name="pl6904"/>
            <p:cNvSpPr/>
            <p:nvPr/>
          </p:nvSpPr>
          <p:spPr>
            <a:xfrm>
              <a:off x="9773141" y="4749876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5" name="pl6905"/>
            <p:cNvSpPr/>
            <p:nvPr/>
          </p:nvSpPr>
          <p:spPr>
            <a:xfrm>
              <a:off x="10113958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6" name="pl6906"/>
            <p:cNvSpPr/>
            <p:nvPr/>
          </p:nvSpPr>
          <p:spPr>
            <a:xfrm>
              <a:off x="10600838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7" name="pl6907"/>
            <p:cNvSpPr/>
            <p:nvPr/>
          </p:nvSpPr>
          <p:spPr>
            <a:xfrm>
              <a:off x="11087719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8" name="pl6908"/>
            <p:cNvSpPr/>
            <p:nvPr/>
          </p:nvSpPr>
          <p:spPr>
            <a:xfrm>
              <a:off x="11574600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9" name="pl6909"/>
            <p:cNvSpPr/>
            <p:nvPr/>
          </p:nvSpPr>
          <p:spPr>
            <a:xfrm>
              <a:off x="9773141" y="6395818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0" name="pl6910"/>
            <p:cNvSpPr/>
            <p:nvPr/>
          </p:nvSpPr>
          <p:spPr>
            <a:xfrm>
              <a:off x="9773141" y="6030053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1" name="pl6911"/>
            <p:cNvSpPr/>
            <p:nvPr/>
          </p:nvSpPr>
          <p:spPr>
            <a:xfrm>
              <a:off x="9773141" y="566428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2" name="pl6912"/>
            <p:cNvSpPr/>
            <p:nvPr/>
          </p:nvSpPr>
          <p:spPr>
            <a:xfrm>
              <a:off x="9773141" y="5298524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3" name="pl6913"/>
            <p:cNvSpPr/>
            <p:nvPr/>
          </p:nvSpPr>
          <p:spPr>
            <a:xfrm>
              <a:off x="9773141" y="4932759"/>
              <a:ext cx="2142275" cy="0"/>
            </a:xfrm>
            <a:custGeom>
              <a:avLst/>
              <a:pathLst>
                <a:path w="2142275" h="0">
                  <a:moveTo>
                    <a:pt x="0" y="0"/>
                  </a:moveTo>
                  <a:lnTo>
                    <a:pt x="2142275" y="0"/>
                  </a:lnTo>
                  <a:lnTo>
                    <a:pt x="214227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4" name="pl6914"/>
            <p:cNvSpPr/>
            <p:nvPr/>
          </p:nvSpPr>
          <p:spPr>
            <a:xfrm>
              <a:off x="9870517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5" name="pl6915"/>
            <p:cNvSpPr/>
            <p:nvPr/>
          </p:nvSpPr>
          <p:spPr>
            <a:xfrm>
              <a:off x="10357398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6" name="pl6916"/>
            <p:cNvSpPr/>
            <p:nvPr/>
          </p:nvSpPr>
          <p:spPr>
            <a:xfrm>
              <a:off x="10844279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7" name="pl6917"/>
            <p:cNvSpPr/>
            <p:nvPr/>
          </p:nvSpPr>
          <p:spPr>
            <a:xfrm>
              <a:off x="11331160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8" name="pl6918"/>
            <p:cNvSpPr/>
            <p:nvPr/>
          </p:nvSpPr>
          <p:spPr>
            <a:xfrm>
              <a:off x="11818041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9" name="pt6919"/>
            <p:cNvSpPr/>
            <p:nvPr/>
          </p:nvSpPr>
          <p:spPr>
            <a:xfrm>
              <a:off x="1033934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0" name="pt6920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1" name="pt6921"/>
            <p:cNvSpPr/>
            <p:nvPr/>
          </p:nvSpPr>
          <p:spPr>
            <a:xfrm>
              <a:off x="10339347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2" name="pt6922"/>
            <p:cNvSpPr/>
            <p:nvPr/>
          </p:nvSpPr>
          <p:spPr>
            <a:xfrm>
              <a:off x="10339347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3" name="pt6923"/>
            <p:cNvSpPr/>
            <p:nvPr/>
          </p:nvSpPr>
          <p:spPr>
            <a:xfrm>
              <a:off x="9852466" y="54511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4" name="pt6924"/>
            <p:cNvSpPr/>
            <p:nvPr/>
          </p:nvSpPr>
          <p:spPr>
            <a:xfrm>
              <a:off x="10339347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5" name="pt6925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6" name="pt6926"/>
            <p:cNvSpPr/>
            <p:nvPr/>
          </p:nvSpPr>
          <p:spPr>
            <a:xfrm>
              <a:off x="1033934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7" name="pt6927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8" name="pt6928"/>
            <p:cNvSpPr/>
            <p:nvPr/>
          </p:nvSpPr>
          <p:spPr>
            <a:xfrm>
              <a:off x="9852466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9" name="pt6929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0" name="pt6930"/>
            <p:cNvSpPr/>
            <p:nvPr/>
          </p:nvSpPr>
          <p:spPr>
            <a:xfrm>
              <a:off x="1033934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1" name="pt6931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2" name="pt6932"/>
            <p:cNvSpPr/>
            <p:nvPr/>
          </p:nvSpPr>
          <p:spPr>
            <a:xfrm>
              <a:off x="9852466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3" name="pt6933"/>
            <p:cNvSpPr/>
            <p:nvPr/>
          </p:nvSpPr>
          <p:spPr>
            <a:xfrm>
              <a:off x="10339347" y="5743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4" name="pt6934"/>
            <p:cNvSpPr/>
            <p:nvPr/>
          </p:nvSpPr>
          <p:spPr>
            <a:xfrm>
              <a:off x="9852466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5" name="pt6935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6" name="pt6936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7" name="pt6937"/>
            <p:cNvSpPr/>
            <p:nvPr/>
          </p:nvSpPr>
          <p:spPr>
            <a:xfrm>
              <a:off x="10339347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8" name="pt6938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9" name="pt6939"/>
            <p:cNvSpPr/>
            <p:nvPr/>
          </p:nvSpPr>
          <p:spPr>
            <a:xfrm>
              <a:off x="10339347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0" name="pt6940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1" name="pt6941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2" name="pt6942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3" name="pt6943"/>
            <p:cNvSpPr/>
            <p:nvPr/>
          </p:nvSpPr>
          <p:spPr>
            <a:xfrm>
              <a:off x="10339347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4" name="pt6944"/>
            <p:cNvSpPr/>
            <p:nvPr/>
          </p:nvSpPr>
          <p:spPr>
            <a:xfrm>
              <a:off x="10339347" y="5902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5" name="pt6945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6" name="pt6946"/>
            <p:cNvSpPr/>
            <p:nvPr/>
          </p:nvSpPr>
          <p:spPr>
            <a:xfrm>
              <a:off x="10339347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7" name="pt6947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8" name="pt6948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9" name="pt6949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0" name="pt6950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1" name="pt6951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2" name="pt6952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3" name="pt6953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4" name="pt6954"/>
            <p:cNvSpPr/>
            <p:nvPr/>
          </p:nvSpPr>
          <p:spPr>
            <a:xfrm>
              <a:off x="9852466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5" name="pt6955"/>
            <p:cNvSpPr/>
            <p:nvPr/>
          </p:nvSpPr>
          <p:spPr>
            <a:xfrm>
              <a:off x="9852466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6" name="pt6956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7" name="pt6957"/>
            <p:cNvSpPr/>
            <p:nvPr/>
          </p:nvSpPr>
          <p:spPr>
            <a:xfrm>
              <a:off x="10339347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8" name="pt6958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9" name="pt6959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0" name="pt6960"/>
            <p:cNvSpPr/>
            <p:nvPr/>
          </p:nvSpPr>
          <p:spPr>
            <a:xfrm>
              <a:off x="11313109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1" name="pt6961"/>
            <p:cNvSpPr/>
            <p:nvPr/>
          </p:nvSpPr>
          <p:spPr>
            <a:xfrm>
              <a:off x="9852466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2" name="pt6962"/>
            <p:cNvSpPr/>
            <p:nvPr/>
          </p:nvSpPr>
          <p:spPr>
            <a:xfrm>
              <a:off x="9852466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3" name="pt6963"/>
            <p:cNvSpPr/>
            <p:nvPr/>
          </p:nvSpPr>
          <p:spPr>
            <a:xfrm>
              <a:off x="9852466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4" name="pt6964"/>
            <p:cNvSpPr/>
            <p:nvPr/>
          </p:nvSpPr>
          <p:spPr>
            <a:xfrm>
              <a:off x="9852466" y="6036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5" name="pt6965"/>
            <p:cNvSpPr/>
            <p:nvPr/>
          </p:nvSpPr>
          <p:spPr>
            <a:xfrm>
              <a:off x="9852466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6" name="pt6966"/>
            <p:cNvSpPr/>
            <p:nvPr/>
          </p:nvSpPr>
          <p:spPr>
            <a:xfrm>
              <a:off x="9852466" y="6353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7" name="pt6967"/>
            <p:cNvSpPr/>
            <p:nvPr/>
          </p:nvSpPr>
          <p:spPr>
            <a:xfrm>
              <a:off x="9852466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8" name="pt6968"/>
            <p:cNvSpPr/>
            <p:nvPr/>
          </p:nvSpPr>
          <p:spPr>
            <a:xfrm>
              <a:off x="9852466" y="578035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9" name="pt6969"/>
            <p:cNvSpPr/>
            <p:nvPr/>
          </p:nvSpPr>
          <p:spPr>
            <a:xfrm>
              <a:off x="9852466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0" name="pt6970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1" name="pt6971"/>
            <p:cNvSpPr/>
            <p:nvPr/>
          </p:nvSpPr>
          <p:spPr>
            <a:xfrm>
              <a:off x="9852466" y="63289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2" name="pt6972"/>
            <p:cNvSpPr/>
            <p:nvPr/>
          </p:nvSpPr>
          <p:spPr>
            <a:xfrm>
              <a:off x="9852466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3" name="pt6973"/>
            <p:cNvSpPr/>
            <p:nvPr/>
          </p:nvSpPr>
          <p:spPr>
            <a:xfrm>
              <a:off x="9852466" y="63046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4" name="pt6974"/>
            <p:cNvSpPr/>
            <p:nvPr/>
          </p:nvSpPr>
          <p:spPr>
            <a:xfrm>
              <a:off x="9852466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5" name="pt6975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6" name="pt6976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7" name="pt6977"/>
            <p:cNvSpPr/>
            <p:nvPr/>
          </p:nvSpPr>
          <p:spPr>
            <a:xfrm>
              <a:off x="9852466" y="6060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8" name="pt6978"/>
            <p:cNvSpPr/>
            <p:nvPr/>
          </p:nvSpPr>
          <p:spPr>
            <a:xfrm>
              <a:off x="9852466" y="6060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9" name="pt6979"/>
            <p:cNvSpPr/>
            <p:nvPr/>
          </p:nvSpPr>
          <p:spPr>
            <a:xfrm>
              <a:off x="9852466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0" name="pt6980"/>
            <p:cNvSpPr/>
            <p:nvPr/>
          </p:nvSpPr>
          <p:spPr>
            <a:xfrm>
              <a:off x="9852466" y="576816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1" name="pt6981"/>
            <p:cNvSpPr/>
            <p:nvPr/>
          </p:nvSpPr>
          <p:spPr>
            <a:xfrm>
              <a:off x="9852466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2" name="pt6982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3" name="pt6983"/>
            <p:cNvSpPr/>
            <p:nvPr/>
          </p:nvSpPr>
          <p:spPr>
            <a:xfrm>
              <a:off x="10826228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4" name="pt6984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5" name="pt6985"/>
            <p:cNvSpPr/>
            <p:nvPr/>
          </p:nvSpPr>
          <p:spPr>
            <a:xfrm>
              <a:off x="10826228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6" name="pt6986"/>
            <p:cNvSpPr/>
            <p:nvPr/>
          </p:nvSpPr>
          <p:spPr>
            <a:xfrm>
              <a:off x="11313109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7" name="pt6987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8" name="pt6988"/>
            <p:cNvSpPr/>
            <p:nvPr/>
          </p:nvSpPr>
          <p:spPr>
            <a:xfrm>
              <a:off x="1131310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9" name="pt6989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0" name="pt6990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1" name="pt6991"/>
            <p:cNvSpPr/>
            <p:nvPr/>
          </p:nvSpPr>
          <p:spPr>
            <a:xfrm>
              <a:off x="10826228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2" name="pt6992"/>
            <p:cNvSpPr/>
            <p:nvPr/>
          </p:nvSpPr>
          <p:spPr>
            <a:xfrm>
              <a:off x="10339347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3" name="pt6993"/>
            <p:cNvSpPr/>
            <p:nvPr/>
          </p:nvSpPr>
          <p:spPr>
            <a:xfrm>
              <a:off x="1033934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4" name="pt6994"/>
            <p:cNvSpPr/>
            <p:nvPr/>
          </p:nvSpPr>
          <p:spPr>
            <a:xfrm>
              <a:off x="9852466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5" name="pt6995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6" name="pt6996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7" name="pt6997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8" name="pt6998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9" name="pt6999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0" name="pt7000"/>
            <p:cNvSpPr/>
            <p:nvPr/>
          </p:nvSpPr>
          <p:spPr>
            <a:xfrm>
              <a:off x="10339347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1" name="pt7001"/>
            <p:cNvSpPr/>
            <p:nvPr/>
          </p:nvSpPr>
          <p:spPr>
            <a:xfrm>
              <a:off x="10826228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2" name="pt7002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3" name="pt7003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4" name="pt7004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5" name="pt7005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6" name="pt7006"/>
            <p:cNvSpPr/>
            <p:nvPr/>
          </p:nvSpPr>
          <p:spPr>
            <a:xfrm>
              <a:off x="1033934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7" name="pt7007"/>
            <p:cNvSpPr/>
            <p:nvPr/>
          </p:nvSpPr>
          <p:spPr>
            <a:xfrm>
              <a:off x="1082622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8" name="pt7008"/>
            <p:cNvSpPr/>
            <p:nvPr/>
          </p:nvSpPr>
          <p:spPr>
            <a:xfrm>
              <a:off x="9852466" y="53048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9" name="pt7009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0" name="pt7010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1" name="pt7011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2" name="pt7012"/>
            <p:cNvSpPr/>
            <p:nvPr/>
          </p:nvSpPr>
          <p:spPr>
            <a:xfrm>
              <a:off x="9852466" y="629242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3" name="pt7013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4" name="pt7014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5" name="pt7015"/>
            <p:cNvSpPr/>
            <p:nvPr/>
          </p:nvSpPr>
          <p:spPr>
            <a:xfrm>
              <a:off x="11313109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6" name="pt7016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7" name="pt7017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8" name="pt7018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9" name="pt7019"/>
            <p:cNvSpPr/>
            <p:nvPr/>
          </p:nvSpPr>
          <p:spPr>
            <a:xfrm>
              <a:off x="10339347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0" name="pt7020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1" name="pt7021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2" name="pt7022"/>
            <p:cNvSpPr/>
            <p:nvPr/>
          </p:nvSpPr>
          <p:spPr>
            <a:xfrm>
              <a:off x="10826228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3" name="pt7023"/>
            <p:cNvSpPr/>
            <p:nvPr/>
          </p:nvSpPr>
          <p:spPr>
            <a:xfrm>
              <a:off x="10826228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4" name="pt7024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5" name="pt7025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6" name="pt7026"/>
            <p:cNvSpPr/>
            <p:nvPr/>
          </p:nvSpPr>
          <p:spPr>
            <a:xfrm>
              <a:off x="1033934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7" name="pt7027"/>
            <p:cNvSpPr/>
            <p:nvPr/>
          </p:nvSpPr>
          <p:spPr>
            <a:xfrm>
              <a:off x="10826228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8" name="pt7028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9" name="pt7029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0" name="pt7030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1" name="pt7031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2" name="pt7032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3" name="pt7033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4" name="pt7034"/>
            <p:cNvSpPr/>
            <p:nvPr/>
          </p:nvSpPr>
          <p:spPr>
            <a:xfrm>
              <a:off x="1033934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5" name="pt7035"/>
            <p:cNvSpPr/>
            <p:nvPr/>
          </p:nvSpPr>
          <p:spPr>
            <a:xfrm>
              <a:off x="10826228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6" name="pt7036"/>
            <p:cNvSpPr/>
            <p:nvPr/>
          </p:nvSpPr>
          <p:spPr>
            <a:xfrm>
              <a:off x="1033934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7" name="pt7037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8" name="pt7038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9" name="pt7039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0" name="pt7040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1" name="pt7041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2" name="pt7042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3" name="pt7043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4" name="pt7044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5" name="pt7045"/>
            <p:cNvSpPr/>
            <p:nvPr/>
          </p:nvSpPr>
          <p:spPr>
            <a:xfrm>
              <a:off x="10826228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6" name="pt7046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7" name="pt7047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8" name="pt7048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9" name="pt7049"/>
            <p:cNvSpPr/>
            <p:nvPr/>
          </p:nvSpPr>
          <p:spPr>
            <a:xfrm>
              <a:off x="10339347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0" name="pt7050"/>
            <p:cNvSpPr/>
            <p:nvPr/>
          </p:nvSpPr>
          <p:spPr>
            <a:xfrm>
              <a:off x="10826228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1" name="pt7051"/>
            <p:cNvSpPr/>
            <p:nvPr/>
          </p:nvSpPr>
          <p:spPr>
            <a:xfrm>
              <a:off x="10826228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2" name="pt7052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3" name="pt7053"/>
            <p:cNvSpPr/>
            <p:nvPr/>
          </p:nvSpPr>
          <p:spPr>
            <a:xfrm>
              <a:off x="1033934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4" name="pt7054"/>
            <p:cNvSpPr/>
            <p:nvPr/>
          </p:nvSpPr>
          <p:spPr>
            <a:xfrm>
              <a:off x="1033934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5" name="pt7055"/>
            <p:cNvSpPr/>
            <p:nvPr/>
          </p:nvSpPr>
          <p:spPr>
            <a:xfrm>
              <a:off x="10826228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6" name="pt7056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7" name="pt7057"/>
            <p:cNvSpPr/>
            <p:nvPr/>
          </p:nvSpPr>
          <p:spPr>
            <a:xfrm>
              <a:off x="10339347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8" name="pt7058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9" name="pt7059"/>
            <p:cNvSpPr/>
            <p:nvPr/>
          </p:nvSpPr>
          <p:spPr>
            <a:xfrm>
              <a:off x="1033934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0" name="pt7060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1" name="pt7061"/>
            <p:cNvSpPr/>
            <p:nvPr/>
          </p:nvSpPr>
          <p:spPr>
            <a:xfrm>
              <a:off x="1033934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2" name="pt7062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3" name="pt7063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4" name="pt7064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5" name="pt7065"/>
            <p:cNvSpPr/>
            <p:nvPr/>
          </p:nvSpPr>
          <p:spPr>
            <a:xfrm>
              <a:off x="10826228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6" name="pt7066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7" name="pt7067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8" name="pt7068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9" name="pt7069"/>
            <p:cNvSpPr/>
            <p:nvPr/>
          </p:nvSpPr>
          <p:spPr>
            <a:xfrm>
              <a:off x="10826228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0" name="pt7070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1" name="pt7071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2" name="pt7072"/>
            <p:cNvSpPr/>
            <p:nvPr/>
          </p:nvSpPr>
          <p:spPr>
            <a:xfrm>
              <a:off x="9852466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3" name="pt7073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4" name="pt7074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5" name="pt7075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6" name="pt7076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7" name="pt7077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8" name="pt7078"/>
            <p:cNvSpPr/>
            <p:nvPr/>
          </p:nvSpPr>
          <p:spPr>
            <a:xfrm>
              <a:off x="9852466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9" name="pt7079"/>
            <p:cNvSpPr/>
            <p:nvPr/>
          </p:nvSpPr>
          <p:spPr>
            <a:xfrm>
              <a:off x="9852466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0" name="pt7080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1" name="pt7081"/>
            <p:cNvSpPr/>
            <p:nvPr/>
          </p:nvSpPr>
          <p:spPr>
            <a:xfrm>
              <a:off x="10339347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2" name="pt7082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3" name="pt7083"/>
            <p:cNvSpPr/>
            <p:nvPr/>
          </p:nvSpPr>
          <p:spPr>
            <a:xfrm>
              <a:off x="9852466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4" name="pt7084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5" name="pt7085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6" name="pt7086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7" name="pt7087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8" name="pt7088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9" name="pt7089"/>
            <p:cNvSpPr/>
            <p:nvPr/>
          </p:nvSpPr>
          <p:spPr>
            <a:xfrm>
              <a:off x="10339347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0" name="pt7090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1" name="pt7091"/>
            <p:cNvSpPr/>
            <p:nvPr/>
          </p:nvSpPr>
          <p:spPr>
            <a:xfrm>
              <a:off x="1082622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2" name="pt7092"/>
            <p:cNvSpPr/>
            <p:nvPr/>
          </p:nvSpPr>
          <p:spPr>
            <a:xfrm>
              <a:off x="1033934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3" name="pt7093"/>
            <p:cNvSpPr/>
            <p:nvPr/>
          </p:nvSpPr>
          <p:spPr>
            <a:xfrm>
              <a:off x="1033934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4" name="pt7094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5" name="pt7095"/>
            <p:cNvSpPr/>
            <p:nvPr/>
          </p:nvSpPr>
          <p:spPr>
            <a:xfrm>
              <a:off x="1033934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6" name="pt7096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7" name="pt7097"/>
            <p:cNvSpPr/>
            <p:nvPr/>
          </p:nvSpPr>
          <p:spPr>
            <a:xfrm>
              <a:off x="10826228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8" name="pt7098"/>
            <p:cNvSpPr/>
            <p:nvPr/>
          </p:nvSpPr>
          <p:spPr>
            <a:xfrm>
              <a:off x="10826228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9" name="pt7099"/>
            <p:cNvSpPr/>
            <p:nvPr/>
          </p:nvSpPr>
          <p:spPr>
            <a:xfrm>
              <a:off x="10826228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0" name="pt7100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1" name="pt7101"/>
            <p:cNvSpPr/>
            <p:nvPr/>
          </p:nvSpPr>
          <p:spPr>
            <a:xfrm>
              <a:off x="10826228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2" name="pt7102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3" name="pt7103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4" name="pt7104"/>
            <p:cNvSpPr/>
            <p:nvPr/>
          </p:nvSpPr>
          <p:spPr>
            <a:xfrm>
              <a:off x="10339347" y="52195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5" name="pt7105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6" name="pt7106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7" name="pt7107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8" name="pt7108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9" name="pt7109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0" name="pt7110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1" name="pt7111"/>
            <p:cNvSpPr/>
            <p:nvPr/>
          </p:nvSpPr>
          <p:spPr>
            <a:xfrm>
              <a:off x="1033934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2" name="pt7112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3" name="pt7113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4" name="pt7114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5" name="pt7115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6" name="pt7116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7" name="pt7117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8" name="pt7118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9" name="pt7119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0" name="pt7120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1" name="pt7121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2" name="pt7122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3" name="pt7123"/>
            <p:cNvSpPr/>
            <p:nvPr/>
          </p:nvSpPr>
          <p:spPr>
            <a:xfrm>
              <a:off x="1033934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4" name="pt7124"/>
            <p:cNvSpPr/>
            <p:nvPr/>
          </p:nvSpPr>
          <p:spPr>
            <a:xfrm>
              <a:off x="1033934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5" name="pt7125"/>
            <p:cNvSpPr/>
            <p:nvPr/>
          </p:nvSpPr>
          <p:spPr>
            <a:xfrm>
              <a:off x="1033934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6" name="pt7126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7" name="pt7127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8" name="pt7128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9" name="pt7129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0" name="pt7130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1" name="pt7131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2" name="pt7132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3" name="pt7133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4" name="pt7134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5" name="pt7135"/>
            <p:cNvSpPr/>
            <p:nvPr/>
          </p:nvSpPr>
          <p:spPr>
            <a:xfrm>
              <a:off x="10339347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6" name="pt7136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7" name="pt7137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8" name="pt7138"/>
            <p:cNvSpPr/>
            <p:nvPr/>
          </p:nvSpPr>
          <p:spPr>
            <a:xfrm>
              <a:off x="1033934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9" name="pt7139"/>
            <p:cNvSpPr/>
            <p:nvPr/>
          </p:nvSpPr>
          <p:spPr>
            <a:xfrm>
              <a:off x="1033934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0" name="pt7140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1" name="pt7141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2" name="pt7142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3" name="pt7143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4" name="pt7144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5" name="pt7145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6" name="pt7146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7" name="pt7147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8" name="pt7148"/>
            <p:cNvSpPr/>
            <p:nvPr/>
          </p:nvSpPr>
          <p:spPr>
            <a:xfrm>
              <a:off x="10339347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9" name="pt7149"/>
            <p:cNvSpPr/>
            <p:nvPr/>
          </p:nvSpPr>
          <p:spPr>
            <a:xfrm>
              <a:off x="1033934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0" name="pt7150"/>
            <p:cNvSpPr/>
            <p:nvPr/>
          </p:nvSpPr>
          <p:spPr>
            <a:xfrm>
              <a:off x="10826228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1" name="pt7151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2" name="pt7152"/>
            <p:cNvSpPr/>
            <p:nvPr/>
          </p:nvSpPr>
          <p:spPr>
            <a:xfrm>
              <a:off x="10826228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3" name="pt7153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4" name="pt7154"/>
            <p:cNvSpPr/>
            <p:nvPr/>
          </p:nvSpPr>
          <p:spPr>
            <a:xfrm>
              <a:off x="1033934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5" name="pt7155"/>
            <p:cNvSpPr/>
            <p:nvPr/>
          </p:nvSpPr>
          <p:spPr>
            <a:xfrm>
              <a:off x="1033934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6" name="pt7156"/>
            <p:cNvSpPr/>
            <p:nvPr/>
          </p:nvSpPr>
          <p:spPr>
            <a:xfrm>
              <a:off x="10826228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7" name="pt7157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8" name="pt7158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9" name="pt7159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0" name="pt7160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1" name="pt7161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2" name="pt7162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3" name="pt7163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4" name="pt7164"/>
            <p:cNvSpPr/>
            <p:nvPr/>
          </p:nvSpPr>
          <p:spPr>
            <a:xfrm>
              <a:off x="1033934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5" name="pt7165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6" name="pt7166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7" name="pt7167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8" name="pt7168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9" name="pt7169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0" name="pt7170"/>
            <p:cNvSpPr/>
            <p:nvPr/>
          </p:nvSpPr>
          <p:spPr>
            <a:xfrm>
              <a:off x="9852466" y="52682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1" name="pt7171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2" name="pt7172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3" name="pt7173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4" name="pt7174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5" name="pt7175"/>
            <p:cNvSpPr/>
            <p:nvPr/>
          </p:nvSpPr>
          <p:spPr>
            <a:xfrm>
              <a:off x="10339347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6" name="pt7176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7" name="pt7177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8" name="pt7178"/>
            <p:cNvSpPr/>
            <p:nvPr/>
          </p:nvSpPr>
          <p:spPr>
            <a:xfrm>
              <a:off x="9852466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9" name="pt7179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0" name="pt7180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1" name="pt7181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2" name="pt7182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3" name="pt7183"/>
            <p:cNvSpPr/>
            <p:nvPr/>
          </p:nvSpPr>
          <p:spPr>
            <a:xfrm>
              <a:off x="10826228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4" name="pt7184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5" name="pt7185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6" name="pt7186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7" name="pt7187"/>
            <p:cNvSpPr/>
            <p:nvPr/>
          </p:nvSpPr>
          <p:spPr>
            <a:xfrm>
              <a:off x="1033934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8" name="pt7188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9" name="pt7189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0" name="pt7190"/>
            <p:cNvSpPr/>
            <p:nvPr/>
          </p:nvSpPr>
          <p:spPr>
            <a:xfrm>
              <a:off x="9852466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1" name="pt7191"/>
            <p:cNvSpPr/>
            <p:nvPr/>
          </p:nvSpPr>
          <p:spPr>
            <a:xfrm>
              <a:off x="10826228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2" name="pt7192"/>
            <p:cNvSpPr/>
            <p:nvPr/>
          </p:nvSpPr>
          <p:spPr>
            <a:xfrm>
              <a:off x="10826228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3" name="pt7193"/>
            <p:cNvSpPr/>
            <p:nvPr/>
          </p:nvSpPr>
          <p:spPr>
            <a:xfrm>
              <a:off x="9852466" y="578035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4" name="pt7194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5" name="pt7195"/>
            <p:cNvSpPr/>
            <p:nvPr/>
          </p:nvSpPr>
          <p:spPr>
            <a:xfrm>
              <a:off x="9852466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6" name="pt7196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7" name="pt7197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8" name="pt7198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9" name="pt7199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0" name="pt7200"/>
            <p:cNvSpPr/>
            <p:nvPr/>
          </p:nvSpPr>
          <p:spPr>
            <a:xfrm>
              <a:off x="10826228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1" name="pt7201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2" name="pt7202"/>
            <p:cNvSpPr/>
            <p:nvPr/>
          </p:nvSpPr>
          <p:spPr>
            <a:xfrm>
              <a:off x="1033934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3" name="pt7203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4" name="pt7204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5" name="pt7205"/>
            <p:cNvSpPr/>
            <p:nvPr/>
          </p:nvSpPr>
          <p:spPr>
            <a:xfrm>
              <a:off x="9852466" y="63046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6" name="pt7206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7" name="pt7207"/>
            <p:cNvSpPr/>
            <p:nvPr/>
          </p:nvSpPr>
          <p:spPr>
            <a:xfrm>
              <a:off x="9852466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8" name="pt7208"/>
            <p:cNvSpPr/>
            <p:nvPr/>
          </p:nvSpPr>
          <p:spPr>
            <a:xfrm>
              <a:off x="9852466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9" name="pt7209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0" name="pt7210"/>
            <p:cNvSpPr/>
            <p:nvPr/>
          </p:nvSpPr>
          <p:spPr>
            <a:xfrm>
              <a:off x="9852466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1" name="pt7211"/>
            <p:cNvSpPr/>
            <p:nvPr/>
          </p:nvSpPr>
          <p:spPr>
            <a:xfrm>
              <a:off x="9852466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2" name="pt7212"/>
            <p:cNvSpPr/>
            <p:nvPr/>
          </p:nvSpPr>
          <p:spPr>
            <a:xfrm>
              <a:off x="9852466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3" name="pt7213"/>
            <p:cNvSpPr/>
            <p:nvPr/>
          </p:nvSpPr>
          <p:spPr>
            <a:xfrm>
              <a:off x="1033934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4" name="pt7214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5" name="pt7215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6" name="pt7216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7" name="pt7217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8" name="pt7218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9" name="pt7219"/>
            <p:cNvSpPr/>
            <p:nvPr/>
          </p:nvSpPr>
          <p:spPr>
            <a:xfrm>
              <a:off x="9852466" y="60120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0" name="pt7220"/>
            <p:cNvSpPr/>
            <p:nvPr/>
          </p:nvSpPr>
          <p:spPr>
            <a:xfrm>
              <a:off x="9852466" y="60120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1" name="pt7221"/>
            <p:cNvSpPr/>
            <p:nvPr/>
          </p:nvSpPr>
          <p:spPr>
            <a:xfrm>
              <a:off x="9852466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2" name="pt7222"/>
            <p:cNvSpPr/>
            <p:nvPr/>
          </p:nvSpPr>
          <p:spPr>
            <a:xfrm>
              <a:off x="9852466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3" name="pt7223"/>
            <p:cNvSpPr/>
            <p:nvPr/>
          </p:nvSpPr>
          <p:spPr>
            <a:xfrm>
              <a:off x="985246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4" name="pt7224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5" name="pt7225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6" name="pt7226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7" name="pt7227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8" name="pt7228"/>
            <p:cNvSpPr/>
            <p:nvPr/>
          </p:nvSpPr>
          <p:spPr>
            <a:xfrm>
              <a:off x="9852466" y="55608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9" name="pt7229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0" name="pt7230"/>
            <p:cNvSpPr/>
            <p:nvPr/>
          </p:nvSpPr>
          <p:spPr>
            <a:xfrm>
              <a:off x="9852466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1" name="pt7231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2" name="pt7232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3" name="pt7233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4" name="pt7234"/>
            <p:cNvSpPr/>
            <p:nvPr/>
          </p:nvSpPr>
          <p:spPr>
            <a:xfrm>
              <a:off x="9852466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5" name="pt7235"/>
            <p:cNvSpPr/>
            <p:nvPr/>
          </p:nvSpPr>
          <p:spPr>
            <a:xfrm>
              <a:off x="9852466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6" name="pt7236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7" name="pt7237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8" name="pt7238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9" name="pt7239"/>
            <p:cNvSpPr/>
            <p:nvPr/>
          </p:nvSpPr>
          <p:spPr>
            <a:xfrm>
              <a:off x="9852466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0" name="pt7240"/>
            <p:cNvSpPr/>
            <p:nvPr/>
          </p:nvSpPr>
          <p:spPr>
            <a:xfrm>
              <a:off x="985246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1" name="pt7241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2" name="pt7242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3" name="pt7243"/>
            <p:cNvSpPr/>
            <p:nvPr/>
          </p:nvSpPr>
          <p:spPr>
            <a:xfrm>
              <a:off x="9852466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4" name="pt7244"/>
            <p:cNvSpPr/>
            <p:nvPr/>
          </p:nvSpPr>
          <p:spPr>
            <a:xfrm>
              <a:off x="9852466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5" name="pt7245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6" name="pt7246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7" name="pt7247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8" name="pt7248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9" name="pt7249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0" name="pt7250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1" name="pt7251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2" name="pt7252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3" name="pt7253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4" name="pt7254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5" name="pt7255"/>
            <p:cNvSpPr/>
            <p:nvPr/>
          </p:nvSpPr>
          <p:spPr>
            <a:xfrm>
              <a:off x="1033934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6" name="pt7256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7" name="pt7257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8" name="pt7258"/>
            <p:cNvSpPr/>
            <p:nvPr/>
          </p:nvSpPr>
          <p:spPr>
            <a:xfrm>
              <a:off x="1033934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9" name="pt7259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0" name="pt7260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1" name="pt7261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2" name="pt7262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3" name="pt7263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4" name="pt7264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5" name="pt7265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6" name="pt7266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7" name="pt7267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8" name="pt7268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9" name="pt7269"/>
            <p:cNvSpPr/>
            <p:nvPr/>
          </p:nvSpPr>
          <p:spPr>
            <a:xfrm>
              <a:off x="9852466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0" name="pt7270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1" name="pt7271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2" name="pt7272"/>
            <p:cNvSpPr/>
            <p:nvPr/>
          </p:nvSpPr>
          <p:spPr>
            <a:xfrm>
              <a:off x="9852466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3" name="pt7273"/>
            <p:cNvSpPr/>
            <p:nvPr/>
          </p:nvSpPr>
          <p:spPr>
            <a:xfrm>
              <a:off x="9852466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4" name="pt7274"/>
            <p:cNvSpPr/>
            <p:nvPr/>
          </p:nvSpPr>
          <p:spPr>
            <a:xfrm>
              <a:off x="9852466" y="6194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5" name="pt7275"/>
            <p:cNvSpPr/>
            <p:nvPr/>
          </p:nvSpPr>
          <p:spPr>
            <a:xfrm>
              <a:off x="9852466" y="61583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6" name="pt7276"/>
            <p:cNvSpPr/>
            <p:nvPr/>
          </p:nvSpPr>
          <p:spPr>
            <a:xfrm>
              <a:off x="9852466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7" name="pt7277"/>
            <p:cNvSpPr/>
            <p:nvPr/>
          </p:nvSpPr>
          <p:spPr>
            <a:xfrm>
              <a:off x="9852466" y="61583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8" name="pt7278"/>
            <p:cNvSpPr/>
            <p:nvPr/>
          </p:nvSpPr>
          <p:spPr>
            <a:xfrm>
              <a:off x="9852466" y="62192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9" name="pt7279"/>
            <p:cNvSpPr/>
            <p:nvPr/>
          </p:nvSpPr>
          <p:spPr>
            <a:xfrm>
              <a:off x="9852466" y="6121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0" name="pt7280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1" name="pt7281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2" name="pt7282"/>
            <p:cNvSpPr/>
            <p:nvPr/>
          </p:nvSpPr>
          <p:spPr>
            <a:xfrm>
              <a:off x="1033934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3" name="pt7283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4" name="pt7284"/>
            <p:cNvSpPr/>
            <p:nvPr/>
          </p:nvSpPr>
          <p:spPr>
            <a:xfrm>
              <a:off x="10339347" y="52317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5" name="pt7285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6" name="pt7286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7" name="pt7287"/>
            <p:cNvSpPr/>
            <p:nvPr/>
          </p:nvSpPr>
          <p:spPr>
            <a:xfrm>
              <a:off x="10826228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8" name="pt7288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9" name="pt7289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0" name="pt7290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1" name="pt7291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2" name="pt7292"/>
            <p:cNvSpPr/>
            <p:nvPr/>
          </p:nvSpPr>
          <p:spPr>
            <a:xfrm>
              <a:off x="9852466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3" name="pt7293"/>
            <p:cNvSpPr/>
            <p:nvPr/>
          </p:nvSpPr>
          <p:spPr>
            <a:xfrm>
              <a:off x="9852466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4" name="pt7294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5" name="pt7295"/>
            <p:cNvSpPr/>
            <p:nvPr/>
          </p:nvSpPr>
          <p:spPr>
            <a:xfrm>
              <a:off x="9852466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6" name="pt7296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7" name="pt7297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8" name="pt7298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9" name="pt7299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0" name="pt7300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1" name="pt7301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2" name="pt7302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3" name="pt7303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4" name="pt7304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5" name="pt7305"/>
            <p:cNvSpPr/>
            <p:nvPr/>
          </p:nvSpPr>
          <p:spPr>
            <a:xfrm>
              <a:off x="9852466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6" name="pt7306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7" name="pt7307"/>
            <p:cNvSpPr/>
            <p:nvPr/>
          </p:nvSpPr>
          <p:spPr>
            <a:xfrm>
              <a:off x="985246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8" name="pt7308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9" name="pt7309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0" name="pt7310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1" name="pt7311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2" name="pt7312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3" name="pt7313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4" name="pt7314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5" name="pt7315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6" name="pt7316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7" name="pt7317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8" name="pt7318"/>
            <p:cNvSpPr/>
            <p:nvPr/>
          </p:nvSpPr>
          <p:spPr>
            <a:xfrm>
              <a:off x="9852466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9" name="pt7319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0" name="pt7320"/>
            <p:cNvSpPr/>
            <p:nvPr/>
          </p:nvSpPr>
          <p:spPr>
            <a:xfrm>
              <a:off x="9852466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1" name="pt7321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2" name="pt7322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3" name="pt7323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4" name="pt7324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5" name="pt7325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6" name="pt7326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7" name="pt7327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8" name="pt7328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9" name="pt7329"/>
            <p:cNvSpPr/>
            <p:nvPr/>
          </p:nvSpPr>
          <p:spPr>
            <a:xfrm>
              <a:off x="10339347" y="52682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0" name="pt7330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1" name="pt7331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2" name="pt7332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3" name="pt7333"/>
            <p:cNvSpPr/>
            <p:nvPr/>
          </p:nvSpPr>
          <p:spPr>
            <a:xfrm>
              <a:off x="985246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4" name="pt7334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5" name="pt7335"/>
            <p:cNvSpPr/>
            <p:nvPr/>
          </p:nvSpPr>
          <p:spPr>
            <a:xfrm>
              <a:off x="10339347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6" name="pt7336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7" name="pt7337"/>
            <p:cNvSpPr/>
            <p:nvPr/>
          </p:nvSpPr>
          <p:spPr>
            <a:xfrm>
              <a:off x="1033934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8" name="pt7338"/>
            <p:cNvSpPr/>
            <p:nvPr/>
          </p:nvSpPr>
          <p:spPr>
            <a:xfrm>
              <a:off x="9852466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9" name="pt7339"/>
            <p:cNvSpPr/>
            <p:nvPr/>
          </p:nvSpPr>
          <p:spPr>
            <a:xfrm>
              <a:off x="10339347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0" name="pt7340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1" name="pt7341"/>
            <p:cNvSpPr/>
            <p:nvPr/>
          </p:nvSpPr>
          <p:spPr>
            <a:xfrm>
              <a:off x="10339347" y="53048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2" name="pt7342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3" name="pt7343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4" name="pt7344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5" name="pt7345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6" name="pt7346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7" name="pt7347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8" name="pt7348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9" name="pt7349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0" name="pt7350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1" name="pt7351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2" name="pt7352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3" name="pt7353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4" name="pt7354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5" name="pt7355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6" name="pt7356"/>
            <p:cNvSpPr/>
            <p:nvPr/>
          </p:nvSpPr>
          <p:spPr>
            <a:xfrm>
              <a:off x="9852466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7" name="pt7357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8" name="pt7358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9" name="pt7359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0" name="pt7360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1" name="pt7361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2" name="pt7362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3" name="pt7363"/>
            <p:cNvSpPr/>
            <p:nvPr/>
          </p:nvSpPr>
          <p:spPr>
            <a:xfrm>
              <a:off x="10339347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4" name="pt7364"/>
            <p:cNvSpPr/>
            <p:nvPr/>
          </p:nvSpPr>
          <p:spPr>
            <a:xfrm>
              <a:off x="1033934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5" name="pt7365"/>
            <p:cNvSpPr/>
            <p:nvPr/>
          </p:nvSpPr>
          <p:spPr>
            <a:xfrm>
              <a:off x="1033934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6" name="pt7366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7" name="pt7367"/>
            <p:cNvSpPr/>
            <p:nvPr/>
          </p:nvSpPr>
          <p:spPr>
            <a:xfrm>
              <a:off x="9852466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8" name="pt7368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9" name="pt7369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0" name="pt7370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1" name="pt7371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2" name="pt7372"/>
            <p:cNvSpPr/>
            <p:nvPr/>
          </p:nvSpPr>
          <p:spPr>
            <a:xfrm>
              <a:off x="9852466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3" name="pt7373"/>
            <p:cNvSpPr/>
            <p:nvPr/>
          </p:nvSpPr>
          <p:spPr>
            <a:xfrm>
              <a:off x="10339347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4" name="pt7374"/>
            <p:cNvSpPr/>
            <p:nvPr/>
          </p:nvSpPr>
          <p:spPr>
            <a:xfrm>
              <a:off x="1033934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5" name="pt7375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6" name="pt7376"/>
            <p:cNvSpPr/>
            <p:nvPr/>
          </p:nvSpPr>
          <p:spPr>
            <a:xfrm>
              <a:off x="9852466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7" name="pt7377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8" name="pt7378"/>
            <p:cNvSpPr/>
            <p:nvPr/>
          </p:nvSpPr>
          <p:spPr>
            <a:xfrm>
              <a:off x="9852466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9" name="pt7379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0" name="pt7380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1" name="pt7381"/>
            <p:cNvSpPr/>
            <p:nvPr/>
          </p:nvSpPr>
          <p:spPr>
            <a:xfrm>
              <a:off x="9852466" y="576816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2" name="pt7382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3" name="pt7383"/>
            <p:cNvSpPr/>
            <p:nvPr/>
          </p:nvSpPr>
          <p:spPr>
            <a:xfrm>
              <a:off x="9852466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4" name="pt7384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5" name="pt7385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6" name="pt7386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7" name="pt7387"/>
            <p:cNvSpPr/>
            <p:nvPr/>
          </p:nvSpPr>
          <p:spPr>
            <a:xfrm>
              <a:off x="9852466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8" name="pt7388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9" name="pt7389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0" name="pt7390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1" name="pt7391"/>
            <p:cNvSpPr/>
            <p:nvPr/>
          </p:nvSpPr>
          <p:spPr>
            <a:xfrm>
              <a:off x="1033934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2" name="pt7392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3" name="pt7393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4" name="pt7394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5" name="pt7395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6" name="pt7396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7" name="pt7397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8" name="pt7398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9" name="pt7399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0" name="pt7400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1" name="pt7401"/>
            <p:cNvSpPr/>
            <p:nvPr/>
          </p:nvSpPr>
          <p:spPr>
            <a:xfrm>
              <a:off x="9852466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2" name="pt7402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3" name="pt7403"/>
            <p:cNvSpPr/>
            <p:nvPr/>
          </p:nvSpPr>
          <p:spPr>
            <a:xfrm>
              <a:off x="9852466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4" name="pt7404"/>
            <p:cNvSpPr/>
            <p:nvPr/>
          </p:nvSpPr>
          <p:spPr>
            <a:xfrm>
              <a:off x="9852466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5" name="pt7405"/>
            <p:cNvSpPr/>
            <p:nvPr/>
          </p:nvSpPr>
          <p:spPr>
            <a:xfrm>
              <a:off x="9852466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6" name="pt7406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7" name="pt7407"/>
            <p:cNvSpPr/>
            <p:nvPr/>
          </p:nvSpPr>
          <p:spPr>
            <a:xfrm>
              <a:off x="10339347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8" name="pt7408"/>
            <p:cNvSpPr/>
            <p:nvPr/>
          </p:nvSpPr>
          <p:spPr>
            <a:xfrm>
              <a:off x="1082622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9" name="pt7409"/>
            <p:cNvSpPr/>
            <p:nvPr/>
          </p:nvSpPr>
          <p:spPr>
            <a:xfrm>
              <a:off x="10339347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0" name="pt7410"/>
            <p:cNvSpPr/>
            <p:nvPr/>
          </p:nvSpPr>
          <p:spPr>
            <a:xfrm>
              <a:off x="10339347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1" name="pt7411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2" name="pt7412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3" name="pt7413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4" name="pt7414"/>
            <p:cNvSpPr/>
            <p:nvPr/>
          </p:nvSpPr>
          <p:spPr>
            <a:xfrm>
              <a:off x="9852466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5" name="pt7415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6" name="pt7416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7" name="pt7417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8" name="pt7418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9" name="pt7419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0" name="pt7420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1" name="pt7421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2" name="pt7422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3" name="pt7423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4" name="pt7424"/>
            <p:cNvSpPr/>
            <p:nvPr/>
          </p:nvSpPr>
          <p:spPr>
            <a:xfrm>
              <a:off x="9852466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5" name="pt7425"/>
            <p:cNvSpPr/>
            <p:nvPr/>
          </p:nvSpPr>
          <p:spPr>
            <a:xfrm>
              <a:off x="10339347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6" name="pt7426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7" name="pt7427"/>
            <p:cNvSpPr/>
            <p:nvPr/>
          </p:nvSpPr>
          <p:spPr>
            <a:xfrm>
              <a:off x="9852466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8" name="pt7428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9" name="pt7429"/>
            <p:cNvSpPr/>
            <p:nvPr/>
          </p:nvSpPr>
          <p:spPr>
            <a:xfrm>
              <a:off x="10339347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0" name="pt7430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1" name="pt7431"/>
            <p:cNvSpPr/>
            <p:nvPr/>
          </p:nvSpPr>
          <p:spPr>
            <a:xfrm>
              <a:off x="9852466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2" name="pt7432"/>
            <p:cNvSpPr/>
            <p:nvPr/>
          </p:nvSpPr>
          <p:spPr>
            <a:xfrm>
              <a:off x="9852466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3" name="pt7433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4" name="pt7434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5" name="pt7435"/>
            <p:cNvSpPr/>
            <p:nvPr/>
          </p:nvSpPr>
          <p:spPr>
            <a:xfrm>
              <a:off x="985246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6" name="pt7436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7" name="pt7437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8" name="pt7438"/>
            <p:cNvSpPr/>
            <p:nvPr/>
          </p:nvSpPr>
          <p:spPr>
            <a:xfrm>
              <a:off x="9852466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9" name="pt7439"/>
            <p:cNvSpPr/>
            <p:nvPr/>
          </p:nvSpPr>
          <p:spPr>
            <a:xfrm>
              <a:off x="9852466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0" name="pt7440"/>
            <p:cNvSpPr/>
            <p:nvPr/>
          </p:nvSpPr>
          <p:spPr>
            <a:xfrm>
              <a:off x="10339347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1" name="pt7441"/>
            <p:cNvSpPr/>
            <p:nvPr/>
          </p:nvSpPr>
          <p:spPr>
            <a:xfrm>
              <a:off x="1033934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2" name="pt7442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3" name="pt7443"/>
            <p:cNvSpPr/>
            <p:nvPr/>
          </p:nvSpPr>
          <p:spPr>
            <a:xfrm>
              <a:off x="9852466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4" name="pt7444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5" name="pt7445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6" name="pt7446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7" name="pt7447"/>
            <p:cNvSpPr/>
            <p:nvPr/>
          </p:nvSpPr>
          <p:spPr>
            <a:xfrm>
              <a:off x="10339347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8" name="pt7448"/>
            <p:cNvSpPr/>
            <p:nvPr/>
          </p:nvSpPr>
          <p:spPr>
            <a:xfrm>
              <a:off x="10826228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9" name="pt7449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0" name="pt7450"/>
            <p:cNvSpPr/>
            <p:nvPr/>
          </p:nvSpPr>
          <p:spPr>
            <a:xfrm>
              <a:off x="9852466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1" name="pt7451"/>
            <p:cNvSpPr/>
            <p:nvPr/>
          </p:nvSpPr>
          <p:spPr>
            <a:xfrm>
              <a:off x="10339347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2" name="pt7452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3" name="pt7453"/>
            <p:cNvSpPr/>
            <p:nvPr/>
          </p:nvSpPr>
          <p:spPr>
            <a:xfrm>
              <a:off x="10339347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4" name="pt7454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5" name="pt7455"/>
            <p:cNvSpPr/>
            <p:nvPr/>
          </p:nvSpPr>
          <p:spPr>
            <a:xfrm>
              <a:off x="9852466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6" name="pt7456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7" name="pt7457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8" name="pt7458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9" name="pt7459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0" name="pt7460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1" name="pt7461"/>
            <p:cNvSpPr/>
            <p:nvPr/>
          </p:nvSpPr>
          <p:spPr>
            <a:xfrm>
              <a:off x="1033934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2" name="pt7462"/>
            <p:cNvSpPr/>
            <p:nvPr/>
          </p:nvSpPr>
          <p:spPr>
            <a:xfrm>
              <a:off x="9852466" y="5890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3" name="pt7463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4" name="pt7464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5" name="pt7465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6" name="pt7466"/>
            <p:cNvSpPr/>
            <p:nvPr/>
          </p:nvSpPr>
          <p:spPr>
            <a:xfrm>
              <a:off x="10826228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7" name="pt7467"/>
            <p:cNvSpPr/>
            <p:nvPr/>
          </p:nvSpPr>
          <p:spPr>
            <a:xfrm>
              <a:off x="10826228" y="5902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8" name="pt7468"/>
            <p:cNvSpPr/>
            <p:nvPr/>
          </p:nvSpPr>
          <p:spPr>
            <a:xfrm>
              <a:off x="10826228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9" name="pt7469"/>
            <p:cNvSpPr/>
            <p:nvPr/>
          </p:nvSpPr>
          <p:spPr>
            <a:xfrm>
              <a:off x="10826228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0" name="pt7470"/>
            <p:cNvSpPr/>
            <p:nvPr/>
          </p:nvSpPr>
          <p:spPr>
            <a:xfrm>
              <a:off x="10339347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1" name="pt7471"/>
            <p:cNvSpPr/>
            <p:nvPr/>
          </p:nvSpPr>
          <p:spPr>
            <a:xfrm>
              <a:off x="9852466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2" name="pt7472"/>
            <p:cNvSpPr/>
            <p:nvPr/>
          </p:nvSpPr>
          <p:spPr>
            <a:xfrm>
              <a:off x="1082622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3" name="pt7473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4" name="pt7474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5" name="pt7475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6" name="pt7476"/>
            <p:cNvSpPr/>
            <p:nvPr/>
          </p:nvSpPr>
          <p:spPr>
            <a:xfrm>
              <a:off x="9852466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7" name="pt7477"/>
            <p:cNvSpPr/>
            <p:nvPr/>
          </p:nvSpPr>
          <p:spPr>
            <a:xfrm>
              <a:off x="1033934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8" name="pt7478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9" name="pt7479"/>
            <p:cNvSpPr/>
            <p:nvPr/>
          </p:nvSpPr>
          <p:spPr>
            <a:xfrm>
              <a:off x="9852466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0" name="pt7480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1" name="pt7481"/>
            <p:cNvSpPr/>
            <p:nvPr/>
          </p:nvSpPr>
          <p:spPr>
            <a:xfrm>
              <a:off x="10339347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2" name="pt7482"/>
            <p:cNvSpPr/>
            <p:nvPr/>
          </p:nvSpPr>
          <p:spPr>
            <a:xfrm>
              <a:off x="10339347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3" name="pt7483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4" name="pt7484"/>
            <p:cNvSpPr/>
            <p:nvPr/>
          </p:nvSpPr>
          <p:spPr>
            <a:xfrm>
              <a:off x="9852466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5" name="pt7485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6" name="pt7486"/>
            <p:cNvSpPr/>
            <p:nvPr/>
          </p:nvSpPr>
          <p:spPr>
            <a:xfrm>
              <a:off x="9852466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7" name="pt7487"/>
            <p:cNvSpPr/>
            <p:nvPr/>
          </p:nvSpPr>
          <p:spPr>
            <a:xfrm>
              <a:off x="9852466" y="55608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8" name="pt7488"/>
            <p:cNvSpPr/>
            <p:nvPr/>
          </p:nvSpPr>
          <p:spPr>
            <a:xfrm>
              <a:off x="9852466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9" name="pt7489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0" name="pt7490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1" name="pt7491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2" name="pt7492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3" name="pt7493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4" name="pt7494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5" name="pt7495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6" name="pt7496"/>
            <p:cNvSpPr/>
            <p:nvPr/>
          </p:nvSpPr>
          <p:spPr>
            <a:xfrm>
              <a:off x="1033934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7" name="pt7497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8" name="pt7498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9" name="pt7499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0" name="pt7500"/>
            <p:cNvSpPr/>
            <p:nvPr/>
          </p:nvSpPr>
          <p:spPr>
            <a:xfrm>
              <a:off x="9852466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1" name="pt7501"/>
            <p:cNvSpPr/>
            <p:nvPr/>
          </p:nvSpPr>
          <p:spPr>
            <a:xfrm>
              <a:off x="9852466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2" name="pt7502"/>
            <p:cNvSpPr/>
            <p:nvPr/>
          </p:nvSpPr>
          <p:spPr>
            <a:xfrm>
              <a:off x="985246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3" name="pt7503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4" name="pt7504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5" name="pt7505"/>
            <p:cNvSpPr/>
            <p:nvPr/>
          </p:nvSpPr>
          <p:spPr>
            <a:xfrm>
              <a:off x="9852466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6" name="pt7506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7" name="pt7507"/>
            <p:cNvSpPr/>
            <p:nvPr/>
          </p:nvSpPr>
          <p:spPr>
            <a:xfrm>
              <a:off x="9852466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8" name="pt7508"/>
            <p:cNvSpPr/>
            <p:nvPr/>
          </p:nvSpPr>
          <p:spPr>
            <a:xfrm>
              <a:off x="9852466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9" name="pt7509"/>
            <p:cNvSpPr/>
            <p:nvPr/>
          </p:nvSpPr>
          <p:spPr>
            <a:xfrm>
              <a:off x="9852466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0" name="pt7510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1" name="pt7511"/>
            <p:cNvSpPr/>
            <p:nvPr/>
          </p:nvSpPr>
          <p:spPr>
            <a:xfrm>
              <a:off x="9852466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2" name="pt7512"/>
            <p:cNvSpPr/>
            <p:nvPr/>
          </p:nvSpPr>
          <p:spPr>
            <a:xfrm>
              <a:off x="9852466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3" name="pt7513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4" name="pt7514"/>
            <p:cNvSpPr/>
            <p:nvPr/>
          </p:nvSpPr>
          <p:spPr>
            <a:xfrm>
              <a:off x="9852466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5" name="pt7515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6" name="pt7516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7" name="pt7517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8" name="pt7518"/>
            <p:cNvSpPr/>
            <p:nvPr/>
          </p:nvSpPr>
          <p:spPr>
            <a:xfrm>
              <a:off x="9852466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9" name="pt7519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0" name="pt7520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1" name="pt7521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2" name="pt7522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3" name="pt7523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4" name="pt7524"/>
            <p:cNvSpPr/>
            <p:nvPr/>
          </p:nvSpPr>
          <p:spPr>
            <a:xfrm>
              <a:off x="9852466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5" name="pt7525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6" name="pt7526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7" name="pt7527"/>
            <p:cNvSpPr/>
            <p:nvPr/>
          </p:nvSpPr>
          <p:spPr>
            <a:xfrm>
              <a:off x="9852466" y="5743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8" name="pt7528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9" name="pt7529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0" name="pt7530"/>
            <p:cNvSpPr/>
            <p:nvPr/>
          </p:nvSpPr>
          <p:spPr>
            <a:xfrm>
              <a:off x="9852466" y="584131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1" name="pt7531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2" name="pt7532"/>
            <p:cNvSpPr/>
            <p:nvPr/>
          </p:nvSpPr>
          <p:spPr>
            <a:xfrm>
              <a:off x="9852466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3" name="pt7533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4" name="pt7534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5" name="pt7535"/>
            <p:cNvSpPr/>
            <p:nvPr/>
          </p:nvSpPr>
          <p:spPr>
            <a:xfrm>
              <a:off x="9852466" y="62680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6" name="pt7536"/>
            <p:cNvSpPr/>
            <p:nvPr/>
          </p:nvSpPr>
          <p:spPr>
            <a:xfrm>
              <a:off x="9852466" y="6194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7" name="pt7537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8" name="pt7538"/>
            <p:cNvSpPr/>
            <p:nvPr/>
          </p:nvSpPr>
          <p:spPr>
            <a:xfrm>
              <a:off x="9852466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9" name="pt7539"/>
            <p:cNvSpPr/>
            <p:nvPr/>
          </p:nvSpPr>
          <p:spPr>
            <a:xfrm>
              <a:off x="9852466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0" name="pt7540"/>
            <p:cNvSpPr/>
            <p:nvPr/>
          </p:nvSpPr>
          <p:spPr>
            <a:xfrm>
              <a:off x="9852466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1" name="pt7541"/>
            <p:cNvSpPr/>
            <p:nvPr/>
          </p:nvSpPr>
          <p:spPr>
            <a:xfrm>
              <a:off x="9852466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2" name="pt7542"/>
            <p:cNvSpPr/>
            <p:nvPr/>
          </p:nvSpPr>
          <p:spPr>
            <a:xfrm>
              <a:off x="9852466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3" name="pt7543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4" name="pt7544"/>
            <p:cNvSpPr/>
            <p:nvPr/>
          </p:nvSpPr>
          <p:spPr>
            <a:xfrm>
              <a:off x="9852466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5" name="pt7545"/>
            <p:cNvSpPr/>
            <p:nvPr/>
          </p:nvSpPr>
          <p:spPr>
            <a:xfrm>
              <a:off x="10826228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6" name="pt7546"/>
            <p:cNvSpPr/>
            <p:nvPr/>
          </p:nvSpPr>
          <p:spPr>
            <a:xfrm>
              <a:off x="9852466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7" name="pt7547"/>
            <p:cNvSpPr/>
            <p:nvPr/>
          </p:nvSpPr>
          <p:spPr>
            <a:xfrm>
              <a:off x="1033934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8" name="pt7548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9" name="pt7549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0" name="pt7550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1" name="pt7551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2" name="pt7552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3" name="pt7553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4" name="pt7554"/>
            <p:cNvSpPr/>
            <p:nvPr/>
          </p:nvSpPr>
          <p:spPr>
            <a:xfrm>
              <a:off x="9852466" y="61826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5" name="pt7555"/>
            <p:cNvSpPr/>
            <p:nvPr/>
          </p:nvSpPr>
          <p:spPr>
            <a:xfrm>
              <a:off x="10339347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6" name="pt7556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7" name="pt7557"/>
            <p:cNvSpPr/>
            <p:nvPr/>
          </p:nvSpPr>
          <p:spPr>
            <a:xfrm>
              <a:off x="9852466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8" name="pt7558"/>
            <p:cNvSpPr/>
            <p:nvPr/>
          </p:nvSpPr>
          <p:spPr>
            <a:xfrm>
              <a:off x="9852466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9" name="pt7559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0" name="pt7560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1" name="pt7561"/>
            <p:cNvSpPr/>
            <p:nvPr/>
          </p:nvSpPr>
          <p:spPr>
            <a:xfrm>
              <a:off x="1033934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2" name="pt7562"/>
            <p:cNvSpPr/>
            <p:nvPr/>
          </p:nvSpPr>
          <p:spPr>
            <a:xfrm>
              <a:off x="10339347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3" name="pt7563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4" name="pt7564"/>
            <p:cNvSpPr/>
            <p:nvPr/>
          </p:nvSpPr>
          <p:spPr>
            <a:xfrm>
              <a:off x="1033934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5" name="pt7565"/>
            <p:cNvSpPr/>
            <p:nvPr/>
          </p:nvSpPr>
          <p:spPr>
            <a:xfrm>
              <a:off x="10826228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6" name="pt7566"/>
            <p:cNvSpPr/>
            <p:nvPr/>
          </p:nvSpPr>
          <p:spPr>
            <a:xfrm>
              <a:off x="10339347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7" name="pt7567"/>
            <p:cNvSpPr/>
            <p:nvPr/>
          </p:nvSpPr>
          <p:spPr>
            <a:xfrm>
              <a:off x="9852466" y="584131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8" name="pt7568"/>
            <p:cNvSpPr/>
            <p:nvPr/>
          </p:nvSpPr>
          <p:spPr>
            <a:xfrm>
              <a:off x="1033934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9" name="pt7569"/>
            <p:cNvSpPr/>
            <p:nvPr/>
          </p:nvSpPr>
          <p:spPr>
            <a:xfrm>
              <a:off x="9852466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0" name="pt7570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1" name="pt7571"/>
            <p:cNvSpPr/>
            <p:nvPr/>
          </p:nvSpPr>
          <p:spPr>
            <a:xfrm>
              <a:off x="1033934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2" name="pt7572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3" name="pt7573"/>
            <p:cNvSpPr/>
            <p:nvPr/>
          </p:nvSpPr>
          <p:spPr>
            <a:xfrm>
              <a:off x="9852466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4" name="pt7574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5" name="pt7575"/>
            <p:cNvSpPr/>
            <p:nvPr/>
          </p:nvSpPr>
          <p:spPr>
            <a:xfrm>
              <a:off x="9852466" y="592665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6" name="pt7576"/>
            <p:cNvSpPr/>
            <p:nvPr/>
          </p:nvSpPr>
          <p:spPr>
            <a:xfrm>
              <a:off x="9852466" y="5963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7" name="pt7577"/>
            <p:cNvSpPr/>
            <p:nvPr/>
          </p:nvSpPr>
          <p:spPr>
            <a:xfrm>
              <a:off x="10339347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8" name="pt7578"/>
            <p:cNvSpPr/>
            <p:nvPr/>
          </p:nvSpPr>
          <p:spPr>
            <a:xfrm>
              <a:off x="985246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9" name="pt7579"/>
            <p:cNvSpPr/>
            <p:nvPr/>
          </p:nvSpPr>
          <p:spPr>
            <a:xfrm>
              <a:off x="9852466" y="61705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0" name="pt7580"/>
            <p:cNvSpPr/>
            <p:nvPr/>
          </p:nvSpPr>
          <p:spPr>
            <a:xfrm>
              <a:off x="10339347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1" name="pt7581"/>
            <p:cNvSpPr/>
            <p:nvPr/>
          </p:nvSpPr>
          <p:spPr>
            <a:xfrm>
              <a:off x="10339347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2" name="pt7582"/>
            <p:cNvSpPr/>
            <p:nvPr/>
          </p:nvSpPr>
          <p:spPr>
            <a:xfrm>
              <a:off x="9852466" y="585350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3" name="pt7583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4" name="pt7584"/>
            <p:cNvSpPr/>
            <p:nvPr/>
          </p:nvSpPr>
          <p:spPr>
            <a:xfrm>
              <a:off x="9852466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5" name="pt7585"/>
            <p:cNvSpPr/>
            <p:nvPr/>
          </p:nvSpPr>
          <p:spPr>
            <a:xfrm>
              <a:off x="11313109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6" name="pt7586"/>
            <p:cNvSpPr/>
            <p:nvPr/>
          </p:nvSpPr>
          <p:spPr>
            <a:xfrm>
              <a:off x="11799990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7" name="pt7587"/>
            <p:cNvSpPr/>
            <p:nvPr/>
          </p:nvSpPr>
          <p:spPr>
            <a:xfrm>
              <a:off x="10339347" y="51341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8" name="pt7588"/>
            <p:cNvSpPr/>
            <p:nvPr/>
          </p:nvSpPr>
          <p:spPr>
            <a:xfrm>
              <a:off x="10826228" y="54145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9" name="pt7589"/>
            <p:cNvSpPr/>
            <p:nvPr/>
          </p:nvSpPr>
          <p:spPr>
            <a:xfrm>
              <a:off x="9852466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0" name="pt7590"/>
            <p:cNvSpPr/>
            <p:nvPr/>
          </p:nvSpPr>
          <p:spPr>
            <a:xfrm>
              <a:off x="10339347" y="60973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1" name="pt7591"/>
            <p:cNvSpPr/>
            <p:nvPr/>
          </p:nvSpPr>
          <p:spPr>
            <a:xfrm>
              <a:off x="10339347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2" name="pt7592"/>
            <p:cNvSpPr/>
            <p:nvPr/>
          </p:nvSpPr>
          <p:spPr>
            <a:xfrm>
              <a:off x="10826228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3" name="pt7593"/>
            <p:cNvSpPr/>
            <p:nvPr/>
          </p:nvSpPr>
          <p:spPr>
            <a:xfrm>
              <a:off x="1033934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4" name="pt7594"/>
            <p:cNvSpPr/>
            <p:nvPr/>
          </p:nvSpPr>
          <p:spPr>
            <a:xfrm>
              <a:off x="1033934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5" name="pt7595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6" name="pt7596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7" name="pt7597"/>
            <p:cNvSpPr/>
            <p:nvPr/>
          </p:nvSpPr>
          <p:spPr>
            <a:xfrm>
              <a:off x="10339347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8" name="pt7598"/>
            <p:cNvSpPr/>
            <p:nvPr/>
          </p:nvSpPr>
          <p:spPr>
            <a:xfrm>
              <a:off x="9852466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9" name="pt7599"/>
            <p:cNvSpPr/>
            <p:nvPr/>
          </p:nvSpPr>
          <p:spPr>
            <a:xfrm>
              <a:off x="9852466" y="599981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0" name="pt7600"/>
            <p:cNvSpPr/>
            <p:nvPr/>
          </p:nvSpPr>
          <p:spPr>
            <a:xfrm>
              <a:off x="10339347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1" name="pt7601"/>
            <p:cNvSpPr/>
            <p:nvPr/>
          </p:nvSpPr>
          <p:spPr>
            <a:xfrm>
              <a:off x="1033934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2" name="pt7602"/>
            <p:cNvSpPr/>
            <p:nvPr/>
          </p:nvSpPr>
          <p:spPr>
            <a:xfrm>
              <a:off x="11313109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3" name="pt7603"/>
            <p:cNvSpPr/>
            <p:nvPr/>
          </p:nvSpPr>
          <p:spPr>
            <a:xfrm>
              <a:off x="9852466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4" name="pt7604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5" name="pt7605"/>
            <p:cNvSpPr/>
            <p:nvPr/>
          </p:nvSpPr>
          <p:spPr>
            <a:xfrm>
              <a:off x="10339347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6" name="pt7606"/>
            <p:cNvSpPr/>
            <p:nvPr/>
          </p:nvSpPr>
          <p:spPr>
            <a:xfrm>
              <a:off x="10339347" y="52804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7" name="pt7607"/>
            <p:cNvSpPr/>
            <p:nvPr/>
          </p:nvSpPr>
          <p:spPr>
            <a:xfrm>
              <a:off x="9852466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8" name="pt7608"/>
            <p:cNvSpPr/>
            <p:nvPr/>
          </p:nvSpPr>
          <p:spPr>
            <a:xfrm>
              <a:off x="10339347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9" name="pt7609"/>
            <p:cNvSpPr/>
            <p:nvPr/>
          </p:nvSpPr>
          <p:spPr>
            <a:xfrm>
              <a:off x="9852466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0" name="pt7610"/>
            <p:cNvSpPr/>
            <p:nvPr/>
          </p:nvSpPr>
          <p:spPr>
            <a:xfrm>
              <a:off x="9852466" y="58778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1" name="pt7611"/>
            <p:cNvSpPr/>
            <p:nvPr/>
          </p:nvSpPr>
          <p:spPr>
            <a:xfrm>
              <a:off x="9852466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2" name="pt7612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3" name="pt7613"/>
            <p:cNvSpPr/>
            <p:nvPr/>
          </p:nvSpPr>
          <p:spPr>
            <a:xfrm>
              <a:off x="9852466" y="6268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4" name="pt7614"/>
            <p:cNvSpPr/>
            <p:nvPr/>
          </p:nvSpPr>
          <p:spPr>
            <a:xfrm>
              <a:off x="10339347" y="576816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5" name="pt7615"/>
            <p:cNvSpPr/>
            <p:nvPr/>
          </p:nvSpPr>
          <p:spPr>
            <a:xfrm>
              <a:off x="10339347" y="55243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6" name="pt7616"/>
            <p:cNvSpPr/>
            <p:nvPr/>
          </p:nvSpPr>
          <p:spPr>
            <a:xfrm>
              <a:off x="1033934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7" name="pt7617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8" name="pt7618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9" name="pt7619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0" name="pt7620"/>
            <p:cNvSpPr/>
            <p:nvPr/>
          </p:nvSpPr>
          <p:spPr>
            <a:xfrm>
              <a:off x="9852466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1" name="pt7621"/>
            <p:cNvSpPr/>
            <p:nvPr/>
          </p:nvSpPr>
          <p:spPr>
            <a:xfrm>
              <a:off x="9852466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2" name="pt7622"/>
            <p:cNvSpPr/>
            <p:nvPr/>
          </p:nvSpPr>
          <p:spPr>
            <a:xfrm>
              <a:off x="10339347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3" name="pt7623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4" name="pt7624"/>
            <p:cNvSpPr/>
            <p:nvPr/>
          </p:nvSpPr>
          <p:spPr>
            <a:xfrm>
              <a:off x="10826228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5" name="pt7625"/>
            <p:cNvSpPr/>
            <p:nvPr/>
          </p:nvSpPr>
          <p:spPr>
            <a:xfrm>
              <a:off x="10826228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6" name="pt7626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7" name="pt7627"/>
            <p:cNvSpPr/>
            <p:nvPr/>
          </p:nvSpPr>
          <p:spPr>
            <a:xfrm>
              <a:off x="9852466" y="607296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8" name="pt7628"/>
            <p:cNvSpPr/>
            <p:nvPr/>
          </p:nvSpPr>
          <p:spPr>
            <a:xfrm>
              <a:off x="9852466" y="578035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9" name="pt7629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0" name="pt7630"/>
            <p:cNvSpPr/>
            <p:nvPr/>
          </p:nvSpPr>
          <p:spPr>
            <a:xfrm>
              <a:off x="1033934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1" name="pt7631"/>
            <p:cNvSpPr/>
            <p:nvPr/>
          </p:nvSpPr>
          <p:spPr>
            <a:xfrm>
              <a:off x="10826228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2" name="pt7632"/>
            <p:cNvSpPr/>
            <p:nvPr/>
          </p:nvSpPr>
          <p:spPr>
            <a:xfrm>
              <a:off x="10826228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3" name="pt7633"/>
            <p:cNvSpPr/>
            <p:nvPr/>
          </p:nvSpPr>
          <p:spPr>
            <a:xfrm>
              <a:off x="9852466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4" name="pt7634"/>
            <p:cNvSpPr/>
            <p:nvPr/>
          </p:nvSpPr>
          <p:spPr>
            <a:xfrm>
              <a:off x="11313109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5" name="pt7635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6" name="pt7636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7" name="pt7637"/>
            <p:cNvSpPr/>
            <p:nvPr/>
          </p:nvSpPr>
          <p:spPr>
            <a:xfrm>
              <a:off x="9852466" y="624365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8" name="pt7638"/>
            <p:cNvSpPr/>
            <p:nvPr/>
          </p:nvSpPr>
          <p:spPr>
            <a:xfrm>
              <a:off x="9852466" y="58169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9" name="pt7639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0" name="pt7640"/>
            <p:cNvSpPr/>
            <p:nvPr/>
          </p:nvSpPr>
          <p:spPr>
            <a:xfrm>
              <a:off x="10339347" y="578035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1" name="pt7641"/>
            <p:cNvSpPr/>
            <p:nvPr/>
          </p:nvSpPr>
          <p:spPr>
            <a:xfrm>
              <a:off x="10339347" y="55974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2" name="pt7642"/>
            <p:cNvSpPr/>
            <p:nvPr/>
          </p:nvSpPr>
          <p:spPr>
            <a:xfrm>
              <a:off x="9852466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3" name="pt7643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4" name="pt7644"/>
            <p:cNvSpPr/>
            <p:nvPr/>
          </p:nvSpPr>
          <p:spPr>
            <a:xfrm>
              <a:off x="9852466" y="60363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5" name="pt7645"/>
            <p:cNvSpPr/>
            <p:nvPr/>
          </p:nvSpPr>
          <p:spPr>
            <a:xfrm>
              <a:off x="1033934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6" name="pt7646"/>
            <p:cNvSpPr/>
            <p:nvPr/>
          </p:nvSpPr>
          <p:spPr>
            <a:xfrm>
              <a:off x="9852466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7" name="pt7647"/>
            <p:cNvSpPr/>
            <p:nvPr/>
          </p:nvSpPr>
          <p:spPr>
            <a:xfrm>
              <a:off x="9852466" y="57437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8" name="pt7648"/>
            <p:cNvSpPr/>
            <p:nvPr/>
          </p:nvSpPr>
          <p:spPr>
            <a:xfrm>
              <a:off x="9852466" y="592665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9" name="pt7649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0" name="pt7650"/>
            <p:cNvSpPr/>
            <p:nvPr/>
          </p:nvSpPr>
          <p:spPr>
            <a:xfrm>
              <a:off x="10826228" y="53048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1" name="pt7651"/>
            <p:cNvSpPr/>
            <p:nvPr/>
          </p:nvSpPr>
          <p:spPr>
            <a:xfrm>
              <a:off x="10826228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2" name="pt7652"/>
            <p:cNvSpPr/>
            <p:nvPr/>
          </p:nvSpPr>
          <p:spPr>
            <a:xfrm>
              <a:off x="1033934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3" name="pt7653"/>
            <p:cNvSpPr/>
            <p:nvPr/>
          </p:nvSpPr>
          <p:spPr>
            <a:xfrm>
              <a:off x="9852466" y="59632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4" name="pt7654"/>
            <p:cNvSpPr/>
            <p:nvPr/>
          </p:nvSpPr>
          <p:spPr>
            <a:xfrm>
              <a:off x="9852466" y="607296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5" name="pt7655"/>
            <p:cNvSpPr/>
            <p:nvPr/>
          </p:nvSpPr>
          <p:spPr>
            <a:xfrm>
              <a:off x="9852466" y="63289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6" name="pt7656"/>
            <p:cNvSpPr/>
            <p:nvPr/>
          </p:nvSpPr>
          <p:spPr>
            <a:xfrm>
              <a:off x="1033934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7" name="pt7657"/>
            <p:cNvSpPr/>
            <p:nvPr/>
          </p:nvSpPr>
          <p:spPr>
            <a:xfrm>
              <a:off x="9852466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8" name="pt7658"/>
            <p:cNvSpPr/>
            <p:nvPr/>
          </p:nvSpPr>
          <p:spPr>
            <a:xfrm>
              <a:off x="10339347" y="53292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9" name="pt7659"/>
            <p:cNvSpPr/>
            <p:nvPr/>
          </p:nvSpPr>
          <p:spPr>
            <a:xfrm>
              <a:off x="10339347" y="56584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0" name="pt7660"/>
            <p:cNvSpPr/>
            <p:nvPr/>
          </p:nvSpPr>
          <p:spPr>
            <a:xfrm>
              <a:off x="10826228" y="52926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1" name="pt7661"/>
            <p:cNvSpPr/>
            <p:nvPr/>
          </p:nvSpPr>
          <p:spPr>
            <a:xfrm>
              <a:off x="10826228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2" name="pt7662"/>
            <p:cNvSpPr/>
            <p:nvPr/>
          </p:nvSpPr>
          <p:spPr>
            <a:xfrm>
              <a:off x="1033934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3" name="pt7663"/>
            <p:cNvSpPr/>
            <p:nvPr/>
          </p:nvSpPr>
          <p:spPr>
            <a:xfrm>
              <a:off x="9852466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4" name="pt7664"/>
            <p:cNvSpPr/>
            <p:nvPr/>
          </p:nvSpPr>
          <p:spPr>
            <a:xfrm>
              <a:off x="10339347" y="57071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5" name="pt7665"/>
            <p:cNvSpPr/>
            <p:nvPr/>
          </p:nvSpPr>
          <p:spPr>
            <a:xfrm>
              <a:off x="10826228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6" name="pt7666"/>
            <p:cNvSpPr/>
            <p:nvPr/>
          </p:nvSpPr>
          <p:spPr>
            <a:xfrm>
              <a:off x="9852466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7" name="pt7667"/>
            <p:cNvSpPr/>
            <p:nvPr/>
          </p:nvSpPr>
          <p:spPr>
            <a:xfrm>
              <a:off x="9852466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8" name="pt7668"/>
            <p:cNvSpPr/>
            <p:nvPr/>
          </p:nvSpPr>
          <p:spPr>
            <a:xfrm>
              <a:off x="9852466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9" name="pt7669"/>
            <p:cNvSpPr/>
            <p:nvPr/>
          </p:nvSpPr>
          <p:spPr>
            <a:xfrm>
              <a:off x="10339347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0" name="pt7670"/>
            <p:cNvSpPr/>
            <p:nvPr/>
          </p:nvSpPr>
          <p:spPr>
            <a:xfrm>
              <a:off x="10339347" y="54145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1" name="pt7671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2" name="pt7672"/>
            <p:cNvSpPr/>
            <p:nvPr/>
          </p:nvSpPr>
          <p:spPr>
            <a:xfrm>
              <a:off x="9852466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3" name="pt7673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4" name="pt7674"/>
            <p:cNvSpPr/>
            <p:nvPr/>
          </p:nvSpPr>
          <p:spPr>
            <a:xfrm>
              <a:off x="9852466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5" name="pt7675"/>
            <p:cNvSpPr/>
            <p:nvPr/>
          </p:nvSpPr>
          <p:spPr>
            <a:xfrm>
              <a:off x="10339347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6" name="pt7676"/>
            <p:cNvSpPr/>
            <p:nvPr/>
          </p:nvSpPr>
          <p:spPr>
            <a:xfrm>
              <a:off x="9852466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7" name="pt7677"/>
            <p:cNvSpPr/>
            <p:nvPr/>
          </p:nvSpPr>
          <p:spPr>
            <a:xfrm>
              <a:off x="9852466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8" name="pt7678"/>
            <p:cNvSpPr/>
            <p:nvPr/>
          </p:nvSpPr>
          <p:spPr>
            <a:xfrm>
              <a:off x="10826228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9" name="pt7679"/>
            <p:cNvSpPr/>
            <p:nvPr/>
          </p:nvSpPr>
          <p:spPr>
            <a:xfrm>
              <a:off x="9852466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0" name="pt7680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1" name="pt7681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2" name="pt7682"/>
            <p:cNvSpPr/>
            <p:nvPr/>
          </p:nvSpPr>
          <p:spPr>
            <a:xfrm>
              <a:off x="10339347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3" name="pt7683"/>
            <p:cNvSpPr/>
            <p:nvPr/>
          </p:nvSpPr>
          <p:spPr>
            <a:xfrm>
              <a:off x="10826228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4" name="pt7684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5" name="pt7685"/>
            <p:cNvSpPr/>
            <p:nvPr/>
          </p:nvSpPr>
          <p:spPr>
            <a:xfrm>
              <a:off x="9852466" y="61765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6" name="pt7686"/>
            <p:cNvSpPr/>
            <p:nvPr/>
          </p:nvSpPr>
          <p:spPr>
            <a:xfrm>
              <a:off x="10339347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7" name="pt7687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8" name="pt7688"/>
            <p:cNvSpPr/>
            <p:nvPr/>
          </p:nvSpPr>
          <p:spPr>
            <a:xfrm>
              <a:off x="9852466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9" name="pt7689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0" name="pt7690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1" name="pt7691"/>
            <p:cNvSpPr/>
            <p:nvPr/>
          </p:nvSpPr>
          <p:spPr>
            <a:xfrm>
              <a:off x="10339347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2" name="pt7692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3" name="pt7693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4" name="pt7694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5" name="pt7695"/>
            <p:cNvSpPr/>
            <p:nvPr/>
          </p:nvSpPr>
          <p:spPr>
            <a:xfrm>
              <a:off x="9852466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6" name="pt7696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7" name="pt7697"/>
            <p:cNvSpPr/>
            <p:nvPr/>
          </p:nvSpPr>
          <p:spPr>
            <a:xfrm>
              <a:off x="9852466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8" name="pt7698"/>
            <p:cNvSpPr/>
            <p:nvPr/>
          </p:nvSpPr>
          <p:spPr>
            <a:xfrm>
              <a:off x="10339347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9" name="pt7699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0" name="pt7700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1" name="pt7701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2" name="pt7702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3" name="pt7703"/>
            <p:cNvSpPr/>
            <p:nvPr/>
          </p:nvSpPr>
          <p:spPr>
            <a:xfrm>
              <a:off x="9852466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4" name="pt7704"/>
            <p:cNvSpPr/>
            <p:nvPr/>
          </p:nvSpPr>
          <p:spPr>
            <a:xfrm>
              <a:off x="10339347" y="53170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5" name="pt7705"/>
            <p:cNvSpPr/>
            <p:nvPr/>
          </p:nvSpPr>
          <p:spPr>
            <a:xfrm>
              <a:off x="1033934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6" name="pt7706"/>
            <p:cNvSpPr/>
            <p:nvPr/>
          </p:nvSpPr>
          <p:spPr>
            <a:xfrm>
              <a:off x="9852466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7" name="pt7707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8" name="pt7708"/>
            <p:cNvSpPr/>
            <p:nvPr/>
          </p:nvSpPr>
          <p:spPr>
            <a:xfrm>
              <a:off x="9852466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9" name="pt7709"/>
            <p:cNvSpPr/>
            <p:nvPr/>
          </p:nvSpPr>
          <p:spPr>
            <a:xfrm>
              <a:off x="9852466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0" name="pt7710"/>
            <p:cNvSpPr/>
            <p:nvPr/>
          </p:nvSpPr>
          <p:spPr>
            <a:xfrm>
              <a:off x="10826228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1" name="pt7711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2" name="pt7712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3" name="pt7713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4" name="pt7714"/>
            <p:cNvSpPr/>
            <p:nvPr/>
          </p:nvSpPr>
          <p:spPr>
            <a:xfrm>
              <a:off x="9852466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5" name="pt7715"/>
            <p:cNvSpPr/>
            <p:nvPr/>
          </p:nvSpPr>
          <p:spPr>
            <a:xfrm>
              <a:off x="10339347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6" name="pt7716"/>
            <p:cNvSpPr/>
            <p:nvPr/>
          </p:nvSpPr>
          <p:spPr>
            <a:xfrm>
              <a:off x="10339347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7" name="pt7717"/>
            <p:cNvSpPr/>
            <p:nvPr/>
          </p:nvSpPr>
          <p:spPr>
            <a:xfrm>
              <a:off x="9852466" y="5914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8" name="pt7718"/>
            <p:cNvSpPr/>
            <p:nvPr/>
          </p:nvSpPr>
          <p:spPr>
            <a:xfrm>
              <a:off x="10339347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9" name="pt7719"/>
            <p:cNvSpPr/>
            <p:nvPr/>
          </p:nvSpPr>
          <p:spPr>
            <a:xfrm>
              <a:off x="9852466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0" name="pt7720"/>
            <p:cNvSpPr/>
            <p:nvPr/>
          </p:nvSpPr>
          <p:spPr>
            <a:xfrm>
              <a:off x="9852466" y="624365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1" name="pt7721"/>
            <p:cNvSpPr/>
            <p:nvPr/>
          </p:nvSpPr>
          <p:spPr>
            <a:xfrm>
              <a:off x="9852466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2" name="pt7722"/>
            <p:cNvSpPr/>
            <p:nvPr/>
          </p:nvSpPr>
          <p:spPr>
            <a:xfrm>
              <a:off x="1033934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3" name="pt7723"/>
            <p:cNvSpPr/>
            <p:nvPr/>
          </p:nvSpPr>
          <p:spPr>
            <a:xfrm>
              <a:off x="9852466" y="63289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4" name="pt7724"/>
            <p:cNvSpPr/>
            <p:nvPr/>
          </p:nvSpPr>
          <p:spPr>
            <a:xfrm>
              <a:off x="9852466" y="62558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5" name="pt7725"/>
            <p:cNvSpPr/>
            <p:nvPr/>
          </p:nvSpPr>
          <p:spPr>
            <a:xfrm>
              <a:off x="10339347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6" name="pt7726"/>
            <p:cNvSpPr/>
            <p:nvPr/>
          </p:nvSpPr>
          <p:spPr>
            <a:xfrm>
              <a:off x="10339347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7" name="pt7727"/>
            <p:cNvSpPr/>
            <p:nvPr/>
          </p:nvSpPr>
          <p:spPr>
            <a:xfrm>
              <a:off x="9852466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8" name="pt7728"/>
            <p:cNvSpPr/>
            <p:nvPr/>
          </p:nvSpPr>
          <p:spPr>
            <a:xfrm>
              <a:off x="10339347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9" name="pt7729"/>
            <p:cNvSpPr/>
            <p:nvPr/>
          </p:nvSpPr>
          <p:spPr>
            <a:xfrm>
              <a:off x="1033934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0" name="pt7730"/>
            <p:cNvSpPr/>
            <p:nvPr/>
          </p:nvSpPr>
          <p:spPr>
            <a:xfrm>
              <a:off x="9852466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1" name="pt7731"/>
            <p:cNvSpPr/>
            <p:nvPr/>
          </p:nvSpPr>
          <p:spPr>
            <a:xfrm>
              <a:off x="9852466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2" name="pt7732"/>
            <p:cNvSpPr/>
            <p:nvPr/>
          </p:nvSpPr>
          <p:spPr>
            <a:xfrm>
              <a:off x="9852466" y="5914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3" name="pt7733"/>
            <p:cNvSpPr/>
            <p:nvPr/>
          </p:nvSpPr>
          <p:spPr>
            <a:xfrm>
              <a:off x="9852466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4" name="pt7734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5" name="pt7735"/>
            <p:cNvSpPr/>
            <p:nvPr/>
          </p:nvSpPr>
          <p:spPr>
            <a:xfrm>
              <a:off x="9852466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6" name="pt7736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7" name="pt7737"/>
            <p:cNvSpPr/>
            <p:nvPr/>
          </p:nvSpPr>
          <p:spPr>
            <a:xfrm>
              <a:off x="9852466" y="629242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8" name="pt7738"/>
            <p:cNvSpPr/>
            <p:nvPr/>
          </p:nvSpPr>
          <p:spPr>
            <a:xfrm>
              <a:off x="9852466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9" name="pt7739"/>
            <p:cNvSpPr/>
            <p:nvPr/>
          </p:nvSpPr>
          <p:spPr>
            <a:xfrm>
              <a:off x="10339347" y="53658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0" name="pt7740"/>
            <p:cNvSpPr/>
            <p:nvPr/>
          </p:nvSpPr>
          <p:spPr>
            <a:xfrm>
              <a:off x="9852466" y="6121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1" name="pt7741"/>
            <p:cNvSpPr/>
            <p:nvPr/>
          </p:nvSpPr>
          <p:spPr>
            <a:xfrm>
              <a:off x="10339347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2" name="pt7742"/>
            <p:cNvSpPr/>
            <p:nvPr/>
          </p:nvSpPr>
          <p:spPr>
            <a:xfrm>
              <a:off x="10339347" y="5585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3" name="pt7743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4" name="pt7744"/>
            <p:cNvSpPr/>
            <p:nvPr/>
          </p:nvSpPr>
          <p:spPr>
            <a:xfrm>
              <a:off x="10339347" y="53658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5" name="pt7745"/>
            <p:cNvSpPr/>
            <p:nvPr/>
          </p:nvSpPr>
          <p:spPr>
            <a:xfrm>
              <a:off x="9852466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6" name="pt7746"/>
            <p:cNvSpPr/>
            <p:nvPr/>
          </p:nvSpPr>
          <p:spPr>
            <a:xfrm>
              <a:off x="9852466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7" name="pt7747"/>
            <p:cNvSpPr/>
            <p:nvPr/>
          </p:nvSpPr>
          <p:spPr>
            <a:xfrm>
              <a:off x="9852466" y="592665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8" name="pt7748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9" name="pt7749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0" name="pt7750"/>
            <p:cNvSpPr/>
            <p:nvPr/>
          </p:nvSpPr>
          <p:spPr>
            <a:xfrm>
              <a:off x="9852466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1" name="pt7751"/>
            <p:cNvSpPr/>
            <p:nvPr/>
          </p:nvSpPr>
          <p:spPr>
            <a:xfrm>
              <a:off x="10826228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2" name="pt7752"/>
            <p:cNvSpPr/>
            <p:nvPr/>
          </p:nvSpPr>
          <p:spPr>
            <a:xfrm>
              <a:off x="10826228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3" name="pt7753"/>
            <p:cNvSpPr/>
            <p:nvPr/>
          </p:nvSpPr>
          <p:spPr>
            <a:xfrm>
              <a:off x="10339347" y="5670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4" name="pt7754"/>
            <p:cNvSpPr/>
            <p:nvPr/>
          </p:nvSpPr>
          <p:spPr>
            <a:xfrm>
              <a:off x="10826228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5" name="pt7755"/>
            <p:cNvSpPr/>
            <p:nvPr/>
          </p:nvSpPr>
          <p:spPr>
            <a:xfrm>
              <a:off x="10339347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6" name="pt7756"/>
            <p:cNvSpPr/>
            <p:nvPr/>
          </p:nvSpPr>
          <p:spPr>
            <a:xfrm>
              <a:off x="10339347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7" name="pt7757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8" name="pt7758"/>
            <p:cNvSpPr/>
            <p:nvPr/>
          </p:nvSpPr>
          <p:spPr>
            <a:xfrm>
              <a:off x="1033934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9" name="pt7759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0" name="pt7760"/>
            <p:cNvSpPr/>
            <p:nvPr/>
          </p:nvSpPr>
          <p:spPr>
            <a:xfrm>
              <a:off x="9852466" y="608515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1" name="pt7761"/>
            <p:cNvSpPr/>
            <p:nvPr/>
          </p:nvSpPr>
          <p:spPr>
            <a:xfrm>
              <a:off x="10339347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2" name="pt7762"/>
            <p:cNvSpPr/>
            <p:nvPr/>
          </p:nvSpPr>
          <p:spPr>
            <a:xfrm>
              <a:off x="11313109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3" name="pt7763"/>
            <p:cNvSpPr/>
            <p:nvPr/>
          </p:nvSpPr>
          <p:spPr>
            <a:xfrm>
              <a:off x="10339347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4" name="pt7764"/>
            <p:cNvSpPr/>
            <p:nvPr/>
          </p:nvSpPr>
          <p:spPr>
            <a:xfrm>
              <a:off x="1033934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5" name="pt7765"/>
            <p:cNvSpPr/>
            <p:nvPr/>
          </p:nvSpPr>
          <p:spPr>
            <a:xfrm>
              <a:off x="10339347" y="5670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6" name="pt7766"/>
            <p:cNvSpPr/>
            <p:nvPr/>
          </p:nvSpPr>
          <p:spPr>
            <a:xfrm>
              <a:off x="9852466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7" name="pt7767"/>
            <p:cNvSpPr/>
            <p:nvPr/>
          </p:nvSpPr>
          <p:spPr>
            <a:xfrm>
              <a:off x="10339347" y="57071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8" name="pt7768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9" name="pt7769"/>
            <p:cNvSpPr/>
            <p:nvPr/>
          </p:nvSpPr>
          <p:spPr>
            <a:xfrm>
              <a:off x="10826228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0" name="pt7770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1" name="pt7771"/>
            <p:cNvSpPr/>
            <p:nvPr/>
          </p:nvSpPr>
          <p:spPr>
            <a:xfrm>
              <a:off x="9852466" y="60241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2" name="pt7772"/>
            <p:cNvSpPr/>
            <p:nvPr/>
          </p:nvSpPr>
          <p:spPr>
            <a:xfrm>
              <a:off x="1033934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3" name="pt7773"/>
            <p:cNvSpPr/>
            <p:nvPr/>
          </p:nvSpPr>
          <p:spPr>
            <a:xfrm>
              <a:off x="1033934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4" name="pt7774"/>
            <p:cNvSpPr/>
            <p:nvPr/>
          </p:nvSpPr>
          <p:spPr>
            <a:xfrm>
              <a:off x="9852466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5" name="pt7775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6" name="pt7776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7" name="pt7777"/>
            <p:cNvSpPr/>
            <p:nvPr/>
          </p:nvSpPr>
          <p:spPr>
            <a:xfrm>
              <a:off x="9852466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8" name="pt7778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9" name="pt7779"/>
            <p:cNvSpPr/>
            <p:nvPr/>
          </p:nvSpPr>
          <p:spPr>
            <a:xfrm>
              <a:off x="10339347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0" name="pt7780"/>
            <p:cNvSpPr/>
            <p:nvPr/>
          </p:nvSpPr>
          <p:spPr>
            <a:xfrm>
              <a:off x="1033934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1" name="pt7781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2" name="pt7782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3" name="pt7783"/>
            <p:cNvSpPr/>
            <p:nvPr/>
          </p:nvSpPr>
          <p:spPr>
            <a:xfrm>
              <a:off x="10339347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4" name="pt7784"/>
            <p:cNvSpPr/>
            <p:nvPr/>
          </p:nvSpPr>
          <p:spPr>
            <a:xfrm>
              <a:off x="1033934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5" name="pt7785"/>
            <p:cNvSpPr/>
            <p:nvPr/>
          </p:nvSpPr>
          <p:spPr>
            <a:xfrm>
              <a:off x="10339347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6" name="pt7786"/>
            <p:cNvSpPr/>
            <p:nvPr/>
          </p:nvSpPr>
          <p:spPr>
            <a:xfrm>
              <a:off x="9852466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7" name="pt7787"/>
            <p:cNvSpPr/>
            <p:nvPr/>
          </p:nvSpPr>
          <p:spPr>
            <a:xfrm>
              <a:off x="10339347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8" name="pt7788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9" name="pt7789"/>
            <p:cNvSpPr/>
            <p:nvPr/>
          </p:nvSpPr>
          <p:spPr>
            <a:xfrm>
              <a:off x="1033934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0" name="pt7790"/>
            <p:cNvSpPr/>
            <p:nvPr/>
          </p:nvSpPr>
          <p:spPr>
            <a:xfrm>
              <a:off x="10339347" y="585350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1" name="pt7791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2" name="pt7792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3" name="pt7793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4" name="pt7794"/>
            <p:cNvSpPr/>
            <p:nvPr/>
          </p:nvSpPr>
          <p:spPr>
            <a:xfrm>
              <a:off x="9852466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5" name="pt7795"/>
            <p:cNvSpPr/>
            <p:nvPr/>
          </p:nvSpPr>
          <p:spPr>
            <a:xfrm>
              <a:off x="9852466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6" name="pt7796"/>
            <p:cNvSpPr/>
            <p:nvPr/>
          </p:nvSpPr>
          <p:spPr>
            <a:xfrm>
              <a:off x="9852466" y="59632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7" name="pt7797"/>
            <p:cNvSpPr/>
            <p:nvPr/>
          </p:nvSpPr>
          <p:spPr>
            <a:xfrm>
              <a:off x="10826228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8" name="pt7798"/>
            <p:cNvSpPr/>
            <p:nvPr/>
          </p:nvSpPr>
          <p:spPr>
            <a:xfrm>
              <a:off x="10339347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9" name="pt7799"/>
            <p:cNvSpPr/>
            <p:nvPr/>
          </p:nvSpPr>
          <p:spPr>
            <a:xfrm>
              <a:off x="9852466" y="6268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0" name="pt7800"/>
            <p:cNvSpPr/>
            <p:nvPr/>
          </p:nvSpPr>
          <p:spPr>
            <a:xfrm>
              <a:off x="1033934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1" name="pt7801"/>
            <p:cNvSpPr/>
            <p:nvPr/>
          </p:nvSpPr>
          <p:spPr>
            <a:xfrm>
              <a:off x="11313109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2" name="pt7802"/>
            <p:cNvSpPr/>
            <p:nvPr/>
          </p:nvSpPr>
          <p:spPr>
            <a:xfrm>
              <a:off x="9852466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3" name="pt7803"/>
            <p:cNvSpPr/>
            <p:nvPr/>
          </p:nvSpPr>
          <p:spPr>
            <a:xfrm>
              <a:off x="9852466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4" name="pt7804"/>
            <p:cNvSpPr/>
            <p:nvPr/>
          </p:nvSpPr>
          <p:spPr>
            <a:xfrm>
              <a:off x="9852466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5" name="pt7805"/>
            <p:cNvSpPr/>
            <p:nvPr/>
          </p:nvSpPr>
          <p:spPr>
            <a:xfrm>
              <a:off x="9852466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6" name="pt7806"/>
            <p:cNvSpPr/>
            <p:nvPr/>
          </p:nvSpPr>
          <p:spPr>
            <a:xfrm>
              <a:off x="10339347" y="6121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7" name="pt7807"/>
            <p:cNvSpPr/>
            <p:nvPr/>
          </p:nvSpPr>
          <p:spPr>
            <a:xfrm>
              <a:off x="10339347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8" name="pt7808"/>
            <p:cNvSpPr/>
            <p:nvPr/>
          </p:nvSpPr>
          <p:spPr>
            <a:xfrm>
              <a:off x="9852466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9" name="pt7809"/>
            <p:cNvSpPr/>
            <p:nvPr/>
          </p:nvSpPr>
          <p:spPr>
            <a:xfrm>
              <a:off x="9852466" y="618269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0" name="pt7810"/>
            <p:cNvSpPr/>
            <p:nvPr/>
          </p:nvSpPr>
          <p:spPr>
            <a:xfrm>
              <a:off x="9852466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1" name="pt7811"/>
            <p:cNvSpPr/>
            <p:nvPr/>
          </p:nvSpPr>
          <p:spPr>
            <a:xfrm>
              <a:off x="11313109" y="51341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2" name="pt7812"/>
            <p:cNvSpPr/>
            <p:nvPr/>
          </p:nvSpPr>
          <p:spPr>
            <a:xfrm>
              <a:off x="9852466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3" name="pt7813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4" name="pt7814"/>
            <p:cNvSpPr/>
            <p:nvPr/>
          </p:nvSpPr>
          <p:spPr>
            <a:xfrm>
              <a:off x="9852466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5" name="pt7815"/>
            <p:cNvSpPr/>
            <p:nvPr/>
          </p:nvSpPr>
          <p:spPr>
            <a:xfrm>
              <a:off x="10826228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6" name="pt7816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7" name="pt7817"/>
            <p:cNvSpPr/>
            <p:nvPr/>
          </p:nvSpPr>
          <p:spPr>
            <a:xfrm>
              <a:off x="9852466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8" name="pt7818"/>
            <p:cNvSpPr/>
            <p:nvPr/>
          </p:nvSpPr>
          <p:spPr>
            <a:xfrm>
              <a:off x="10339347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9" name="pt7819"/>
            <p:cNvSpPr/>
            <p:nvPr/>
          </p:nvSpPr>
          <p:spPr>
            <a:xfrm>
              <a:off x="10826228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0" name="pt7820"/>
            <p:cNvSpPr/>
            <p:nvPr/>
          </p:nvSpPr>
          <p:spPr>
            <a:xfrm>
              <a:off x="10339347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1" name="pt7821"/>
            <p:cNvSpPr/>
            <p:nvPr/>
          </p:nvSpPr>
          <p:spPr>
            <a:xfrm>
              <a:off x="9852466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2" name="pt7822"/>
            <p:cNvSpPr/>
            <p:nvPr/>
          </p:nvSpPr>
          <p:spPr>
            <a:xfrm>
              <a:off x="1033934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3" name="pt7823"/>
            <p:cNvSpPr/>
            <p:nvPr/>
          </p:nvSpPr>
          <p:spPr>
            <a:xfrm>
              <a:off x="10339347" y="53048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4" name="pt7824"/>
            <p:cNvSpPr/>
            <p:nvPr/>
          </p:nvSpPr>
          <p:spPr>
            <a:xfrm>
              <a:off x="1033934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5" name="pt7825"/>
            <p:cNvSpPr/>
            <p:nvPr/>
          </p:nvSpPr>
          <p:spPr>
            <a:xfrm>
              <a:off x="9852466" y="5890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6" name="pt7826"/>
            <p:cNvSpPr/>
            <p:nvPr/>
          </p:nvSpPr>
          <p:spPr>
            <a:xfrm>
              <a:off x="11313109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7" name="pt7827"/>
            <p:cNvSpPr/>
            <p:nvPr/>
          </p:nvSpPr>
          <p:spPr>
            <a:xfrm>
              <a:off x="9852466" y="5987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8" name="pt7828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9" name="pt7829"/>
            <p:cNvSpPr/>
            <p:nvPr/>
          </p:nvSpPr>
          <p:spPr>
            <a:xfrm>
              <a:off x="10826228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0" name="pt7830"/>
            <p:cNvSpPr/>
            <p:nvPr/>
          </p:nvSpPr>
          <p:spPr>
            <a:xfrm>
              <a:off x="9852466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1" name="pt7831"/>
            <p:cNvSpPr/>
            <p:nvPr/>
          </p:nvSpPr>
          <p:spPr>
            <a:xfrm>
              <a:off x="10339347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2" name="pt7832"/>
            <p:cNvSpPr/>
            <p:nvPr/>
          </p:nvSpPr>
          <p:spPr>
            <a:xfrm>
              <a:off x="9852466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3" name="pt7833"/>
            <p:cNvSpPr/>
            <p:nvPr/>
          </p:nvSpPr>
          <p:spPr>
            <a:xfrm>
              <a:off x="9852466" y="618269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4" name="pt7834"/>
            <p:cNvSpPr/>
            <p:nvPr/>
          </p:nvSpPr>
          <p:spPr>
            <a:xfrm>
              <a:off x="9852466" y="631680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5" name="pt7835"/>
            <p:cNvSpPr/>
            <p:nvPr/>
          </p:nvSpPr>
          <p:spPr>
            <a:xfrm>
              <a:off x="9852466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6" name="pt7836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7" name="pt7837"/>
            <p:cNvSpPr/>
            <p:nvPr/>
          </p:nvSpPr>
          <p:spPr>
            <a:xfrm>
              <a:off x="10339347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8" name="pt7838"/>
            <p:cNvSpPr/>
            <p:nvPr/>
          </p:nvSpPr>
          <p:spPr>
            <a:xfrm>
              <a:off x="9852466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9" name="pt7839"/>
            <p:cNvSpPr/>
            <p:nvPr/>
          </p:nvSpPr>
          <p:spPr>
            <a:xfrm>
              <a:off x="9852466" y="5987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0" name="pt7840"/>
            <p:cNvSpPr/>
            <p:nvPr/>
          </p:nvSpPr>
          <p:spPr>
            <a:xfrm>
              <a:off x="10339347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1" name="pt7841"/>
            <p:cNvSpPr/>
            <p:nvPr/>
          </p:nvSpPr>
          <p:spPr>
            <a:xfrm>
              <a:off x="9852466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2" name="pt7842"/>
            <p:cNvSpPr/>
            <p:nvPr/>
          </p:nvSpPr>
          <p:spPr>
            <a:xfrm>
              <a:off x="9852466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3" name="pt7843"/>
            <p:cNvSpPr/>
            <p:nvPr/>
          </p:nvSpPr>
          <p:spPr>
            <a:xfrm>
              <a:off x="985246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4" name="pt7844"/>
            <p:cNvSpPr/>
            <p:nvPr/>
          </p:nvSpPr>
          <p:spPr>
            <a:xfrm>
              <a:off x="985246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5" name="pt7845"/>
            <p:cNvSpPr/>
            <p:nvPr/>
          </p:nvSpPr>
          <p:spPr>
            <a:xfrm>
              <a:off x="10339347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6" name="pt7846"/>
            <p:cNvSpPr/>
            <p:nvPr/>
          </p:nvSpPr>
          <p:spPr>
            <a:xfrm>
              <a:off x="9852466" y="6365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7" name="pt7847"/>
            <p:cNvSpPr/>
            <p:nvPr/>
          </p:nvSpPr>
          <p:spPr>
            <a:xfrm>
              <a:off x="10826228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8" name="pt7848"/>
            <p:cNvSpPr/>
            <p:nvPr/>
          </p:nvSpPr>
          <p:spPr>
            <a:xfrm>
              <a:off x="1082622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9" name="pt7849"/>
            <p:cNvSpPr/>
            <p:nvPr/>
          </p:nvSpPr>
          <p:spPr>
            <a:xfrm>
              <a:off x="10339347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0" name="pt7850"/>
            <p:cNvSpPr/>
            <p:nvPr/>
          </p:nvSpPr>
          <p:spPr>
            <a:xfrm>
              <a:off x="11313109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1" name="pt7851"/>
            <p:cNvSpPr/>
            <p:nvPr/>
          </p:nvSpPr>
          <p:spPr>
            <a:xfrm>
              <a:off x="10826228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2" name="pt7852"/>
            <p:cNvSpPr/>
            <p:nvPr/>
          </p:nvSpPr>
          <p:spPr>
            <a:xfrm>
              <a:off x="9852466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3" name="pt7853"/>
            <p:cNvSpPr/>
            <p:nvPr/>
          </p:nvSpPr>
          <p:spPr>
            <a:xfrm>
              <a:off x="10339347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4" name="pt7854"/>
            <p:cNvSpPr/>
            <p:nvPr/>
          </p:nvSpPr>
          <p:spPr>
            <a:xfrm>
              <a:off x="10826228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5" name="pt7855"/>
            <p:cNvSpPr/>
            <p:nvPr/>
          </p:nvSpPr>
          <p:spPr>
            <a:xfrm>
              <a:off x="9852466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6" name="pt7856"/>
            <p:cNvSpPr/>
            <p:nvPr/>
          </p:nvSpPr>
          <p:spPr>
            <a:xfrm>
              <a:off x="9852466" y="58778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7" name="pt7857"/>
            <p:cNvSpPr/>
            <p:nvPr/>
          </p:nvSpPr>
          <p:spPr>
            <a:xfrm>
              <a:off x="9852466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8" name="pt7858"/>
            <p:cNvSpPr/>
            <p:nvPr/>
          </p:nvSpPr>
          <p:spPr>
            <a:xfrm>
              <a:off x="9852466" y="60241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9" name="pt7859"/>
            <p:cNvSpPr/>
            <p:nvPr/>
          </p:nvSpPr>
          <p:spPr>
            <a:xfrm>
              <a:off x="9852466" y="6280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0" name="pt7860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1" name="pt7861"/>
            <p:cNvSpPr/>
            <p:nvPr/>
          </p:nvSpPr>
          <p:spPr>
            <a:xfrm>
              <a:off x="9852466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2" name="pt7862"/>
            <p:cNvSpPr/>
            <p:nvPr/>
          </p:nvSpPr>
          <p:spPr>
            <a:xfrm>
              <a:off x="9852466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3" name="pt7863"/>
            <p:cNvSpPr/>
            <p:nvPr/>
          </p:nvSpPr>
          <p:spPr>
            <a:xfrm>
              <a:off x="9852466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4" name="pg7864"/>
            <p:cNvSpPr/>
            <p:nvPr/>
          </p:nvSpPr>
          <p:spPr>
            <a:xfrm>
              <a:off x="9870517" y="4989862"/>
              <a:ext cx="1947523" cy="1038677"/>
            </a:xfrm>
            <a:custGeom>
              <a:avLst/>
              <a:pathLst>
                <a:path w="1947523" h="1038677">
                  <a:moveTo>
                    <a:pt x="0" y="957686"/>
                  </a:moveTo>
                  <a:lnTo>
                    <a:pt x="24652" y="942313"/>
                  </a:lnTo>
                  <a:lnTo>
                    <a:pt x="49304" y="926741"/>
                  </a:lnTo>
                  <a:lnTo>
                    <a:pt x="73956" y="910963"/>
                  </a:lnTo>
                  <a:lnTo>
                    <a:pt x="98608" y="894985"/>
                  </a:lnTo>
                  <a:lnTo>
                    <a:pt x="123260" y="878824"/>
                  </a:lnTo>
                  <a:lnTo>
                    <a:pt x="147913" y="862513"/>
                  </a:lnTo>
                  <a:lnTo>
                    <a:pt x="172565" y="846095"/>
                  </a:lnTo>
                  <a:lnTo>
                    <a:pt x="197217" y="829619"/>
                  </a:lnTo>
                  <a:lnTo>
                    <a:pt x="221869" y="813137"/>
                  </a:lnTo>
                  <a:lnTo>
                    <a:pt x="246521" y="796702"/>
                  </a:lnTo>
                  <a:lnTo>
                    <a:pt x="271174" y="780358"/>
                  </a:lnTo>
                  <a:lnTo>
                    <a:pt x="295826" y="764149"/>
                  </a:lnTo>
                  <a:lnTo>
                    <a:pt x="320478" y="748108"/>
                  </a:lnTo>
                  <a:lnTo>
                    <a:pt x="345130" y="732265"/>
                  </a:lnTo>
                  <a:lnTo>
                    <a:pt x="369782" y="716643"/>
                  </a:lnTo>
                  <a:lnTo>
                    <a:pt x="394435" y="701262"/>
                  </a:lnTo>
                  <a:lnTo>
                    <a:pt x="419087" y="686136"/>
                  </a:lnTo>
                  <a:lnTo>
                    <a:pt x="443739" y="671275"/>
                  </a:lnTo>
                  <a:lnTo>
                    <a:pt x="468391" y="656689"/>
                  </a:lnTo>
                  <a:lnTo>
                    <a:pt x="493043" y="642382"/>
                  </a:lnTo>
                  <a:lnTo>
                    <a:pt x="517696" y="628357"/>
                  </a:lnTo>
                  <a:lnTo>
                    <a:pt x="542348" y="614615"/>
                  </a:lnTo>
                  <a:lnTo>
                    <a:pt x="567000" y="601156"/>
                  </a:lnTo>
                  <a:lnTo>
                    <a:pt x="591652" y="587976"/>
                  </a:lnTo>
                  <a:lnTo>
                    <a:pt x="616304" y="575072"/>
                  </a:lnTo>
                  <a:lnTo>
                    <a:pt x="640957" y="562436"/>
                  </a:lnTo>
                  <a:lnTo>
                    <a:pt x="665609" y="550063"/>
                  </a:lnTo>
                  <a:lnTo>
                    <a:pt x="690261" y="537942"/>
                  </a:lnTo>
                  <a:lnTo>
                    <a:pt x="714913" y="526064"/>
                  </a:lnTo>
                  <a:lnTo>
                    <a:pt x="739565" y="514415"/>
                  </a:lnTo>
                  <a:lnTo>
                    <a:pt x="764218" y="502983"/>
                  </a:lnTo>
                  <a:lnTo>
                    <a:pt x="788870" y="491753"/>
                  </a:lnTo>
                  <a:lnTo>
                    <a:pt x="813522" y="480708"/>
                  </a:lnTo>
                  <a:lnTo>
                    <a:pt x="838174" y="469830"/>
                  </a:lnTo>
                  <a:lnTo>
                    <a:pt x="862826" y="459101"/>
                  </a:lnTo>
                  <a:lnTo>
                    <a:pt x="887479" y="448502"/>
                  </a:lnTo>
                  <a:lnTo>
                    <a:pt x="912131" y="438013"/>
                  </a:lnTo>
                  <a:lnTo>
                    <a:pt x="936783" y="427613"/>
                  </a:lnTo>
                  <a:lnTo>
                    <a:pt x="961435" y="417285"/>
                  </a:lnTo>
                  <a:lnTo>
                    <a:pt x="986087" y="407009"/>
                  </a:lnTo>
                  <a:lnTo>
                    <a:pt x="1010740" y="396768"/>
                  </a:lnTo>
                  <a:lnTo>
                    <a:pt x="1035392" y="386547"/>
                  </a:lnTo>
                  <a:lnTo>
                    <a:pt x="1060044" y="376331"/>
                  </a:lnTo>
                  <a:lnTo>
                    <a:pt x="1084696" y="366108"/>
                  </a:lnTo>
                  <a:lnTo>
                    <a:pt x="1109348" y="355871"/>
                  </a:lnTo>
                  <a:lnTo>
                    <a:pt x="1134001" y="345610"/>
                  </a:lnTo>
                  <a:lnTo>
                    <a:pt x="1158653" y="335321"/>
                  </a:lnTo>
                  <a:lnTo>
                    <a:pt x="1183305" y="325001"/>
                  </a:lnTo>
                  <a:lnTo>
                    <a:pt x="1207957" y="314648"/>
                  </a:lnTo>
                  <a:lnTo>
                    <a:pt x="1232609" y="304262"/>
                  </a:lnTo>
                  <a:lnTo>
                    <a:pt x="1257262" y="293842"/>
                  </a:lnTo>
                  <a:lnTo>
                    <a:pt x="1281914" y="283392"/>
                  </a:lnTo>
                  <a:lnTo>
                    <a:pt x="1306566" y="272914"/>
                  </a:lnTo>
                  <a:lnTo>
                    <a:pt x="1331218" y="262411"/>
                  </a:lnTo>
                  <a:lnTo>
                    <a:pt x="1355870" y="251885"/>
                  </a:lnTo>
                  <a:lnTo>
                    <a:pt x="1380523" y="241340"/>
                  </a:lnTo>
                  <a:lnTo>
                    <a:pt x="1405175" y="230780"/>
                  </a:lnTo>
                  <a:lnTo>
                    <a:pt x="1429827" y="220208"/>
                  </a:lnTo>
                  <a:lnTo>
                    <a:pt x="1454479" y="209627"/>
                  </a:lnTo>
                  <a:lnTo>
                    <a:pt x="1479131" y="199041"/>
                  </a:lnTo>
                  <a:lnTo>
                    <a:pt x="1503784" y="188452"/>
                  </a:lnTo>
                  <a:lnTo>
                    <a:pt x="1528436" y="177864"/>
                  </a:lnTo>
                  <a:lnTo>
                    <a:pt x="1553088" y="167279"/>
                  </a:lnTo>
                  <a:lnTo>
                    <a:pt x="1577740" y="156701"/>
                  </a:lnTo>
                  <a:lnTo>
                    <a:pt x="1602392" y="146130"/>
                  </a:lnTo>
                  <a:lnTo>
                    <a:pt x="1627045" y="135570"/>
                  </a:lnTo>
                  <a:lnTo>
                    <a:pt x="1651697" y="125023"/>
                  </a:lnTo>
                  <a:lnTo>
                    <a:pt x="1676349" y="114490"/>
                  </a:lnTo>
                  <a:lnTo>
                    <a:pt x="1701001" y="103973"/>
                  </a:lnTo>
                  <a:lnTo>
                    <a:pt x="1725653" y="93474"/>
                  </a:lnTo>
                  <a:lnTo>
                    <a:pt x="1750306" y="82994"/>
                  </a:lnTo>
                  <a:lnTo>
                    <a:pt x="1774958" y="72536"/>
                  </a:lnTo>
                  <a:lnTo>
                    <a:pt x="1799610" y="62099"/>
                  </a:lnTo>
                  <a:lnTo>
                    <a:pt x="1824262" y="51685"/>
                  </a:lnTo>
                  <a:lnTo>
                    <a:pt x="1848914" y="41296"/>
                  </a:lnTo>
                  <a:lnTo>
                    <a:pt x="1873566" y="30932"/>
                  </a:lnTo>
                  <a:lnTo>
                    <a:pt x="1898219" y="20594"/>
                  </a:lnTo>
                  <a:lnTo>
                    <a:pt x="1922871" y="10283"/>
                  </a:lnTo>
                  <a:lnTo>
                    <a:pt x="1947523" y="0"/>
                  </a:lnTo>
                  <a:lnTo>
                    <a:pt x="1947523" y="571333"/>
                  </a:lnTo>
                  <a:lnTo>
                    <a:pt x="1922871" y="561881"/>
                  </a:lnTo>
                  <a:lnTo>
                    <a:pt x="1898219" y="552843"/>
                  </a:lnTo>
                  <a:lnTo>
                    <a:pt x="1873566" y="544219"/>
                  </a:lnTo>
                  <a:lnTo>
                    <a:pt x="1848914" y="536011"/>
                  </a:lnTo>
                  <a:lnTo>
                    <a:pt x="1824262" y="528218"/>
                  </a:lnTo>
                  <a:lnTo>
                    <a:pt x="1799610" y="520842"/>
                  </a:lnTo>
                  <a:lnTo>
                    <a:pt x="1774958" y="513884"/>
                  </a:lnTo>
                  <a:lnTo>
                    <a:pt x="1750306" y="507345"/>
                  </a:lnTo>
                  <a:lnTo>
                    <a:pt x="1725653" y="501227"/>
                  </a:lnTo>
                  <a:lnTo>
                    <a:pt x="1701001" y="495530"/>
                  </a:lnTo>
                  <a:lnTo>
                    <a:pt x="1676349" y="490257"/>
                  </a:lnTo>
                  <a:lnTo>
                    <a:pt x="1651697" y="485409"/>
                  </a:lnTo>
                  <a:lnTo>
                    <a:pt x="1627045" y="480988"/>
                  </a:lnTo>
                  <a:lnTo>
                    <a:pt x="1602392" y="476995"/>
                  </a:lnTo>
                  <a:lnTo>
                    <a:pt x="1577740" y="473433"/>
                  </a:lnTo>
                  <a:lnTo>
                    <a:pt x="1553088" y="470304"/>
                  </a:lnTo>
                  <a:lnTo>
                    <a:pt x="1528436" y="467610"/>
                  </a:lnTo>
                  <a:lnTo>
                    <a:pt x="1503784" y="465354"/>
                  </a:lnTo>
                  <a:lnTo>
                    <a:pt x="1479131" y="463539"/>
                  </a:lnTo>
                  <a:lnTo>
                    <a:pt x="1454479" y="462167"/>
                  </a:lnTo>
                  <a:lnTo>
                    <a:pt x="1429827" y="461242"/>
                  </a:lnTo>
                  <a:lnTo>
                    <a:pt x="1405175" y="460767"/>
                  </a:lnTo>
                  <a:lnTo>
                    <a:pt x="1380523" y="460745"/>
                  </a:lnTo>
                  <a:lnTo>
                    <a:pt x="1355870" y="461179"/>
                  </a:lnTo>
                  <a:lnTo>
                    <a:pt x="1331218" y="462074"/>
                  </a:lnTo>
                  <a:lnTo>
                    <a:pt x="1306566" y="463432"/>
                  </a:lnTo>
                  <a:lnTo>
                    <a:pt x="1281914" y="465256"/>
                  </a:lnTo>
                  <a:lnTo>
                    <a:pt x="1257262" y="467550"/>
                  </a:lnTo>
                  <a:lnTo>
                    <a:pt x="1232609" y="470316"/>
                  </a:lnTo>
                  <a:lnTo>
                    <a:pt x="1207957" y="473556"/>
                  </a:lnTo>
                  <a:lnTo>
                    <a:pt x="1183305" y="477271"/>
                  </a:lnTo>
                  <a:lnTo>
                    <a:pt x="1158653" y="481459"/>
                  </a:lnTo>
                  <a:lnTo>
                    <a:pt x="1134001" y="486121"/>
                  </a:lnTo>
                  <a:lnTo>
                    <a:pt x="1109348" y="491251"/>
                  </a:lnTo>
                  <a:lnTo>
                    <a:pt x="1084696" y="496846"/>
                  </a:lnTo>
                  <a:lnTo>
                    <a:pt x="1060044" y="502897"/>
                  </a:lnTo>
                  <a:lnTo>
                    <a:pt x="1035392" y="509396"/>
                  </a:lnTo>
                  <a:lnTo>
                    <a:pt x="1010740" y="516331"/>
                  </a:lnTo>
                  <a:lnTo>
                    <a:pt x="986087" y="523687"/>
                  </a:lnTo>
                  <a:lnTo>
                    <a:pt x="961435" y="531449"/>
                  </a:lnTo>
                  <a:lnTo>
                    <a:pt x="936783" y="539600"/>
                  </a:lnTo>
                  <a:lnTo>
                    <a:pt x="912131" y="548122"/>
                  </a:lnTo>
                  <a:lnTo>
                    <a:pt x="887479" y="556995"/>
                  </a:lnTo>
                  <a:lnTo>
                    <a:pt x="862826" y="566199"/>
                  </a:lnTo>
                  <a:lnTo>
                    <a:pt x="838174" y="575714"/>
                  </a:lnTo>
                  <a:lnTo>
                    <a:pt x="813522" y="585522"/>
                  </a:lnTo>
                  <a:lnTo>
                    <a:pt x="788870" y="595603"/>
                  </a:lnTo>
                  <a:lnTo>
                    <a:pt x="764218" y="605941"/>
                  </a:lnTo>
                  <a:lnTo>
                    <a:pt x="739565" y="616518"/>
                  </a:lnTo>
                  <a:lnTo>
                    <a:pt x="714913" y="627320"/>
                  </a:lnTo>
                  <a:lnTo>
                    <a:pt x="690261" y="638333"/>
                  </a:lnTo>
                  <a:lnTo>
                    <a:pt x="665609" y="649545"/>
                  </a:lnTo>
                  <a:lnTo>
                    <a:pt x="640957" y="660946"/>
                  </a:lnTo>
                  <a:lnTo>
                    <a:pt x="616304" y="672525"/>
                  </a:lnTo>
                  <a:lnTo>
                    <a:pt x="591652" y="684277"/>
                  </a:lnTo>
                  <a:lnTo>
                    <a:pt x="567000" y="696195"/>
                  </a:lnTo>
                  <a:lnTo>
                    <a:pt x="542348" y="708274"/>
                  </a:lnTo>
                  <a:lnTo>
                    <a:pt x="517696" y="720512"/>
                  </a:lnTo>
                  <a:lnTo>
                    <a:pt x="493043" y="732909"/>
                  </a:lnTo>
                  <a:lnTo>
                    <a:pt x="468391" y="745464"/>
                  </a:lnTo>
                  <a:lnTo>
                    <a:pt x="443739" y="758181"/>
                  </a:lnTo>
                  <a:lnTo>
                    <a:pt x="419087" y="771065"/>
                  </a:lnTo>
                  <a:lnTo>
                    <a:pt x="394435" y="784125"/>
                  </a:lnTo>
                  <a:lnTo>
                    <a:pt x="369782" y="797371"/>
                  </a:lnTo>
                  <a:lnTo>
                    <a:pt x="345130" y="810817"/>
                  </a:lnTo>
                  <a:lnTo>
                    <a:pt x="320478" y="824484"/>
                  </a:lnTo>
                  <a:lnTo>
                    <a:pt x="295826" y="838394"/>
                  </a:lnTo>
                  <a:lnTo>
                    <a:pt x="271174" y="852576"/>
                  </a:lnTo>
                  <a:lnTo>
                    <a:pt x="246521" y="867066"/>
                  </a:lnTo>
                  <a:lnTo>
                    <a:pt x="221869" y="881904"/>
                  </a:lnTo>
                  <a:lnTo>
                    <a:pt x="197217" y="897138"/>
                  </a:lnTo>
                  <a:lnTo>
                    <a:pt x="172565" y="912819"/>
                  </a:lnTo>
                  <a:lnTo>
                    <a:pt x="147913" y="928998"/>
                  </a:lnTo>
                  <a:lnTo>
                    <a:pt x="123260" y="945726"/>
                  </a:lnTo>
                  <a:lnTo>
                    <a:pt x="98608" y="963046"/>
                  </a:lnTo>
                  <a:lnTo>
                    <a:pt x="73956" y="980989"/>
                  </a:lnTo>
                  <a:lnTo>
                    <a:pt x="49304" y="999574"/>
                  </a:lnTo>
                  <a:lnTo>
                    <a:pt x="24652" y="1018806"/>
                  </a:lnTo>
                  <a:lnTo>
                    <a:pt x="0" y="103867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65" name="pl7865"/>
            <p:cNvSpPr/>
            <p:nvPr/>
          </p:nvSpPr>
          <p:spPr>
            <a:xfrm>
              <a:off x="9870517" y="4989862"/>
              <a:ext cx="1947523" cy="957686"/>
            </a:xfrm>
            <a:custGeom>
              <a:avLst/>
              <a:pathLst>
                <a:path w="1947523" h="957686">
                  <a:moveTo>
                    <a:pt x="0" y="957686"/>
                  </a:moveTo>
                  <a:lnTo>
                    <a:pt x="24652" y="942313"/>
                  </a:lnTo>
                  <a:lnTo>
                    <a:pt x="49304" y="926741"/>
                  </a:lnTo>
                  <a:lnTo>
                    <a:pt x="73956" y="910963"/>
                  </a:lnTo>
                  <a:lnTo>
                    <a:pt x="98608" y="894985"/>
                  </a:lnTo>
                  <a:lnTo>
                    <a:pt x="123260" y="878824"/>
                  </a:lnTo>
                  <a:lnTo>
                    <a:pt x="147913" y="862513"/>
                  </a:lnTo>
                  <a:lnTo>
                    <a:pt x="172565" y="846095"/>
                  </a:lnTo>
                  <a:lnTo>
                    <a:pt x="197217" y="829619"/>
                  </a:lnTo>
                  <a:lnTo>
                    <a:pt x="221869" y="813137"/>
                  </a:lnTo>
                  <a:lnTo>
                    <a:pt x="246521" y="796702"/>
                  </a:lnTo>
                  <a:lnTo>
                    <a:pt x="271174" y="780358"/>
                  </a:lnTo>
                  <a:lnTo>
                    <a:pt x="295826" y="764149"/>
                  </a:lnTo>
                  <a:lnTo>
                    <a:pt x="320478" y="748108"/>
                  </a:lnTo>
                  <a:lnTo>
                    <a:pt x="345130" y="732265"/>
                  </a:lnTo>
                  <a:lnTo>
                    <a:pt x="369782" y="716643"/>
                  </a:lnTo>
                  <a:lnTo>
                    <a:pt x="394435" y="701262"/>
                  </a:lnTo>
                  <a:lnTo>
                    <a:pt x="419087" y="686136"/>
                  </a:lnTo>
                  <a:lnTo>
                    <a:pt x="443739" y="671275"/>
                  </a:lnTo>
                  <a:lnTo>
                    <a:pt x="468391" y="656689"/>
                  </a:lnTo>
                  <a:lnTo>
                    <a:pt x="493043" y="642382"/>
                  </a:lnTo>
                  <a:lnTo>
                    <a:pt x="517696" y="628357"/>
                  </a:lnTo>
                  <a:lnTo>
                    <a:pt x="542348" y="614615"/>
                  </a:lnTo>
                  <a:lnTo>
                    <a:pt x="567000" y="601156"/>
                  </a:lnTo>
                  <a:lnTo>
                    <a:pt x="591652" y="587976"/>
                  </a:lnTo>
                  <a:lnTo>
                    <a:pt x="616304" y="575072"/>
                  </a:lnTo>
                  <a:lnTo>
                    <a:pt x="640957" y="562436"/>
                  </a:lnTo>
                  <a:lnTo>
                    <a:pt x="665609" y="550063"/>
                  </a:lnTo>
                  <a:lnTo>
                    <a:pt x="690261" y="537942"/>
                  </a:lnTo>
                  <a:lnTo>
                    <a:pt x="714913" y="526064"/>
                  </a:lnTo>
                  <a:lnTo>
                    <a:pt x="739565" y="514415"/>
                  </a:lnTo>
                  <a:lnTo>
                    <a:pt x="764218" y="502983"/>
                  </a:lnTo>
                  <a:lnTo>
                    <a:pt x="788870" y="491753"/>
                  </a:lnTo>
                  <a:lnTo>
                    <a:pt x="813522" y="480708"/>
                  </a:lnTo>
                  <a:lnTo>
                    <a:pt x="838174" y="469830"/>
                  </a:lnTo>
                  <a:lnTo>
                    <a:pt x="862826" y="459101"/>
                  </a:lnTo>
                  <a:lnTo>
                    <a:pt x="887479" y="448502"/>
                  </a:lnTo>
                  <a:lnTo>
                    <a:pt x="912131" y="438013"/>
                  </a:lnTo>
                  <a:lnTo>
                    <a:pt x="936783" y="427613"/>
                  </a:lnTo>
                  <a:lnTo>
                    <a:pt x="961435" y="417285"/>
                  </a:lnTo>
                  <a:lnTo>
                    <a:pt x="986087" y="407009"/>
                  </a:lnTo>
                  <a:lnTo>
                    <a:pt x="1010740" y="396768"/>
                  </a:lnTo>
                  <a:lnTo>
                    <a:pt x="1035392" y="386547"/>
                  </a:lnTo>
                  <a:lnTo>
                    <a:pt x="1060044" y="376331"/>
                  </a:lnTo>
                  <a:lnTo>
                    <a:pt x="1084696" y="366108"/>
                  </a:lnTo>
                  <a:lnTo>
                    <a:pt x="1109348" y="355871"/>
                  </a:lnTo>
                  <a:lnTo>
                    <a:pt x="1134001" y="345610"/>
                  </a:lnTo>
                  <a:lnTo>
                    <a:pt x="1158653" y="335321"/>
                  </a:lnTo>
                  <a:lnTo>
                    <a:pt x="1183305" y="325001"/>
                  </a:lnTo>
                  <a:lnTo>
                    <a:pt x="1207957" y="314648"/>
                  </a:lnTo>
                  <a:lnTo>
                    <a:pt x="1232609" y="304262"/>
                  </a:lnTo>
                  <a:lnTo>
                    <a:pt x="1257262" y="293842"/>
                  </a:lnTo>
                  <a:lnTo>
                    <a:pt x="1281914" y="283392"/>
                  </a:lnTo>
                  <a:lnTo>
                    <a:pt x="1306566" y="272914"/>
                  </a:lnTo>
                  <a:lnTo>
                    <a:pt x="1331218" y="262411"/>
                  </a:lnTo>
                  <a:lnTo>
                    <a:pt x="1355870" y="251885"/>
                  </a:lnTo>
                  <a:lnTo>
                    <a:pt x="1380523" y="241340"/>
                  </a:lnTo>
                  <a:lnTo>
                    <a:pt x="1405175" y="230780"/>
                  </a:lnTo>
                  <a:lnTo>
                    <a:pt x="1429827" y="220208"/>
                  </a:lnTo>
                  <a:lnTo>
                    <a:pt x="1454479" y="209627"/>
                  </a:lnTo>
                  <a:lnTo>
                    <a:pt x="1479131" y="199041"/>
                  </a:lnTo>
                  <a:lnTo>
                    <a:pt x="1503784" y="188452"/>
                  </a:lnTo>
                  <a:lnTo>
                    <a:pt x="1528436" y="177864"/>
                  </a:lnTo>
                  <a:lnTo>
                    <a:pt x="1553088" y="167279"/>
                  </a:lnTo>
                  <a:lnTo>
                    <a:pt x="1577740" y="156701"/>
                  </a:lnTo>
                  <a:lnTo>
                    <a:pt x="1602392" y="146130"/>
                  </a:lnTo>
                  <a:lnTo>
                    <a:pt x="1627045" y="135570"/>
                  </a:lnTo>
                  <a:lnTo>
                    <a:pt x="1651697" y="125023"/>
                  </a:lnTo>
                  <a:lnTo>
                    <a:pt x="1676349" y="114490"/>
                  </a:lnTo>
                  <a:lnTo>
                    <a:pt x="1701001" y="103973"/>
                  </a:lnTo>
                  <a:lnTo>
                    <a:pt x="1725653" y="93474"/>
                  </a:lnTo>
                  <a:lnTo>
                    <a:pt x="1750306" y="82994"/>
                  </a:lnTo>
                  <a:lnTo>
                    <a:pt x="1774958" y="72536"/>
                  </a:lnTo>
                  <a:lnTo>
                    <a:pt x="1799610" y="62099"/>
                  </a:lnTo>
                  <a:lnTo>
                    <a:pt x="1824262" y="51685"/>
                  </a:lnTo>
                  <a:lnTo>
                    <a:pt x="1848914" y="41296"/>
                  </a:lnTo>
                  <a:lnTo>
                    <a:pt x="1873566" y="30932"/>
                  </a:lnTo>
                  <a:lnTo>
                    <a:pt x="1898219" y="20594"/>
                  </a:lnTo>
                  <a:lnTo>
                    <a:pt x="1922871" y="10283"/>
                  </a:lnTo>
                  <a:lnTo>
                    <a:pt x="19475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66" name="pl7866"/>
            <p:cNvSpPr/>
            <p:nvPr/>
          </p:nvSpPr>
          <p:spPr>
            <a:xfrm>
              <a:off x="9870517" y="5450608"/>
              <a:ext cx="1947523" cy="577932"/>
            </a:xfrm>
            <a:custGeom>
              <a:avLst/>
              <a:pathLst>
                <a:path w="1947523" h="577932">
                  <a:moveTo>
                    <a:pt x="1947523" y="110587"/>
                  </a:moveTo>
                  <a:lnTo>
                    <a:pt x="1922871" y="101136"/>
                  </a:lnTo>
                  <a:lnTo>
                    <a:pt x="1898219" y="92098"/>
                  </a:lnTo>
                  <a:lnTo>
                    <a:pt x="1873566" y="83474"/>
                  </a:lnTo>
                  <a:lnTo>
                    <a:pt x="1848914" y="75265"/>
                  </a:lnTo>
                  <a:lnTo>
                    <a:pt x="1824262" y="67472"/>
                  </a:lnTo>
                  <a:lnTo>
                    <a:pt x="1799610" y="60096"/>
                  </a:lnTo>
                  <a:lnTo>
                    <a:pt x="1774958" y="53139"/>
                  </a:lnTo>
                  <a:lnTo>
                    <a:pt x="1750306" y="46600"/>
                  </a:lnTo>
                  <a:lnTo>
                    <a:pt x="1725653" y="40482"/>
                  </a:lnTo>
                  <a:lnTo>
                    <a:pt x="1701001" y="34785"/>
                  </a:lnTo>
                  <a:lnTo>
                    <a:pt x="1676349" y="29512"/>
                  </a:lnTo>
                  <a:lnTo>
                    <a:pt x="1651697" y="24664"/>
                  </a:lnTo>
                  <a:lnTo>
                    <a:pt x="1627045" y="20243"/>
                  </a:lnTo>
                  <a:lnTo>
                    <a:pt x="1602392" y="16250"/>
                  </a:lnTo>
                  <a:lnTo>
                    <a:pt x="1577740" y="12688"/>
                  </a:lnTo>
                  <a:lnTo>
                    <a:pt x="1553088" y="9559"/>
                  </a:lnTo>
                  <a:lnTo>
                    <a:pt x="1528436" y="6865"/>
                  </a:lnTo>
                  <a:lnTo>
                    <a:pt x="1503784" y="4609"/>
                  </a:lnTo>
                  <a:lnTo>
                    <a:pt x="1479131" y="2794"/>
                  </a:lnTo>
                  <a:lnTo>
                    <a:pt x="1454479" y="1422"/>
                  </a:lnTo>
                  <a:lnTo>
                    <a:pt x="1429827" y="497"/>
                  </a:lnTo>
                  <a:lnTo>
                    <a:pt x="1405175" y="22"/>
                  </a:lnTo>
                  <a:lnTo>
                    <a:pt x="1380523" y="0"/>
                  </a:lnTo>
                  <a:lnTo>
                    <a:pt x="1355870" y="434"/>
                  </a:lnTo>
                  <a:lnTo>
                    <a:pt x="1331218" y="1328"/>
                  </a:lnTo>
                  <a:lnTo>
                    <a:pt x="1306566" y="2686"/>
                  </a:lnTo>
                  <a:lnTo>
                    <a:pt x="1281914" y="4511"/>
                  </a:lnTo>
                  <a:lnTo>
                    <a:pt x="1257262" y="6805"/>
                  </a:lnTo>
                  <a:lnTo>
                    <a:pt x="1232609" y="9571"/>
                  </a:lnTo>
                  <a:lnTo>
                    <a:pt x="1207957" y="12811"/>
                  </a:lnTo>
                  <a:lnTo>
                    <a:pt x="1183305" y="16525"/>
                  </a:lnTo>
                  <a:lnTo>
                    <a:pt x="1158653" y="20714"/>
                  </a:lnTo>
                  <a:lnTo>
                    <a:pt x="1134001" y="25375"/>
                  </a:lnTo>
                  <a:lnTo>
                    <a:pt x="1109348" y="30506"/>
                  </a:lnTo>
                  <a:lnTo>
                    <a:pt x="1084696" y="36101"/>
                  </a:lnTo>
                  <a:lnTo>
                    <a:pt x="1060044" y="42152"/>
                  </a:lnTo>
                  <a:lnTo>
                    <a:pt x="1035392" y="48651"/>
                  </a:lnTo>
                  <a:lnTo>
                    <a:pt x="1010740" y="55585"/>
                  </a:lnTo>
                  <a:lnTo>
                    <a:pt x="986087" y="62941"/>
                  </a:lnTo>
                  <a:lnTo>
                    <a:pt x="961435" y="70704"/>
                  </a:lnTo>
                  <a:lnTo>
                    <a:pt x="936783" y="78855"/>
                  </a:lnTo>
                  <a:lnTo>
                    <a:pt x="912131" y="87377"/>
                  </a:lnTo>
                  <a:lnTo>
                    <a:pt x="887479" y="96249"/>
                  </a:lnTo>
                  <a:lnTo>
                    <a:pt x="862826" y="105453"/>
                  </a:lnTo>
                  <a:lnTo>
                    <a:pt x="838174" y="114969"/>
                  </a:lnTo>
                  <a:lnTo>
                    <a:pt x="813522" y="124777"/>
                  </a:lnTo>
                  <a:lnTo>
                    <a:pt x="788870" y="134858"/>
                  </a:lnTo>
                  <a:lnTo>
                    <a:pt x="764218" y="145196"/>
                  </a:lnTo>
                  <a:lnTo>
                    <a:pt x="739565" y="155773"/>
                  </a:lnTo>
                  <a:lnTo>
                    <a:pt x="714913" y="166575"/>
                  </a:lnTo>
                  <a:lnTo>
                    <a:pt x="690261" y="177588"/>
                  </a:lnTo>
                  <a:lnTo>
                    <a:pt x="665609" y="188800"/>
                  </a:lnTo>
                  <a:lnTo>
                    <a:pt x="640957" y="200200"/>
                  </a:lnTo>
                  <a:lnTo>
                    <a:pt x="616304" y="211780"/>
                  </a:lnTo>
                  <a:lnTo>
                    <a:pt x="591652" y="223532"/>
                  </a:lnTo>
                  <a:lnTo>
                    <a:pt x="567000" y="235450"/>
                  </a:lnTo>
                  <a:lnTo>
                    <a:pt x="542348" y="247529"/>
                  </a:lnTo>
                  <a:lnTo>
                    <a:pt x="517696" y="259767"/>
                  </a:lnTo>
                  <a:lnTo>
                    <a:pt x="493043" y="272163"/>
                  </a:lnTo>
                  <a:lnTo>
                    <a:pt x="468391" y="284719"/>
                  </a:lnTo>
                  <a:lnTo>
                    <a:pt x="443739" y="297436"/>
                  </a:lnTo>
                  <a:lnTo>
                    <a:pt x="419087" y="310320"/>
                  </a:lnTo>
                  <a:lnTo>
                    <a:pt x="394435" y="323380"/>
                  </a:lnTo>
                  <a:lnTo>
                    <a:pt x="369782" y="336626"/>
                  </a:lnTo>
                  <a:lnTo>
                    <a:pt x="345130" y="350072"/>
                  </a:lnTo>
                  <a:lnTo>
                    <a:pt x="320478" y="363739"/>
                  </a:lnTo>
                  <a:lnTo>
                    <a:pt x="295826" y="377648"/>
                  </a:lnTo>
                  <a:lnTo>
                    <a:pt x="271174" y="391831"/>
                  </a:lnTo>
                  <a:lnTo>
                    <a:pt x="246521" y="406320"/>
                  </a:lnTo>
                  <a:lnTo>
                    <a:pt x="221869" y="421159"/>
                  </a:lnTo>
                  <a:lnTo>
                    <a:pt x="197217" y="436393"/>
                  </a:lnTo>
                  <a:lnTo>
                    <a:pt x="172565" y="452073"/>
                  </a:lnTo>
                  <a:lnTo>
                    <a:pt x="147913" y="468253"/>
                  </a:lnTo>
                  <a:lnTo>
                    <a:pt x="123260" y="484981"/>
                  </a:lnTo>
                  <a:lnTo>
                    <a:pt x="98608" y="502300"/>
                  </a:lnTo>
                  <a:lnTo>
                    <a:pt x="73956" y="520244"/>
                  </a:lnTo>
                  <a:lnTo>
                    <a:pt x="49304" y="538829"/>
                  </a:lnTo>
                  <a:lnTo>
                    <a:pt x="24652" y="558060"/>
                  </a:lnTo>
                  <a:lnTo>
                    <a:pt x="0" y="5779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67" name="pl7867"/>
            <p:cNvSpPr/>
            <p:nvPr/>
          </p:nvSpPr>
          <p:spPr>
            <a:xfrm>
              <a:off x="9870517" y="5275529"/>
              <a:ext cx="1947523" cy="712515"/>
            </a:xfrm>
            <a:custGeom>
              <a:avLst/>
              <a:pathLst>
                <a:path w="1947523" h="712515">
                  <a:moveTo>
                    <a:pt x="0" y="712515"/>
                  </a:moveTo>
                  <a:lnTo>
                    <a:pt x="24652" y="694893"/>
                  </a:lnTo>
                  <a:lnTo>
                    <a:pt x="49304" y="677491"/>
                  </a:lnTo>
                  <a:lnTo>
                    <a:pt x="73956" y="660309"/>
                  </a:lnTo>
                  <a:lnTo>
                    <a:pt x="98608" y="643349"/>
                  </a:lnTo>
                  <a:lnTo>
                    <a:pt x="123260" y="626609"/>
                  </a:lnTo>
                  <a:lnTo>
                    <a:pt x="147913" y="610089"/>
                  </a:lnTo>
                  <a:lnTo>
                    <a:pt x="172565" y="593790"/>
                  </a:lnTo>
                  <a:lnTo>
                    <a:pt x="197217" y="577712"/>
                  </a:lnTo>
                  <a:lnTo>
                    <a:pt x="221869" y="561854"/>
                  </a:lnTo>
                  <a:lnTo>
                    <a:pt x="246521" y="546217"/>
                  </a:lnTo>
                  <a:lnTo>
                    <a:pt x="271174" y="530800"/>
                  </a:lnTo>
                  <a:lnTo>
                    <a:pt x="295826" y="515605"/>
                  </a:lnTo>
                  <a:lnTo>
                    <a:pt x="320478" y="500629"/>
                  </a:lnTo>
                  <a:lnTo>
                    <a:pt x="345130" y="485874"/>
                  </a:lnTo>
                  <a:lnTo>
                    <a:pt x="369782" y="471340"/>
                  </a:lnTo>
                  <a:lnTo>
                    <a:pt x="394435" y="457027"/>
                  </a:lnTo>
                  <a:lnTo>
                    <a:pt x="419087" y="442934"/>
                  </a:lnTo>
                  <a:lnTo>
                    <a:pt x="443739" y="429062"/>
                  </a:lnTo>
                  <a:lnTo>
                    <a:pt x="468391" y="415410"/>
                  </a:lnTo>
                  <a:lnTo>
                    <a:pt x="493043" y="401979"/>
                  </a:lnTo>
                  <a:lnTo>
                    <a:pt x="517696" y="388768"/>
                  </a:lnTo>
                  <a:lnTo>
                    <a:pt x="542348" y="375778"/>
                  </a:lnTo>
                  <a:lnTo>
                    <a:pt x="567000" y="363009"/>
                  </a:lnTo>
                  <a:lnTo>
                    <a:pt x="591652" y="350460"/>
                  </a:lnTo>
                  <a:lnTo>
                    <a:pt x="616304" y="338132"/>
                  </a:lnTo>
                  <a:lnTo>
                    <a:pt x="640957" y="326024"/>
                  </a:lnTo>
                  <a:lnTo>
                    <a:pt x="665609" y="314137"/>
                  </a:lnTo>
                  <a:lnTo>
                    <a:pt x="690261" y="302471"/>
                  </a:lnTo>
                  <a:lnTo>
                    <a:pt x="714913" y="291025"/>
                  </a:lnTo>
                  <a:lnTo>
                    <a:pt x="739565" y="279800"/>
                  </a:lnTo>
                  <a:lnTo>
                    <a:pt x="764218" y="268796"/>
                  </a:lnTo>
                  <a:lnTo>
                    <a:pt x="788870" y="258012"/>
                  </a:lnTo>
                  <a:lnTo>
                    <a:pt x="813522" y="247448"/>
                  </a:lnTo>
                  <a:lnTo>
                    <a:pt x="838174" y="237105"/>
                  </a:lnTo>
                  <a:lnTo>
                    <a:pt x="862826" y="226983"/>
                  </a:lnTo>
                  <a:lnTo>
                    <a:pt x="887479" y="217082"/>
                  </a:lnTo>
                  <a:lnTo>
                    <a:pt x="912131" y="207401"/>
                  </a:lnTo>
                  <a:lnTo>
                    <a:pt x="936783" y="197940"/>
                  </a:lnTo>
                  <a:lnTo>
                    <a:pt x="961435" y="188701"/>
                  </a:lnTo>
                  <a:lnTo>
                    <a:pt x="986087" y="179681"/>
                  </a:lnTo>
                  <a:lnTo>
                    <a:pt x="1010740" y="170883"/>
                  </a:lnTo>
                  <a:lnTo>
                    <a:pt x="1035392" y="162305"/>
                  </a:lnTo>
                  <a:lnTo>
                    <a:pt x="1060044" y="153947"/>
                  </a:lnTo>
                  <a:lnTo>
                    <a:pt x="1084696" y="145811"/>
                  </a:lnTo>
                  <a:lnTo>
                    <a:pt x="1109348" y="137894"/>
                  </a:lnTo>
                  <a:lnTo>
                    <a:pt x="1134001" y="130199"/>
                  </a:lnTo>
                  <a:lnTo>
                    <a:pt x="1158653" y="122724"/>
                  </a:lnTo>
                  <a:lnTo>
                    <a:pt x="1183305" y="115469"/>
                  </a:lnTo>
                  <a:lnTo>
                    <a:pt x="1207957" y="108436"/>
                  </a:lnTo>
                  <a:lnTo>
                    <a:pt x="1232609" y="101622"/>
                  </a:lnTo>
                  <a:lnTo>
                    <a:pt x="1257262" y="95030"/>
                  </a:lnTo>
                  <a:lnTo>
                    <a:pt x="1281914" y="88658"/>
                  </a:lnTo>
                  <a:lnTo>
                    <a:pt x="1306566" y="82506"/>
                  </a:lnTo>
                  <a:lnTo>
                    <a:pt x="1331218" y="76576"/>
                  </a:lnTo>
                  <a:lnTo>
                    <a:pt x="1355870" y="70865"/>
                  </a:lnTo>
                  <a:lnTo>
                    <a:pt x="1380523" y="65376"/>
                  </a:lnTo>
                  <a:lnTo>
                    <a:pt x="1405175" y="60107"/>
                  </a:lnTo>
                  <a:lnTo>
                    <a:pt x="1429827" y="55058"/>
                  </a:lnTo>
                  <a:lnTo>
                    <a:pt x="1454479" y="50230"/>
                  </a:lnTo>
                  <a:lnTo>
                    <a:pt x="1479131" y="45623"/>
                  </a:lnTo>
                  <a:lnTo>
                    <a:pt x="1503784" y="41237"/>
                  </a:lnTo>
                  <a:lnTo>
                    <a:pt x="1528436" y="37071"/>
                  </a:lnTo>
                  <a:lnTo>
                    <a:pt x="1553088" y="33125"/>
                  </a:lnTo>
                  <a:lnTo>
                    <a:pt x="1577740" y="29400"/>
                  </a:lnTo>
                  <a:lnTo>
                    <a:pt x="1602392" y="25896"/>
                  </a:lnTo>
                  <a:lnTo>
                    <a:pt x="1627045" y="22612"/>
                  </a:lnTo>
                  <a:lnTo>
                    <a:pt x="1651697" y="19549"/>
                  </a:lnTo>
                  <a:lnTo>
                    <a:pt x="1676349" y="16707"/>
                  </a:lnTo>
                  <a:lnTo>
                    <a:pt x="1701001" y="14085"/>
                  </a:lnTo>
                  <a:lnTo>
                    <a:pt x="1725653" y="11684"/>
                  </a:lnTo>
                  <a:lnTo>
                    <a:pt x="1750306" y="9503"/>
                  </a:lnTo>
                  <a:lnTo>
                    <a:pt x="1774958" y="7543"/>
                  </a:lnTo>
                  <a:lnTo>
                    <a:pt x="1799610" y="5804"/>
                  </a:lnTo>
                  <a:lnTo>
                    <a:pt x="1824262" y="4285"/>
                  </a:lnTo>
                  <a:lnTo>
                    <a:pt x="1848914" y="2987"/>
                  </a:lnTo>
                  <a:lnTo>
                    <a:pt x="1873566" y="1909"/>
                  </a:lnTo>
                  <a:lnTo>
                    <a:pt x="1898219" y="1052"/>
                  </a:lnTo>
                  <a:lnTo>
                    <a:pt x="1922871" y="415"/>
                  </a:lnTo>
                  <a:lnTo>
                    <a:pt x="194752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8" name="pg7868"/>
            <p:cNvSpPr/>
            <p:nvPr/>
          </p:nvSpPr>
          <p:spPr>
            <a:xfrm>
              <a:off x="9870517" y="5214165"/>
              <a:ext cx="1460642" cy="423896"/>
            </a:xfrm>
            <a:custGeom>
              <a:avLst/>
              <a:pathLst>
                <a:path w="1460642" h="423896">
                  <a:moveTo>
                    <a:pt x="0" y="378444"/>
                  </a:moveTo>
                  <a:lnTo>
                    <a:pt x="18489" y="371639"/>
                  </a:lnTo>
                  <a:lnTo>
                    <a:pt x="36978" y="364734"/>
                  </a:lnTo>
                  <a:lnTo>
                    <a:pt x="55467" y="357732"/>
                  </a:lnTo>
                  <a:lnTo>
                    <a:pt x="73956" y="350639"/>
                  </a:lnTo>
                  <a:lnTo>
                    <a:pt x="92445" y="343470"/>
                  </a:lnTo>
                  <a:lnTo>
                    <a:pt x="110934" y="336244"/>
                  </a:lnTo>
                  <a:lnTo>
                    <a:pt x="129424" y="328982"/>
                  </a:lnTo>
                  <a:lnTo>
                    <a:pt x="147913" y="321712"/>
                  </a:lnTo>
                  <a:lnTo>
                    <a:pt x="166402" y="314458"/>
                  </a:lnTo>
                  <a:lnTo>
                    <a:pt x="184891" y="307245"/>
                  </a:lnTo>
                  <a:lnTo>
                    <a:pt x="203380" y="300095"/>
                  </a:lnTo>
                  <a:lnTo>
                    <a:pt x="221869" y="293028"/>
                  </a:lnTo>
                  <a:lnTo>
                    <a:pt x="240358" y="286060"/>
                  </a:lnTo>
                  <a:lnTo>
                    <a:pt x="258848" y="279207"/>
                  </a:lnTo>
                  <a:lnTo>
                    <a:pt x="277337" y="272478"/>
                  </a:lnTo>
                  <a:lnTo>
                    <a:pt x="295826" y="265884"/>
                  </a:lnTo>
                  <a:lnTo>
                    <a:pt x="314315" y="259432"/>
                  </a:lnTo>
                  <a:lnTo>
                    <a:pt x="332804" y="253126"/>
                  </a:lnTo>
                  <a:lnTo>
                    <a:pt x="351293" y="246972"/>
                  </a:lnTo>
                  <a:lnTo>
                    <a:pt x="369782" y="240972"/>
                  </a:lnTo>
                  <a:lnTo>
                    <a:pt x="388272" y="235128"/>
                  </a:lnTo>
                  <a:lnTo>
                    <a:pt x="406761" y="229439"/>
                  </a:lnTo>
                  <a:lnTo>
                    <a:pt x="425250" y="223907"/>
                  </a:lnTo>
                  <a:lnTo>
                    <a:pt x="443739" y="218528"/>
                  </a:lnTo>
                  <a:lnTo>
                    <a:pt x="462228" y="213302"/>
                  </a:lnTo>
                  <a:lnTo>
                    <a:pt x="480717" y="208224"/>
                  </a:lnTo>
                  <a:lnTo>
                    <a:pt x="499206" y="203292"/>
                  </a:lnTo>
                  <a:lnTo>
                    <a:pt x="517696" y="198500"/>
                  </a:lnTo>
                  <a:lnTo>
                    <a:pt x="536185" y="193843"/>
                  </a:lnTo>
                  <a:lnTo>
                    <a:pt x="554674" y="189315"/>
                  </a:lnTo>
                  <a:lnTo>
                    <a:pt x="573163" y="184907"/>
                  </a:lnTo>
                  <a:lnTo>
                    <a:pt x="591652" y="180613"/>
                  </a:lnTo>
                  <a:lnTo>
                    <a:pt x="610141" y="176423"/>
                  </a:lnTo>
                  <a:lnTo>
                    <a:pt x="628631" y="172327"/>
                  </a:lnTo>
                  <a:lnTo>
                    <a:pt x="647120" y="168316"/>
                  </a:lnTo>
                  <a:lnTo>
                    <a:pt x="665609" y="164379"/>
                  </a:lnTo>
                  <a:lnTo>
                    <a:pt x="684098" y="160505"/>
                  </a:lnTo>
                  <a:lnTo>
                    <a:pt x="702587" y="156683"/>
                  </a:lnTo>
                  <a:lnTo>
                    <a:pt x="721076" y="152902"/>
                  </a:lnTo>
                  <a:lnTo>
                    <a:pt x="739565" y="149151"/>
                  </a:lnTo>
                  <a:lnTo>
                    <a:pt x="758055" y="145421"/>
                  </a:lnTo>
                  <a:lnTo>
                    <a:pt x="776544" y="141702"/>
                  </a:lnTo>
                  <a:lnTo>
                    <a:pt x="795033" y="137988"/>
                  </a:lnTo>
                  <a:lnTo>
                    <a:pt x="813522" y="134270"/>
                  </a:lnTo>
                  <a:lnTo>
                    <a:pt x="832011" y="130544"/>
                  </a:lnTo>
                  <a:lnTo>
                    <a:pt x="850500" y="126804"/>
                  </a:lnTo>
                  <a:lnTo>
                    <a:pt x="868989" y="123049"/>
                  </a:lnTo>
                  <a:lnTo>
                    <a:pt x="887479" y="119277"/>
                  </a:lnTo>
                  <a:lnTo>
                    <a:pt x="905968" y="115485"/>
                  </a:lnTo>
                  <a:lnTo>
                    <a:pt x="924457" y="111675"/>
                  </a:lnTo>
                  <a:lnTo>
                    <a:pt x="942946" y="107847"/>
                  </a:lnTo>
                  <a:lnTo>
                    <a:pt x="961435" y="104002"/>
                  </a:lnTo>
                  <a:lnTo>
                    <a:pt x="979924" y="100141"/>
                  </a:lnTo>
                  <a:lnTo>
                    <a:pt x="998413" y="96266"/>
                  </a:lnTo>
                  <a:lnTo>
                    <a:pt x="1016903" y="92380"/>
                  </a:lnTo>
                  <a:lnTo>
                    <a:pt x="1035392" y="88484"/>
                  </a:lnTo>
                  <a:lnTo>
                    <a:pt x="1053881" y="84580"/>
                  </a:lnTo>
                  <a:lnTo>
                    <a:pt x="1072370" y="80671"/>
                  </a:lnTo>
                  <a:lnTo>
                    <a:pt x="1090859" y="76758"/>
                  </a:lnTo>
                  <a:lnTo>
                    <a:pt x="1109348" y="72844"/>
                  </a:lnTo>
                  <a:lnTo>
                    <a:pt x="1127838" y="68930"/>
                  </a:lnTo>
                  <a:lnTo>
                    <a:pt x="1146327" y="65017"/>
                  </a:lnTo>
                  <a:lnTo>
                    <a:pt x="1164816" y="61108"/>
                  </a:lnTo>
                  <a:lnTo>
                    <a:pt x="1183305" y="57205"/>
                  </a:lnTo>
                  <a:lnTo>
                    <a:pt x="1201794" y="53307"/>
                  </a:lnTo>
                  <a:lnTo>
                    <a:pt x="1220283" y="49418"/>
                  </a:lnTo>
                  <a:lnTo>
                    <a:pt x="1238772" y="45537"/>
                  </a:lnTo>
                  <a:lnTo>
                    <a:pt x="1257262" y="41667"/>
                  </a:lnTo>
                  <a:lnTo>
                    <a:pt x="1275751" y="37808"/>
                  </a:lnTo>
                  <a:lnTo>
                    <a:pt x="1294240" y="33960"/>
                  </a:lnTo>
                  <a:lnTo>
                    <a:pt x="1312729" y="30126"/>
                  </a:lnTo>
                  <a:lnTo>
                    <a:pt x="1331218" y="26305"/>
                  </a:lnTo>
                  <a:lnTo>
                    <a:pt x="1349707" y="22499"/>
                  </a:lnTo>
                  <a:lnTo>
                    <a:pt x="1368196" y="18708"/>
                  </a:lnTo>
                  <a:lnTo>
                    <a:pt x="1386686" y="14933"/>
                  </a:lnTo>
                  <a:lnTo>
                    <a:pt x="1405175" y="11174"/>
                  </a:lnTo>
                  <a:lnTo>
                    <a:pt x="1423664" y="7431"/>
                  </a:lnTo>
                  <a:lnTo>
                    <a:pt x="1442153" y="3707"/>
                  </a:lnTo>
                  <a:lnTo>
                    <a:pt x="1460642" y="0"/>
                  </a:lnTo>
                  <a:lnTo>
                    <a:pt x="1460642" y="306966"/>
                  </a:lnTo>
                  <a:lnTo>
                    <a:pt x="1442153" y="300023"/>
                  </a:lnTo>
                  <a:lnTo>
                    <a:pt x="1423664" y="293307"/>
                  </a:lnTo>
                  <a:lnTo>
                    <a:pt x="1405175" y="286817"/>
                  </a:lnTo>
                  <a:lnTo>
                    <a:pt x="1386686" y="280554"/>
                  </a:lnTo>
                  <a:lnTo>
                    <a:pt x="1368196" y="274518"/>
                  </a:lnTo>
                  <a:lnTo>
                    <a:pt x="1349707" y="268711"/>
                  </a:lnTo>
                  <a:lnTo>
                    <a:pt x="1331218" y="263132"/>
                  </a:lnTo>
                  <a:lnTo>
                    <a:pt x="1312729" y="257782"/>
                  </a:lnTo>
                  <a:lnTo>
                    <a:pt x="1294240" y="252662"/>
                  </a:lnTo>
                  <a:lnTo>
                    <a:pt x="1275751" y="247773"/>
                  </a:lnTo>
                  <a:lnTo>
                    <a:pt x="1257262" y="243116"/>
                  </a:lnTo>
                  <a:lnTo>
                    <a:pt x="1238772" y="238691"/>
                  </a:lnTo>
                  <a:lnTo>
                    <a:pt x="1220283" y="234500"/>
                  </a:lnTo>
                  <a:lnTo>
                    <a:pt x="1201794" y="230544"/>
                  </a:lnTo>
                  <a:lnTo>
                    <a:pt x="1183305" y="226824"/>
                  </a:lnTo>
                  <a:lnTo>
                    <a:pt x="1164816" y="223341"/>
                  </a:lnTo>
                  <a:lnTo>
                    <a:pt x="1146327" y="220097"/>
                  </a:lnTo>
                  <a:lnTo>
                    <a:pt x="1127838" y="217093"/>
                  </a:lnTo>
                  <a:lnTo>
                    <a:pt x="1109348" y="214331"/>
                  </a:lnTo>
                  <a:lnTo>
                    <a:pt x="1090859" y="211812"/>
                  </a:lnTo>
                  <a:lnTo>
                    <a:pt x="1072370" y="209539"/>
                  </a:lnTo>
                  <a:lnTo>
                    <a:pt x="1053881" y="207513"/>
                  </a:lnTo>
                  <a:lnTo>
                    <a:pt x="1035392" y="205736"/>
                  </a:lnTo>
                  <a:lnTo>
                    <a:pt x="1016903" y="204211"/>
                  </a:lnTo>
                  <a:lnTo>
                    <a:pt x="998413" y="202939"/>
                  </a:lnTo>
                  <a:lnTo>
                    <a:pt x="979924" y="201923"/>
                  </a:lnTo>
                  <a:lnTo>
                    <a:pt x="961435" y="201164"/>
                  </a:lnTo>
                  <a:lnTo>
                    <a:pt x="942946" y="200664"/>
                  </a:lnTo>
                  <a:lnTo>
                    <a:pt x="924457" y="200425"/>
                  </a:lnTo>
                  <a:lnTo>
                    <a:pt x="905968" y="200448"/>
                  </a:lnTo>
                  <a:lnTo>
                    <a:pt x="887479" y="200734"/>
                  </a:lnTo>
                  <a:lnTo>
                    <a:pt x="868989" y="201282"/>
                  </a:lnTo>
                  <a:lnTo>
                    <a:pt x="850500" y="202091"/>
                  </a:lnTo>
                  <a:lnTo>
                    <a:pt x="832011" y="203160"/>
                  </a:lnTo>
                  <a:lnTo>
                    <a:pt x="813522" y="204486"/>
                  </a:lnTo>
                  <a:lnTo>
                    <a:pt x="795033" y="206064"/>
                  </a:lnTo>
                  <a:lnTo>
                    <a:pt x="776544" y="207888"/>
                  </a:lnTo>
                  <a:lnTo>
                    <a:pt x="758055" y="209953"/>
                  </a:lnTo>
                  <a:lnTo>
                    <a:pt x="739565" y="212250"/>
                  </a:lnTo>
                  <a:lnTo>
                    <a:pt x="721076" y="214770"/>
                  </a:lnTo>
                  <a:lnTo>
                    <a:pt x="702587" y="217503"/>
                  </a:lnTo>
                  <a:lnTo>
                    <a:pt x="684098" y="220439"/>
                  </a:lnTo>
                  <a:lnTo>
                    <a:pt x="665609" y="223566"/>
                  </a:lnTo>
                  <a:lnTo>
                    <a:pt x="647120" y="226875"/>
                  </a:lnTo>
                  <a:lnTo>
                    <a:pt x="628631" y="230353"/>
                  </a:lnTo>
                  <a:lnTo>
                    <a:pt x="610141" y="233991"/>
                  </a:lnTo>
                  <a:lnTo>
                    <a:pt x="591652" y="237777"/>
                  </a:lnTo>
                  <a:lnTo>
                    <a:pt x="573163" y="241703"/>
                  </a:lnTo>
                  <a:lnTo>
                    <a:pt x="554674" y="245760"/>
                  </a:lnTo>
                  <a:lnTo>
                    <a:pt x="536185" y="249939"/>
                  </a:lnTo>
                  <a:lnTo>
                    <a:pt x="517696" y="254234"/>
                  </a:lnTo>
                  <a:lnTo>
                    <a:pt x="499206" y="258638"/>
                  </a:lnTo>
                  <a:lnTo>
                    <a:pt x="480717" y="263145"/>
                  </a:lnTo>
                  <a:lnTo>
                    <a:pt x="462228" y="267750"/>
                  </a:lnTo>
                  <a:lnTo>
                    <a:pt x="443739" y="272451"/>
                  </a:lnTo>
                  <a:lnTo>
                    <a:pt x="425250" y="277242"/>
                  </a:lnTo>
                  <a:lnTo>
                    <a:pt x="406761" y="282124"/>
                  </a:lnTo>
                  <a:lnTo>
                    <a:pt x="388272" y="287093"/>
                  </a:lnTo>
                  <a:lnTo>
                    <a:pt x="369782" y="292150"/>
                  </a:lnTo>
                  <a:lnTo>
                    <a:pt x="351293" y="297296"/>
                  </a:lnTo>
                  <a:lnTo>
                    <a:pt x="332804" y="302531"/>
                  </a:lnTo>
                  <a:lnTo>
                    <a:pt x="314315" y="307858"/>
                  </a:lnTo>
                  <a:lnTo>
                    <a:pt x="295826" y="313283"/>
                  </a:lnTo>
                  <a:lnTo>
                    <a:pt x="277337" y="318809"/>
                  </a:lnTo>
                  <a:lnTo>
                    <a:pt x="258848" y="324444"/>
                  </a:lnTo>
                  <a:lnTo>
                    <a:pt x="240358" y="330198"/>
                  </a:lnTo>
                  <a:lnTo>
                    <a:pt x="221869" y="336083"/>
                  </a:lnTo>
                  <a:lnTo>
                    <a:pt x="203380" y="342111"/>
                  </a:lnTo>
                  <a:lnTo>
                    <a:pt x="184891" y="348300"/>
                  </a:lnTo>
                  <a:lnTo>
                    <a:pt x="166402" y="354670"/>
                  </a:lnTo>
                  <a:lnTo>
                    <a:pt x="147913" y="361242"/>
                  </a:lnTo>
                  <a:lnTo>
                    <a:pt x="129424" y="368042"/>
                  </a:lnTo>
                  <a:lnTo>
                    <a:pt x="110934" y="375095"/>
                  </a:lnTo>
                  <a:lnTo>
                    <a:pt x="92445" y="382426"/>
                  </a:lnTo>
                  <a:lnTo>
                    <a:pt x="73956" y="390058"/>
                  </a:lnTo>
                  <a:lnTo>
                    <a:pt x="55467" y="398011"/>
                  </a:lnTo>
                  <a:lnTo>
                    <a:pt x="36978" y="406298"/>
                  </a:lnTo>
                  <a:lnTo>
                    <a:pt x="18489" y="414926"/>
                  </a:lnTo>
                  <a:lnTo>
                    <a:pt x="0" y="42389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69" name="pl7869"/>
            <p:cNvSpPr/>
            <p:nvPr/>
          </p:nvSpPr>
          <p:spPr>
            <a:xfrm>
              <a:off x="9870517" y="5214165"/>
              <a:ext cx="1460642" cy="378444"/>
            </a:xfrm>
            <a:custGeom>
              <a:avLst/>
              <a:pathLst>
                <a:path w="1460642" h="378444">
                  <a:moveTo>
                    <a:pt x="0" y="378444"/>
                  </a:moveTo>
                  <a:lnTo>
                    <a:pt x="18489" y="371639"/>
                  </a:lnTo>
                  <a:lnTo>
                    <a:pt x="36978" y="364734"/>
                  </a:lnTo>
                  <a:lnTo>
                    <a:pt x="55467" y="357732"/>
                  </a:lnTo>
                  <a:lnTo>
                    <a:pt x="73956" y="350639"/>
                  </a:lnTo>
                  <a:lnTo>
                    <a:pt x="92445" y="343470"/>
                  </a:lnTo>
                  <a:lnTo>
                    <a:pt x="110934" y="336244"/>
                  </a:lnTo>
                  <a:lnTo>
                    <a:pt x="129424" y="328982"/>
                  </a:lnTo>
                  <a:lnTo>
                    <a:pt x="147913" y="321712"/>
                  </a:lnTo>
                  <a:lnTo>
                    <a:pt x="166402" y="314458"/>
                  </a:lnTo>
                  <a:lnTo>
                    <a:pt x="184891" y="307245"/>
                  </a:lnTo>
                  <a:lnTo>
                    <a:pt x="203380" y="300095"/>
                  </a:lnTo>
                  <a:lnTo>
                    <a:pt x="221869" y="293028"/>
                  </a:lnTo>
                  <a:lnTo>
                    <a:pt x="240358" y="286060"/>
                  </a:lnTo>
                  <a:lnTo>
                    <a:pt x="258848" y="279207"/>
                  </a:lnTo>
                  <a:lnTo>
                    <a:pt x="277337" y="272478"/>
                  </a:lnTo>
                  <a:lnTo>
                    <a:pt x="295826" y="265884"/>
                  </a:lnTo>
                  <a:lnTo>
                    <a:pt x="314315" y="259432"/>
                  </a:lnTo>
                  <a:lnTo>
                    <a:pt x="332804" y="253126"/>
                  </a:lnTo>
                  <a:lnTo>
                    <a:pt x="351293" y="246972"/>
                  </a:lnTo>
                  <a:lnTo>
                    <a:pt x="369782" y="240972"/>
                  </a:lnTo>
                  <a:lnTo>
                    <a:pt x="388272" y="235128"/>
                  </a:lnTo>
                  <a:lnTo>
                    <a:pt x="406761" y="229439"/>
                  </a:lnTo>
                  <a:lnTo>
                    <a:pt x="425250" y="223907"/>
                  </a:lnTo>
                  <a:lnTo>
                    <a:pt x="443739" y="218528"/>
                  </a:lnTo>
                  <a:lnTo>
                    <a:pt x="462228" y="213302"/>
                  </a:lnTo>
                  <a:lnTo>
                    <a:pt x="480717" y="208224"/>
                  </a:lnTo>
                  <a:lnTo>
                    <a:pt x="499206" y="203292"/>
                  </a:lnTo>
                  <a:lnTo>
                    <a:pt x="517696" y="198500"/>
                  </a:lnTo>
                  <a:lnTo>
                    <a:pt x="536185" y="193843"/>
                  </a:lnTo>
                  <a:lnTo>
                    <a:pt x="554674" y="189315"/>
                  </a:lnTo>
                  <a:lnTo>
                    <a:pt x="573163" y="184907"/>
                  </a:lnTo>
                  <a:lnTo>
                    <a:pt x="591652" y="180613"/>
                  </a:lnTo>
                  <a:lnTo>
                    <a:pt x="610141" y="176423"/>
                  </a:lnTo>
                  <a:lnTo>
                    <a:pt x="628631" y="172327"/>
                  </a:lnTo>
                  <a:lnTo>
                    <a:pt x="647120" y="168316"/>
                  </a:lnTo>
                  <a:lnTo>
                    <a:pt x="665609" y="164379"/>
                  </a:lnTo>
                  <a:lnTo>
                    <a:pt x="684098" y="160505"/>
                  </a:lnTo>
                  <a:lnTo>
                    <a:pt x="702587" y="156683"/>
                  </a:lnTo>
                  <a:lnTo>
                    <a:pt x="721076" y="152902"/>
                  </a:lnTo>
                  <a:lnTo>
                    <a:pt x="739565" y="149151"/>
                  </a:lnTo>
                  <a:lnTo>
                    <a:pt x="758055" y="145421"/>
                  </a:lnTo>
                  <a:lnTo>
                    <a:pt x="776544" y="141702"/>
                  </a:lnTo>
                  <a:lnTo>
                    <a:pt x="795033" y="137988"/>
                  </a:lnTo>
                  <a:lnTo>
                    <a:pt x="813522" y="134270"/>
                  </a:lnTo>
                  <a:lnTo>
                    <a:pt x="832011" y="130544"/>
                  </a:lnTo>
                  <a:lnTo>
                    <a:pt x="850500" y="126804"/>
                  </a:lnTo>
                  <a:lnTo>
                    <a:pt x="868989" y="123049"/>
                  </a:lnTo>
                  <a:lnTo>
                    <a:pt x="887479" y="119277"/>
                  </a:lnTo>
                  <a:lnTo>
                    <a:pt x="905968" y="115485"/>
                  </a:lnTo>
                  <a:lnTo>
                    <a:pt x="924457" y="111675"/>
                  </a:lnTo>
                  <a:lnTo>
                    <a:pt x="942946" y="107847"/>
                  </a:lnTo>
                  <a:lnTo>
                    <a:pt x="961435" y="104002"/>
                  </a:lnTo>
                  <a:lnTo>
                    <a:pt x="979924" y="100141"/>
                  </a:lnTo>
                  <a:lnTo>
                    <a:pt x="998413" y="96266"/>
                  </a:lnTo>
                  <a:lnTo>
                    <a:pt x="1016903" y="92380"/>
                  </a:lnTo>
                  <a:lnTo>
                    <a:pt x="1035392" y="88484"/>
                  </a:lnTo>
                  <a:lnTo>
                    <a:pt x="1053881" y="84580"/>
                  </a:lnTo>
                  <a:lnTo>
                    <a:pt x="1072370" y="80671"/>
                  </a:lnTo>
                  <a:lnTo>
                    <a:pt x="1090859" y="76758"/>
                  </a:lnTo>
                  <a:lnTo>
                    <a:pt x="1109348" y="72844"/>
                  </a:lnTo>
                  <a:lnTo>
                    <a:pt x="1127838" y="68930"/>
                  </a:lnTo>
                  <a:lnTo>
                    <a:pt x="1146327" y="65017"/>
                  </a:lnTo>
                  <a:lnTo>
                    <a:pt x="1164816" y="61108"/>
                  </a:lnTo>
                  <a:lnTo>
                    <a:pt x="1183305" y="57205"/>
                  </a:lnTo>
                  <a:lnTo>
                    <a:pt x="1201794" y="53307"/>
                  </a:lnTo>
                  <a:lnTo>
                    <a:pt x="1220283" y="49418"/>
                  </a:lnTo>
                  <a:lnTo>
                    <a:pt x="1238772" y="45537"/>
                  </a:lnTo>
                  <a:lnTo>
                    <a:pt x="1257262" y="41667"/>
                  </a:lnTo>
                  <a:lnTo>
                    <a:pt x="1275751" y="37808"/>
                  </a:lnTo>
                  <a:lnTo>
                    <a:pt x="1294240" y="33960"/>
                  </a:lnTo>
                  <a:lnTo>
                    <a:pt x="1312729" y="30126"/>
                  </a:lnTo>
                  <a:lnTo>
                    <a:pt x="1331218" y="26305"/>
                  </a:lnTo>
                  <a:lnTo>
                    <a:pt x="1349707" y="22499"/>
                  </a:lnTo>
                  <a:lnTo>
                    <a:pt x="1368196" y="18708"/>
                  </a:lnTo>
                  <a:lnTo>
                    <a:pt x="1386686" y="14933"/>
                  </a:lnTo>
                  <a:lnTo>
                    <a:pt x="1405175" y="11174"/>
                  </a:lnTo>
                  <a:lnTo>
                    <a:pt x="1423664" y="7431"/>
                  </a:lnTo>
                  <a:lnTo>
                    <a:pt x="1442153" y="3707"/>
                  </a:lnTo>
                  <a:lnTo>
                    <a:pt x="146064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70" name="pl7870"/>
            <p:cNvSpPr/>
            <p:nvPr/>
          </p:nvSpPr>
          <p:spPr>
            <a:xfrm>
              <a:off x="9870517" y="5414591"/>
              <a:ext cx="1460642" cy="223471"/>
            </a:xfrm>
            <a:custGeom>
              <a:avLst/>
              <a:pathLst>
                <a:path w="1460642" h="223471">
                  <a:moveTo>
                    <a:pt x="1460642" y="106540"/>
                  </a:moveTo>
                  <a:lnTo>
                    <a:pt x="1442153" y="99598"/>
                  </a:lnTo>
                  <a:lnTo>
                    <a:pt x="1423664" y="92881"/>
                  </a:lnTo>
                  <a:lnTo>
                    <a:pt x="1405175" y="86391"/>
                  </a:lnTo>
                  <a:lnTo>
                    <a:pt x="1386686" y="80128"/>
                  </a:lnTo>
                  <a:lnTo>
                    <a:pt x="1368196" y="74093"/>
                  </a:lnTo>
                  <a:lnTo>
                    <a:pt x="1349707" y="68285"/>
                  </a:lnTo>
                  <a:lnTo>
                    <a:pt x="1331218" y="62706"/>
                  </a:lnTo>
                  <a:lnTo>
                    <a:pt x="1312729" y="57356"/>
                  </a:lnTo>
                  <a:lnTo>
                    <a:pt x="1294240" y="52236"/>
                  </a:lnTo>
                  <a:lnTo>
                    <a:pt x="1275751" y="47347"/>
                  </a:lnTo>
                  <a:lnTo>
                    <a:pt x="1257262" y="42690"/>
                  </a:lnTo>
                  <a:lnTo>
                    <a:pt x="1238772" y="38266"/>
                  </a:lnTo>
                  <a:lnTo>
                    <a:pt x="1220283" y="34075"/>
                  </a:lnTo>
                  <a:lnTo>
                    <a:pt x="1201794" y="30118"/>
                  </a:lnTo>
                  <a:lnTo>
                    <a:pt x="1183305" y="26398"/>
                  </a:lnTo>
                  <a:lnTo>
                    <a:pt x="1164816" y="22915"/>
                  </a:lnTo>
                  <a:lnTo>
                    <a:pt x="1146327" y="19671"/>
                  </a:lnTo>
                  <a:lnTo>
                    <a:pt x="1127838" y="16667"/>
                  </a:lnTo>
                  <a:lnTo>
                    <a:pt x="1109348" y="13905"/>
                  </a:lnTo>
                  <a:lnTo>
                    <a:pt x="1090859" y="11386"/>
                  </a:lnTo>
                  <a:lnTo>
                    <a:pt x="1072370" y="9113"/>
                  </a:lnTo>
                  <a:lnTo>
                    <a:pt x="1053881" y="7087"/>
                  </a:lnTo>
                  <a:lnTo>
                    <a:pt x="1035392" y="5310"/>
                  </a:lnTo>
                  <a:lnTo>
                    <a:pt x="1016903" y="3785"/>
                  </a:lnTo>
                  <a:lnTo>
                    <a:pt x="998413" y="2513"/>
                  </a:lnTo>
                  <a:lnTo>
                    <a:pt x="979924" y="1497"/>
                  </a:lnTo>
                  <a:lnTo>
                    <a:pt x="961435" y="738"/>
                  </a:lnTo>
                  <a:lnTo>
                    <a:pt x="942946" y="238"/>
                  </a:lnTo>
                  <a:lnTo>
                    <a:pt x="924457" y="0"/>
                  </a:lnTo>
                  <a:lnTo>
                    <a:pt x="905968" y="23"/>
                  </a:lnTo>
                  <a:lnTo>
                    <a:pt x="887479" y="308"/>
                  </a:lnTo>
                  <a:lnTo>
                    <a:pt x="868989" y="856"/>
                  </a:lnTo>
                  <a:lnTo>
                    <a:pt x="850500" y="1666"/>
                  </a:lnTo>
                  <a:lnTo>
                    <a:pt x="832011" y="2735"/>
                  </a:lnTo>
                  <a:lnTo>
                    <a:pt x="813522" y="4060"/>
                  </a:lnTo>
                  <a:lnTo>
                    <a:pt x="795033" y="5638"/>
                  </a:lnTo>
                  <a:lnTo>
                    <a:pt x="776544" y="7463"/>
                  </a:lnTo>
                  <a:lnTo>
                    <a:pt x="758055" y="9527"/>
                  </a:lnTo>
                  <a:lnTo>
                    <a:pt x="739565" y="11824"/>
                  </a:lnTo>
                  <a:lnTo>
                    <a:pt x="721076" y="14344"/>
                  </a:lnTo>
                  <a:lnTo>
                    <a:pt x="702587" y="17077"/>
                  </a:lnTo>
                  <a:lnTo>
                    <a:pt x="684098" y="20013"/>
                  </a:lnTo>
                  <a:lnTo>
                    <a:pt x="665609" y="23141"/>
                  </a:lnTo>
                  <a:lnTo>
                    <a:pt x="647120" y="26449"/>
                  </a:lnTo>
                  <a:lnTo>
                    <a:pt x="628631" y="29927"/>
                  </a:lnTo>
                  <a:lnTo>
                    <a:pt x="610141" y="33565"/>
                  </a:lnTo>
                  <a:lnTo>
                    <a:pt x="591652" y="37351"/>
                  </a:lnTo>
                  <a:lnTo>
                    <a:pt x="573163" y="41278"/>
                  </a:lnTo>
                  <a:lnTo>
                    <a:pt x="554674" y="45334"/>
                  </a:lnTo>
                  <a:lnTo>
                    <a:pt x="536185" y="49514"/>
                  </a:lnTo>
                  <a:lnTo>
                    <a:pt x="517696" y="53808"/>
                  </a:lnTo>
                  <a:lnTo>
                    <a:pt x="499206" y="58212"/>
                  </a:lnTo>
                  <a:lnTo>
                    <a:pt x="480717" y="62719"/>
                  </a:lnTo>
                  <a:lnTo>
                    <a:pt x="462228" y="67324"/>
                  </a:lnTo>
                  <a:lnTo>
                    <a:pt x="443739" y="72025"/>
                  </a:lnTo>
                  <a:lnTo>
                    <a:pt x="425250" y="76817"/>
                  </a:lnTo>
                  <a:lnTo>
                    <a:pt x="406761" y="81698"/>
                  </a:lnTo>
                  <a:lnTo>
                    <a:pt x="388272" y="86667"/>
                  </a:lnTo>
                  <a:lnTo>
                    <a:pt x="369782" y="91725"/>
                  </a:lnTo>
                  <a:lnTo>
                    <a:pt x="351293" y="96870"/>
                  </a:lnTo>
                  <a:lnTo>
                    <a:pt x="332804" y="102105"/>
                  </a:lnTo>
                  <a:lnTo>
                    <a:pt x="314315" y="107433"/>
                  </a:lnTo>
                  <a:lnTo>
                    <a:pt x="295826" y="112857"/>
                  </a:lnTo>
                  <a:lnTo>
                    <a:pt x="277337" y="118383"/>
                  </a:lnTo>
                  <a:lnTo>
                    <a:pt x="258848" y="124019"/>
                  </a:lnTo>
                  <a:lnTo>
                    <a:pt x="240358" y="129773"/>
                  </a:lnTo>
                  <a:lnTo>
                    <a:pt x="221869" y="135657"/>
                  </a:lnTo>
                  <a:lnTo>
                    <a:pt x="203380" y="141685"/>
                  </a:lnTo>
                  <a:lnTo>
                    <a:pt x="184891" y="147874"/>
                  </a:lnTo>
                  <a:lnTo>
                    <a:pt x="166402" y="154244"/>
                  </a:lnTo>
                  <a:lnTo>
                    <a:pt x="147913" y="160816"/>
                  </a:lnTo>
                  <a:lnTo>
                    <a:pt x="129424" y="167616"/>
                  </a:lnTo>
                  <a:lnTo>
                    <a:pt x="110934" y="174669"/>
                  </a:lnTo>
                  <a:lnTo>
                    <a:pt x="92445" y="182000"/>
                  </a:lnTo>
                  <a:lnTo>
                    <a:pt x="73956" y="189632"/>
                  </a:lnTo>
                  <a:lnTo>
                    <a:pt x="55467" y="197585"/>
                  </a:lnTo>
                  <a:lnTo>
                    <a:pt x="36978" y="205872"/>
                  </a:lnTo>
                  <a:lnTo>
                    <a:pt x="18489" y="214500"/>
                  </a:lnTo>
                  <a:lnTo>
                    <a:pt x="0" y="2234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71" name="pl7871"/>
            <p:cNvSpPr/>
            <p:nvPr/>
          </p:nvSpPr>
          <p:spPr>
            <a:xfrm>
              <a:off x="9870517" y="5356092"/>
              <a:ext cx="1460642" cy="259244"/>
            </a:xfrm>
            <a:custGeom>
              <a:avLst/>
              <a:pathLst>
                <a:path w="1460642" h="259244">
                  <a:moveTo>
                    <a:pt x="0" y="259244"/>
                  </a:moveTo>
                  <a:lnTo>
                    <a:pt x="18489" y="251356"/>
                  </a:lnTo>
                  <a:lnTo>
                    <a:pt x="36978" y="243589"/>
                  </a:lnTo>
                  <a:lnTo>
                    <a:pt x="55467" y="235945"/>
                  </a:lnTo>
                  <a:lnTo>
                    <a:pt x="73956" y="228422"/>
                  </a:lnTo>
                  <a:lnTo>
                    <a:pt x="92445" y="221022"/>
                  </a:lnTo>
                  <a:lnTo>
                    <a:pt x="110934" y="213743"/>
                  </a:lnTo>
                  <a:lnTo>
                    <a:pt x="129424" y="206586"/>
                  </a:lnTo>
                  <a:lnTo>
                    <a:pt x="147913" y="199551"/>
                  </a:lnTo>
                  <a:lnTo>
                    <a:pt x="166402" y="192637"/>
                  </a:lnTo>
                  <a:lnTo>
                    <a:pt x="184891" y="185846"/>
                  </a:lnTo>
                  <a:lnTo>
                    <a:pt x="203380" y="179177"/>
                  </a:lnTo>
                  <a:lnTo>
                    <a:pt x="221869" y="172629"/>
                  </a:lnTo>
                  <a:lnTo>
                    <a:pt x="240358" y="166203"/>
                  </a:lnTo>
                  <a:lnTo>
                    <a:pt x="258848" y="159899"/>
                  </a:lnTo>
                  <a:lnTo>
                    <a:pt x="277337" y="153717"/>
                  </a:lnTo>
                  <a:lnTo>
                    <a:pt x="295826" y="147657"/>
                  </a:lnTo>
                  <a:lnTo>
                    <a:pt x="314315" y="141719"/>
                  </a:lnTo>
                  <a:lnTo>
                    <a:pt x="332804" y="135902"/>
                  </a:lnTo>
                  <a:lnTo>
                    <a:pt x="351293" y="130208"/>
                  </a:lnTo>
                  <a:lnTo>
                    <a:pt x="369782" y="124635"/>
                  </a:lnTo>
                  <a:lnTo>
                    <a:pt x="388272" y="119184"/>
                  </a:lnTo>
                  <a:lnTo>
                    <a:pt x="406761" y="113855"/>
                  </a:lnTo>
                  <a:lnTo>
                    <a:pt x="425250" y="108648"/>
                  </a:lnTo>
                  <a:lnTo>
                    <a:pt x="443739" y="103563"/>
                  </a:lnTo>
                  <a:lnTo>
                    <a:pt x="462228" y="98600"/>
                  </a:lnTo>
                  <a:lnTo>
                    <a:pt x="480717" y="93758"/>
                  </a:lnTo>
                  <a:lnTo>
                    <a:pt x="499206" y="89039"/>
                  </a:lnTo>
                  <a:lnTo>
                    <a:pt x="517696" y="84441"/>
                  </a:lnTo>
                  <a:lnTo>
                    <a:pt x="536185" y="79965"/>
                  </a:lnTo>
                  <a:lnTo>
                    <a:pt x="554674" y="75611"/>
                  </a:lnTo>
                  <a:lnTo>
                    <a:pt x="573163" y="71379"/>
                  </a:lnTo>
                  <a:lnTo>
                    <a:pt x="591652" y="67269"/>
                  </a:lnTo>
                  <a:lnTo>
                    <a:pt x="610141" y="63280"/>
                  </a:lnTo>
                  <a:lnTo>
                    <a:pt x="628631" y="59414"/>
                  </a:lnTo>
                  <a:lnTo>
                    <a:pt x="647120" y="55669"/>
                  </a:lnTo>
                  <a:lnTo>
                    <a:pt x="665609" y="52046"/>
                  </a:lnTo>
                  <a:lnTo>
                    <a:pt x="684098" y="48545"/>
                  </a:lnTo>
                  <a:lnTo>
                    <a:pt x="702587" y="45166"/>
                  </a:lnTo>
                  <a:lnTo>
                    <a:pt x="721076" y="41909"/>
                  </a:lnTo>
                  <a:lnTo>
                    <a:pt x="739565" y="38774"/>
                  </a:lnTo>
                  <a:lnTo>
                    <a:pt x="758055" y="35761"/>
                  </a:lnTo>
                  <a:lnTo>
                    <a:pt x="776544" y="32869"/>
                  </a:lnTo>
                  <a:lnTo>
                    <a:pt x="795033" y="30099"/>
                  </a:lnTo>
                  <a:lnTo>
                    <a:pt x="813522" y="27452"/>
                  </a:lnTo>
                  <a:lnTo>
                    <a:pt x="832011" y="24926"/>
                  </a:lnTo>
                  <a:lnTo>
                    <a:pt x="850500" y="22522"/>
                  </a:lnTo>
                  <a:lnTo>
                    <a:pt x="868989" y="20239"/>
                  </a:lnTo>
                  <a:lnTo>
                    <a:pt x="887479" y="18079"/>
                  </a:lnTo>
                  <a:lnTo>
                    <a:pt x="905968" y="16041"/>
                  </a:lnTo>
                  <a:lnTo>
                    <a:pt x="924457" y="14124"/>
                  </a:lnTo>
                  <a:lnTo>
                    <a:pt x="942946" y="12329"/>
                  </a:lnTo>
                  <a:lnTo>
                    <a:pt x="961435" y="10656"/>
                  </a:lnTo>
                  <a:lnTo>
                    <a:pt x="979924" y="9105"/>
                  </a:lnTo>
                  <a:lnTo>
                    <a:pt x="998413" y="7676"/>
                  </a:lnTo>
                  <a:lnTo>
                    <a:pt x="1016903" y="6369"/>
                  </a:lnTo>
                  <a:lnTo>
                    <a:pt x="1035392" y="5184"/>
                  </a:lnTo>
                  <a:lnTo>
                    <a:pt x="1053881" y="4120"/>
                  </a:lnTo>
                  <a:lnTo>
                    <a:pt x="1072370" y="3179"/>
                  </a:lnTo>
                  <a:lnTo>
                    <a:pt x="1090859" y="2359"/>
                  </a:lnTo>
                  <a:lnTo>
                    <a:pt x="1109348" y="1661"/>
                  </a:lnTo>
                  <a:lnTo>
                    <a:pt x="1127838" y="1085"/>
                  </a:lnTo>
                  <a:lnTo>
                    <a:pt x="1146327" y="631"/>
                  </a:lnTo>
                  <a:lnTo>
                    <a:pt x="1164816" y="298"/>
                  </a:lnTo>
                  <a:lnTo>
                    <a:pt x="1183305" y="88"/>
                  </a:lnTo>
                  <a:lnTo>
                    <a:pt x="1201794" y="0"/>
                  </a:lnTo>
                  <a:lnTo>
                    <a:pt x="1220283" y="33"/>
                  </a:lnTo>
                  <a:lnTo>
                    <a:pt x="1238772" y="188"/>
                  </a:lnTo>
                  <a:lnTo>
                    <a:pt x="1257262" y="465"/>
                  </a:lnTo>
                  <a:lnTo>
                    <a:pt x="1275751" y="864"/>
                  </a:lnTo>
                  <a:lnTo>
                    <a:pt x="1294240" y="1385"/>
                  </a:lnTo>
                  <a:lnTo>
                    <a:pt x="1312729" y="2028"/>
                  </a:lnTo>
                  <a:lnTo>
                    <a:pt x="1331218" y="2792"/>
                  </a:lnTo>
                  <a:lnTo>
                    <a:pt x="1349707" y="3678"/>
                  </a:lnTo>
                  <a:lnTo>
                    <a:pt x="1368196" y="4687"/>
                  </a:lnTo>
                  <a:lnTo>
                    <a:pt x="1386686" y="5817"/>
                  </a:lnTo>
                  <a:lnTo>
                    <a:pt x="1405175" y="7069"/>
                  </a:lnTo>
                  <a:lnTo>
                    <a:pt x="1423664" y="8443"/>
                  </a:lnTo>
                  <a:lnTo>
                    <a:pt x="1442153" y="9939"/>
                  </a:lnTo>
                  <a:lnTo>
                    <a:pt x="1460642" y="11556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2" name="tx7872"/>
            <p:cNvSpPr/>
            <p:nvPr/>
          </p:nvSpPr>
          <p:spPr>
            <a:xfrm>
              <a:off x="9880255" y="473839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7873" name="tx7873"/>
            <p:cNvSpPr/>
            <p:nvPr/>
          </p:nvSpPr>
          <p:spPr>
            <a:xfrm>
              <a:off x="9954001" y="471351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874" name="tx7874"/>
            <p:cNvSpPr/>
            <p:nvPr/>
          </p:nvSpPr>
          <p:spPr>
            <a:xfrm>
              <a:off x="9988610" y="480203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7875" name="tx7875"/>
            <p:cNvSpPr/>
            <p:nvPr/>
          </p:nvSpPr>
          <p:spPr>
            <a:xfrm>
              <a:off x="10012962" y="477542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7876" name="tx7876"/>
            <p:cNvSpPr/>
            <p:nvPr/>
          </p:nvSpPr>
          <p:spPr>
            <a:xfrm>
              <a:off x="10064878" y="480203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7877" name="tx7877"/>
            <p:cNvSpPr/>
            <p:nvPr/>
          </p:nvSpPr>
          <p:spPr>
            <a:xfrm>
              <a:off x="10089230" y="473705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7878" name="tx7878"/>
            <p:cNvSpPr/>
            <p:nvPr/>
          </p:nvSpPr>
          <p:spPr>
            <a:xfrm>
              <a:off x="9880255" y="4831389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7879" name="tx7879"/>
            <p:cNvSpPr/>
            <p:nvPr/>
          </p:nvSpPr>
          <p:spPr>
            <a:xfrm>
              <a:off x="9954001" y="480650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880" name="tx7880"/>
            <p:cNvSpPr/>
            <p:nvPr/>
          </p:nvSpPr>
          <p:spPr>
            <a:xfrm>
              <a:off x="9988610" y="489502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7881" name="tx7881"/>
            <p:cNvSpPr/>
            <p:nvPr/>
          </p:nvSpPr>
          <p:spPr>
            <a:xfrm>
              <a:off x="10012962" y="486841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7882" name="tx7882"/>
            <p:cNvSpPr/>
            <p:nvPr/>
          </p:nvSpPr>
          <p:spPr>
            <a:xfrm>
              <a:off x="10064878" y="489502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7883" name="tx7883"/>
            <p:cNvSpPr/>
            <p:nvPr/>
          </p:nvSpPr>
          <p:spPr>
            <a:xfrm>
              <a:off x="10089230" y="483004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0.14</a:t>
              </a:r>
            </a:p>
          </p:txBody>
        </p:sp>
        <p:sp>
          <p:nvSpPr>
            <p:cNvPr id="7884" name="tx7884"/>
            <p:cNvSpPr/>
            <p:nvPr/>
          </p:nvSpPr>
          <p:spPr>
            <a:xfrm>
              <a:off x="6351682" y="4538614"/>
              <a:ext cx="264259" cy="45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fSARA.ax</a:t>
              </a:r>
            </a:p>
          </p:txBody>
        </p:sp>
        <p:sp>
          <p:nvSpPr>
            <p:cNvPr id="7885" name="tx7885"/>
            <p:cNvSpPr/>
            <p:nvPr/>
          </p:nvSpPr>
          <p:spPr>
            <a:xfrm>
              <a:off x="8564122" y="4527273"/>
              <a:ext cx="199846" cy="56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dummy</a:t>
              </a:r>
            </a:p>
          </p:txBody>
        </p:sp>
        <p:sp>
          <p:nvSpPr>
            <p:cNvPr id="7886" name="tx7886"/>
            <p:cNvSpPr/>
            <p:nvPr/>
          </p:nvSpPr>
          <p:spPr>
            <a:xfrm>
              <a:off x="10696865" y="4527243"/>
              <a:ext cx="294828" cy="56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s4f.speech</a:t>
              </a:r>
            </a:p>
          </p:txBody>
        </p:sp>
        <p:sp>
          <p:nvSpPr>
            <p:cNvPr id="7887" name="tx7887"/>
            <p:cNvSpPr/>
            <p:nvPr/>
          </p:nvSpPr>
          <p:spPr>
            <a:xfrm>
              <a:off x="6360150" y="2432994"/>
              <a:ext cx="247322" cy="45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7888" name="tx7888"/>
            <p:cNvSpPr/>
            <p:nvPr/>
          </p:nvSpPr>
          <p:spPr>
            <a:xfrm>
              <a:off x="8550564" y="2432994"/>
              <a:ext cx="226962" cy="45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7889" name="tx7889"/>
            <p:cNvSpPr/>
            <p:nvPr/>
          </p:nvSpPr>
          <p:spPr>
            <a:xfrm>
              <a:off x="10705333" y="2422367"/>
              <a:ext cx="277891" cy="55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s4.speech</a:t>
              </a:r>
            </a:p>
          </p:txBody>
        </p:sp>
        <p:sp>
          <p:nvSpPr>
            <p:cNvPr id="7890" name="tx7890"/>
            <p:cNvSpPr/>
            <p:nvPr/>
          </p:nvSpPr>
          <p:spPr>
            <a:xfrm>
              <a:off x="6383859" y="328147"/>
              <a:ext cx="199905" cy="44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ADL.ax</a:t>
              </a:r>
            </a:p>
          </p:txBody>
        </p:sp>
        <p:sp>
          <p:nvSpPr>
            <p:cNvPr id="7891" name="tx7891"/>
            <p:cNvSpPr/>
            <p:nvPr/>
          </p:nvSpPr>
          <p:spPr>
            <a:xfrm>
              <a:off x="8562381" y="316747"/>
              <a:ext cx="203328" cy="55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ADL.ap</a:t>
              </a:r>
            </a:p>
          </p:txBody>
        </p:sp>
        <p:sp>
          <p:nvSpPr>
            <p:cNvPr id="7892" name="tx7892"/>
            <p:cNvSpPr/>
            <p:nvPr/>
          </p:nvSpPr>
          <p:spPr>
            <a:xfrm>
              <a:off x="10752794" y="328147"/>
              <a:ext cx="182969" cy="44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ADL.bl</a:t>
              </a:r>
            </a:p>
          </p:txBody>
        </p:sp>
        <p:sp>
          <p:nvSpPr>
            <p:cNvPr id="7893" name="tx7893"/>
            <p:cNvSpPr/>
            <p:nvPr/>
          </p:nvSpPr>
          <p:spPr>
            <a:xfrm>
              <a:off x="5467679" y="6513596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894" name="tx7894"/>
            <p:cNvSpPr/>
            <p:nvPr/>
          </p:nvSpPr>
          <p:spPr>
            <a:xfrm>
              <a:off x="5873413" y="6513596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7895" name="tx7895"/>
            <p:cNvSpPr/>
            <p:nvPr/>
          </p:nvSpPr>
          <p:spPr>
            <a:xfrm>
              <a:off x="6279147" y="6513596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7896" name="tx7896"/>
            <p:cNvSpPr/>
            <p:nvPr/>
          </p:nvSpPr>
          <p:spPr>
            <a:xfrm>
              <a:off x="6684881" y="6514340"/>
              <a:ext cx="84742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7897" name="tx7897"/>
            <p:cNvSpPr/>
            <p:nvPr/>
          </p:nvSpPr>
          <p:spPr>
            <a:xfrm>
              <a:off x="7073663" y="6513596"/>
              <a:ext cx="118645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7898" name="tx7898"/>
            <p:cNvSpPr/>
            <p:nvPr/>
          </p:nvSpPr>
          <p:spPr>
            <a:xfrm>
              <a:off x="7479397" y="6513596"/>
              <a:ext cx="118645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12.5</a:t>
              </a:r>
            </a:p>
          </p:txBody>
        </p:sp>
        <p:sp>
          <p:nvSpPr>
            <p:cNvPr id="7899" name="tx7899"/>
            <p:cNvSpPr/>
            <p:nvPr/>
          </p:nvSpPr>
          <p:spPr>
            <a:xfrm>
              <a:off x="9853566" y="6513596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00" name="tx7900"/>
            <p:cNvSpPr/>
            <p:nvPr/>
          </p:nvSpPr>
          <p:spPr>
            <a:xfrm>
              <a:off x="10340446" y="6514340"/>
              <a:ext cx="33903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901" name="tx7901"/>
            <p:cNvSpPr/>
            <p:nvPr/>
          </p:nvSpPr>
          <p:spPr>
            <a:xfrm>
              <a:off x="10827327" y="6514340"/>
              <a:ext cx="33903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02" name="tx7902"/>
            <p:cNvSpPr/>
            <p:nvPr/>
          </p:nvSpPr>
          <p:spPr>
            <a:xfrm>
              <a:off x="11314208" y="6513566"/>
              <a:ext cx="33903" cy="44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903" name="tx7903"/>
            <p:cNvSpPr/>
            <p:nvPr/>
          </p:nvSpPr>
          <p:spPr>
            <a:xfrm>
              <a:off x="11801089" y="6514518"/>
              <a:ext cx="33903" cy="4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904" name="tx7904"/>
            <p:cNvSpPr/>
            <p:nvPr/>
          </p:nvSpPr>
          <p:spPr>
            <a:xfrm>
              <a:off x="5493098" y="440797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05" name="tx7905"/>
            <p:cNvSpPr/>
            <p:nvPr/>
          </p:nvSpPr>
          <p:spPr>
            <a:xfrm>
              <a:off x="6034077" y="4408749"/>
              <a:ext cx="33903" cy="437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906" name="tx7906"/>
            <p:cNvSpPr/>
            <p:nvPr/>
          </p:nvSpPr>
          <p:spPr>
            <a:xfrm>
              <a:off x="6558104" y="4407975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07" name="tx7907"/>
            <p:cNvSpPr/>
            <p:nvPr/>
          </p:nvSpPr>
          <p:spPr>
            <a:xfrm>
              <a:off x="7099083" y="4407975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7908" name="tx7908"/>
            <p:cNvSpPr/>
            <p:nvPr/>
          </p:nvSpPr>
          <p:spPr>
            <a:xfrm>
              <a:off x="7673332" y="440797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09" name="tx7909"/>
            <p:cNvSpPr/>
            <p:nvPr/>
          </p:nvSpPr>
          <p:spPr>
            <a:xfrm>
              <a:off x="8281933" y="4408749"/>
              <a:ext cx="33903" cy="437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910" name="tx7910"/>
            <p:cNvSpPr/>
            <p:nvPr/>
          </p:nvSpPr>
          <p:spPr>
            <a:xfrm>
              <a:off x="8873583" y="4407975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11" name="tx7911"/>
            <p:cNvSpPr/>
            <p:nvPr/>
          </p:nvSpPr>
          <p:spPr>
            <a:xfrm>
              <a:off x="9482184" y="4407975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7912" name="tx7912"/>
            <p:cNvSpPr/>
            <p:nvPr/>
          </p:nvSpPr>
          <p:spPr>
            <a:xfrm>
              <a:off x="9853566" y="440797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13" name="tx7913"/>
            <p:cNvSpPr/>
            <p:nvPr/>
          </p:nvSpPr>
          <p:spPr>
            <a:xfrm>
              <a:off x="10502740" y="4408720"/>
              <a:ext cx="33903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14" name="tx7914"/>
            <p:cNvSpPr/>
            <p:nvPr/>
          </p:nvSpPr>
          <p:spPr>
            <a:xfrm>
              <a:off x="11151915" y="4408898"/>
              <a:ext cx="33903" cy="4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915" name="tx7915"/>
            <p:cNvSpPr/>
            <p:nvPr/>
          </p:nvSpPr>
          <p:spPr>
            <a:xfrm>
              <a:off x="11801089" y="440797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7916" name="tx7916"/>
            <p:cNvSpPr/>
            <p:nvPr/>
          </p:nvSpPr>
          <p:spPr>
            <a:xfrm>
              <a:off x="5493098" y="230235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17" name="tx7917"/>
            <p:cNvSpPr/>
            <p:nvPr/>
          </p:nvSpPr>
          <p:spPr>
            <a:xfrm>
              <a:off x="5979979" y="2303100"/>
              <a:ext cx="33903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18" name="tx7918"/>
            <p:cNvSpPr/>
            <p:nvPr/>
          </p:nvSpPr>
          <p:spPr>
            <a:xfrm>
              <a:off x="6466860" y="2303278"/>
              <a:ext cx="33903" cy="4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919" name="tx7919"/>
            <p:cNvSpPr/>
            <p:nvPr/>
          </p:nvSpPr>
          <p:spPr>
            <a:xfrm>
              <a:off x="6953741" y="230235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7920" name="tx7920"/>
            <p:cNvSpPr/>
            <p:nvPr/>
          </p:nvSpPr>
          <p:spPr>
            <a:xfrm>
              <a:off x="7440622" y="230235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7921" name="tx7921"/>
            <p:cNvSpPr/>
            <p:nvPr/>
          </p:nvSpPr>
          <p:spPr>
            <a:xfrm>
              <a:off x="7647912" y="2302355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922" name="tx7922"/>
            <p:cNvSpPr/>
            <p:nvPr/>
          </p:nvSpPr>
          <p:spPr>
            <a:xfrm>
              <a:off x="8053646" y="2302355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7923" name="tx7923"/>
            <p:cNvSpPr/>
            <p:nvPr/>
          </p:nvSpPr>
          <p:spPr>
            <a:xfrm>
              <a:off x="8459380" y="2302355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7924" name="tx7924"/>
            <p:cNvSpPr/>
            <p:nvPr/>
          </p:nvSpPr>
          <p:spPr>
            <a:xfrm>
              <a:off x="8865114" y="2303100"/>
              <a:ext cx="84742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7925" name="tx7925"/>
            <p:cNvSpPr/>
            <p:nvPr/>
          </p:nvSpPr>
          <p:spPr>
            <a:xfrm>
              <a:off x="9253897" y="2302355"/>
              <a:ext cx="118645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7926" name="tx7926"/>
            <p:cNvSpPr/>
            <p:nvPr/>
          </p:nvSpPr>
          <p:spPr>
            <a:xfrm>
              <a:off x="9659631" y="2302355"/>
              <a:ext cx="118645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12.5</a:t>
              </a:r>
            </a:p>
          </p:txBody>
        </p:sp>
        <p:sp>
          <p:nvSpPr>
            <p:cNvPr id="7927" name="tx7927"/>
            <p:cNvSpPr/>
            <p:nvPr/>
          </p:nvSpPr>
          <p:spPr>
            <a:xfrm>
              <a:off x="9853566" y="230235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28" name="tx7928"/>
            <p:cNvSpPr/>
            <p:nvPr/>
          </p:nvSpPr>
          <p:spPr>
            <a:xfrm>
              <a:off x="10410001" y="2303100"/>
              <a:ext cx="33903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29" name="tx7929"/>
            <p:cNvSpPr/>
            <p:nvPr/>
          </p:nvSpPr>
          <p:spPr>
            <a:xfrm>
              <a:off x="10966436" y="2303278"/>
              <a:ext cx="33903" cy="4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930" name="tx7930"/>
            <p:cNvSpPr/>
            <p:nvPr/>
          </p:nvSpPr>
          <p:spPr>
            <a:xfrm>
              <a:off x="11522871" y="230235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7931" name="tx7931"/>
            <p:cNvSpPr/>
            <p:nvPr/>
          </p:nvSpPr>
          <p:spPr>
            <a:xfrm>
              <a:off x="5344609" y="2161837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32" name="tx7932"/>
            <p:cNvSpPr/>
            <p:nvPr/>
          </p:nvSpPr>
          <p:spPr>
            <a:xfrm>
              <a:off x="5310706" y="1796072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33" name="tx7933"/>
            <p:cNvSpPr/>
            <p:nvPr/>
          </p:nvSpPr>
          <p:spPr>
            <a:xfrm>
              <a:off x="5310706" y="143030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934" name="tx7934"/>
            <p:cNvSpPr/>
            <p:nvPr/>
          </p:nvSpPr>
          <p:spPr>
            <a:xfrm>
              <a:off x="5310706" y="1064513"/>
              <a:ext cx="67806" cy="44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7935" name="tx7935"/>
            <p:cNvSpPr/>
            <p:nvPr/>
          </p:nvSpPr>
          <p:spPr>
            <a:xfrm>
              <a:off x="5310706" y="69877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936" name="tx7936"/>
            <p:cNvSpPr/>
            <p:nvPr/>
          </p:nvSpPr>
          <p:spPr>
            <a:xfrm>
              <a:off x="5344609" y="4267457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37" name="tx7937"/>
            <p:cNvSpPr/>
            <p:nvPr/>
          </p:nvSpPr>
          <p:spPr>
            <a:xfrm>
              <a:off x="5310706" y="3901692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38" name="tx7938"/>
            <p:cNvSpPr/>
            <p:nvPr/>
          </p:nvSpPr>
          <p:spPr>
            <a:xfrm>
              <a:off x="5310706" y="353592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939" name="tx7939"/>
            <p:cNvSpPr/>
            <p:nvPr/>
          </p:nvSpPr>
          <p:spPr>
            <a:xfrm>
              <a:off x="5310706" y="3170133"/>
              <a:ext cx="67806" cy="44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7940" name="tx7940"/>
            <p:cNvSpPr/>
            <p:nvPr/>
          </p:nvSpPr>
          <p:spPr>
            <a:xfrm>
              <a:off x="5310706" y="280439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941" name="tx7941"/>
            <p:cNvSpPr/>
            <p:nvPr/>
          </p:nvSpPr>
          <p:spPr>
            <a:xfrm>
              <a:off x="5344609" y="6373077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42" name="tx7942"/>
            <p:cNvSpPr/>
            <p:nvPr/>
          </p:nvSpPr>
          <p:spPr>
            <a:xfrm>
              <a:off x="5310706" y="6007312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43" name="tx7943"/>
            <p:cNvSpPr/>
            <p:nvPr/>
          </p:nvSpPr>
          <p:spPr>
            <a:xfrm>
              <a:off x="5310706" y="564154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944" name="tx7944"/>
            <p:cNvSpPr/>
            <p:nvPr/>
          </p:nvSpPr>
          <p:spPr>
            <a:xfrm>
              <a:off x="5310706" y="5275753"/>
              <a:ext cx="67806" cy="44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7945" name="tx7945"/>
            <p:cNvSpPr/>
            <p:nvPr/>
          </p:nvSpPr>
          <p:spPr>
            <a:xfrm>
              <a:off x="5310706" y="491001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946" name="tx7946"/>
            <p:cNvSpPr/>
            <p:nvPr/>
          </p:nvSpPr>
          <p:spPr>
            <a:xfrm>
              <a:off x="8594152" y="6589069"/>
              <a:ext cx="139786" cy="55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aval</a:t>
              </a:r>
            </a:p>
          </p:txBody>
        </p:sp>
        <p:sp>
          <p:nvSpPr>
            <p:cNvPr id="7947" name="tx7947"/>
            <p:cNvSpPr/>
            <p:nvPr/>
          </p:nvSpPr>
          <p:spPr>
            <a:xfrm rot="-5400000">
              <a:off x="4863009" y="3409062"/>
              <a:ext cx="753851" cy="715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Upright Stability Score</a:t>
              </a:r>
            </a:p>
          </p:txBody>
        </p:sp>
      </p:grpSp>
      <p:sp>
        <p:nvSpPr>
          <p:cNvPr id="7948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rPr/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Arial</vt:lpstr>
      <vt:lpstr>Calibri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2025-08-29T10:41:53Z</dcterms:modified>
</cp:coreProperties>
</file>
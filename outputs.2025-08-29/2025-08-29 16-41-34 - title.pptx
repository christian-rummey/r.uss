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Tenorite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3" d="100"/>
          <a:sy n="113" d="100"/>
        </p:scale>
        <p:origin x="724" y="292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30F8994B-32FD-472D-A2C3-7BF553009464}"/>
    <pc:docChg chg="modSld">
      <pc:chgData name="Christian Rummey" userId="1616f22b-5705-4d11-a330-2855031cc605" providerId="ADAL" clId="{30F8994B-32FD-472D-A2C3-7BF553009464}" dt="2025-08-29T14:42:16.356" v="42" actId="20577"/>
      <pc:docMkLst>
        <pc:docMk/>
      </pc:docMkLst>
      <pc:sldChg chg="modSp mod">
        <pc:chgData name="Christian Rummey" userId="1616f22b-5705-4d11-a330-2855031cc605" providerId="ADAL" clId="{30F8994B-32FD-472D-A2C3-7BF553009464}" dt="2025-08-29T14:42:16.356" v="42" actId="20577"/>
        <pc:sldMkLst>
          <pc:docMk/>
          <pc:sldMk cId="0" sldId="256"/>
        </pc:sldMkLst>
        <pc:spChg chg="mod">
          <ac:chgData name="Christian Rummey" userId="1616f22b-5705-4d11-a330-2855031cc605" providerId="ADAL" clId="{30F8994B-32FD-472D-A2C3-7BF553009464}" dt="2025-08-29T14:42:16.356" v="42" actId="20577"/>
          <ac:spMkLst>
            <pc:docMk/>
            <pc:sldMk cId="0" sldId="256"/>
            <ac:spMk id="157" creationId="{00000000-0000-0000-0000-000000000000}"/>
          </ac:spMkLst>
        </pc:spChg>
      </pc:sld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2025-08-29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2025-08-29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2025-08-29 16-41-35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ext Placeholder 2"/>
          <p:cNvGrpSpPr/>
          <p:nvPr/>
        </p:nvGrpSpPr>
        <p:grpSpPr>
          <a:xfrm>
            <a:off x="228600" y="1143000"/>
            <a:ext cx="11731752" cy="5257800"/>
            <a:chOff x="228600" y="1143000"/>
            <a:chExt cx="11731752" cy="5257800"/>
          </a:xfrm>
        </p:grpSpPr>
        <p:sp>
          <p:nvSpPr>
            <p:cNvPr id="3" name="rc3"/>
            <p:cNvSpPr/>
            <p:nvPr/>
          </p:nvSpPr>
          <p:spPr>
            <a:xfrm>
              <a:off x="228600" y="1143000"/>
              <a:ext cx="11731752" cy="5257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649324" y="5070238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49324" y="3942303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49324" y="2814369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153972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826837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2499701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172565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845429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49324" y="5634205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49324" y="4506271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49324" y="3378336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49324" y="2250402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817540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90405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163269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836133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3508997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4181862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779164" y="5595828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779164" y="559582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779164" y="559582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779164" y="5595828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452028" y="5566220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452028" y="4715476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124892" y="5304539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124892" y="379423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797756" y="5190900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2797756" y="3228012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797756" y="4924707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797756" y="3864449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3470621" y="4802045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3470621" y="288624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4143485" y="4526547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4143485" y="2262500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817540" y="2300877"/>
              <a:ext cx="3364321" cy="3333328"/>
            </a:xfrm>
            <a:custGeom>
              <a:avLst/>
              <a:gdLst/>
              <a:ahLst/>
              <a:cxnLst/>
              <a:rect l="0" t="0" r="0" b="0"/>
              <a:pathLst>
                <a:path w="3364321" h="3333328">
                  <a:moveTo>
                    <a:pt x="0" y="3333328"/>
                  </a:moveTo>
                  <a:lnTo>
                    <a:pt x="672864" y="2452975"/>
                  </a:lnTo>
                  <a:lnTo>
                    <a:pt x="1345728" y="1531734"/>
                  </a:lnTo>
                  <a:lnTo>
                    <a:pt x="2018592" y="965511"/>
                  </a:lnTo>
                  <a:lnTo>
                    <a:pt x="2691457" y="623747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9"/>
            <p:cNvSpPr/>
            <p:nvPr/>
          </p:nvSpPr>
          <p:spPr>
            <a:xfrm>
              <a:off x="817540" y="4564923"/>
              <a:ext cx="3364321" cy="1069281"/>
            </a:xfrm>
            <a:custGeom>
              <a:avLst/>
              <a:gdLst/>
              <a:ahLst/>
              <a:cxnLst/>
              <a:rect l="0" t="0" r="0" b="0"/>
              <a:pathLst>
                <a:path w="3364321" h="1069281">
                  <a:moveTo>
                    <a:pt x="0" y="1069281"/>
                  </a:moveTo>
                  <a:lnTo>
                    <a:pt x="672864" y="1039673"/>
                  </a:lnTo>
                  <a:lnTo>
                    <a:pt x="1345728" y="777992"/>
                  </a:lnTo>
                  <a:lnTo>
                    <a:pt x="2018592" y="664353"/>
                  </a:lnTo>
                  <a:lnTo>
                    <a:pt x="2691457" y="275497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649324" y="5634205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649324" y="4957444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4419667" y="5070238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4419667" y="3942303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4419667" y="2814369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4924315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5597179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6270043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6942908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7615772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4419667" y="5634205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4419667" y="4506271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4419667" y="3378336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4419667" y="2250402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4587883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5260747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5933611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6606475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7279340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7952204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4549506" y="5595828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4549506" y="559582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4549506" y="559582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4549506" y="5595828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5222370" y="569762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5222370" y="465456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5895235" y="527521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5895235" y="4492991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6568099" y="466246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6568099" y="370794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6568099" y="4690661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6568099" y="3540168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7240963" y="4411779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7240963" y="3415531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7913827" y="407537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7913827" y="3150749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4587883" y="3189125"/>
              <a:ext cx="3364321" cy="2445079"/>
            </a:xfrm>
            <a:custGeom>
              <a:avLst/>
              <a:gdLst/>
              <a:ahLst/>
              <a:cxnLst/>
              <a:rect l="0" t="0" r="0" b="0"/>
              <a:pathLst>
                <a:path w="3364321" h="2445079">
                  <a:moveTo>
                    <a:pt x="0" y="2445079"/>
                  </a:moveTo>
                  <a:lnTo>
                    <a:pt x="672864" y="1503818"/>
                  </a:lnTo>
                  <a:lnTo>
                    <a:pt x="1345728" y="1342241"/>
                  </a:lnTo>
                  <a:lnTo>
                    <a:pt x="2018592" y="557199"/>
                  </a:lnTo>
                  <a:lnTo>
                    <a:pt x="2691457" y="264782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4587883" y="4113749"/>
              <a:ext cx="3364321" cy="1622251"/>
            </a:xfrm>
            <a:custGeom>
              <a:avLst/>
              <a:gdLst/>
              <a:ahLst/>
              <a:cxnLst/>
              <a:rect l="0" t="0" r="0" b="0"/>
              <a:pathLst>
                <a:path w="3364321" h="1622251">
                  <a:moveTo>
                    <a:pt x="0" y="1520455"/>
                  </a:moveTo>
                  <a:lnTo>
                    <a:pt x="672864" y="1622251"/>
                  </a:lnTo>
                  <a:lnTo>
                    <a:pt x="1345728" y="1199840"/>
                  </a:lnTo>
                  <a:lnTo>
                    <a:pt x="2018592" y="587089"/>
                  </a:lnTo>
                  <a:lnTo>
                    <a:pt x="2691457" y="336406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4419667" y="5634205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4419667" y="4957444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8190009" y="5070238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8190009" y="3942303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8190009" y="2814369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8694657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9367522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10040386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10713250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11386114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8190009" y="5634205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8190009" y="4506271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8190009" y="3378336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1"/>
            <p:cNvSpPr/>
            <p:nvPr/>
          </p:nvSpPr>
          <p:spPr>
            <a:xfrm>
              <a:off x="8190009" y="2250402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8358225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3"/>
            <p:cNvSpPr/>
            <p:nvPr/>
          </p:nvSpPr>
          <p:spPr>
            <a:xfrm>
              <a:off x="9031089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4"/>
            <p:cNvSpPr/>
            <p:nvPr/>
          </p:nvSpPr>
          <p:spPr>
            <a:xfrm>
              <a:off x="9703954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5"/>
            <p:cNvSpPr/>
            <p:nvPr/>
          </p:nvSpPr>
          <p:spPr>
            <a:xfrm>
              <a:off x="10376818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6"/>
            <p:cNvSpPr/>
            <p:nvPr/>
          </p:nvSpPr>
          <p:spPr>
            <a:xfrm>
              <a:off x="11049682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7"/>
            <p:cNvSpPr/>
            <p:nvPr/>
          </p:nvSpPr>
          <p:spPr>
            <a:xfrm>
              <a:off x="11722546" y="2129121"/>
              <a:ext cx="0" cy="3778636"/>
            </a:xfrm>
            <a:custGeom>
              <a:avLst/>
              <a:gdLst/>
              <a:ahLst/>
              <a:cxnLst/>
              <a:rect l="0" t="0" r="0" b="0"/>
              <a:pathLst>
                <a:path h="3778636">
                  <a:moveTo>
                    <a:pt x="0" y="377863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8319849" y="5595828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8319849" y="559582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8319849" y="559582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8319849" y="5595828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8992713" y="564489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8992713" y="4954598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9665577" y="5258294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9665577" y="4463382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10338441" y="4793303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10338441" y="3978934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10338441" y="4749878"/>
              <a:ext cx="76753" cy="76753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10338441" y="3731917"/>
              <a:ext cx="76753" cy="76753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1011306" y="4515549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11011306" y="3144545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11684170" y="4156020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11684170" y="304810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8358225" y="3086483"/>
              <a:ext cx="3364321" cy="2547721"/>
            </a:xfrm>
            <a:custGeom>
              <a:avLst/>
              <a:gdLst/>
              <a:ahLst/>
              <a:cxnLst/>
              <a:rect l="0" t="0" r="0" b="0"/>
              <a:pathLst>
                <a:path w="3364321" h="2547721">
                  <a:moveTo>
                    <a:pt x="0" y="2547721"/>
                  </a:moveTo>
                  <a:lnTo>
                    <a:pt x="672864" y="1906491"/>
                  </a:lnTo>
                  <a:lnTo>
                    <a:pt x="1345728" y="1415275"/>
                  </a:lnTo>
                  <a:lnTo>
                    <a:pt x="2018592" y="930827"/>
                  </a:lnTo>
                  <a:lnTo>
                    <a:pt x="2691457" y="96438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8358225" y="4194397"/>
              <a:ext cx="3364321" cy="1488873"/>
            </a:xfrm>
            <a:custGeom>
              <a:avLst/>
              <a:gdLst/>
              <a:ahLst/>
              <a:cxnLst/>
              <a:rect l="0" t="0" r="0" b="0"/>
              <a:pathLst>
                <a:path w="3364321" h="1488873">
                  <a:moveTo>
                    <a:pt x="0" y="1439808"/>
                  </a:moveTo>
                  <a:lnTo>
                    <a:pt x="672864" y="1488873"/>
                  </a:lnTo>
                  <a:lnTo>
                    <a:pt x="1345728" y="1102273"/>
                  </a:lnTo>
                  <a:lnTo>
                    <a:pt x="2018592" y="637282"/>
                  </a:lnTo>
                  <a:lnTo>
                    <a:pt x="2691457" y="359529"/>
                  </a:lnTo>
                  <a:lnTo>
                    <a:pt x="3364321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8190009" y="5634205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8190009" y="4957444"/>
              <a:ext cx="3700753" cy="0"/>
            </a:xfrm>
            <a:custGeom>
              <a:avLst/>
              <a:gdLst/>
              <a:ahLst/>
              <a:cxnLst/>
              <a:rect l="0" t="0" r="0" b="0"/>
              <a:pathLst>
                <a:path w="3700753">
                  <a:moveTo>
                    <a:pt x="0" y="0"/>
                  </a:moveTo>
                  <a:lnTo>
                    <a:pt x="3700753" y="0"/>
                  </a:lnTo>
                  <a:lnTo>
                    <a:pt x="370075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tx118"/>
            <p:cNvSpPr/>
            <p:nvPr/>
          </p:nvSpPr>
          <p:spPr>
            <a:xfrm>
              <a:off x="2437545" y="2001116"/>
              <a:ext cx="124311" cy="605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oo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207888" y="1980216"/>
              <a:ext cx="124311" cy="814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9872582" y="1959479"/>
              <a:ext cx="33560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pooled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786462" y="596869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459327" y="597006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132191" y="597006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2805055" y="5968641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477920" y="5970387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150784" y="5970115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556805" y="596869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229669" y="597006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902533" y="597006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575398" y="5968641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248262" y="5970387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921126" y="5970115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327147" y="596869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9000012" y="597006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9672876" y="5970060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10345740" y="5968641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1018604" y="5970387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1691469" y="5970115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524539" y="559251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524539" y="4466270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524539" y="3336644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462383" y="2210074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6138086" y="6107065"/>
              <a:ext cx="263915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144" name="tx144"/>
            <p:cNvSpPr/>
            <p:nvPr/>
          </p:nvSpPr>
          <p:spPr>
            <a:xfrm rot="-5400000">
              <a:off x="104328" y="3953739"/>
              <a:ext cx="458322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4550888" y="1542284"/>
              <a:ext cx="357299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146" name="pt146"/>
            <p:cNvSpPr/>
            <p:nvPr/>
          </p:nvSpPr>
          <p:spPr>
            <a:xfrm>
              <a:off x="5049128" y="1557387"/>
              <a:ext cx="76753" cy="76753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4999722" y="1595763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5767981" y="1557387"/>
              <a:ext cx="76753" cy="76753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5718575" y="1595763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0325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tx150"/>
            <p:cNvSpPr/>
            <p:nvPr/>
          </p:nvSpPr>
          <p:spPr>
            <a:xfrm>
              <a:off x="5266821" y="1553089"/>
              <a:ext cx="360218" cy="826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facoms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5985674" y="1554453"/>
              <a:ext cx="34794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treated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611971" y="1516363"/>
              <a:ext cx="50470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analysis</a:t>
              </a:r>
            </a:p>
          </p:txBody>
        </p:sp>
        <p:sp>
          <p:nvSpPr>
            <p:cNvPr id="153" name="pt153"/>
            <p:cNvSpPr/>
            <p:nvPr/>
          </p:nvSpPr>
          <p:spPr>
            <a:xfrm>
              <a:off x="7257618" y="1557387"/>
              <a:ext cx="76753" cy="7675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7690795" y="1557387"/>
              <a:ext cx="76753" cy="7675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tx155"/>
            <p:cNvSpPr/>
            <p:nvPr/>
          </p:nvSpPr>
          <p:spPr>
            <a:xfrm>
              <a:off x="7475312" y="1555763"/>
              <a:ext cx="74543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7908489" y="1555763"/>
              <a:ext cx="80709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</p:grpSp>
      <p:sp>
        <p:nvSpPr>
          <p:cNvPr id="157" name="Title 3"/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</p:spPr>
        <p:txBody>
          <a:bodyPr/>
          <a:lstStyle/>
          <a:p>
            <a:r>
              <a:rPr dirty="0"/>
              <a:t>B (5y) vs R (3y) </a:t>
            </a:r>
            <a:r>
              <a:t>PSA Analyses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48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Tenorite</vt:lpstr>
      <vt:lpstr>Calibri</vt:lpstr>
      <vt:lpstr>Arial</vt:lpstr>
      <vt:lpstr>CR</vt:lpstr>
      <vt:lpstr>B (5y) vs R (3y) PSA Analyses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2025-08-29T14:42:17Z</dcterms:modified>
</cp:coreProperties>
</file>
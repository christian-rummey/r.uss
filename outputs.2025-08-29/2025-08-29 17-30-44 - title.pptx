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2025-08-29 17-30-45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Text Placeholder 2"/>
          <p:cNvGrpSpPr/>
          <p:nvPr/>
        </p:nvGrpSpPr>
        <p:grpSpPr>
          <a:xfrm>
            <a:off x="228600" y="1143000"/>
            <a:ext cx="11731752" cy="5257800"/>
            <a:chOff x="228600" y="1143000"/>
            <a:chExt cx="11731752" cy="5257800"/>
          </a:xfrm>
        </p:grpSpPr>
        <p:sp>
          <p:nvSpPr>
            <p:cNvPr id="3" name="rc3"/>
            <p:cNvSpPr/>
            <p:nvPr/>
          </p:nvSpPr>
          <p:spPr>
            <a:xfrm>
              <a:off x="228600" y="1143000"/>
              <a:ext cx="11731752" cy="5257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649324" y="5054640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49324" y="3933059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49324" y="2811477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53972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6837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9701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72565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45429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49324" y="5615431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49324" y="4493849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324" y="3372268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49324" y="2250686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40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90405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163269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836133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08997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81862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779164" y="5577054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79164" y="5577054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779164" y="5577054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779164" y="5577054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452028" y="5625843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452028" y="4939435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452028" y="557284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452028" y="4985420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124892" y="5241421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124892" y="4450986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124892" y="524618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124892" y="4292843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797756" y="4779049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797756" y="3969267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797756" y="473586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797756" y="3723641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470621" y="4502860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470621" y="3139577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143485" y="4145355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43485" y="3043682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17540" y="3082058"/>
              <a:ext cx="3364321" cy="2533372"/>
            </a:xfrm>
            <a:custGeom>
              <a:avLst/>
              <a:pathLst>
                <a:path w="3364321" h="2533372">
                  <a:moveTo>
                    <a:pt x="0" y="2533372"/>
                  </a:moveTo>
                  <a:lnTo>
                    <a:pt x="672864" y="1895753"/>
                  </a:lnTo>
                  <a:lnTo>
                    <a:pt x="1345728" y="1407304"/>
                  </a:lnTo>
                  <a:lnTo>
                    <a:pt x="2018592" y="925585"/>
                  </a:lnTo>
                  <a:lnTo>
                    <a:pt x="2691457" y="95895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17540" y="4183732"/>
              <a:ext cx="3364321" cy="1480487"/>
            </a:xfrm>
            <a:custGeom>
              <a:avLst/>
              <a:pathLst>
                <a:path w="3364321" h="1480487">
                  <a:moveTo>
                    <a:pt x="0" y="1431698"/>
                  </a:moveTo>
                  <a:lnTo>
                    <a:pt x="672864" y="1480487"/>
                  </a:lnTo>
                  <a:lnTo>
                    <a:pt x="1345728" y="1096065"/>
                  </a:lnTo>
                  <a:lnTo>
                    <a:pt x="2018592" y="633693"/>
                  </a:lnTo>
                  <a:lnTo>
                    <a:pt x="2691457" y="357504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17540" y="3762017"/>
              <a:ext cx="2018592" cy="1853413"/>
            </a:xfrm>
            <a:custGeom>
              <a:avLst/>
              <a:pathLst>
                <a:path w="2018592" h="1853413">
                  <a:moveTo>
                    <a:pt x="0" y="1853413"/>
                  </a:moveTo>
                  <a:lnTo>
                    <a:pt x="672864" y="1261779"/>
                  </a:lnTo>
                  <a:lnTo>
                    <a:pt x="1345728" y="569202"/>
                  </a:lnTo>
                  <a:lnTo>
                    <a:pt x="2018592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17540" y="4774245"/>
              <a:ext cx="2018592" cy="841186"/>
            </a:xfrm>
            <a:custGeom>
              <a:avLst/>
              <a:pathLst>
                <a:path w="2018592" h="841186">
                  <a:moveTo>
                    <a:pt x="0" y="841186"/>
                  </a:moveTo>
                  <a:lnTo>
                    <a:pt x="672864" y="836980"/>
                  </a:lnTo>
                  <a:lnTo>
                    <a:pt x="1345728" y="510319"/>
                  </a:lnTo>
                  <a:lnTo>
                    <a:pt x="2018592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49324" y="5615431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49324" y="4942482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419667" y="5054640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419667" y="3933059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419667" y="2811477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924315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97179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270043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942908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615772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419667" y="5615431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419667" y="4493849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419667" y="3372268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419667" y="2250686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587883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260747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933611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606475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279340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7952204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549506" y="5577054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549506" y="5577054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549506" y="5577054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549506" y="5577054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222370" y="5547613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222370" y="4701660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222370" y="5282639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222370" y="4881674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895235" y="5287406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895235" y="378560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95235" y="5268619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895235" y="4576043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568099" y="5174407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568099" y="3222574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568099" y="4909713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568099" y="3855427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240963" y="4787741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240963" y="2882735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7913827" y="4513795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913827" y="2262500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587883" y="2300877"/>
              <a:ext cx="3364321" cy="3314554"/>
            </a:xfrm>
            <a:custGeom>
              <a:avLst/>
              <a:pathLst>
                <a:path w="3364321" h="3314554">
                  <a:moveTo>
                    <a:pt x="0" y="3314554"/>
                  </a:moveTo>
                  <a:lnTo>
                    <a:pt x="672864" y="2439159"/>
                  </a:lnTo>
                  <a:lnTo>
                    <a:pt x="1345728" y="1523107"/>
                  </a:lnTo>
                  <a:lnTo>
                    <a:pt x="2018592" y="960073"/>
                  </a:lnTo>
                  <a:lnTo>
                    <a:pt x="2691457" y="620234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587883" y="4552172"/>
              <a:ext cx="3364321" cy="1063259"/>
            </a:xfrm>
            <a:custGeom>
              <a:avLst/>
              <a:pathLst>
                <a:path w="3364321" h="1063259">
                  <a:moveTo>
                    <a:pt x="0" y="1063259"/>
                  </a:moveTo>
                  <a:lnTo>
                    <a:pt x="672864" y="1033817"/>
                  </a:lnTo>
                  <a:lnTo>
                    <a:pt x="1345728" y="773610"/>
                  </a:lnTo>
                  <a:lnTo>
                    <a:pt x="2018592" y="660611"/>
                  </a:lnTo>
                  <a:lnTo>
                    <a:pt x="2691457" y="273946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587883" y="3893803"/>
              <a:ext cx="2018592" cy="1721627"/>
            </a:xfrm>
            <a:custGeom>
              <a:avLst/>
              <a:pathLst>
                <a:path w="2018592" h="1721627">
                  <a:moveTo>
                    <a:pt x="0" y="1721627"/>
                  </a:moveTo>
                  <a:lnTo>
                    <a:pt x="672864" y="1026247"/>
                  </a:lnTo>
                  <a:lnTo>
                    <a:pt x="1345728" y="720616"/>
                  </a:lnTo>
                  <a:lnTo>
                    <a:pt x="2018592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587883" y="4948090"/>
              <a:ext cx="2018592" cy="667341"/>
            </a:xfrm>
            <a:custGeom>
              <a:avLst/>
              <a:pathLst>
                <a:path w="2018592" h="667341">
                  <a:moveTo>
                    <a:pt x="0" y="667341"/>
                  </a:moveTo>
                  <a:lnTo>
                    <a:pt x="672864" y="372925"/>
                  </a:lnTo>
                  <a:lnTo>
                    <a:pt x="1345728" y="358906"/>
                  </a:lnTo>
                  <a:lnTo>
                    <a:pt x="2018592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419667" y="5615431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419667" y="4942482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190009" y="5054640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190009" y="3933059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190009" y="2811477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694657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9367522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10040386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10713250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11386114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190009" y="5615431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190009" y="4493849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190009" y="3372268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190009" y="2250686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358225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9031089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9703954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0376818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1049682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1722546" y="2129121"/>
              <a:ext cx="0" cy="3778636"/>
            </a:xfrm>
            <a:custGeom>
              <a:avLst/>
              <a:pathLst>
                <a:path w="0"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319849" y="5577054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319849" y="5577054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319849" y="5577054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319849" y="5577054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992713" y="5678277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992713" y="4641095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992713" y="5697624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992713" y="4926537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9665577" y="5258245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9665577" y="448042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9665577" y="524618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9665577" y="4390982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0338441" y="4648946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0338441" y="3699807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0338441" y="4676985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0338441" y="3532972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11011306" y="4399674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1011306" y="3409037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1684170" y="4065162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1684170" y="3145746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358225" y="3184122"/>
              <a:ext cx="3364321" cy="2431308"/>
            </a:xfrm>
            <a:custGeom>
              <a:avLst/>
              <a:pathLst>
                <a:path w="3364321" h="2431308">
                  <a:moveTo>
                    <a:pt x="0" y="2431308"/>
                  </a:moveTo>
                  <a:lnTo>
                    <a:pt x="672864" y="1495348"/>
                  </a:lnTo>
                  <a:lnTo>
                    <a:pt x="1345728" y="1334682"/>
                  </a:lnTo>
                  <a:lnTo>
                    <a:pt x="2018592" y="554061"/>
                  </a:lnTo>
                  <a:lnTo>
                    <a:pt x="2691457" y="263291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358225" y="4103539"/>
              <a:ext cx="3364321" cy="1613114"/>
            </a:xfrm>
            <a:custGeom>
              <a:avLst/>
              <a:pathLst>
                <a:path w="3364321" h="1613114">
                  <a:moveTo>
                    <a:pt x="0" y="1511892"/>
                  </a:moveTo>
                  <a:lnTo>
                    <a:pt x="672864" y="1613114"/>
                  </a:lnTo>
                  <a:lnTo>
                    <a:pt x="1345728" y="1193082"/>
                  </a:lnTo>
                  <a:lnTo>
                    <a:pt x="2018592" y="583783"/>
                  </a:lnTo>
                  <a:lnTo>
                    <a:pt x="2691457" y="334511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358225" y="3571348"/>
              <a:ext cx="2018592" cy="2044082"/>
            </a:xfrm>
            <a:custGeom>
              <a:avLst/>
              <a:pathLst>
                <a:path w="2018592" h="2044082">
                  <a:moveTo>
                    <a:pt x="0" y="2044082"/>
                  </a:moveTo>
                  <a:lnTo>
                    <a:pt x="672864" y="1393565"/>
                  </a:lnTo>
                  <a:lnTo>
                    <a:pt x="1345728" y="858009"/>
                  </a:lnTo>
                  <a:lnTo>
                    <a:pt x="2018592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358225" y="4715362"/>
              <a:ext cx="2018592" cy="1020639"/>
            </a:xfrm>
            <a:custGeom>
              <a:avLst/>
              <a:pathLst>
                <a:path w="2018592" h="1020639">
                  <a:moveTo>
                    <a:pt x="0" y="900069"/>
                  </a:moveTo>
                  <a:lnTo>
                    <a:pt x="672864" y="1020639"/>
                  </a:lnTo>
                  <a:lnTo>
                    <a:pt x="1345728" y="569202"/>
                  </a:lnTo>
                  <a:lnTo>
                    <a:pt x="2018592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90009" y="5615431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190009" y="4942482"/>
              <a:ext cx="3700753" cy="0"/>
            </a:xfrm>
            <a:custGeom>
              <a:avLst/>
              <a:pathLst>
                <a:path w="3700753" h="0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2331897" y="1959479"/>
              <a:ext cx="33560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pooled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6207888" y="2001116"/>
              <a:ext cx="124311" cy="605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oo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9978230" y="1980216"/>
              <a:ext cx="124311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po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786462" y="596869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1459327" y="597006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2132191" y="597006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2805055" y="5968641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3477920" y="5970387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4150784" y="597011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4556805" y="596869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5229669" y="597006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5902533" y="597006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575398" y="5968641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7248262" y="5970387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7921126" y="597011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8327147" y="596869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000012" y="597006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672876" y="597006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10345740" y="5968641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1018604" y="5970387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11691469" y="597011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24539" y="557373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24539" y="4453849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24539" y="333057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462383" y="221035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6138086" y="6107065"/>
              <a:ext cx="263915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</a:t>
              </a:r>
            </a:p>
          </p:txBody>
        </p:sp>
        <p:sp>
          <p:nvSpPr>
            <p:cNvPr id="162" name="tx162"/>
            <p:cNvSpPr/>
            <p:nvPr/>
          </p:nvSpPr>
          <p:spPr>
            <a:xfrm rot="-5400000">
              <a:off x="104328" y="3953739"/>
              <a:ext cx="4583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550888" y="1542284"/>
              <a:ext cx="357299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164" name="pt164"/>
            <p:cNvSpPr/>
            <p:nvPr/>
          </p:nvSpPr>
          <p:spPr>
            <a:xfrm>
              <a:off x="5049128" y="1557387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4999722" y="15957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767981" y="1557387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718575" y="15957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5266821" y="1553089"/>
              <a:ext cx="360218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facoms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5985674" y="1554453"/>
              <a:ext cx="347940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treated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6611971" y="1516363"/>
              <a:ext cx="504707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analysis</a:t>
              </a:r>
            </a:p>
          </p:txBody>
        </p:sp>
        <p:sp>
          <p:nvSpPr>
            <p:cNvPr id="171" name="pt171"/>
            <p:cNvSpPr/>
            <p:nvPr/>
          </p:nvSpPr>
          <p:spPr>
            <a:xfrm>
              <a:off x="7257618" y="1557387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7690795" y="1557387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tx173"/>
            <p:cNvSpPr/>
            <p:nvPr/>
          </p:nvSpPr>
          <p:spPr>
            <a:xfrm>
              <a:off x="7475312" y="1555763"/>
              <a:ext cx="7454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7908489" y="1555763"/>
              <a:ext cx="80709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</p:grpSp>
      <p:sp>
        <p:nvSpPr>
          <p:cNvPr id="175" name="Title 3"/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2025-08-29T17:30:45Z</dcterms:modified>
</cp:coreProperties>
</file>
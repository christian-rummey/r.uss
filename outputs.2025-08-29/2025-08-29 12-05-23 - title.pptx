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embeddedFontLst>
    <p:embeddedFont>
      <p:font typeface="Tenorite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13" d="100"/>
          <a:sy n="113" d="100"/>
        </p:scale>
        <p:origin x="724" y="292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5099B70-E957-410F-B6DB-C9618745EB2A}"/>
    <pc:docChg chg="modSld">
      <pc:chgData name="Christian Rummey" userId="1616f22b-5705-4d11-a330-2855031cc605" providerId="ADAL" clId="{B5099B70-E957-410F-B6DB-C9618745EB2A}" dt="2025-08-29T10:06:23.106" v="7" actId="20577"/>
      <pc:docMkLst>
        <pc:docMk/>
      </pc:docMkLst>
      <pc:sldChg chg="modSp mod">
        <pc:chgData name="Christian Rummey" userId="1616f22b-5705-4d11-a330-2855031cc605" providerId="ADAL" clId="{B5099B70-E957-410F-B6DB-C9618745EB2A}" dt="2025-08-29T10:06:23.106" v="7" actId="20577"/>
        <pc:sldMkLst>
          <pc:docMk/>
          <pc:sldMk cId="0" sldId="256"/>
        </pc:sldMkLst>
        <pc:spChg chg="mod">
          <ac:chgData name="Christian Rummey" userId="1616f22b-5705-4d11-a330-2855031cc605" providerId="ADAL" clId="{B5099B70-E957-410F-B6DB-C9618745EB2A}" dt="2025-08-29T10:06:23.106" v="7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2025-08-29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2025-08-29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2025-08-29 12-05-24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5603912" y="5072201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5603912" y="3477580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5603912" y="1882959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6460259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7602054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8743849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9885644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1027439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5603912" y="5869511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5603912" y="4274890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5603912" y="2680270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5603912" y="1085649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5889361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7031156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8172951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9314746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0456542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1598337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5850984" y="5831134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5850984" y="5831134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5850984" y="5831134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5850984" y="5831134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5850984" y="5831134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5850984" y="5831134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6992780" y="5900500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6992780" y="4924592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6992780" y="5789275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6992780" y="4586533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6992780" y="5975049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6992780" y="4500423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8134575" y="5353944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8134575" y="4230135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8134575" y="5419323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8134575" y="3284126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8134575" y="5377863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8134575" y="4271994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9276370" y="4696562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9276370" y="3545246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9276370" y="5258665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9276370" y="2483627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9276370" y="4511586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9276370" y="316213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0418165" y="4303886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10418165" y="2365625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10418165" y="4708920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10418165" y="2000457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10418165" y="4157181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10418165" y="2748733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1559960" y="3795601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1559960" y="2229285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11559960" y="4319434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11559960" y="1118632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11559960" y="3681586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11559960" y="2374395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5889361" y="1157008"/>
              <a:ext cx="5708975" cy="4712502"/>
            </a:xfrm>
            <a:custGeom>
              <a:avLst/>
              <a:gdLst/>
              <a:ahLst/>
              <a:cxnLst/>
              <a:rect l="0" t="0" r="0" b="0"/>
              <a:pathLst>
                <a:path w="5708975" h="4712502">
                  <a:moveTo>
                    <a:pt x="0" y="4712502"/>
                  </a:moveTo>
                  <a:lnTo>
                    <a:pt x="1141795" y="3467901"/>
                  </a:lnTo>
                  <a:lnTo>
                    <a:pt x="2283590" y="2165494"/>
                  </a:lnTo>
                  <a:lnTo>
                    <a:pt x="3425385" y="1364995"/>
                  </a:lnTo>
                  <a:lnTo>
                    <a:pt x="4567180" y="881825"/>
                  </a:lnTo>
                  <a:lnTo>
                    <a:pt x="5708975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5889361" y="2412772"/>
              <a:ext cx="5708975" cy="3456738"/>
            </a:xfrm>
            <a:custGeom>
              <a:avLst/>
              <a:gdLst/>
              <a:ahLst/>
              <a:cxnLst/>
              <a:rect l="0" t="0" r="0" b="0"/>
              <a:pathLst>
                <a:path w="5708975" h="3456738">
                  <a:moveTo>
                    <a:pt x="0" y="3456738"/>
                  </a:moveTo>
                  <a:lnTo>
                    <a:pt x="1141795" y="2126028"/>
                  </a:lnTo>
                  <a:lnTo>
                    <a:pt x="2283590" y="1897598"/>
                  </a:lnTo>
                  <a:lnTo>
                    <a:pt x="3425385" y="787742"/>
                  </a:lnTo>
                  <a:lnTo>
                    <a:pt x="4567180" y="374337"/>
                  </a:lnTo>
                  <a:lnTo>
                    <a:pt x="5708975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5889361" y="2267661"/>
              <a:ext cx="5708975" cy="3601849"/>
            </a:xfrm>
            <a:custGeom>
              <a:avLst/>
              <a:gdLst/>
              <a:ahLst/>
              <a:cxnLst/>
              <a:rect l="0" t="0" r="0" b="0"/>
              <a:pathLst>
                <a:path w="5708975" h="3601849">
                  <a:moveTo>
                    <a:pt x="0" y="3601849"/>
                  </a:moveTo>
                  <a:lnTo>
                    <a:pt x="1141795" y="2695307"/>
                  </a:lnTo>
                  <a:lnTo>
                    <a:pt x="2283590" y="2000850"/>
                  </a:lnTo>
                  <a:lnTo>
                    <a:pt x="3425385" y="1315960"/>
                  </a:lnTo>
                  <a:lnTo>
                    <a:pt x="4567180" y="136340"/>
                  </a:lnTo>
                  <a:lnTo>
                    <a:pt x="5708975" y="0"/>
                  </a:lnTo>
                </a:path>
              </a:pathLst>
            </a:custGeom>
            <a:ln w="203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5889361" y="4357810"/>
              <a:ext cx="5708975" cy="1511700"/>
            </a:xfrm>
            <a:custGeom>
              <a:avLst/>
              <a:gdLst/>
              <a:ahLst/>
              <a:cxnLst/>
              <a:rect l="0" t="0" r="0" b="0"/>
              <a:pathLst>
                <a:path w="5708975" h="1511700">
                  <a:moveTo>
                    <a:pt x="0" y="1511700"/>
                  </a:moveTo>
                  <a:lnTo>
                    <a:pt x="1141795" y="1469841"/>
                  </a:lnTo>
                  <a:lnTo>
                    <a:pt x="2283590" y="1099889"/>
                  </a:lnTo>
                  <a:lnTo>
                    <a:pt x="3425385" y="939231"/>
                  </a:lnTo>
                  <a:lnTo>
                    <a:pt x="4567180" y="389486"/>
                  </a:lnTo>
                  <a:lnTo>
                    <a:pt x="5708975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5889361" y="3719962"/>
              <a:ext cx="5708975" cy="2293463"/>
            </a:xfrm>
            <a:custGeom>
              <a:avLst/>
              <a:gdLst/>
              <a:ahLst/>
              <a:cxnLst/>
              <a:rect l="0" t="0" r="0" b="0"/>
              <a:pathLst>
                <a:path w="5708975" h="2293463">
                  <a:moveTo>
                    <a:pt x="0" y="2149548"/>
                  </a:moveTo>
                  <a:lnTo>
                    <a:pt x="1141795" y="2293463"/>
                  </a:lnTo>
                  <a:lnTo>
                    <a:pt x="2283590" y="1696277"/>
                  </a:lnTo>
                  <a:lnTo>
                    <a:pt x="3425385" y="830000"/>
                  </a:lnTo>
                  <a:lnTo>
                    <a:pt x="4567180" y="475595"/>
                  </a:lnTo>
                  <a:lnTo>
                    <a:pt x="5708975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5889361" y="3833978"/>
              <a:ext cx="5708975" cy="2104899"/>
            </a:xfrm>
            <a:custGeom>
              <a:avLst/>
              <a:gdLst/>
              <a:ahLst/>
              <a:cxnLst/>
              <a:rect l="0" t="0" r="0" b="0"/>
              <a:pathLst>
                <a:path w="5708975" h="2104899">
                  <a:moveTo>
                    <a:pt x="0" y="2035533"/>
                  </a:moveTo>
                  <a:lnTo>
                    <a:pt x="1141795" y="2104899"/>
                  </a:lnTo>
                  <a:lnTo>
                    <a:pt x="2283590" y="1558343"/>
                  </a:lnTo>
                  <a:lnTo>
                    <a:pt x="3425385" y="900960"/>
                  </a:lnTo>
                  <a:lnTo>
                    <a:pt x="4567180" y="508285"/>
                  </a:lnTo>
                  <a:lnTo>
                    <a:pt x="5708975" y="0"/>
                  </a:lnTo>
                </a:path>
              </a:pathLst>
            </a:custGeom>
            <a:ln w="203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5603912" y="4912738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tx65"/>
            <p:cNvSpPr/>
            <p:nvPr/>
          </p:nvSpPr>
          <p:spPr>
            <a:xfrm>
              <a:off x="5479127" y="5827819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79127" y="4234890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479127" y="263857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416971" y="1045321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858283" y="631718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000078" y="6318549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141873" y="6318549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9283669" y="631713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0425464" y="6318876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1567259" y="6318604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8611891" y="6455554"/>
              <a:ext cx="263915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</a:t>
              </a:r>
            </a:p>
          </p:txBody>
        </p:sp>
        <p:sp>
          <p:nvSpPr>
            <p:cNvPr id="76" name="tx76"/>
            <p:cNvSpPr/>
            <p:nvPr/>
          </p:nvSpPr>
          <p:spPr>
            <a:xfrm rot="-5400000">
              <a:off x="5058916" y="3520517"/>
              <a:ext cx="458322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630888" y="542213"/>
              <a:ext cx="357299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8" name="pt78"/>
            <p:cNvSpPr/>
            <p:nvPr/>
          </p:nvSpPr>
          <p:spPr>
            <a:xfrm>
              <a:off x="7129128" y="557316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7847980" y="557316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80"/>
            <p:cNvSpPr/>
            <p:nvPr/>
          </p:nvSpPr>
          <p:spPr>
            <a:xfrm>
              <a:off x="7346821" y="553018"/>
              <a:ext cx="360218" cy="826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facoms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065674" y="554382"/>
              <a:ext cx="34794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treated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691970" y="516292"/>
              <a:ext cx="50470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analysis</a:t>
              </a:r>
            </a:p>
          </p:txBody>
        </p:sp>
        <p:sp>
          <p:nvSpPr>
            <p:cNvPr id="83" name="pt83"/>
            <p:cNvSpPr/>
            <p:nvPr/>
          </p:nvSpPr>
          <p:spPr>
            <a:xfrm>
              <a:off x="9337618" y="557316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9288212" y="59569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9820563" y="557316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9771158" y="59569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10303509" y="557316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10254103" y="59569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tx89"/>
            <p:cNvSpPr/>
            <p:nvPr/>
          </p:nvSpPr>
          <p:spPr>
            <a:xfrm>
              <a:off x="9555312" y="575119"/>
              <a:ext cx="124311" cy="605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oo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0038257" y="554219"/>
              <a:ext cx="124311" cy="814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0521202" y="533482"/>
              <a:ext cx="33560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pooled</a:t>
              </a:r>
            </a:p>
          </p:txBody>
        </p:sp>
      </p:grpSp>
      <p:sp>
        <p:nvSpPr>
          <p:cNvPr id="9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rPr dirty="0"/>
              <a:t>PMA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25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Tenorite</vt:lpstr>
      <vt:lpstr>Calibri</vt:lpstr>
      <vt:lpstr>Arial</vt:lpstr>
      <vt:lpstr>CR</vt:lpstr>
      <vt:lpstr>PMA 2025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2025-08-29T10:06:32Z</dcterms:modified>
</cp:coreProperties>
</file>
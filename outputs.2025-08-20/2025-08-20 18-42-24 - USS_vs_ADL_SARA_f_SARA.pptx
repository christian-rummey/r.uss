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D9793-A2DD-4368-83B7-2992B2F3B1BA}" v="5" dt="2025-06-10T15:20:23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96" d="100"/>
          <a:sy n="96" d="100"/>
        </p:scale>
        <p:origin x="64" y="64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2" creationId="{F0CB0027-CAAB-A460-8537-923E442AB26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4" creationId="{83D3389A-D1B1-8045-AF5C-E936D5011CE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5" creationId="{4B129F14-29DC-E5C7-B871-EFAFD4E6F8C4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6" creationId="{2CAEB7E8-F4B2-F9B3-0EE7-B55EA21C5378}"/>
            </ac:spMkLst>
          </pc:spChg>
          <pc:spChg chg="mod">
            <ac:chgData name="Christian Rummey" userId="1616f22b-5705-4d11-a330-2855031cc605" providerId="ADAL" clId="{A14D9793-A2DD-4368-83B7-2992B2F3B1BA}" dt="2025-06-10T15:20:19.508" v="8" actId="255"/>
            <ac:spMkLst>
              <pc:docMk/>
              <pc:sldMasterMk cId="1297349460" sldId="2147483648"/>
              <pc:sldLayoutMk cId="4256017067" sldId="2147483698"/>
              <ac:spMk id="7" creationId="{9C0C1CB3-BE42-6AF9-C031-C43FC50879AF}"/>
            </ac:spMkLst>
          </pc:spChg>
          <pc:spChg chg="mod">
            <ac:chgData name="Christian Rummey" userId="1616f22b-5705-4d11-a330-2855031cc605" providerId="ADAL" clId="{A14D9793-A2DD-4368-83B7-2992B2F3B1BA}" dt="2025-06-10T15:20:23.221" v="9" actId="255"/>
            <ac:spMkLst>
              <pc:docMk/>
              <pc:sldMasterMk cId="1297349460" sldId="2147483648"/>
              <pc:sldLayoutMk cId="4256017067" sldId="2147483698"/>
              <ac:spMk id="11" creationId="{2F3A1677-D5FD-6F4F-982B-D234B3676989}"/>
            </ac:spMkLst>
          </pc:spChg>
          <pc:cxnChg chg="mod">
            <ac:chgData name="Christian Rummey" userId="1616f22b-5705-4d11-a330-2855031cc605" providerId="ADAL" clId="{A14D9793-A2DD-4368-83B7-2992B2F3B1BA}" dt="2025-06-10T15:20:09.826" v="7" actId="2711"/>
            <ac:cxnSpMkLst>
              <pc:docMk/>
              <pc:sldMasterMk cId="1297349460" sldId="2147483648"/>
              <pc:sldLayoutMk cId="4256017067" sldId="2147483698"/>
              <ac:cxnSpMk id="3" creationId="{220A93F4-9361-BE4A-BDFF-57F61D61B18D}"/>
            </ac:cxnSpMkLst>
          </pc:cxnChg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BA4FE7E3-BE8F-4020-926C-39CDD45D1D87}" dt="2025-04-22T11:05:18.004" v="6" actId="1076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  <pc:spChg chg="mod">
            <ac:chgData name="Christian Rummey" userId="1616f22b-5705-4d11-a330-2855031cc605" providerId="ADAL" clId="{BA4FE7E3-BE8F-4020-926C-39CDD45D1D87}" dt="2025-04-22T11:05:11.857" v="5" actId="1076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5F97B23C-B94D-4912-9497-32CCAC5D690D}" dt="2025-03-26T12:09:58.584" v="33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  <pc:spChg chg="mod">
            <ac:chgData name="Christian Rummey" userId="1616f22b-5705-4d11-a330-2855031cc605" providerId="ADAL" clId="{5F97B23C-B94D-4912-9497-32CCAC5D690D}" dt="2025-03-28T11:37:21.372" v="46" actId="108"/>
            <ac:spMkLst>
              <pc:docMk/>
              <pc:sldMasterMk cId="1297349460" sldId="2147483648"/>
              <pc:sldLayoutMk cId="3753787485" sldId="2147483675"/>
              <ac:spMk id="4" creationId="{00000000-0000-0000-0000-000000000000}"/>
            </ac:spMkLst>
          </pc:spChg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2" creationId="{189450AF-5B3A-1BE3-45D6-60D099856B54}"/>
            </ac:spMkLst>
          </pc:spChg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5" creationId="{F1CC33CE-F5D7-114C-2E5F-0BB1D6208940}"/>
            </ac:spMkLst>
          </pc:spChg>
          <pc:spChg chg="mod">
            <ac:chgData name="Christian Rummey" userId="1616f22b-5705-4d11-a330-2855031cc605" providerId="ADAL" clId="{5F97B23C-B94D-4912-9497-32CCAC5D690D}" dt="2025-03-28T11:37:41.348" v="49" actId="108"/>
            <ac:spMkLst>
              <pc:docMk/>
              <pc:sldMasterMk cId="1297349460" sldId="2147483648"/>
              <pc:sldLayoutMk cId="3487979977" sldId="2147483685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  <pc:spChg chg="add mod">
            <ac:chgData name="Christian Rummey" userId="1616f22b-5705-4d11-a330-2855031cc605" providerId="ADAL" clId="{5F97B23C-B94D-4912-9497-32CCAC5D690D}" dt="2025-03-28T11:37:44.999" v="50" actId="108"/>
            <ac:spMkLst>
              <pc:docMk/>
              <pc:sldMasterMk cId="1297349460" sldId="2147483648"/>
              <pc:sldLayoutMk cId="1567917209" sldId="2147483686"/>
              <ac:spMk id="9" creationId="{5CCC9ECA-AF17-77AA-3FBA-9C2ADA4E93EB}"/>
            </ac:spMkLst>
          </pc:spChg>
          <pc:spChg chg="add mod">
            <ac:chgData name="Christian Rummey" userId="1616f22b-5705-4d11-a330-2855031cc605" providerId="ADAL" clId="{5F97B23C-B94D-4912-9497-32CCAC5D690D}" dt="2025-03-26T12:08:06.003" v="20"/>
            <ac:spMkLst>
              <pc:docMk/>
              <pc:sldMasterMk cId="1297349460" sldId="2147483648"/>
              <pc:sldLayoutMk cId="1567917209" sldId="2147483686"/>
              <ac:spMk id="10" creationId="{00000000-0000-0000-0000-000000000000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2" creationId="{3C96B0EB-DC02-C3E4-27BE-B09618C53392}"/>
            </ac:spMkLst>
          </pc:spChg>
          <pc:spChg chg="mod">
            <ac:chgData name="Christian Rummey" userId="1616f22b-5705-4d11-a330-2855031cc605" providerId="ADAL" clId="{5F97B23C-B94D-4912-9497-32CCAC5D690D}" dt="2025-03-28T11:37:37.870" v="48" actId="108"/>
            <ac:spMkLst>
              <pc:docMk/>
              <pc:sldMasterMk cId="1297349460" sldId="2147483648"/>
              <pc:sldLayoutMk cId="3387880590" sldId="2147483694"/>
              <ac:spMk id="5" creationId="{F78D01E8-C1E8-530B-2B36-96123687E1F0}"/>
            </ac:spMkLst>
          </pc:spChg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6" creationId="{353035CB-67F1-9F4F-38E1-119BC05B992D}"/>
            </ac:spMkLst>
          </pc:spChg>
          <pc:spChg chg="mod">
            <ac:chgData name="Christian Rummey" userId="1616f22b-5705-4d11-a330-2855031cc605" providerId="ADAL" clId="{5F97B23C-B94D-4912-9497-32CCAC5D690D}" dt="2025-03-28T11:37:35.668" v="47" actId="108"/>
            <ac:spMkLst>
              <pc:docMk/>
              <pc:sldMasterMk cId="1297349460" sldId="2147483648"/>
              <pc:sldLayoutMk cId="3387880590" sldId="2147483694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  <pc:spChg chg="mod">
            <ac:chgData name="Christian Rummey" userId="1616f22b-5705-4d11-a330-2855031cc605" providerId="ADAL" clId="{5F97B23C-B94D-4912-9497-32CCAC5D690D}" dt="2025-03-26T12:08:53.659" v="22" actId="207"/>
            <ac:spMkLst>
              <pc:docMk/>
              <pc:sldMasterMk cId="1297349460" sldId="2147483648"/>
              <pc:sldLayoutMk cId="84449021" sldId="2147483695"/>
              <ac:spMk id="2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6T12:06:49.789" v="4" actId="404"/>
            <ac:spMkLst>
              <pc:docMk/>
              <pc:sldMasterMk cId="1297349460" sldId="2147483648"/>
              <pc:sldLayoutMk cId="84449021" sldId="2147483695"/>
              <ac:spMk id="3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8T11:37:17.355" v="45" actId="108"/>
            <ac:spMkLst>
              <pc:docMk/>
              <pc:sldMasterMk cId="1297349460" sldId="2147483648"/>
              <pc:sldLayoutMk cId="84449021" sldId="2147483695"/>
              <ac:spMk id="9" creationId="{2F8024D3-1A65-0428-57F2-93033CA6A491}"/>
            </ac:spMkLst>
          </pc:spChg>
          <pc:spChg chg="add mod">
            <ac:chgData name="Christian Rummey" userId="1616f22b-5705-4d11-a330-2855031cc605" providerId="ADAL" clId="{5F97B23C-B94D-4912-9497-32CCAC5D690D}" dt="2025-03-26T12:09:45.755" v="30"/>
            <ac:spMkLst>
              <pc:docMk/>
              <pc:sldMasterMk cId="1297349460" sldId="2147483648"/>
              <pc:sldLayoutMk cId="84449021" sldId="2147483695"/>
              <ac:spMk id="11" creationId="{FD894503-3C12-466A-60EE-312759D093FB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5F97B23C-B94D-4912-9497-32CCAC5D690D}" dt="2025-03-27T10:13:50.012" v="38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  <pc:spChg chg="add mod">
            <ac:chgData name="Christian Rummey" userId="1616f22b-5705-4d11-a330-2855031cc605" providerId="ADAL" clId="{5F97B23C-B94D-4912-9497-32CCAC5D690D}" dt="2025-03-27T10:13:59.609" v="41" actId="14100"/>
            <ac:spMkLst>
              <pc:docMk/>
              <pc:sldMasterMk cId="1297349460" sldId="2147483648"/>
              <pc:sldLayoutMk cId="775367414" sldId="2147483696"/>
              <ac:spMk id="9" creationId="{A3D7ED22-F98E-C2C8-4338-C3DCEAFE0DD6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0" creationId="{0813FBF2-EE6A-7F21-DA43-BEB4A4204A34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2" creationId="{EAF21E59-6130-9132-479A-6011AFDD62FE}"/>
            </ac:spMkLst>
          </pc:spChg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15F4C84D-1EF1-4114-9C4D-36D8254AFF84}" dt="2025-04-14T10:50:14.983" v="3" actId="14100"/>
            <ac:spMkLst>
              <pc:docMk/>
              <pc:sldMasterMk cId="1297349460" sldId="2147483648"/>
              <pc:sldLayoutMk cId="775367414" sldId="2147483696"/>
              <ac:spMk id="2" creationId="{4070C87E-DFA1-032D-5413-84B5C0EA6962}"/>
            </ac:spMkLst>
          </pc:spChg>
          <pc:spChg chg="mod">
            <ac:chgData name="Christian Rummey" userId="1616f22b-5705-4d11-a330-2855031cc605" providerId="ADAL" clId="{15F4C84D-1EF1-4114-9C4D-36D8254AFF84}" dt="2025-04-14T10:50:04.056" v="0" actId="14100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2025-08-20 18-42-24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0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611963" y="2687858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11963" y="2084934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11963" y="1482010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11963" y="879086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00557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336037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517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11963" y="2989321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11963" y="2386396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11963" y="1783472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1963" y="1180548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82817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818297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53777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889256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311211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984273" y="1376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1379279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104115" y="250225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327505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741697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897019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673629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828951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67362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948793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897019" y="23414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74169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19136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965087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897019" y="1155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172183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534601" y="2140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379279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96508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586375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793471" y="1959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897019" y="15576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689923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41475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621855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379279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965087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104115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052341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534601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725403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725403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725403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757991" y="24620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311211" y="19797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068635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155889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275731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1586375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828951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689923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948793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068635" y="27434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741697" y="20400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068635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793471" y="19797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2207663" y="1678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05234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621855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016861" y="24017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948793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845245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275731" y="1919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172183" y="2220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1379279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087821" y="1195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311211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1897019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861539" y="2281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068635" y="24620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172183" y="2884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482827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586375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932499" y="1236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518307" y="1778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828951" y="11758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1793471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104115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861539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793471" y="1859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725403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80976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1379279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965087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311211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311211" y="1376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104115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1897019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689923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897019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1793471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1586375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621855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207663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1741697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104115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036047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414759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175074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000567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725403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068635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1482827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052341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117218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1275731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1897019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1741697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1172183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27573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518307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1689923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1379279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122395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1327505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621855" y="12160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052341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757991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379279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96508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016861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207663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27573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06863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1638149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1172183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207663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965087" y="2200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2104115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757991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757991" y="27434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1068635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757991" y="2884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965087" y="27635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1482827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311211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172183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2104115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68992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861539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534601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379279" y="2200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689923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275731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793471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207663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861539" y="28238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757991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2621855" y="1296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068635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1379279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1586375" y="16581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1379279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036047" y="1296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1379279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757991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1793471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1793471" y="2220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1068635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1793471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689923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036047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80976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2621855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104115" y="1798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793471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1793471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1897019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1638149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143105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1689923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3139595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311211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1897019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79347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379279" y="1798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861539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311211" y="1859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1586375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139595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207663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913313" y="23816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1379279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58637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2621855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379279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897019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2880725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207663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275731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689923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1793471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32750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2414759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148282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2311211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965087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1897019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897019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148282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1897019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1586375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809765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1845245" y="2281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1897019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2207663" y="1738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1586375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1948793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2570081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965087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757991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757991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96508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2207663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1431053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1327505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913313" y="2642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1379279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2621855" y="914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861539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1482827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1379279" y="1738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168992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1482827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1172183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1897019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1897019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1379279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2725403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225943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2673629" y="1195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2621855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1845245" y="21605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293249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1689923" y="23213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1482827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2777177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1379279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2777177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965087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1482827" y="2642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965087" y="28640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75799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2414759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2000567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2207663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275731" y="23213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534601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1689923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1379279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58637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861539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275731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809765" y="294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2207663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2984273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2104115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2155889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2621855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861539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2104115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2000567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1016861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1482827" y="2140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861539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1016861" y="23816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757991" y="28037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1482827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1068635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757991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1327505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tx289"/>
            <p:cNvSpPr/>
            <p:nvPr/>
          </p:nvSpPr>
          <p:spPr>
            <a:xfrm>
              <a:off x="799902" y="865197"/>
              <a:ext cx="91715" cy="90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905254" y="829646"/>
              <a:ext cx="49441" cy="638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954696" y="95610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989485" y="918093"/>
              <a:ext cx="74166" cy="380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1063651" y="95610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1098439" y="863275"/>
              <a:ext cx="247178" cy="92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295" name="pl295"/>
            <p:cNvSpPr/>
            <p:nvPr/>
          </p:nvSpPr>
          <p:spPr>
            <a:xfrm>
              <a:off x="782817" y="710267"/>
              <a:ext cx="3049840" cy="1953130"/>
            </a:xfrm>
            <a:custGeom>
              <a:avLst/>
              <a:pathLst>
                <a:path w="3049840" h="1953130">
                  <a:moveTo>
                    <a:pt x="0" y="1953130"/>
                  </a:moveTo>
                  <a:lnTo>
                    <a:pt x="43254" y="1925430"/>
                  </a:lnTo>
                  <a:lnTo>
                    <a:pt x="86508" y="1897730"/>
                  </a:lnTo>
                  <a:lnTo>
                    <a:pt x="129762" y="1870029"/>
                  </a:lnTo>
                  <a:lnTo>
                    <a:pt x="173016" y="1842329"/>
                  </a:lnTo>
                  <a:lnTo>
                    <a:pt x="216271" y="1814629"/>
                  </a:lnTo>
                  <a:lnTo>
                    <a:pt x="259525" y="1786929"/>
                  </a:lnTo>
                  <a:lnTo>
                    <a:pt x="302779" y="1759229"/>
                  </a:lnTo>
                  <a:lnTo>
                    <a:pt x="346033" y="1731528"/>
                  </a:lnTo>
                  <a:lnTo>
                    <a:pt x="389287" y="1703828"/>
                  </a:lnTo>
                  <a:lnTo>
                    <a:pt x="432542" y="1676128"/>
                  </a:lnTo>
                  <a:lnTo>
                    <a:pt x="475796" y="1648428"/>
                  </a:lnTo>
                  <a:lnTo>
                    <a:pt x="519050" y="1620728"/>
                  </a:lnTo>
                  <a:lnTo>
                    <a:pt x="562304" y="1593028"/>
                  </a:lnTo>
                  <a:lnTo>
                    <a:pt x="605559" y="1565327"/>
                  </a:lnTo>
                  <a:lnTo>
                    <a:pt x="648813" y="1537627"/>
                  </a:lnTo>
                  <a:lnTo>
                    <a:pt x="692067" y="1509927"/>
                  </a:lnTo>
                  <a:lnTo>
                    <a:pt x="735321" y="1482227"/>
                  </a:lnTo>
                  <a:lnTo>
                    <a:pt x="778575" y="1454527"/>
                  </a:lnTo>
                  <a:lnTo>
                    <a:pt x="821830" y="1426827"/>
                  </a:lnTo>
                  <a:lnTo>
                    <a:pt x="865084" y="1399126"/>
                  </a:lnTo>
                  <a:lnTo>
                    <a:pt x="908338" y="1371426"/>
                  </a:lnTo>
                  <a:lnTo>
                    <a:pt x="951592" y="1343726"/>
                  </a:lnTo>
                  <a:lnTo>
                    <a:pt x="994847" y="1316026"/>
                  </a:lnTo>
                  <a:lnTo>
                    <a:pt x="1038101" y="1288326"/>
                  </a:lnTo>
                  <a:lnTo>
                    <a:pt x="1081355" y="1260625"/>
                  </a:lnTo>
                  <a:lnTo>
                    <a:pt x="1124609" y="1232925"/>
                  </a:lnTo>
                  <a:lnTo>
                    <a:pt x="1167863" y="1205225"/>
                  </a:lnTo>
                  <a:lnTo>
                    <a:pt x="1211118" y="1177525"/>
                  </a:lnTo>
                  <a:lnTo>
                    <a:pt x="1254372" y="1149825"/>
                  </a:lnTo>
                  <a:lnTo>
                    <a:pt x="1297626" y="1122125"/>
                  </a:lnTo>
                  <a:lnTo>
                    <a:pt x="1340880" y="1094424"/>
                  </a:lnTo>
                  <a:lnTo>
                    <a:pt x="1384135" y="1066724"/>
                  </a:lnTo>
                  <a:lnTo>
                    <a:pt x="1427389" y="1039024"/>
                  </a:lnTo>
                  <a:lnTo>
                    <a:pt x="1470643" y="1011324"/>
                  </a:lnTo>
                  <a:lnTo>
                    <a:pt x="1513897" y="983624"/>
                  </a:lnTo>
                  <a:lnTo>
                    <a:pt x="1557151" y="955923"/>
                  </a:lnTo>
                  <a:lnTo>
                    <a:pt x="1600406" y="928223"/>
                  </a:lnTo>
                  <a:lnTo>
                    <a:pt x="1643660" y="900523"/>
                  </a:lnTo>
                  <a:lnTo>
                    <a:pt x="1686914" y="872823"/>
                  </a:lnTo>
                  <a:lnTo>
                    <a:pt x="1730168" y="845123"/>
                  </a:lnTo>
                  <a:lnTo>
                    <a:pt x="1773423" y="817423"/>
                  </a:lnTo>
                  <a:lnTo>
                    <a:pt x="1816677" y="789722"/>
                  </a:lnTo>
                  <a:lnTo>
                    <a:pt x="1859931" y="762022"/>
                  </a:lnTo>
                  <a:lnTo>
                    <a:pt x="1903185" y="734322"/>
                  </a:lnTo>
                  <a:lnTo>
                    <a:pt x="1946439" y="706622"/>
                  </a:lnTo>
                  <a:lnTo>
                    <a:pt x="1989694" y="678922"/>
                  </a:lnTo>
                  <a:lnTo>
                    <a:pt x="2032948" y="651221"/>
                  </a:lnTo>
                  <a:lnTo>
                    <a:pt x="2076202" y="623521"/>
                  </a:lnTo>
                  <a:lnTo>
                    <a:pt x="2119456" y="595821"/>
                  </a:lnTo>
                  <a:lnTo>
                    <a:pt x="2162711" y="568121"/>
                  </a:lnTo>
                  <a:lnTo>
                    <a:pt x="2205965" y="540421"/>
                  </a:lnTo>
                  <a:lnTo>
                    <a:pt x="2249219" y="512721"/>
                  </a:lnTo>
                  <a:lnTo>
                    <a:pt x="2292473" y="485020"/>
                  </a:lnTo>
                  <a:lnTo>
                    <a:pt x="2335727" y="457320"/>
                  </a:lnTo>
                  <a:lnTo>
                    <a:pt x="2378982" y="429620"/>
                  </a:lnTo>
                  <a:lnTo>
                    <a:pt x="2422236" y="401920"/>
                  </a:lnTo>
                  <a:lnTo>
                    <a:pt x="2465490" y="374220"/>
                  </a:lnTo>
                  <a:lnTo>
                    <a:pt x="2508744" y="346519"/>
                  </a:lnTo>
                  <a:lnTo>
                    <a:pt x="2551999" y="318819"/>
                  </a:lnTo>
                  <a:lnTo>
                    <a:pt x="2595253" y="291119"/>
                  </a:lnTo>
                  <a:lnTo>
                    <a:pt x="2638507" y="263419"/>
                  </a:lnTo>
                  <a:lnTo>
                    <a:pt x="2681761" y="235719"/>
                  </a:lnTo>
                  <a:lnTo>
                    <a:pt x="2725015" y="208019"/>
                  </a:lnTo>
                  <a:lnTo>
                    <a:pt x="2768270" y="180318"/>
                  </a:lnTo>
                  <a:lnTo>
                    <a:pt x="2811524" y="152618"/>
                  </a:lnTo>
                  <a:lnTo>
                    <a:pt x="2854778" y="124918"/>
                  </a:lnTo>
                  <a:lnTo>
                    <a:pt x="2898032" y="97218"/>
                  </a:lnTo>
                  <a:lnTo>
                    <a:pt x="2941287" y="69518"/>
                  </a:lnTo>
                  <a:lnTo>
                    <a:pt x="2984541" y="41818"/>
                  </a:lnTo>
                  <a:lnTo>
                    <a:pt x="3027795" y="14117"/>
                  </a:lnTo>
                  <a:lnTo>
                    <a:pt x="3049840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611963" y="5730859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611963" y="5127934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611963" y="4525010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611963" y="3922086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1131499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1828863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2526227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3223591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3920955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611963" y="6032321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611963" y="5429397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611963" y="4826472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611963" y="4223548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782817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1480181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2177545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2874909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3572273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4269637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2431665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54744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2431665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2850083" y="4600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3268501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1804037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2571137" y="4459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1455355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2013246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2640874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1315882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571137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319876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2013246" y="4640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2989556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285008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036937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710610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3407974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278034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896129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3268501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47771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2571137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477710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2989556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68692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059292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2292192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3059292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082983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2780347" y="42992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361718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1873773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2850083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1525091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780347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1734301" y="5304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827727" y="54447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2013246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757991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757991" y="59673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757991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757991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2431665" y="43996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3129028" y="4600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198765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757991" y="5927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2850083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757991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1385619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243166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361718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1873773" y="5484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757991" y="5484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1804037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919819" y="5002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2640874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3059292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175074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2850083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354744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105338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1525091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410533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271061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3129028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3756656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1804037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407974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47447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2013246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2431665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319876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257113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2361928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2989556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3965865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2919819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1873773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2013246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3129028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035602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129028" y="4238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1315882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1873773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2013246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312902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3617183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1734301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2361928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1594828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2989556" y="4419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2431665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3129028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2431665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243166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2571137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3268501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2152719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2571137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3198765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215271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1455355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2222455" y="4721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71061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1943510" y="4459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268501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222455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1873773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257113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3756656" y="4098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54744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2640874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2989556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1036937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1036937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2501401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1734301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3756656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3338238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2013246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312902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2013246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129028" y="4359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1176409" y="5304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1873773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2989556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2013246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2919819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1176409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2013246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2850083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1734301" y="50227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3547447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1664564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897464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2431665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1315882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1734301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1315882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1036937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2361928" y="4781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1036937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338238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2013246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1315882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1455355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1873773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1176409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75799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2361928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292192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757991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1594828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292192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2013246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1594828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757991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2850083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2292192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757991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354744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2431665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1734301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2292192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2222455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2989556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2710610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2640874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2571137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2013246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1315882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1873773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2292192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271061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013246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2571137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1873773" y="5002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2431665" y="45403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1594828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3338238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897464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1455355" y="4902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757991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2571137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1873773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780347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3059292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757991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1734301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1036937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2013246" y="4721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3826392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1455355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1176409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2850083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3198765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1455355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2571137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2571137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2431665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2640874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2013246" y="43996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3268501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035602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3547447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354744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2989556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2989556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3129028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129028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2292192" y="52035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187377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3059292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850083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582315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3547447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3268501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3477710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2013246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967200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2850083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1315882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2152719" y="4902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2571137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1873773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431665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1594828" y="4419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3477710" y="4660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1176409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2292192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2431665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1873773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2850083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215271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2501401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059292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1734301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1873773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1315882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326850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278034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897464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1873773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1734301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1176409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1036937" y="5123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312902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1943510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2431665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1176409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2571137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2292192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1525091" y="4781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2082983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1804037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2013246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2710610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1246146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3268501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2222455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180403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1873773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3129028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1176409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1246146" y="5685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1943510" y="45403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338238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2152719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1664564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1873773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2361928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2152719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2501401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3129028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3547447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1734301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2571137" y="5123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3129028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2850083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285008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013246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1873773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967200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250140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1176409" y="5263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897464" y="5324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2571137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1315882" y="56658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2919819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268501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1664564" y="51433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1176409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tx609"/>
            <p:cNvSpPr/>
            <p:nvPr/>
          </p:nvSpPr>
          <p:spPr>
            <a:xfrm>
              <a:off x="799902" y="3908197"/>
              <a:ext cx="91715" cy="90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610" name="tx610"/>
            <p:cNvSpPr/>
            <p:nvPr/>
          </p:nvSpPr>
          <p:spPr>
            <a:xfrm>
              <a:off x="905254" y="3872646"/>
              <a:ext cx="49441" cy="638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11" name="tx611"/>
            <p:cNvSpPr/>
            <p:nvPr/>
          </p:nvSpPr>
          <p:spPr>
            <a:xfrm>
              <a:off x="954696" y="399910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989485" y="3961093"/>
              <a:ext cx="74166" cy="380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1063651" y="399910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1098439" y="3906275"/>
              <a:ext cx="247178" cy="92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615" name="pl615"/>
            <p:cNvSpPr/>
            <p:nvPr/>
          </p:nvSpPr>
          <p:spPr>
            <a:xfrm>
              <a:off x="782817" y="3973064"/>
              <a:ext cx="3417083" cy="1308762"/>
            </a:xfrm>
            <a:custGeom>
              <a:avLst/>
              <a:pathLst>
                <a:path w="3417083" h="1308762">
                  <a:moveTo>
                    <a:pt x="0" y="1308762"/>
                  </a:moveTo>
                  <a:lnTo>
                    <a:pt x="43254" y="1292196"/>
                  </a:lnTo>
                  <a:lnTo>
                    <a:pt x="86508" y="1275629"/>
                  </a:lnTo>
                  <a:lnTo>
                    <a:pt x="129762" y="1259063"/>
                  </a:lnTo>
                  <a:lnTo>
                    <a:pt x="173016" y="1242496"/>
                  </a:lnTo>
                  <a:lnTo>
                    <a:pt x="216271" y="1225929"/>
                  </a:lnTo>
                  <a:lnTo>
                    <a:pt x="259525" y="1209363"/>
                  </a:lnTo>
                  <a:lnTo>
                    <a:pt x="302779" y="1192796"/>
                  </a:lnTo>
                  <a:lnTo>
                    <a:pt x="346033" y="1176230"/>
                  </a:lnTo>
                  <a:lnTo>
                    <a:pt x="389287" y="1159663"/>
                  </a:lnTo>
                  <a:lnTo>
                    <a:pt x="432542" y="1143096"/>
                  </a:lnTo>
                  <a:lnTo>
                    <a:pt x="475796" y="1126530"/>
                  </a:lnTo>
                  <a:lnTo>
                    <a:pt x="519050" y="1109963"/>
                  </a:lnTo>
                  <a:lnTo>
                    <a:pt x="562304" y="1093396"/>
                  </a:lnTo>
                  <a:lnTo>
                    <a:pt x="605559" y="1076830"/>
                  </a:lnTo>
                  <a:lnTo>
                    <a:pt x="648813" y="1060263"/>
                  </a:lnTo>
                  <a:lnTo>
                    <a:pt x="692067" y="1043697"/>
                  </a:lnTo>
                  <a:lnTo>
                    <a:pt x="735321" y="1027130"/>
                  </a:lnTo>
                  <a:lnTo>
                    <a:pt x="778575" y="1010563"/>
                  </a:lnTo>
                  <a:lnTo>
                    <a:pt x="821830" y="993997"/>
                  </a:lnTo>
                  <a:lnTo>
                    <a:pt x="865084" y="977430"/>
                  </a:lnTo>
                  <a:lnTo>
                    <a:pt x="908338" y="960863"/>
                  </a:lnTo>
                  <a:lnTo>
                    <a:pt x="951592" y="944297"/>
                  </a:lnTo>
                  <a:lnTo>
                    <a:pt x="994847" y="927730"/>
                  </a:lnTo>
                  <a:lnTo>
                    <a:pt x="1038101" y="911164"/>
                  </a:lnTo>
                  <a:lnTo>
                    <a:pt x="1081355" y="894597"/>
                  </a:lnTo>
                  <a:lnTo>
                    <a:pt x="1124609" y="878030"/>
                  </a:lnTo>
                  <a:lnTo>
                    <a:pt x="1167863" y="861464"/>
                  </a:lnTo>
                  <a:lnTo>
                    <a:pt x="1211118" y="844897"/>
                  </a:lnTo>
                  <a:lnTo>
                    <a:pt x="1254372" y="828331"/>
                  </a:lnTo>
                  <a:lnTo>
                    <a:pt x="1297626" y="811764"/>
                  </a:lnTo>
                  <a:lnTo>
                    <a:pt x="1340880" y="795197"/>
                  </a:lnTo>
                  <a:lnTo>
                    <a:pt x="1384135" y="778631"/>
                  </a:lnTo>
                  <a:lnTo>
                    <a:pt x="1427389" y="762064"/>
                  </a:lnTo>
                  <a:lnTo>
                    <a:pt x="1470643" y="745497"/>
                  </a:lnTo>
                  <a:lnTo>
                    <a:pt x="1513897" y="728931"/>
                  </a:lnTo>
                  <a:lnTo>
                    <a:pt x="1557151" y="712364"/>
                  </a:lnTo>
                  <a:lnTo>
                    <a:pt x="1600406" y="695798"/>
                  </a:lnTo>
                  <a:lnTo>
                    <a:pt x="1643660" y="679231"/>
                  </a:lnTo>
                  <a:lnTo>
                    <a:pt x="1686914" y="662664"/>
                  </a:lnTo>
                  <a:lnTo>
                    <a:pt x="1730168" y="646098"/>
                  </a:lnTo>
                  <a:lnTo>
                    <a:pt x="1773423" y="629531"/>
                  </a:lnTo>
                  <a:lnTo>
                    <a:pt x="1816677" y="612964"/>
                  </a:lnTo>
                  <a:lnTo>
                    <a:pt x="1859931" y="596398"/>
                  </a:lnTo>
                  <a:lnTo>
                    <a:pt x="1903185" y="579831"/>
                  </a:lnTo>
                  <a:lnTo>
                    <a:pt x="1946439" y="563265"/>
                  </a:lnTo>
                  <a:lnTo>
                    <a:pt x="1989694" y="546698"/>
                  </a:lnTo>
                  <a:lnTo>
                    <a:pt x="2032948" y="530131"/>
                  </a:lnTo>
                  <a:lnTo>
                    <a:pt x="2076202" y="513565"/>
                  </a:lnTo>
                  <a:lnTo>
                    <a:pt x="2119456" y="496998"/>
                  </a:lnTo>
                  <a:lnTo>
                    <a:pt x="2162711" y="480431"/>
                  </a:lnTo>
                  <a:lnTo>
                    <a:pt x="2205965" y="463865"/>
                  </a:lnTo>
                  <a:lnTo>
                    <a:pt x="2249219" y="447298"/>
                  </a:lnTo>
                  <a:lnTo>
                    <a:pt x="2292473" y="430732"/>
                  </a:lnTo>
                  <a:lnTo>
                    <a:pt x="2335727" y="414165"/>
                  </a:lnTo>
                  <a:lnTo>
                    <a:pt x="2378982" y="397598"/>
                  </a:lnTo>
                  <a:lnTo>
                    <a:pt x="2422236" y="381032"/>
                  </a:lnTo>
                  <a:lnTo>
                    <a:pt x="2465490" y="364465"/>
                  </a:lnTo>
                  <a:lnTo>
                    <a:pt x="2508744" y="347899"/>
                  </a:lnTo>
                  <a:lnTo>
                    <a:pt x="2551999" y="331332"/>
                  </a:lnTo>
                  <a:lnTo>
                    <a:pt x="2595253" y="314765"/>
                  </a:lnTo>
                  <a:lnTo>
                    <a:pt x="2638507" y="298199"/>
                  </a:lnTo>
                  <a:lnTo>
                    <a:pt x="2681761" y="281632"/>
                  </a:lnTo>
                  <a:lnTo>
                    <a:pt x="2725015" y="265065"/>
                  </a:lnTo>
                  <a:lnTo>
                    <a:pt x="2768270" y="248499"/>
                  </a:lnTo>
                  <a:lnTo>
                    <a:pt x="2811524" y="231932"/>
                  </a:lnTo>
                  <a:lnTo>
                    <a:pt x="2854778" y="215366"/>
                  </a:lnTo>
                  <a:lnTo>
                    <a:pt x="2898032" y="198799"/>
                  </a:lnTo>
                  <a:lnTo>
                    <a:pt x="2941287" y="182232"/>
                  </a:lnTo>
                  <a:lnTo>
                    <a:pt x="2984541" y="165666"/>
                  </a:lnTo>
                  <a:lnTo>
                    <a:pt x="3027795" y="149099"/>
                  </a:lnTo>
                  <a:lnTo>
                    <a:pt x="3071049" y="132532"/>
                  </a:lnTo>
                  <a:lnTo>
                    <a:pt x="3114303" y="115966"/>
                  </a:lnTo>
                  <a:lnTo>
                    <a:pt x="3157558" y="99399"/>
                  </a:lnTo>
                  <a:lnTo>
                    <a:pt x="3200812" y="82833"/>
                  </a:lnTo>
                  <a:lnTo>
                    <a:pt x="3244066" y="66266"/>
                  </a:lnTo>
                  <a:lnTo>
                    <a:pt x="3287320" y="49699"/>
                  </a:lnTo>
                  <a:lnTo>
                    <a:pt x="3330575" y="33133"/>
                  </a:lnTo>
                  <a:lnTo>
                    <a:pt x="3373829" y="16566"/>
                  </a:lnTo>
                  <a:lnTo>
                    <a:pt x="341708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4471975" y="2687858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4471975" y="2084934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4471975" y="1482010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4471975" y="879086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5253023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6473410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7693797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4471975" y="2989321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4471975" y="2386396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4471975" y="1783472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4471975" y="1180548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4642829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5863216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7083603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6814700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7791009" y="914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6082468" y="1376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5350235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5106158" y="250225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5350235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6570622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5350235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583839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5350235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7058777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6570622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38390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4862081" y="23414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5350235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5594313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7058777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7546932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5350235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6326545" y="1155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5106158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6814700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4862081" y="2140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618003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461800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4862081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5350235" y="1959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326545" y="15576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583839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7302855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7546932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5350235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4862081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5106158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838390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5106158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6814700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6326545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7546932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5106158" y="24620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5594313" y="19797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5594313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5594313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6082468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4862081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7058777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4862081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5350235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618003" y="27434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62081" y="20400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61800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5350235" y="19797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838390" y="1678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486208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6082468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5106158" y="24017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594313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5594313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5350235" y="1919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5106158" y="2220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5106158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5838390" y="1195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326545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5350235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4618003" y="2281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5106158" y="24620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4618003" y="2884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5838390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5106158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5838390" y="1236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5594313" y="1778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6570622" y="11758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5838390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6082468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618003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5350235" y="1859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6814700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486208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4618003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4618003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7302855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6082468" y="1376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4862081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86208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5350235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5350235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838390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5106158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5838390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7058777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6570622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106158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5350235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7546932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6814700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8035087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4618003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5350235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5594313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4618003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5594313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6082468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486208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5350235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594313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5106158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106158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5838390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594313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6326545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4862081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618003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5838390" y="12160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50235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5594313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5594313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618003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6082468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61800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61800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5350235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4618003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5350235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5106158" y="2200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5838390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618003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4618003" y="27434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106158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4618003" y="2884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4618003" y="27635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5106158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5838390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618003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838390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106158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4618003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4862081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4862081" y="2200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5106158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5106158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5594313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5594313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4618003" y="28238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4862081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814700" y="1296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4618003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5350235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6082468" y="16581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486208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6326545" y="1296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4862081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4618003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5350235" y="2220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5106158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106158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106158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7302855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6814700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5350235" y="1798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5838390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5350235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838390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5350235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535023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5106158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5594313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6570622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6814700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5106158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6082468" y="1798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4618003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5350235" y="1859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5106158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7546932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5106158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4862081" y="23816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6082468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535023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5350235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461800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5838390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5594313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5350235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5350235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594313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6082468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5106158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6082468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535023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6082468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5350235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5838390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535023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535023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5106158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5350235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486208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4862081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5106158" y="2281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7058777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5594313" y="1738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618003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5594313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6326545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4862081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4862081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4618003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5106158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5350235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4862081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618003" y="2642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5594313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8035087" y="914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4618003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5594313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5594313" y="1738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559431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5106158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4618003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5838390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6326545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862081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5350235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535023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6326545" y="1195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83839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5350235" y="21605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779100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862081" y="23213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486208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6814700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86208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6082468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4618003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4618003" y="2642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4618003" y="28640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4618003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4862081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5594313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5594313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4618003" y="23213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5350235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5350235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862081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4862081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4862081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5106158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618003" y="294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7302855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7058777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6570622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6570622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6326545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618003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5594313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583839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4862081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5106158" y="2140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862081" y="23816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618003" y="28037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5350235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5350235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4618003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4862081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tx908"/>
            <p:cNvSpPr/>
            <p:nvPr/>
          </p:nvSpPr>
          <p:spPr>
            <a:xfrm>
              <a:off x="4659915" y="865197"/>
              <a:ext cx="91715" cy="90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4765266" y="829646"/>
              <a:ext cx="49441" cy="638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4814708" y="95610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4849497" y="918093"/>
              <a:ext cx="74166" cy="380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4923663" y="95610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4958451" y="863275"/>
              <a:ext cx="247178" cy="92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914" name="pl914"/>
            <p:cNvSpPr/>
            <p:nvPr/>
          </p:nvSpPr>
          <p:spPr>
            <a:xfrm>
              <a:off x="4642829" y="710267"/>
              <a:ext cx="3043683" cy="1856494"/>
            </a:xfrm>
            <a:custGeom>
              <a:avLst/>
              <a:pathLst>
                <a:path w="3043683" h="1856494">
                  <a:moveTo>
                    <a:pt x="0" y="1856494"/>
                  </a:moveTo>
                  <a:lnTo>
                    <a:pt x="43254" y="1830111"/>
                  </a:lnTo>
                  <a:lnTo>
                    <a:pt x="86508" y="1803728"/>
                  </a:lnTo>
                  <a:lnTo>
                    <a:pt x="129762" y="1777345"/>
                  </a:lnTo>
                  <a:lnTo>
                    <a:pt x="173016" y="1750963"/>
                  </a:lnTo>
                  <a:lnTo>
                    <a:pt x="216271" y="1724580"/>
                  </a:lnTo>
                  <a:lnTo>
                    <a:pt x="259525" y="1698197"/>
                  </a:lnTo>
                  <a:lnTo>
                    <a:pt x="302779" y="1671814"/>
                  </a:lnTo>
                  <a:lnTo>
                    <a:pt x="346033" y="1645431"/>
                  </a:lnTo>
                  <a:lnTo>
                    <a:pt x="389287" y="1619048"/>
                  </a:lnTo>
                  <a:lnTo>
                    <a:pt x="432542" y="1592665"/>
                  </a:lnTo>
                  <a:lnTo>
                    <a:pt x="475796" y="1566282"/>
                  </a:lnTo>
                  <a:lnTo>
                    <a:pt x="519050" y="1539899"/>
                  </a:lnTo>
                  <a:lnTo>
                    <a:pt x="562304" y="1513516"/>
                  </a:lnTo>
                  <a:lnTo>
                    <a:pt x="605559" y="1487133"/>
                  </a:lnTo>
                  <a:lnTo>
                    <a:pt x="648813" y="1460750"/>
                  </a:lnTo>
                  <a:lnTo>
                    <a:pt x="692067" y="1434368"/>
                  </a:lnTo>
                  <a:lnTo>
                    <a:pt x="735321" y="1407985"/>
                  </a:lnTo>
                  <a:lnTo>
                    <a:pt x="778575" y="1381602"/>
                  </a:lnTo>
                  <a:lnTo>
                    <a:pt x="821830" y="1355219"/>
                  </a:lnTo>
                  <a:lnTo>
                    <a:pt x="865084" y="1328836"/>
                  </a:lnTo>
                  <a:lnTo>
                    <a:pt x="908338" y="1302453"/>
                  </a:lnTo>
                  <a:lnTo>
                    <a:pt x="951592" y="1276070"/>
                  </a:lnTo>
                  <a:lnTo>
                    <a:pt x="994847" y="1249687"/>
                  </a:lnTo>
                  <a:lnTo>
                    <a:pt x="1038101" y="1223304"/>
                  </a:lnTo>
                  <a:lnTo>
                    <a:pt x="1081355" y="1196921"/>
                  </a:lnTo>
                  <a:lnTo>
                    <a:pt x="1124609" y="1170538"/>
                  </a:lnTo>
                  <a:lnTo>
                    <a:pt x="1167863" y="1144155"/>
                  </a:lnTo>
                  <a:lnTo>
                    <a:pt x="1211118" y="1117773"/>
                  </a:lnTo>
                  <a:lnTo>
                    <a:pt x="1254372" y="1091390"/>
                  </a:lnTo>
                  <a:lnTo>
                    <a:pt x="1297626" y="1065007"/>
                  </a:lnTo>
                  <a:lnTo>
                    <a:pt x="1340880" y="1038624"/>
                  </a:lnTo>
                  <a:lnTo>
                    <a:pt x="1384135" y="1012241"/>
                  </a:lnTo>
                  <a:lnTo>
                    <a:pt x="1427389" y="985858"/>
                  </a:lnTo>
                  <a:lnTo>
                    <a:pt x="1470643" y="959475"/>
                  </a:lnTo>
                  <a:lnTo>
                    <a:pt x="1513897" y="933092"/>
                  </a:lnTo>
                  <a:lnTo>
                    <a:pt x="1557151" y="906709"/>
                  </a:lnTo>
                  <a:lnTo>
                    <a:pt x="1600406" y="880326"/>
                  </a:lnTo>
                  <a:lnTo>
                    <a:pt x="1643660" y="853943"/>
                  </a:lnTo>
                  <a:lnTo>
                    <a:pt x="1686914" y="827561"/>
                  </a:lnTo>
                  <a:lnTo>
                    <a:pt x="1730168" y="801178"/>
                  </a:lnTo>
                  <a:lnTo>
                    <a:pt x="1773423" y="774795"/>
                  </a:lnTo>
                  <a:lnTo>
                    <a:pt x="1816677" y="748412"/>
                  </a:lnTo>
                  <a:lnTo>
                    <a:pt x="1859931" y="722029"/>
                  </a:lnTo>
                  <a:lnTo>
                    <a:pt x="1903185" y="695646"/>
                  </a:lnTo>
                  <a:lnTo>
                    <a:pt x="1946439" y="669263"/>
                  </a:lnTo>
                  <a:lnTo>
                    <a:pt x="1989694" y="642880"/>
                  </a:lnTo>
                  <a:lnTo>
                    <a:pt x="2032948" y="616497"/>
                  </a:lnTo>
                  <a:lnTo>
                    <a:pt x="2076202" y="590114"/>
                  </a:lnTo>
                  <a:lnTo>
                    <a:pt x="2119456" y="563731"/>
                  </a:lnTo>
                  <a:lnTo>
                    <a:pt x="2162711" y="537348"/>
                  </a:lnTo>
                  <a:lnTo>
                    <a:pt x="2205965" y="510966"/>
                  </a:lnTo>
                  <a:lnTo>
                    <a:pt x="2249219" y="484583"/>
                  </a:lnTo>
                  <a:lnTo>
                    <a:pt x="2292473" y="458200"/>
                  </a:lnTo>
                  <a:lnTo>
                    <a:pt x="2335727" y="431817"/>
                  </a:lnTo>
                  <a:lnTo>
                    <a:pt x="2378982" y="405434"/>
                  </a:lnTo>
                  <a:lnTo>
                    <a:pt x="2422236" y="379051"/>
                  </a:lnTo>
                  <a:lnTo>
                    <a:pt x="2465490" y="352668"/>
                  </a:lnTo>
                  <a:lnTo>
                    <a:pt x="2508744" y="326285"/>
                  </a:lnTo>
                  <a:lnTo>
                    <a:pt x="2551999" y="299902"/>
                  </a:lnTo>
                  <a:lnTo>
                    <a:pt x="2595253" y="273519"/>
                  </a:lnTo>
                  <a:lnTo>
                    <a:pt x="2638507" y="247136"/>
                  </a:lnTo>
                  <a:lnTo>
                    <a:pt x="2681761" y="220753"/>
                  </a:lnTo>
                  <a:lnTo>
                    <a:pt x="2725015" y="194371"/>
                  </a:lnTo>
                  <a:lnTo>
                    <a:pt x="2768270" y="167988"/>
                  </a:lnTo>
                  <a:lnTo>
                    <a:pt x="2811524" y="141605"/>
                  </a:lnTo>
                  <a:lnTo>
                    <a:pt x="2854778" y="115222"/>
                  </a:lnTo>
                  <a:lnTo>
                    <a:pt x="2898032" y="88839"/>
                  </a:lnTo>
                  <a:lnTo>
                    <a:pt x="2941287" y="62456"/>
                  </a:lnTo>
                  <a:lnTo>
                    <a:pt x="2984541" y="36073"/>
                  </a:lnTo>
                  <a:lnTo>
                    <a:pt x="3027795" y="9690"/>
                  </a:lnTo>
                  <a:lnTo>
                    <a:pt x="304368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4471975" y="5730859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4471975" y="5127934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4471975" y="4525010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l918"/>
            <p:cNvSpPr/>
            <p:nvPr/>
          </p:nvSpPr>
          <p:spPr>
            <a:xfrm>
              <a:off x="4471975" y="3922086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5212343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l920"/>
            <p:cNvSpPr/>
            <p:nvPr/>
          </p:nvSpPr>
          <p:spPr>
            <a:xfrm>
              <a:off x="6351371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l921"/>
            <p:cNvSpPr/>
            <p:nvPr/>
          </p:nvSpPr>
          <p:spPr>
            <a:xfrm>
              <a:off x="7490399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4471975" y="6032321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4471975" y="5429397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4471975" y="4826472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4471975" y="4223548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4642829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5781857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6920885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8059913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5757031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7123864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6212642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757031" y="4600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7351670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6212642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5529225" y="4459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5757031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073614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5984837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5073614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5529225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64404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5757031" y="4640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5984837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689605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301420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6212642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6440448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64404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7579476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6212642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64404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5984837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5529225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5984837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666825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5984837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5073614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6212642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5757031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6440448" y="42992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89605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4618003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6440448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5073614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5984837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5073614" y="5304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4845809" y="54447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5301420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4618003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4618003" y="59673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4618003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4618003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5529225" y="43996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4618003" y="50227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5757031" y="4600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598483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4618003" y="5927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5757031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4618003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5301420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575703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7123864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4618003" y="5484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4618003" y="5484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5301420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5301420" y="5002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4845809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64404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6668253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5529225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6668253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8035087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6668253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7351670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7123864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5757031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7579476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5301420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6212642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6440448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689605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5529225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7123864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7123864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5984837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7123864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7351670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5984837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5757031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5301420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6896059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7351670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6668253" y="4238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4845809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6212642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4618003" y="58668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5529225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7123864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8035087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5301420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6896059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5073614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6440448" y="4419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5529225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5984837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5757031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666825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5301420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7579476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5757031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5301420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6212642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5529225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4618003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5301420" y="4721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689605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5301420" y="4459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5529225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5757031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5529225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7123864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6896059" y="4098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64404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5529225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5529225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4845809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4845809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6212642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5529225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7807281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6212642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5301420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7123864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5073614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5757031" y="4359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5073614" y="5304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5301420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5073614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5984837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6212642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5073614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4845809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5984837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4845809" y="50227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5984837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5301420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4618003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5301420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4618003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5073614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5301420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5073614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5073614" y="4781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4845809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6212642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5073614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5073614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5073614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5301420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4845809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484580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5757031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5073614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4618003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5301420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4845809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4845809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4618003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4618003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5073614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484580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4845809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689605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5301420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5073614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5529225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5073614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5529225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689605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5073614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5301420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5073614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5301420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5073614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484580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5301420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64404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5301420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4845809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5073614" y="5002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5301420" y="45403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4618003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5757031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4618003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4845809" y="4902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4618003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5301420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5984837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5529225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689605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4618003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5301420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5073614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5301420" y="4721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6440448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5073614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4845809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6212642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7579476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5757031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5073614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5757031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5301420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6212642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5757031" y="43996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6440448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666825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7351670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6212642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6212642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598483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6668253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5757031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4845809" y="52035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7123864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7123864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5301420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6212642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6440448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6440448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6212642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5984837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5073614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5073614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5073614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5529225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5073614" y="4902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7123864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5073614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5984837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5301420" y="4419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5757031" y="4660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5757031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5073614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6212642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5529225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5301420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5301420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5073614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5073614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4845809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5529225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5073614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689605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4845809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6668253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4618003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484580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5073614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5073614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4845809" y="5123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689605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5301420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5529225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4845809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5301420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6440448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5301420" y="4781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5073614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6212642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5529225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6440448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4845809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5757031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5529225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6212642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4845809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484580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5073614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4618003" y="5685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5984837" y="45403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6440448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5073614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5073614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5301420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6440448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6668253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6668253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5301420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575703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7123864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5529225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5073614" y="5123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575703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6212642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666825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5073614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5301420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4845809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6440448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4845809" y="5263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4845809" y="5324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7123864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5073614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4845809" y="56658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6212642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6212642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4845809" y="51433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5757031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5529225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tx1232"/>
            <p:cNvSpPr/>
            <p:nvPr/>
          </p:nvSpPr>
          <p:spPr>
            <a:xfrm>
              <a:off x="4659915" y="3908197"/>
              <a:ext cx="91715" cy="90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233" name="tx1233"/>
            <p:cNvSpPr/>
            <p:nvPr/>
          </p:nvSpPr>
          <p:spPr>
            <a:xfrm>
              <a:off x="4765266" y="3872646"/>
              <a:ext cx="49441" cy="638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34" name="tx1234"/>
            <p:cNvSpPr/>
            <p:nvPr/>
          </p:nvSpPr>
          <p:spPr>
            <a:xfrm>
              <a:off x="4814708" y="399910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35" name="tx1235"/>
            <p:cNvSpPr/>
            <p:nvPr/>
          </p:nvSpPr>
          <p:spPr>
            <a:xfrm>
              <a:off x="4849497" y="3961093"/>
              <a:ext cx="74166" cy="380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236" name="tx1236"/>
            <p:cNvSpPr/>
            <p:nvPr/>
          </p:nvSpPr>
          <p:spPr>
            <a:xfrm>
              <a:off x="4923663" y="399910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237" name="tx1237"/>
            <p:cNvSpPr/>
            <p:nvPr/>
          </p:nvSpPr>
          <p:spPr>
            <a:xfrm>
              <a:off x="4958451" y="3906275"/>
              <a:ext cx="247178" cy="92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1238" name="pl1238"/>
            <p:cNvSpPr/>
            <p:nvPr/>
          </p:nvSpPr>
          <p:spPr>
            <a:xfrm>
              <a:off x="4642829" y="3753267"/>
              <a:ext cx="3021631" cy="1458531"/>
            </a:xfrm>
            <a:custGeom>
              <a:avLst/>
              <a:pathLst>
                <a:path w="3021631" h="1458531">
                  <a:moveTo>
                    <a:pt x="0" y="1458531"/>
                  </a:moveTo>
                  <a:lnTo>
                    <a:pt x="43254" y="1437652"/>
                  </a:lnTo>
                  <a:lnTo>
                    <a:pt x="86508" y="1416774"/>
                  </a:lnTo>
                  <a:lnTo>
                    <a:pt x="129762" y="1395895"/>
                  </a:lnTo>
                  <a:lnTo>
                    <a:pt x="173016" y="1375016"/>
                  </a:lnTo>
                  <a:lnTo>
                    <a:pt x="216271" y="1354138"/>
                  </a:lnTo>
                  <a:lnTo>
                    <a:pt x="259525" y="1333259"/>
                  </a:lnTo>
                  <a:lnTo>
                    <a:pt x="302779" y="1312380"/>
                  </a:lnTo>
                  <a:lnTo>
                    <a:pt x="346033" y="1291501"/>
                  </a:lnTo>
                  <a:lnTo>
                    <a:pt x="389287" y="1270623"/>
                  </a:lnTo>
                  <a:lnTo>
                    <a:pt x="432542" y="1249744"/>
                  </a:lnTo>
                  <a:lnTo>
                    <a:pt x="475796" y="1228865"/>
                  </a:lnTo>
                  <a:lnTo>
                    <a:pt x="519050" y="1207987"/>
                  </a:lnTo>
                  <a:lnTo>
                    <a:pt x="562304" y="1187108"/>
                  </a:lnTo>
                  <a:lnTo>
                    <a:pt x="605559" y="1166229"/>
                  </a:lnTo>
                  <a:lnTo>
                    <a:pt x="648813" y="1145351"/>
                  </a:lnTo>
                  <a:lnTo>
                    <a:pt x="692067" y="1124472"/>
                  </a:lnTo>
                  <a:lnTo>
                    <a:pt x="735321" y="1103593"/>
                  </a:lnTo>
                  <a:lnTo>
                    <a:pt x="778575" y="1082715"/>
                  </a:lnTo>
                  <a:lnTo>
                    <a:pt x="821830" y="1061836"/>
                  </a:lnTo>
                  <a:lnTo>
                    <a:pt x="865084" y="1040957"/>
                  </a:lnTo>
                  <a:lnTo>
                    <a:pt x="908338" y="1020079"/>
                  </a:lnTo>
                  <a:lnTo>
                    <a:pt x="951592" y="999200"/>
                  </a:lnTo>
                  <a:lnTo>
                    <a:pt x="994847" y="978321"/>
                  </a:lnTo>
                  <a:lnTo>
                    <a:pt x="1038101" y="957443"/>
                  </a:lnTo>
                  <a:lnTo>
                    <a:pt x="1081355" y="936564"/>
                  </a:lnTo>
                  <a:lnTo>
                    <a:pt x="1124609" y="915685"/>
                  </a:lnTo>
                  <a:lnTo>
                    <a:pt x="1167863" y="894807"/>
                  </a:lnTo>
                  <a:lnTo>
                    <a:pt x="1211118" y="873928"/>
                  </a:lnTo>
                  <a:lnTo>
                    <a:pt x="1254372" y="853049"/>
                  </a:lnTo>
                  <a:lnTo>
                    <a:pt x="1297626" y="832171"/>
                  </a:lnTo>
                  <a:lnTo>
                    <a:pt x="1340880" y="811292"/>
                  </a:lnTo>
                  <a:lnTo>
                    <a:pt x="1384135" y="790413"/>
                  </a:lnTo>
                  <a:lnTo>
                    <a:pt x="1427389" y="769535"/>
                  </a:lnTo>
                  <a:lnTo>
                    <a:pt x="1470643" y="748656"/>
                  </a:lnTo>
                  <a:lnTo>
                    <a:pt x="1513897" y="727777"/>
                  </a:lnTo>
                  <a:lnTo>
                    <a:pt x="1557151" y="706899"/>
                  </a:lnTo>
                  <a:lnTo>
                    <a:pt x="1600406" y="686020"/>
                  </a:lnTo>
                  <a:lnTo>
                    <a:pt x="1643660" y="665141"/>
                  </a:lnTo>
                  <a:lnTo>
                    <a:pt x="1686914" y="644263"/>
                  </a:lnTo>
                  <a:lnTo>
                    <a:pt x="1730168" y="623384"/>
                  </a:lnTo>
                  <a:lnTo>
                    <a:pt x="1773423" y="602505"/>
                  </a:lnTo>
                  <a:lnTo>
                    <a:pt x="1816677" y="581627"/>
                  </a:lnTo>
                  <a:lnTo>
                    <a:pt x="1859931" y="560748"/>
                  </a:lnTo>
                  <a:lnTo>
                    <a:pt x="1903185" y="539869"/>
                  </a:lnTo>
                  <a:lnTo>
                    <a:pt x="1946439" y="518991"/>
                  </a:lnTo>
                  <a:lnTo>
                    <a:pt x="1989694" y="498112"/>
                  </a:lnTo>
                  <a:lnTo>
                    <a:pt x="2032948" y="477233"/>
                  </a:lnTo>
                  <a:lnTo>
                    <a:pt x="2076202" y="456355"/>
                  </a:lnTo>
                  <a:lnTo>
                    <a:pt x="2119456" y="435476"/>
                  </a:lnTo>
                  <a:lnTo>
                    <a:pt x="2162711" y="414597"/>
                  </a:lnTo>
                  <a:lnTo>
                    <a:pt x="2205965" y="393719"/>
                  </a:lnTo>
                  <a:lnTo>
                    <a:pt x="2249219" y="372840"/>
                  </a:lnTo>
                  <a:lnTo>
                    <a:pt x="2292473" y="351961"/>
                  </a:lnTo>
                  <a:lnTo>
                    <a:pt x="2335727" y="331083"/>
                  </a:lnTo>
                  <a:lnTo>
                    <a:pt x="2378982" y="310204"/>
                  </a:lnTo>
                  <a:lnTo>
                    <a:pt x="2422236" y="289325"/>
                  </a:lnTo>
                  <a:lnTo>
                    <a:pt x="2465490" y="268447"/>
                  </a:lnTo>
                  <a:lnTo>
                    <a:pt x="2508744" y="247568"/>
                  </a:lnTo>
                  <a:lnTo>
                    <a:pt x="2551999" y="226689"/>
                  </a:lnTo>
                  <a:lnTo>
                    <a:pt x="2595253" y="205811"/>
                  </a:lnTo>
                  <a:lnTo>
                    <a:pt x="2638507" y="184932"/>
                  </a:lnTo>
                  <a:lnTo>
                    <a:pt x="2681761" y="164053"/>
                  </a:lnTo>
                  <a:lnTo>
                    <a:pt x="2725015" y="143175"/>
                  </a:lnTo>
                  <a:lnTo>
                    <a:pt x="2768270" y="122296"/>
                  </a:lnTo>
                  <a:lnTo>
                    <a:pt x="2811524" y="101417"/>
                  </a:lnTo>
                  <a:lnTo>
                    <a:pt x="2854778" y="80539"/>
                  </a:lnTo>
                  <a:lnTo>
                    <a:pt x="2898032" y="59660"/>
                  </a:lnTo>
                  <a:lnTo>
                    <a:pt x="2941287" y="38781"/>
                  </a:lnTo>
                  <a:lnTo>
                    <a:pt x="2984541" y="17903"/>
                  </a:lnTo>
                  <a:lnTo>
                    <a:pt x="3021631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8331987" y="2687858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8331987" y="2084934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8331987" y="1482010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8331987" y="879086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8964609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9888146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10811682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11735218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8331987" y="2989321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8331987" y="2386396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8331987" y="1783472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8331987" y="1180548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8502841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9426377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10349914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11273450" y="710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10371264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11017740" y="914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10048027" y="1376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9540082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9540082" y="250225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9586259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10325088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9678612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9817143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9170668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1074067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10555972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9770966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8985960" y="23414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9401552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9770966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10648325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889360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10925386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9401552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10094204" y="1155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866272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9263021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10555972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9170668" y="2140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8662723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8801253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8801253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9493905" y="1959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10325088" y="15576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9955673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11063916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10971563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9724789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9078314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9540082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10232734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9447728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10694502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10278911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11202447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8893607" y="24620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9678612" y="19797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9493905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986332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10232734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9170668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1074067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9124491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9032137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8708900" y="27434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8893607" y="20400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866272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9955673" y="19797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10140380" y="1678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8847430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10001850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9170668" y="24017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9817143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9493905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9124491" y="1919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9263021" y="2220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9032137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9770966" y="1195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9955673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9955673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8893607" y="2281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9032137" y="24620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8570369" y="2884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9724789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9170668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10048027" y="1236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9678612" y="1778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10509795" y="11758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9770966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10001850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8755076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9678612" y="1859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10602148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9170668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8985960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9032137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11063916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10001850" y="1376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9263021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866272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9447728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9493905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9909496" y="2080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9216844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9863320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10278911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10140380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8939784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9309198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10602148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10186557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1189509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8939784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9401552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9493905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8708900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9586259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9770966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8893607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9216844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9447728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8939784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8985960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4"/>
            <p:cNvSpPr/>
            <p:nvPr/>
          </p:nvSpPr>
          <p:spPr>
            <a:xfrm>
              <a:off x="8524192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5"/>
            <p:cNvSpPr/>
            <p:nvPr/>
          </p:nvSpPr>
          <p:spPr>
            <a:xfrm>
              <a:off x="9586259" y="1457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6"/>
            <p:cNvSpPr/>
            <p:nvPr/>
          </p:nvSpPr>
          <p:spPr>
            <a:xfrm>
              <a:off x="9447728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9955673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889360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8662723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9586259" y="12160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9124491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2"/>
            <p:cNvSpPr/>
            <p:nvPr/>
          </p:nvSpPr>
          <p:spPr>
            <a:xfrm>
              <a:off x="9493905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3"/>
            <p:cNvSpPr/>
            <p:nvPr/>
          </p:nvSpPr>
          <p:spPr>
            <a:xfrm>
              <a:off x="9632436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4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5"/>
            <p:cNvSpPr/>
            <p:nvPr/>
          </p:nvSpPr>
          <p:spPr>
            <a:xfrm>
              <a:off x="8616546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6"/>
            <p:cNvSpPr/>
            <p:nvPr/>
          </p:nvSpPr>
          <p:spPr>
            <a:xfrm>
              <a:off x="870890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7"/>
            <p:cNvSpPr/>
            <p:nvPr/>
          </p:nvSpPr>
          <p:spPr>
            <a:xfrm>
              <a:off x="9678612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8"/>
            <p:cNvSpPr/>
            <p:nvPr/>
          </p:nvSpPr>
          <p:spPr>
            <a:xfrm>
              <a:off x="880125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9"/>
            <p:cNvSpPr/>
            <p:nvPr/>
          </p:nvSpPr>
          <p:spPr>
            <a:xfrm>
              <a:off x="8985960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80"/>
            <p:cNvSpPr/>
            <p:nvPr/>
          </p:nvSpPr>
          <p:spPr>
            <a:xfrm>
              <a:off x="9170668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8662723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2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3"/>
            <p:cNvSpPr/>
            <p:nvPr/>
          </p:nvSpPr>
          <p:spPr>
            <a:xfrm>
              <a:off x="9586259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4"/>
            <p:cNvSpPr/>
            <p:nvPr/>
          </p:nvSpPr>
          <p:spPr>
            <a:xfrm>
              <a:off x="9032137" y="2200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5"/>
            <p:cNvSpPr/>
            <p:nvPr/>
          </p:nvSpPr>
          <p:spPr>
            <a:xfrm>
              <a:off x="10048027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6"/>
            <p:cNvSpPr/>
            <p:nvPr/>
          </p:nvSpPr>
          <p:spPr>
            <a:xfrm>
              <a:off x="8662723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7"/>
            <p:cNvSpPr/>
            <p:nvPr/>
          </p:nvSpPr>
          <p:spPr>
            <a:xfrm>
              <a:off x="8570369" y="27434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8"/>
            <p:cNvSpPr/>
            <p:nvPr/>
          </p:nvSpPr>
          <p:spPr>
            <a:xfrm>
              <a:off x="8524192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9"/>
            <p:cNvSpPr/>
            <p:nvPr/>
          </p:nvSpPr>
          <p:spPr>
            <a:xfrm>
              <a:off x="9632436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90"/>
            <p:cNvSpPr/>
            <p:nvPr/>
          </p:nvSpPr>
          <p:spPr>
            <a:xfrm>
              <a:off x="8478015" y="2884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1"/>
            <p:cNvSpPr/>
            <p:nvPr/>
          </p:nvSpPr>
          <p:spPr>
            <a:xfrm>
              <a:off x="8616546" y="27635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2"/>
            <p:cNvSpPr/>
            <p:nvPr/>
          </p:nvSpPr>
          <p:spPr>
            <a:xfrm>
              <a:off x="9401552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3"/>
            <p:cNvSpPr/>
            <p:nvPr/>
          </p:nvSpPr>
          <p:spPr>
            <a:xfrm>
              <a:off x="9724789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4"/>
            <p:cNvSpPr/>
            <p:nvPr/>
          </p:nvSpPr>
          <p:spPr>
            <a:xfrm>
              <a:off x="8939784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9817143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9355375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8570369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9170668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8985960" y="2200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400"/>
            <p:cNvSpPr/>
            <p:nvPr/>
          </p:nvSpPr>
          <p:spPr>
            <a:xfrm>
              <a:off x="9170668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1"/>
            <p:cNvSpPr/>
            <p:nvPr/>
          </p:nvSpPr>
          <p:spPr>
            <a:xfrm>
              <a:off x="8985960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2"/>
            <p:cNvSpPr/>
            <p:nvPr/>
          </p:nvSpPr>
          <p:spPr>
            <a:xfrm>
              <a:off x="9955673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3"/>
            <p:cNvSpPr/>
            <p:nvPr/>
          </p:nvSpPr>
          <p:spPr>
            <a:xfrm>
              <a:off x="9678612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8478015" y="28238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8847430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6"/>
            <p:cNvSpPr/>
            <p:nvPr/>
          </p:nvSpPr>
          <p:spPr>
            <a:xfrm>
              <a:off x="10602148" y="1296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7"/>
            <p:cNvSpPr/>
            <p:nvPr/>
          </p:nvSpPr>
          <p:spPr>
            <a:xfrm>
              <a:off x="8662723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8"/>
            <p:cNvSpPr/>
            <p:nvPr/>
          </p:nvSpPr>
          <p:spPr>
            <a:xfrm>
              <a:off x="9586259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10278911" y="16581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926302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10694502" y="1296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8985960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8570369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9263021" y="2220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9401552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9124491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9309198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10740679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10325088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9586259" y="1798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9955673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9493905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9817143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9678612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9309198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9078314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9909496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10278911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10417441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912449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9817143" y="1798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8708900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9401552" y="1859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9540082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10925386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9540082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8893607" y="23816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9817143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9309198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9493905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889360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9909496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9817143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9401552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9309198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9678612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10186557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935537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9817143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9540082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9909496" y="1416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9263021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10001850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9355375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9263021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8939784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9724789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8939784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9078314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8616546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9309198" y="2281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10602148" y="1095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9540082" y="1738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8570369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9493905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10094204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9078314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866272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8985960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8570369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9170668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9447728" y="20199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8755076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8570369" y="2642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9586259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11433331" y="914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8570369" y="26831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9309198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9863320" y="1738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9678612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9170668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8708900" y="2441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10001850" y="15978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10232734" y="1517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8985960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9540082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9540082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10371264" y="1195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10048027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9401552" y="21605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10786856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8755076" y="23213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9032137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10325088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9078314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10094204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8893607" y="25625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8939784" y="2642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8662723" y="28640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8478015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9309198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9586259" y="1899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9586259" y="1396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8662723" y="23213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9401552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9447728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8708900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8939784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8939784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9401552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8478015" y="294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10786856" y="1055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10740679" y="1035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10140380" y="1276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10325088" y="1336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10232734" y="1537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8570369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9955673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986332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8985960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8939784" y="2140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8524192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8801253" y="23816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8478015" y="28037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9401552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9263021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8570369" y="27032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9124491" y="2261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tx1533"/>
            <p:cNvSpPr/>
            <p:nvPr/>
          </p:nvSpPr>
          <p:spPr>
            <a:xfrm>
              <a:off x="8519927" y="865197"/>
              <a:ext cx="91715" cy="90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534" name="tx1534"/>
            <p:cNvSpPr/>
            <p:nvPr/>
          </p:nvSpPr>
          <p:spPr>
            <a:xfrm>
              <a:off x="8625279" y="829646"/>
              <a:ext cx="49441" cy="638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35" name="tx1535"/>
            <p:cNvSpPr/>
            <p:nvPr/>
          </p:nvSpPr>
          <p:spPr>
            <a:xfrm>
              <a:off x="8674720" y="95610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36" name="tx1536"/>
            <p:cNvSpPr/>
            <p:nvPr/>
          </p:nvSpPr>
          <p:spPr>
            <a:xfrm>
              <a:off x="8709509" y="918093"/>
              <a:ext cx="74166" cy="380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537" name="tx1537"/>
            <p:cNvSpPr/>
            <p:nvPr/>
          </p:nvSpPr>
          <p:spPr>
            <a:xfrm>
              <a:off x="8783675" y="95610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38" name="tx1538"/>
            <p:cNvSpPr/>
            <p:nvPr/>
          </p:nvSpPr>
          <p:spPr>
            <a:xfrm>
              <a:off x="8818464" y="863275"/>
              <a:ext cx="247178" cy="92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0.76</a:t>
              </a:r>
            </a:p>
          </p:txBody>
        </p:sp>
        <p:sp>
          <p:nvSpPr>
            <p:cNvPr id="1539" name="pl1539"/>
            <p:cNvSpPr/>
            <p:nvPr/>
          </p:nvSpPr>
          <p:spPr>
            <a:xfrm>
              <a:off x="8502841" y="710267"/>
              <a:ext cx="2839554" cy="2054527"/>
            </a:xfrm>
            <a:custGeom>
              <a:avLst/>
              <a:pathLst>
                <a:path w="2839554" h="2054527">
                  <a:moveTo>
                    <a:pt x="0" y="2054527"/>
                  </a:moveTo>
                  <a:lnTo>
                    <a:pt x="43254" y="2023231"/>
                  </a:lnTo>
                  <a:lnTo>
                    <a:pt x="86508" y="1991935"/>
                  </a:lnTo>
                  <a:lnTo>
                    <a:pt x="129762" y="1960639"/>
                  </a:lnTo>
                  <a:lnTo>
                    <a:pt x="173016" y="1929343"/>
                  </a:lnTo>
                  <a:lnTo>
                    <a:pt x="216271" y="1898046"/>
                  </a:lnTo>
                  <a:lnTo>
                    <a:pt x="259525" y="1866750"/>
                  </a:lnTo>
                  <a:lnTo>
                    <a:pt x="302779" y="1835454"/>
                  </a:lnTo>
                  <a:lnTo>
                    <a:pt x="346033" y="1804158"/>
                  </a:lnTo>
                  <a:lnTo>
                    <a:pt x="389287" y="1772862"/>
                  </a:lnTo>
                  <a:lnTo>
                    <a:pt x="432542" y="1741566"/>
                  </a:lnTo>
                  <a:lnTo>
                    <a:pt x="475796" y="1710270"/>
                  </a:lnTo>
                  <a:lnTo>
                    <a:pt x="519050" y="1678974"/>
                  </a:lnTo>
                  <a:lnTo>
                    <a:pt x="562304" y="1647678"/>
                  </a:lnTo>
                  <a:lnTo>
                    <a:pt x="605559" y="1616382"/>
                  </a:lnTo>
                  <a:lnTo>
                    <a:pt x="648813" y="1585085"/>
                  </a:lnTo>
                  <a:lnTo>
                    <a:pt x="692067" y="1553789"/>
                  </a:lnTo>
                  <a:lnTo>
                    <a:pt x="735321" y="1522493"/>
                  </a:lnTo>
                  <a:lnTo>
                    <a:pt x="778575" y="1491197"/>
                  </a:lnTo>
                  <a:lnTo>
                    <a:pt x="821830" y="1459901"/>
                  </a:lnTo>
                  <a:lnTo>
                    <a:pt x="865084" y="1428605"/>
                  </a:lnTo>
                  <a:lnTo>
                    <a:pt x="908338" y="1397309"/>
                  </a:lnTo>
                  <a:lnTo>
                    <a:pt x="951592" y="1366013"/>
                  </a:lnTo>
                  <a:lnTo>
                    <a:pt x="994847" y="1334717"/>
                  </a:lnTo>
                  <a:lnTo>
                    <a:pt x="1038101" y="1303421"/>
                  </a:lnTo>
                  <a:lnTo>
                    <a:pt x="1081355" y="1272124"/>
                  </a:lnTo>
                  <a:lnTo>
                    <a:pt x="1124609" y="1240828"/>
                  </a:lnTo>
                  <a:lnTo>
                    <a:pt x="1167863" y="1209532"/>
                  </a:lnTo>
                  <a:lnTo>
                    <a:pt x="1211118" y="1178236"/>
                  </a:lnTo>
                  <a:lnTo>
                    <a:pt x="1254372" y="1146940"/>
                  </a:lnTo>
                  <a:lnTo>
                    <a:pt x="1297626" y="1115644"/>
                  </a:lnTo>
                  <a:lnTo>
                    <a:pt x="1340880" y="1084348"/>
                  </a:lnTo>
                  <a:lnTo>
                    <a:pt x="1384135" y="1053052"/>
                  </a:lnTo>
                  <a:lnTo>
                    <a:pt x="1427389" y="1021756"/>
                  </a:lnTo>
                  <a:lnTo>
                    <a:pt x="1470643" y="990460"/>
                  </a:lnTo>
                  <a:lnTo>
                    <a:pt x="1513897" y="959163"/>
                  </a:lnTo>
                  <a:lnTo>
                    <a:pt x="1557151" y="927867"/>
                  </a:lnTo>
                  <a:lnTo>
                    <a:pt x="1600406" y="896571"/>
                  </a:lnTo>
                  <a:lnTo>
                    <a:pt x="1643660" y="865275"/>
                  </a:lnTo>
                  <a:lnTo>
                    <a:pt x="1686914" y="833979"/>
                  </a:lnTo>
                  <a:lnTo>
                    <a:pt x="1730168" y="802683"/>
                  </a:lnTo>
                  <a:lnTo>
                    <a:pt x="1773423" y="771387"/>
                  </a:lnTo>
                  <a:lnTo>
                    <a:pt x="1816677" y="740091"/>
                  </a:lnTo>
                  <a:lnTo>
                    <a:pt x="1859931" y="708795"/>
                  </a:lnTo>
                  <a:lnTo>
                    <a:pt x="1903185" y="677499"/>
                  </a:lnTo>
                  <a:lnTo>
                    <a:pt x="1946439" y="646202"/>
                  </a:lnTo>
                  <a:lnTo>
                    <a:pt x="1989694" y="614906"/>
                  </a:lnTo>
                  <a:lnTo>
                    <a:pt x="2032948" y="583610"/>
                  </a:lnTo>
                  <a:lnTo>
                    <a:pt x="2076202" y="552314"/>
                  </a:lnTo>
                  <a:lnTo>
                    <a:pt x="2119456" y="521018"/>
                  </a:lnTo>
                  <a:lnTo>
                    <a:pt x="2162711" y="489722"/>
                  </a:lnTo>
                  <a:lnTo>
                    <a:pt x="2205965" y="458426"/>
                  </a:lnTo>
                  <a:lnTo>
                    <a:pt x="2249219" y="427130"/>
                  </a:lnTo>
                  <a:lnTo>
                    <a:pt x="2292473" y="395834"/>
                  </a:lnTo>
                  <a:lnTo>
                    <a:pt x="2335727" y="364538"/>
                  </a:lnTo>
                  <a:lnTo>
                    <a:pt x="2378982" y="333241"/>
                  </a:lnTo>
                  <a:lnTo>
                    <a:pt x="2422236" y="301945"/>
                  </a:lnTo>
                  <a:lnTo>
                    <a:pt x="2465490" y="270649"/>
                  </a:lnTo>
                  <a:lnTo>
                    <a:pt x="2508744" y="239353"/>
                  </a:lnTo>
                  <a:lnTo>
                    <a:pt x="2551999" y="208057"/>
                  </a:lnTo>
                  <a:lnTo>
                    <a:pt x="2595253" y="176761"/>
                  </a:lnTo>
                  <a:lnTo>
                    <a:pt x="2638507" y="145465"/>
                  </a:lnTo>
                  <a:lnTo>
                    <a:pt x="2681761" y="114169"/>
                  </a:lnTo>
                  <a:lnTo>
                    <a:pt x="2725015" y="82873"/>
                  </a:lnTo>
                  <a:lnTo>
                    <a:pt x="2768270" y="51577"/>
                  </a:lnTo>
                  <a:lnTo>
                    <a:pt x="2811524" y="20281"/>
                  </a:lnTo>
                  <a:lnTo>
                    <a:pt x="2839554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l1540"/>
            <p:cNvSpPr/>
            <p:nvPr/>
          </p:nvSpPr>
          <p:spPr>
            <a:xfrm>
              <a:off x="8331987" y="5730859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l1541"/>
            <p:cNvSpPr/>
            <p:nvPr/>
          </p:nvSpPr>
          <p:spPr>
            <a:xfrm>
              <a:off x="8331987" y="5127934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l1542"/>
            <p:cNvSpPr/>
            <p:nvPr/>
          </p:nvSpPr>
          <p:spPr>
            <a:xfrm>
              <a:off x="8331987" y="4525010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l1543"/>
            <p:cNvSpPr/>
            <p:nvPr/>
          </p:nvSpPr>
          <p:spPr>
            <a:xfrm>
              <a:off x="8331987" y="3922086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l1544"/>
            <p:cNvSpPr/>
            <p:nvPr/>
          </p:nvSpPr>
          <p:spPr>
            <a:xfrm>
              <a:off x="9020581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l1545"/>
            <p:cNvSpPr/>
            <p:nvPr/>
          </p:nvSpPr>
          <p:spPr>
            <a:xfrm>
              <a:off x="10056061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l1546"/>
            <p:cNvSpPr/>
            <p:nvPr/>
          </p:nvSpPr>
          <p:spPr>
            <a:xfrm>
              <a:off x="11091541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l1547"/>
            <p:cNvSpPr/>
            <p:nvPr/>
          </p:nvSpPr>
          <p:spPr>
            <a:xfrm>
              <a:off x="8331987" y="6032321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l1548"/>
            <p:cNvSpPr/>
            <p:nvPr/>
          </p:nvSpPr>
          <p:spPr>
            <a:xfrm>
              <a:off x="8331987" y="5429397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l1549"/>
            <p:cNvSpPr/>
            <p:nvPr/>
          </p:nvSpPr>
          <p:spPr>
            <a:xfrm>
              <a:off x="8331987" y="4826472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l1550"/>
            <p:cNvSpPr/>
            <p:nvPr/>
          </p:nvSpPr>
          <p:spPr>
            <a:xfrm>
              <a:off x="8331987" y="4223548"/>
              <a:ext cx="3758791" cy="0"/>
            </a:xfrm>
            <a:custGeom>
              <a:avLst/>
              <a:pathLst>
                <a:path w="3758791" h="0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l1551"/>
            <p:cNvSpPr/>
            <p:nvPr/>
          </p:nvSpPr>
          <p:spPr>
            <a:xfrm>
              <a:off x="8502841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l1552"/>
            <p:cNvSpPr/>
            <p:nvPr/>
          </p:nvSpPr>
          <p:spPr>
            <a:xfrm>
              <a:off x="9538321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l1553"/>
            <p:cNvSpPr/>
            <p:nvPr/>
          </p:nvSpPr>
          <p:spPr>
            <a:xfrm>
              <a:off x="10573801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l1554"/>
            <p:cNvSpPr/>
            <p:nvPr/>
          </p:nvSpPr>
          <p:spPr>
            <a:xfrm>
              <a:off x="11609281" y="3753267"/>
              <a:ext cx="0" cy="2387579"/>
            </a:xfrm>
            <a:custGeom>
              <a:avLst/>
              <a:pathLst>
                <a:path w="0"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10238331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1101494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10445427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9979461" y="4600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11222037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10186557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9824139" y="4459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10031235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9565269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10186557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9461721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9979461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1065252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10031235" y="4640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10134783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1091139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9513495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10341879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10652523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1023833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11429133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10134783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1075607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10186557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9979461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10083009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1044542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10290105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9565269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9979461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10341879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10704297" y="42992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1085961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8995755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10290105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9617043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10238331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9358173" y="5304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9047529" y="544476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9409947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8478015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8478015" y="59673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8478015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8478015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10031235" y="43996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9306399" y="50227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9824139" y="4600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1070429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8478015" y="59271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9824139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8529789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9720591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1008300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1106671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9099303" y="5484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8478015" y="5484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9824139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9720591" y="5002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9358173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1070429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10652523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9720591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10756071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11791551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1122203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1142913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1096316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10238331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11480907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9461721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10341879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10445427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1080784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9927687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1101494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1111848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10134783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11014941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11377359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9979461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10083009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9461721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10652523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11118489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10652523" y="42389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8892207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10031235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8581563" y="58668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9565269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1060074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11895099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9358173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10445427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9151077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10600749" y="4419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10083009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10497201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9875913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1091139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9824139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11429133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10083009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972059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10290105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997946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9202851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9772365" y="4721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1065252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9720591" y="44599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9927687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9979461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9927687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1085961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10807845" y="40982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1060074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9668817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9875913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9202851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9306399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9979461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9772365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11895099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1044542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9668817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1117026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9461721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10031235" y="4359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9047529" y="53040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9720591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9772365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10186557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10393653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9461721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9306399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10134783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9151077" y="50227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10290105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9565269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8633337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9720591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8736885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9202851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9565269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9306399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9254625" y="4781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9099303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10445427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9409947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9254625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9202851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9720591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8943981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9151077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10031235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9358173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8633337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9720591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9254625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9358173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9151077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9099303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930639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9358173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8892207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11118489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9720591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9513495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10083009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9202851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10238331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1101494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9358173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9927687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9461721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9824139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9461721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956526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10031235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1075607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9979461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9409947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9358173" y="50026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10134783" y="45403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8892207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10134783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9099303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9461721" y="4902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8529789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9979461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10548975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10134783" y="45001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1070429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9047529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9617043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9254625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9824139" y="47212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10859619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9565269" y="47614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9202851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10134783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10963167" y="39575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10134783" y="41987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9617043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9979461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9409947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1029010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9824139" y="43996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10445427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10548975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10963167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10393653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10238331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10238331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10859619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10031235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9409947" y="52035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1065252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1096316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9565269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10445427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10548975" y="43394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10548975" y="42590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10393653" y="421882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10600749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9720591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9617043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9202851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9772365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9306399" y="49021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10911393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9565269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9979461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10031235" y="44197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10341879" y="4660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9617043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9358173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10341879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10031235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9513495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9565269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9513495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9461721" y="4882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9254625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10083009" y="48418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9306399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1091139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9565269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1096316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8995755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9513495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9461721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9668817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9358173" y="5123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11014941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9513495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9824139" y="46810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9358173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9668817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10290105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9409947" y="47815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9720591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10083009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10134783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10497201" y="43795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9202851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10083009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9513495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10290105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9720591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9617043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9306399" y="4741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8892207" y="56859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10290105" y="45403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10756071" y="4138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9513495" y="49423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9565269" y="50629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10083009" y="45604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10548975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10238331" y="4620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10859619" y="415852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9824139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10290105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11222037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9875913" y="48217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9306399" y="51232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9927687" y="4861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10186557" y="43193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10911393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9461721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9409947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9202851" y="5183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10704297" y="40781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9047529" y="5263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9409947" y="53241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11170263" y="4017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8892207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9202851" y="56658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10497201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10445427" y="45805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9151077" y="51433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10031235" y="44398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9927687" y="42791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tx1857"/>
            <p:cNvSpPr/>
            <p:nvPr/>
          </p:nvSpPr>
          <p:spPr>
            <a:xfrm>
              <a:off x="8519927" y="3908197"/>
              <a:ext cx="91715" cy="909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858" name="tx1858"/>
            <p:cNvSpPr/>
            <p:nvPr/>
          </p:nvSpPr>
          <p:spPr>
            <a:xfrm>
              <a:off x="8625279" y="3872646"/>
              <a:ext cx="49441" cy="638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859" name="tx1859"/>
            <p:cNvSpPr/>
            <p:nvPr/>
          </p:nvSpPr>
          <p:spPr>
            <a:xfrm>
              <a:off x="8674720" y="399910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60" name="tx1860"/>
            <p:cNvSpPr/>
            <p:nvPr/>
          </p:nvSpPr>
          <p:spPr>
            <a:xfrm>
              <a:off x="8709509" y="3961093"/>
              <a:ext cx="74166" cy="380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861" name="tx1861"/>
            <p:cNvSpPr/>
            <p:nvPr/>
          </p:nvSpPr>
          <p:spPr>
            <a:xfrm>
              <a:off x="8783675" y="3999107"/>
              <a:ext cx="34788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62" name="tx1862"/>
            <p:cNvSpPr/>
            <p:nvPr/>
          </p:nvSpPr>
          <p:spPr>
            <a:xfrm>
              <a:off x="8818464" y="3906275"/>
              <a:ext cx="247178" cy="928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863" name="pl1863"/>
            <p:cNvSpPr/>
            <p:nvPr/>
          </p:nvSpPr>
          <p:spPr>
            <a:xfrm>
              <a:off x="8502841" y="3753267"/>
              <a:ext cx="3054326" cy="1792783"/>
            </a:xfrm>
            <a:custGeom>
              <a:avLst/>
              <a:pathLst>
                <a:path w="3054326" h="1792783">
                  <a:moveTo>
                    <a:pt x="0" y="1792783"/>
                  </a:moveTo>
                  <a:lnTo>
                    <a:pt x="43254" y="1767394"/>
                  </a:lnTo>
                  <a:lnTo>
                    <a:pt x="86508" y="1742005"/>
                  </a:lnTo>
                  <a:lnTo>
                    <a:pt x="129762" y="1716617"/>
                  </a:lnTo>
                  <a:lnTo>
                    <a:pt x="173016" y="1691228"/>
                  </a:lnTo>
                  <a:lnTo>
                    <a:pt x="216271" y="1665839"/>
                  </a:lnTo>
                  <a:lnTo>
                    <a:pt x="259525" y="1640450"/>
                  </a:lnTo>
                  <a:lnTo>
                    <a:pt x="302779" y="1615062"/>
                  </a:lnTo>
                  <a:lnTo>
                    <a:pt x="346033" y="1589673"/>
                  </a:lnTo>
                  <a:lnTo>
                    <a:pt x="389287" y="1564284"/>
                  </a:lnTo>
                  <a:lnTo>
                    <a:pt x="432542" y="1538895"/>
                  </a:lnTo>
                  <a:lnTo>
                    <a:pt x="475796" y="1513507"/>
                  </a:lnTo>
                  <a:lnTo>
                    <a:pt x="519050" y="1488118"/>
                  </a:lnTo>
                  <a:lnTo>
                    <a:pt x="562304" y="1462729"/>
                  </a:lnTo>
                  <a:lnTo>
                    <a:pt x="605559" y="1437341"/>
                  </a:lnTo>
                  <a:lnTo>
                    <a:pt x="648813" y="1411952"/>
                  </a:lnTo>
                  <a:lnTo>
                    <a:pt x="692067" y="1386563"/>
                  </a:lnTo>
                  <a:lnTo>
                    <a:pt x="735321" y="1361174"/>
                  </a:lnTo>
                  <a:lnTo>
                    <a:pt x="778575" y="1335786"/>
                  </a:lnTo>
                  <a:lnTo>
                    <a:pt x="821830" y="1310397"/>
                  </a:lnTo>
                  <a:lnTo>
                    <a:pt x="865084" y="1285008"/>
                  </a:lnTo>
                  <a:lnTo>
                    <a:pt x="908338" y="1259620"/>
                  </a:lnTo>
                  <a:lnTo>
                    <a:pt x="951592" y="1234231"/>
                  </a:lnTo>
                  <a:lnTo>
                    <a:pt x="994847" y="1208842"/>
                  </a:lnTo>
                  <a:lnTo>
                    <a:pt x="1038101" y="1183453"/>
                  </a:lnTo>
                  <a:lnTo>
                    <a:pt x="1081355" y="1158065"/>
                  </a:lnTo>
                  <a:lnTo>
                    <a:pt x="1124609" y="1132676"/>
                  </a:lnTo>
                  <a:lnTo>
                    <a:pt x="1167863" y="1107287"/>
                  </a:lnTo>
                  <a:lnTo>
                    <a:pt x="1211118" y="1081898"/>
                  </a:lnTo>
                  <a:lnTo>
                    <a:pt x="1254372" y="1056510"/>
                  </a:lnTo>
                  <a:lnTo>
                    <a:pt x="1297626" y="1031121"/>
                  </a:lnTo>
                  <a:lnTo>
                    <a:pt x="1340880" y="1005732"/>
                  </a:lnTo>
                  <a:lnTo>
                    <a:pt x="1384135" y="980344"/>
                  </a:lnTo>
                  <a:lnTo>
                    <a:pt x="1427389" y="954955"/>
                  </a:lnTo>
                  <a:lnTo>
                    <a:pt x="1470643" y="929566"/>
                  </a:lnTo>
                  <a:lnTo>
                    <a:pt x="1513897" y="904177"/>
                  </a:lnTo>
                  <a:lnTo>
                    <a:pt x="1557151" y="878789"/>
                  </a:lnTo>
                  <a:lnTo>
                    <a:pt x="1600406" y="853400"/>
                  </a:lnTo>
                  <a:lnTo>
                    <a:pt x="1643660" y="828011"/>
                  </a:lnTo>
                  <a:lnTo>
                    <a:pt x="1686914" y="802623"/>
                  </a:lnTo>
                  <a:lnTo>
                    <a:pt x="1730168" y="777234"/>
                  </a:lnTo>
                  <a:lnTo>
                    <a:pt x="1773423" y="751845"/>
                  </a:lnTo>
                  <a:lnTo>
                    <a:pt x="1816677" y="726456"/>
                  </a:lnTo>
                  <a:lnTo>
                    <a:pt x="1859931" y="701068"/>
                  </a:lnTo>
                  <a:lnTo>
                    <a:pt x="1903185" y="675679"/>
                  </a:lnTo>
                  <a:lnTo>
                    <a:pt x="1946439" y="650290"/>
                  </a:lnTo>
                  <a:lnTo>
                    <a:pt x="1989694" y="624901"/>
                  </a:lnTo>
                  <a:lnTo>
                    <a:pt x="2032948" y="599513"/>
                  </a:lnTo>
                  <a:lnTo>
                    <a:pt x="2076202" y="574124"/>
                  </a:lnTo>
                  <a:lnTo>
                    <a:pt x="2119456" y="548735"/>
                  </a:lnTo>
                  <a:lnTo>
                    <a:pt x="2162711" y="523347"/>
                  </a:lnTo>
                  <a:lnTo>
                    <a:pt x="2205965" y="497958"/>
                  </a:lnTo>
                  <a:lnTo>
                    <a:pt x="2249219" y="472569"/>
                  </a:lnTo>
                  <a:lnTo>
                    <a:pt x="2292473" y="447180"/>
                  </a:lnTo>
                  <a:lnTo>
                    <a:pt x="2335727" y="421792"/>
                  </a:lnTo>
                  <a:lnTo>
                    <a:pt x="2378982" y="396403"/>
                  </a:lnTo>
                  <a:lnTo>
                    <a:pt x="2422236" y="371014"/>
                  </a:lnTo>
                  <a:lnTo>
                    <a:pt x="2465490" y="345626"/>
                  </a:lnTo>
                  <a:lnTo>
                    <a:pt x="2508744" y="320237"/>
                  </a:lnTo>
                  <a:lnTo>
                    <a:pt x="2551999" y="294848"/>
                  </a:lnTo>
                  <a:lnTo>
                    <a:pt x="2595253" y="269459"/>
                  </a:lnTo>
                  <a:lnTo>
                    <a:pt x="2638507" y="244071"/>
                  </a:lnTo>
                  <a:lnTo>
                    <a:pt x="2681761" y="218682"/>
                  </a:lnTo>
                  <a:lnTo>
                    <a:pt x="2725015" y="193293"/>
                  </a:lnTo>
                  <a:lnTo>
                    <a:pt x="2768270" y="167905"/>
                  </a:lnTo>
                  <a:lnTo>
                    <a:pt x="2811524" y="142516"/>
                  </a:lnTo>
                  <a:lnTo>
                    <a:pt x="2854778" y="117127"/>
                  </a:lnTo>
                  <a:lnTo>
                    <a:pt x="2898032" y="91738"/>
                  </a:lnTo>
                  <a:lnTo>
                    <a:pt x="2941287" y="66350"/>
                  </a:lnTo>
                  <a:lnTo>
                    <a:pt x="2984541" y="40961"/>
                  </a:lnTo>
                  <a:lnTo>
                    <a:pt x="3027795" y="15572"/>
                  </a:lnTo>
                  <a:lnTo>
                    <a:pt x="3054326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tx1864"/>
            <p:cNvSpPr/>
            <p:nvPr/>
          </p:nvSpPr>
          <p:spPr>
            <a:xfrm>
              <a:off x="2021657" y="3515803"/>
              <a:ext cx="939403" cy="1393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ADL</a:t>
              </a:r>
            </a:p>
          </p:txBody>
        </p:sp>
        <p:sp>
          <p:nvSpPr>
            <p:cNvPr id="1865" name="tx1865"/>
            <p:cNvSpPr/>
            <p:nvPr/>
          </p:nvSpPr>
          <p:spPr>
            <a:xfrm>
              <a:off x="5795865" y="3513819"/>
              <a:ext cx="1111011" cy="141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fSARA</a:t>
              </a:r>
            </a:p>
          </p:txBody>
        </p:sp>
        <p:sp>
          <p:nvSpPr>
            <p:cNvPr id="1866" name="tx1866"/>
            <p:cNvSpPr/>
            <p:nvPr/>
          </p:nvSpPr>
          <p:spPr>
            <a:xfrm>
              <a:off x="9678459" y="3513819"/>
              <a:ext cx="1065847" cy="141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SARA</a:t>
              </a:r>
            </a:p>
          </p:txBody>
        </p:sp>
        <p:sp>
          <p:nvSpPr>
            <p:cNvPr id="1867" name="tx1867"/>
            <p:cNvSpPr/>
            <p:nvPr/>
          </p:nvSpPr>
          <p:spPr>
            <a:xfrm>
              <a:off x="1944862" y="470819"/>
              <a:ext cx="1092993" cy="141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ADL</a:t>
              </a:r>
            </a:p>
          </p:txBody>
        </p:sp>
        <p:sp>
          <p:nvSpPr>
            <p:cNvPr id="1868" name="tx1868"/>
            <p:cNvSpPr/>
            <p:nvPr/>
          </p:nvSpPr>
          <p:spPr>
            <a:xfrm>
              <a:off x="5719070" y="470819"/>
              <a:ext cx="1264602" cy="141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fSARA</a:t>
              </a:r>
            </a:p>
          </p:txBody>
        </p:sp>
        <p:sp>
          <p:nvSpPr>
            <p:cNvPr id="1869" name="tx1869"/>
            <p:cNvSpPr/>
            <p:nvPr/>
          </p:nvSpPr>
          <p:spPr>
            <a:xfrm>
              <a:off x="9601664" y="470819"/>
              <a:ext cx="1219438" cy="1413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SARA</a:t>
              </a:r>
            </a:p>
          </p:txBody>
        </p:sp>
        <p:sp>
          <p:nvSpPr>
            <p:cNvPr id="1870" name="tx1870"/>
            <p:cNvSpPr/>
            <p:nvPr/>
          </p:nvSpPr>
          <p:spPr>
            <a:xfrm>
              <a:off x="737613" y="6229485"/>
              <a:ext cx="90408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71" name="tx1871"/>
            <p:cNvSpPr/>
            <p:nvPr/>
          </p:nvSpPr>
          <p:spPr>
            <a:xfrm>
              <a:off x="1434977" y="6231549"/>
              <a:ext cx="90408" cy="11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872" name="tx1872"/>
            <p:cNvSpPr/>
            <p:nvPr/>
          </p:nvSpPr>
          <p:spPr>
            <a:xfrm>
              <a:off x="2087137" y="6229485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73" name="tx1873"/>
            <p:cNvSpPr/>
            <p:nvPr/>
          </p:nvSpPr>
          <p:spPr>
            <a:xfrm>
              <a:off x="2784501" y="6229485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874" name="tx1874"/>
            <p:cNvSpPr/>
            <p:nvPr/>
          </p:nvSpPr>
          <p:spPr>
            <a:xfrm>
              <a:off x="3481865" y="6229485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75" name="tx1875"/>
            <p:cNvSpPr/>
            <p:nvPr/>
          </p:nvSpPr>
          <p:spPr>
            <a:xfrm>
              <a:off x="4179229" y="6229485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876" name="tx1876"/>
            <p:cNvSpPr/>
            <p:nvPr/>
          </p:nvSpPr>
          <p:spPr>
            <a:xfrm>
              <a:off x="4597625" y="6229485"/>
              <a:ext cx="90408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77" name="tx1877"/>
            <p:cNvSpPr/>
            <p:nvPr/>
          </p:nvSpPr>
          <p:spPr>
            <a:xfrm>
              <a:off x="5736653" y="6231549"/>
              <a:ext cx="90408" cy="11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878" name="tx1878"/>
            <p:cNvSpPr/>
            <p:nvPr/>
          </p:nvSpPr>
          <p:spPr>
            <a:xfrm>
              <a:off x="6830477" y="6229485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79" name="tx1879"/>
            <p:cNvSpPr/>
            <p:nvPr/>
          </p:nvSpPr>
          <p:spPr>
            <a:xfrm>
              <a:off x="7969505" y="6229485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880" name="tx1880"/>
            <p:cNvSpPr/>
            <p:nvPr/>
          </p:nvSpPr>
          <p:spPr>
            <a:xfrm>
              <a:off x="8457637" y="6229485"/>
              <a:ext cx="90408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81" name="tx1881"/>
            <p:cNvSpPr/>
            <p:nvPr/>
          </p:nvSpPr>
          <p:spPr>
            <a:xfrm>
              <a:off x="9447913" y="6229485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82" name="tx1882"/>
            <p:cNvSpPr/>
            <p:nvPr/>
          </p:nvSpPr>
          <p:spPr>
            <a:xfrm>
              <a:off x="10483393" y="6229485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83" name="tx1883"/>
            <p:cNvSpPr/>
            <p:nvPr/>
          </p:nvSpPr>
          <p:spPr>
            <a:xfrm>
              <a:off x="11518873" y="6229405"/>
              <a:ext cx="180816" cy="118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884" name="tx1884"/>
            <p:cNvSpPr/>
            <p:nvPr/>
          </p:nvSpPr>
          <p:spPr>
            <a:xfrm>
              <a:off x="737613" y="3186485"/>
              <a:ext cx="90408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85" name="tx1885"/>
            <p:cNvSpPr/>
            <p:nvPr/>
          </p:nvSpPr>
          <p:spPr>
            <a:xfrm>
              <a:off x="1727889" y="3186485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86" name="tx1886"/>
            <p:cNvSpPr/>
            <p:nvPr/>
          </p:nvSpPr>
          <p:spPr>
            <a:xfrm>
              <a:off x="2763368" y="3186485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87" name="tx1887"/>
            <p:cNvSpPr/>
            <p:nvPr/>
          </p:nvSpPr>
          <p:spPr>
            <a:xfrm>
              <a:off x="3798848" y="3186405"/>
              <a:ext cx="180816" cy="118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888" name="tx1888"/>
            <p:cNvSpPr/>
            <p:nvPr/>
          </p:nvSpPr>
          <p:spPr>
            <a:xfrm>
              <a:off x="4597625" y="3186485"/>
              <a:ext cx="90408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89" name="tx1889"/>
            <p:cNvSpPr/>
            <p:nvPr/>
          </p:nvSpPr>
          <p:spPr>
            <a:xfrm>
              <a:off x="5818012" y="3188548"/>
              <a:ext cx="90408" cy="1167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890" name="tx1890"/>
            <p:cNvSpPr/>
            <p:nvPr/>
          </p:nvSpPr>
          <p:spPr>
            <a:xfrm>
              <a:off x="6993195" y="3186485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91" name="tx1891"/>
            <p:cNvSpPr/>
            <p:nvPr/>
          </p:nvSpPr>
          <p:spPr>
            <a:xfrm>
              <a:off x="8457637" y="3186485"/>
              <a:ext cx="90408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92" name="tx1892"/>
            <p:cNvSpPr/>
            <p:nvPr/>
          </p:nvSpPr>
          <p:spPr>
            <a:xfrm>
              <a:off x="9335969" y="3186485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93" name="tx1893"/>
            <p:cNvSpPr/>
            <p:nvPr/>
          </p:nvSpPr>
          <p:spPr>
            <a:xfrm>
              <a:off x="10259505" y="3186485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94" name="tx1894"/>
            <p:cNvSpPr/>
            <p:nvPr/>
          </p:nvSpPr>
          <p:spPr>
            <a:xfrm>
              <a:off x="11183042" y="3186405"/>
              <a:ext cx="180816" cy="118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895" name="tx1895"/>
            <p:cNvSpPr/>
            <p:nvPr/>
          </p:nvSpPr>
          <p:spPr>
            <a:xfrm>
              <a:off x="430456" y="2928678"/>
              <a:ext cx="90408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96" name="tx1896"/>
            <p:cNvSpPr/>
            <p:nvPr/>
          </p:nvSpPr>
          <p:spPr>
            <a:xfrm>
              <a:off x="340048" y="2325754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97" name="tx1897"/>
            <p:cNvSpPr/>
            <p:nvPr/>
          </p:nvSpPr>
          <p:spPr>
            <a:xfrm>
              <a:off x="340048" y="1722830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98" name="tx1898"/>
            <p:cNvSpPr/>
            <p:nvPr/>
          </p:nvSpPr>
          <p:spPr>
            <a:xfrm>
              <a:off x="340048" y="1119826"/>
              <a:ext cx="180816" cy="118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899" name="tx1899"/>
            <p:cNvSpPr/>
            <p:nvPr/>
          </p:nvSpPr>
          <p:spPr>
            <a:xfrm>
              <a:off x="430456" y="5971678"/>
              <a:ext cx="90408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00" name="tx1900"/>
            <p:cNvSpPr/>
            <p:nvPr/>
          </p:nvSpPr>
          <p:spPr>
            <a:xfrm>
              <a:off x="340048" y="5368754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901" name="tx1901"/>
            <p:cNvSpPr/>
            <p:nvPr/>
          </p:nvSpPr>
          <p:spPr>
            <a:xfrm>
              <a:off x="340048" y="4765830"/>
              <a:ext cx="180816" cy="1188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902" name="tx1902"/>
            <p:cNvSpPr/>
            <p:nvPr/>
          </p:nvSpPr>
          <p:spPr>
            <a:xfrm>
              <a:off x="340048" y="4162826"/>
              <a:ext cx="180816" cy="118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903" name="tx1903"/>
            <p:cNvSpPr/>
            <p:nvPr/>
          </p:nvSpPr>
          <p:spPr>
            <a:xfrm>
              <a:off x="6164988" y="6430749"/>
              <a:ext cx="372764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aval</a:t>
              </a:r>
            </a:p>
          </p:txBody>
        </p:sp>
        <p:sp>
          <p:nvSpPr>
            <p:cNvPr id="1904" name="tx1904"/>
            <p:cNvSpPr/>
            <p:nvPr/>
          </p:nvSpPr>
          <p:spPr>
            <a:xfrm rot="-5400000">
              <a:off x="-853809" y="3330208"/>
              <a:ext cx="2010271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Upright Stability Score</a:t>
              </a:r>
            </a:p>
          </p:txBody>
        </p:sp>
      </p:grpSp>
      <p:sp>
        <p:nvSpPr>
          <p:cNvPr id="1905" name="Title 1"/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/>
          <a:lstStyle/>
          <a:p>
            <a:r>
              <a:rPr/>
              <a:t>USS vs ADL, SARA, f-SARA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Arial</vt:lpstr>
      <vt:lpstr>Calibri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2025-08-20T18:42:25Z</dcterms:modified>
</cp:coreProperties>
</file>
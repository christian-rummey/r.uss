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embeddedFontLst>
    <p:embeddedFont>
      <p:font typeface="Tenorite" panose="000005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102" d="100"/>
          <a:sy n="102" d="100"/>
        </p:scale>
        <p:origin x="148" y="288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319E6F93-60C1-4F53-B82C-27792D716C91}"/>
    <pc:docChg chg="modSld">
      <pc:chgData name="Christian Rummey" userId="1616f22b-5705-4d11-a330-2855031cc605" providerId="ADAL" clId="{319E6F93-60C1-4F53-B82C-27792D716C91}" dt="2025-08-20T16:41:52.398" v="0" actId="1076"/>
      <pc:docMkLst>
        <pc:docMk/>
      </pc:docMkLst>
      <pc:sldChg chg="modSp mod">
        <pc:chgData name="Christian Rummey" userId="1616f22b-5705-4d11-a330-2855031cc605" providerId="ADAL" clId="{319E6F93-60C1-4F53-B82C-27792D716C91}" dt="2025-08-20T16:41:52.398" v="0" actId="1076"/>
        <pc:sldMkLst>
          <pc:docMk/>
          <pc:sldMk cId="0" sldId="256"/>
        </pc:sldMkLst>
        <pc:spChg chg="mod">
          <ac:chgData name="Christian Rummey" userId="1616f22b-5705-4d11-a330-2855031cc605" providerId="ADAL" clId="{319E6F93-60C1-4F53-B82C-27792D716C91}" dt="2025-08-20T16:41:52.398" v="0" actId="1076"/>
          <ac:spMkLst>
            <pc:docMk/>
            <pc:sldMk cId="0" sldId="256"/>
            <ac:spMk id="2613" creationId="{00000000-0000-0000-0000-000000000000}"/>
          </ac:spMkLst>
        </pc:spChg>
        <pc:spChg chg="mod">
          <ac:chgData name="Christian Rummey" userId="1616f22b-5705-4d11-a330-2855031cc605" providerId="ADAL" clId="{319E6F93-60C1-4F53-B82C-27792D716C91}" dt="2025-08-20T16:41:52.398" v="0" actId="1076"/>
          <ac:spMkLst>
            <pc:docMk/>
            <pc:sldMk cId="0" sldId="256"/>
            <ac:spMk id="2614" creationId="{00000000-0000-0000-0000-000000000000}"/>
          </ac:spMkLst>
        </pc:spChg>
        <pc:spChg chg="mod">
          <ac:chgData name="Christian Rummey" userId="1616f22b-5705-4d11-a330-2855031cc605" providerId="ADAL" clId="{319E6F93-60C1-4F53-B82C-27792D716C91}" dt="2025-08-20T16:41:52.398" v="0" actId="1076"/>
          <ac:spMkLst>
            <pc:docMk/>
            <pc:sldMk cId="0" sldId="256"/>
            <ac:spMk id="2615" creationId="{00000000-0000-0000-0000-000000000000}"/>
          </ac:spMkLst>
        </pc:spChg>
        <pc:spChg chg="mod">
          <ac:chgData name="Christian Rummey" userId="1616f22b-5705-4d11-a330-2855031cc605" providerId="ADAL" clId="{319E6F93-60C1-4F53-B82C-27792D716C91}" dt="2025-08-20T16:41:52.398" v="0" actId="1076"/>
          <ac:spMkLst>
            <pc:docMk/>
            <pc:sldMk cId="0" sldId="256"/>
            <ac:spMk id="2616" creationId="{00000000-0000-0000-0000-000000000000}"/>
          </ac:spMkLst>
        </pc:spChg>
        <pc:spChg chg="mod">
          <ac:chgData name="Christian Rummey" userId="1616f22b-5705-4d11-a330-2855031cc605" providerId="ADAL" clId="{319E6F93-60C1-4F53-B82C-27792D716C91}" dt="2025-08-20T16:41:52.398" v="0" actId="1076"/>
          <ac:spMkLst>
            <pc:docMk/>
            <pc:sldMk cId="0" sldId="256"/>
            <ac:spMk id="2617" creationId="{00000000-0000-0000-0000-000000000000}"/>
          </ac:spMkLst>
        </pc:spChg>
        <pc:spChg chg="mod">
          <ac:chgData name="Christian Rummey" userId="1616f22b-5705-4d11-a330-2855031cc605" providerId="ADAL" clId="{319E6F93-60C1-4F53-B82C-27792D716C91}" dt="2025-08-20T16:41:52.398" v="0" actId="1076"/>
          <ac:spMkLst>
            <pc:docMk/>
            <pc:sldMk cId="0" sldId="256"/>
            <ac:spMk id="2618" creationId="{00000000-0000-0000-0000-000000000000}"/>
          </ac:spMkLst>
        </pc:spChg>
      </pc:sld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2025-08-20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2025-08-20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2025-08-20 18-41-22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4"/>
            <p:cNvSpPr/>
            <p:nvPr/>
          </p:nvSpPr>
          <p:spPr>
            <a:xfrm>
              <a:off x="611963" y="268785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611963" y="2084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611963" y="1482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611963" y="879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00557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2336037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3371517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611963" y="2989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11963" y="238639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11963" y="1783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11963" y="1180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782817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818297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2853777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3889256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2311211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2984273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1379279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2104115" y="25022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1327505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1741697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189701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2673629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828951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67362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2621855" y="914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1948793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1897019" y="23414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174169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319136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965087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1897019" y="1155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172183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3087821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1534601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1379279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96508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1586375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1793471" y="1959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3553787" y="854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1897019" y="155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3864431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168992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3450239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3553787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241475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2621855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1379279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965087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2104115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205234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153460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2725403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2725403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2725403" y="854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2725403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757991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2311211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1068635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215588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1275731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2828951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158637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2828951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168992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194879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1068635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1741697" y="20400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106863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1793471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2207663" y="1678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205234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2621855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1016861" y="24017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1948793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1845245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1275731" y="1919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1172183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137927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3087821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2311211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1897019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861539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1068635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1172183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1482827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1586375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2932499" y="1236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2518307" y="1778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2828951" y="11758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1793471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210411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861539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1793471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2725403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80976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1379279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965087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2311211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2311211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2104115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1897019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1689923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1897019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1793471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1586375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2621855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3864431" y="79396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2570081" y="139689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2207663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1741697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210411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3036047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2414759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4175074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2000567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2725403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1068635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1482827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2052341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117218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1275731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1897019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1741697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117218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127573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2518307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168992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1379279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122395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1327505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2621855" y="12160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8"/>
            <p:cNvSpPr/>
            <p:nvPr/>
          </p:nvSpPr>
          <p:spPr>
            <a:xfrm>
              <a:off x="2052341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9"/>
            <p:cNvSpPr/>
            <p:nvPr/>
          </p:nvSpPr>
          <p:spPr>
            <a:xfrm>
              <a:off x="757991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40"/>
            <p:cNvSpPr/>
            <p:nvPr/>
          </p:nvSpPr>
          <p:spPr>
            <a:xfrm>
              <a:off x="1379279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t141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t142"/>
            <p:cNvSpPr/>
            <p:nvPr/>
          </p:nvSpPr>
          <p:spPr>
            <a:xfrm>
              <a:off x="96508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t143"/>
            <p:cNvSpPr/>
            <p:nvPr/>
          </p:nvSpPr>
          <p:spPr>
            <a:xfrm>
              <a:off x="1016861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t144"/>
            <p:cNvSpPr/>
            <p:nvPr/>
          </p:nvSpPr>
          <p:spPr>
            <a:xfrm>
              <a:off x="2207663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t145"/>
            <p:cNvSpPr/>
            <p:nvPr/>
          </p:nvSpPr>
          <p:spPr>
            <a:xfrm>
              <a:off x="127573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t146"/>
            <p:cNvSpPr/>
            <p:nvPr/>
          </p:nvSpPr>
          <p:spPr>
            <a:xfrm>
              <a:off x="106863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t147"/>
            <p:cNvSpPr/>
            <p:nvPr/>
          </p:nvSpPr>
          <p:spPr>
            <a:xfrm>
              <a:off x="1638149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t148"/>
            <p:cNvSpPr/>
            <p:nvPr/>
          </p:nvSpPr>
          <p:spPr>
            <a:xfrm>
              <a:off x="1172183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t149"/>
            <p:cNvSpPr/>
            <p:nvPr/>
          </p:nvSpPr>
          <p:spPr>
            <a:xfrm>
              <a:off x="3087821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t150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t151"/>
            <p:cNvSpPr/>
            <p:nvPr/>
          </p:nvSpPr>
          <p:spPr>
            <a:xfrm>
              <a:off x="2207663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t152"/>
            <p:cNvSpPr/>
            <p:nvPr/>
          </p:nvSpPr>
          <p:spPr>
            <a:xfrm>
              <a:off x="965087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t153"/>
            <p:cNvSpPr/>
            <p:nvPr/>
          </p:nvSpPr>
          <p:spPr>
            <a:xfrm>
              <a:off x="2104115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t154"/>
            <p:cNvSpPr/>
            <p:nvPr/>
          </p:nvSpPr>
          <p:spPr>
            <a:xfrm>
              <a:off x="757991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t155"/>
            <p:cNvSpPr/>
            <p:nvPr/>
          </p:nvSpPr>
          <p:spPr>
            <a:xfrm>
              <a:off x="757991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t156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t157"/>
            <p:cNvSpPr/>
            <p:nvPr/>
          </p:nvSpPr>
          <p:spPr>
            <a:xfrm>
              <a:off x="106863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t158"/>
            <p:cNvSpPr/>
            <p:nvPr/>
          </p:nvSpPr>
          <p:spPr>
            <a:xfrm>
              <a:off x="757991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t159"/>
            <p:cNvSpPr/>
            <p:nvPr/>
          </p:nvSpPr>
          <p:spPr>
            <a:xfrm>
              <a:off x="965087" y="27635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t160"/>
            <p:cNvSpPr/>
            <p:nvPr/>
          </p:nvSpPr>
          <p:spPr>
            <a:xfrm>
              <a:off x="1482827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t161"/>
            <p:cNvSpPr/>
            <p:nvPr/>
          </p:nvSpPr>
          <p:spPr>
            <a:xfrm>
              <a:off x="2311211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t162"/>
            <p:cNvSpPr/>
            <p:nvPr/>
          </p:nvSpPr>
          <p:spPr>
            <a:xfrm>
              <a:off x="1172183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t163"/>
            <p:cNvSpPr/>
            <p:nvPr/>
          </p:nvSpPr>
          <p:spPr>
            <a:xfrm>
              <a:off x="2104115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t164"/>
            <p:cNvSpPr/>
            <p:nvPr/>
          </p:nvSpPr>
          <p:spPr>
            <a:xfrm>
              <a:off x="168992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t165"/>
            <p:cNvSpPr/>
            <p:nvPr/>
          </p:nvSpPr>
          <p:spPr>
            <a:xfrm>
              <a:off x="861539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t166"/>
            <p:cNvSpPr/>
            <p:nvPr/>
          </p:nvSpPr>
          <p:spPr>
            <a:xfrm>
              <a:off x="1534601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t167"/>
            <p:cNvSpPr/>
            <p:nvPr/>
          </p:nvSpPr>
          <p:spPr>
            <a:xfrm>
              <a:off x="1379279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t168"/>
            <p:cNvSpPr/>
            <p:nvPr/>
          </p:nvSpPr>
          <p:spPr>
            <a:xfrm>
              <a:off x="1689923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t169"/>
            <p:cNvSpPr/>
            <p:nvPr/>
          </p:nvSpPr>
          <p:spPr>
            <a:xfrm>
              <a:off x="127573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t170"/>
            <p:cNvSpPr/>
            <p:nvPr/>
          </p:nvSpPr>
          <p:spPr>
            <a:xfrm>
              <a:off x="1793471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t171"/>
            <p:cNvSpPr/>
            <p:nvPr/>
          </p:nvSpPr>
          <p:spPr>
            <a:xfrm>
              <a:off x="2207663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t172"/>
            <p:cNvSpPr/>
            <p:nvPr/>
          </p:nvSpPr>
          <p:spPr>
            <a:xfrm>
              <a:off x="861539" y="28238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t173"/>
            <p:cNvSpPr/>
            <p:nvPr/>
          </p:nvSpPr>
          <p:spPr>
            <a:xfrm>
              <a:off x="75799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t174"/>
            <p:cNvSpPr/>
            <p:nvPr/>
          </p:nvSpPr>
          <p:spPr>
            <a:xfrm>
              <a:off x="2621855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t175"/>
            <p:cNvSpPr/>
            <p:nvPr/>
          </p:nvSpPr>
          <p:spPr>
            <a:xfrm>
              <a:off x="1068635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t176"/>
            <p:cNvSpPr/>
            <p:nvPr/>
          </p:nvSpPr>
          <p:spPr>
            <a:xfrm>
              <a:off x="1379279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t177"/>
            <p:cNvSpPr/>
            <p:nvPr/>
          </p:nvSpPr>
          <p:spPr>
            <a:xfrm>
              <a:off x="1586375" y="16581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t178"/>
            <p:cNvSpPr/>
            <p:nvPr/>
          </p:nvSpPr>
          <p:spPr>
            <a:xfrm>
              <a:off x="137927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t179"/>
            <p:cNvSpPr/>
            <p:nvPr/>
          </p:nvSpPr>
          <p:spPr>
            <a:xfrm>
              <a:off x="3036047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t180"/>
            <p:cNvSpPr/>
            <p:nvPr/>
          </p:nvSpPr>
          <p:spPr>
            <a:xfrm>
              <a:off x="137927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t181"/>
            <p:cNvSpPr/>
            <p:nvPr/>
          </p:nvSpPr>
          <p:spPr>
            <a:xfrm>
              <a:off x="757991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t182"/>
            <p:cNvSpPr/>
            <p:nvPr/>
          </p:nvSpPr>
          <p:spPr>
            <a:xfrm>
              <a:off x="2414759" y="914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t183"/>
            <p:cNvSpPr/>
            <p:nvPr/>
          </p:nvSpPr>
          <p:spPr>
            <a:xfrm>
              <a:off x="2518307" y="1457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t184"/>
            <p:cNvSpPr/>
            <p:nvPr/>
          </p:nvSpPr>
          <p:spPr>
            <a:xfrm>
              <a:off x="1793471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t185"/>
            <p:cNvSpPr/>
            <p:nvPr/>
          </p:nvSpPr>
          <p:spPr>
            <a:xfrm>
              <a:off x="1793471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t186"/>
            <p:cNvSpPr/>
            <p:nvPr/>
          </p:nvSpPr>
          <p:spPr>
            <a:xfrm>
              <a:off x="1068635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t187"/>
            <p:cNvSpPr/>
            <p:nvPr/>
          </p:nvSpPr>
          <p:spPr>
            <a:xfrm>
              <a:off x="179347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t188"/>
            <p:cNvSpPr/>
            <p:nvPr/>
          </p:nvSpPr>
          <p:spPr>
            <a:xfrm>
              <a:off x="1689923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t189"/>
            <p:cNvSpPr/>
            <p:nvPr/>
          </p:nvSpPr>
          <p:spPr>
            <a:xfrm>
              <a:off x="3036047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t190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t191"/>
            <p:cNvSpPr/>
            <p:nvPr/>
          </p:nvSpPr>
          <p:spPr>
            <a:xfrm>
              <a:off x="80976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t192"/>
            <p:cNvSpPr/>
            <p:nvPr/>
          </p:nvSpPr>
          <p:spPr>
            <a:xfrm>
              <a:off x="2621855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t193"/>
            <p:cNvSpPr/>
            <p:nvPr/>
          </p:nvSpPr>
          <p:spPr>
            <a:xfrm>
              <a:off x="2104115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t194"/>
            <p:cNvSpPr/>
            <p:nvPr/>
          </p:nvSpPr>
          <p:spPr>
            <a:xfrm>
              <a:off x="1793471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t195"/>
            <p:cNvSpPr/>
            <p:nvPr/>
          </p:nvSpPr>
          <p:spPr>
            <a:xfrm>
              <a:off x="179347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t196"/>
            <p:cNvSpPr/>
            <p:nvPr/>
          </p:nvSpPr>
          <p:spPr>
            <a:xfrm>
              <a:off x="1897019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t197"/>
            <p:cNvSpPr/>
            <p:nvPr/>
          </p:nvSpPr>
          <p:spPr>
            <a:xfrm>
              <a:off x="163814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t198"/>
            <p:cNvSpPr/>
            <p:nvPr/>
          </p:nvSpPr>
          <p:spPr>
            <a:xfrm>
              <a:off x="143105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t199"/>
            <p:cNvSpPr/>
            <p:nvPr/>
          </p:nvSpPr>
          <p:spPr>
            <a:xfrm>
              <a:off x="1689923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t200"/>
            <p:cNvSpPr/>
            <p:nvPr/>
          </p:nvSpPr>
          <p:spPr>
            <a:xfrm>
              <a:off x="3139595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2311211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1897019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179347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1379279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861539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2311211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1586375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3139595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t209"/>
            <p:cNvSpPr/>
            <p:nvPr/>
          </p:nvSpPr>
          <p:spPr>
            <a:xfrm>
              <a:off x="220766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t210"/>
            <p:cNvSpPr/>
            <p:nvPr/>
          </p:nvSpPr>
          <p:spPr>
            <a:xfrm>
              <a:off x="913313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t211"/>
            <p:cNvSpPr/>
            <p:nvPr/>
          </p:nvSpPr>
          <p:spPr>
            <a:xfrm>
              <a:off x="137927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t212"/>
            <p:cNvSpPr/>
            <p:nvPr/>
          </p:nvSpPr>
          <p:spPr>
            <a:xfrm>
              <a:off x="158637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t213"/>
            <p:cNvSpPr/>
            <p:nvPr/>
          </p:nvSpPr>
          <p:spPr>
            <a:xfrm>
              <a:off x="262185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t214"/>
            <p:cNvSpPr/>
            <p:nvPr/>
          </p:nvSpPr>
          <p:spPr>
            <a:xfrm>
              <a:off x="137927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t215"/>
            <p:cNvSpPr/>
            <p:nvPr/>
          </p:nvSpPr>
          <p:spPr>
            <a:xfrm>
              <a:off x="1897019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t216"/>
            <p:cNvSpPr/>
            <p:nvPr/>
          </p:nvSpPr>
          <p:spPr>
            <a:xfrm>
              <a:off x="2880725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t217"/>
            <p:cNvSpPr/>
            <p:nvPr/>
          </p:nvSpPr>
          <p:spPr>
            <a:xfrm>
              <a:off x="220766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t218"/>
            <p:cNvSpPr/>
            <p:nvPr/>
          </p:nvSpPr>
          <p:spPr>
            <a:xfrm>
              <a:off x="1275731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t219"/>
            <p:cNvSpPr/>
            <p:nvPr/>
          </p:nvSpPr>
          <p:spPr>
            <a:xfrm>
              <a:off x="168992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t220"/>
            <p:cNvSpPr/>
            <p:nvPr/>
          </p:nvSpPr>
          <p:spPr>
            <a:xfrm>
              <a:off x="1793471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t221"/>
            <p:cNvSpPr/>
            <p:nvPr/>
          </p:nvSpPr>
          <p:spPr>
            <a:xfrm>
              <a:off x="132750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t222"/>
            <p:cNvSpPr/>
            <p:nvPr/>
          </p:nvSpPr>
          <p:spPr>
            <a:xfrm>
              <a:off x="2414759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t223"/>
            <p:cNvSpPr/>
            <p:nvPr/>
          </p:nvSpPr>
          <p:spPr>
            <a:xfrm>
              <a:off x="148282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t224"/>
            <p:cNvSpPr/>
            <p:nvPr/>
          </p:nvSpPr>
          <p:spPr>
            <a:xfrm>
              <a:off x="2311211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t225"/>
            <p:cNvSpPr/>
            <p:nvPr/>
          </p:nvSpPr>
          <p:spPr>
            <a:xfrm>
              <a:off x="965087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t226"/>
            <p:cNvSpPr/>
            <p:nvPr/>
          </p:nvSpPr>
          <p:spPr>
            <a:xfrm>
              <a:off x="1897019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t227"/>
            <p:cNvSpPr/>
            <p:nvPr/>
          </p:nvSpPr>
          <p:spPr>
            <a:xfrm>
              <a:off x="189701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t228"/>
            <p:cNvSpPr/>
            <p:nvPr/>
          </p:nvSpPr>
          <p:spPr>
            <a:xfrm>
              <a:off x="148282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t229"/>
            <p:cNvSpPr/>
            <p:nvPr/>
          </p:nvSpPr>
          <p:spPr>
            <a:xfrm>
              <a:off x="189701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t230"/>
            <p:cNvSpPr/>
            <p:nvPr/>
          </p:nvSpPr>
          <p:spPr>
            <a:xfrm>
              <a:off x="158637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t231"/>
            <p:cNvSpPr/>
            <p:nvPr/>
          </p:nvSpPr>
          <p:spPr>
            <a:xfrm>
              <a:off x="809765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t232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t233"/>
            <p:cNvSpPr/>
            <p:nvPr/>
          </p:nvSpPr>
          <p:spPr>
            <a:xfrm>
              <a:off x="1845245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t234"/>
            <p:cNvSpPr/>
            <p:nvPr/>
          </p:nvSpPr>
          <p:spPr>
            <a:xfrm>
              <a:off x="1897019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t235"/>
            <p:cNvSpPr/>
            <p:nvPr/>
          </p:nvSpPr>
          <p:spPr>
            <a:xfrm>
              <a:off x="2207663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t236"/>
            <p:cNvSpPr/>
            <p:nvPr/>
          </p:nvSpPr>
          <p:spPr>
            <a:xfrm>
              <a:off x="1586375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t237"/>
            <p:cNvSpPr/>
            <p:nvPr/>
          </p:nvSpPr>
          <p:spPr>
            <a:xfrm>
              <a:off x="194879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t238"/>
            <p:cNvSpPr/>
            <p:nvPr/>
          </p:nvSpPr>
          <p:spPr>
            <a:xfrm>
              <a:off x="2570081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t239"/>
            <p:cNvSpPr/>
            <p:nvPr/>
          </p:nvSpPr>
          <p:spPr>
            <a:xfrm>
              <a:off x="965087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t240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t241"/>
            <p:cNvSpPr/>
            <p:nvPr/>
          </p:nvSpPr>
          <p:spPr>
            <a:xfrm>
              <a:off x="757991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t242"/>
            <p:cNvSpPr/>
            <p:nvPr/>
          </p:nvSpPr>
          <p:spPr>
            <a:xfrm>
              <a:off x="7579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t243"/>
            <p:cNvSpPr/>
            <p:nvPr/>
          </p:nvSpPr>
          <p:spPr>
            <a:xfrm>
              <a:off x="96508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t244"/>
            <p:cNvSpPr/>
            <p:nvPr/>
          </p:nvSpPr>
          <p:spPr>
            <a:xfrm>
              <a:off x="2207663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t245"/>
            <p:cNvSpPr/>
            <p:nvPr/>
          </p:nvSpPr>
          <p:spPr>
            <a:xfrm>
              <a:off x="1431053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t246"/>
            <p:cNvSpPr/>
            <p:nvPr/>
          </p:nvSpPr>
          <p:spPr>
            <a:xfrm>
              <a:off x="1327505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t247"/>
            <p:cNvSpPr/>
            <p:nvPr/>
          </p:nvSpPr>
          <p:spPr>
            <a:xfrm>
              <a:off x="913313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t248"/>
            <p:cNvSpPr/>
            <p:nvPr/>
          </p:nvSpPr>
          <p:spPr>
            <a:xfrm>
              <a:off x="3139595" y="1035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t249"/>
            <p:cNvSpPr/>
            <p:nvPr/>
          </p:nvSpPr>
          <p:spPr>
            <a:xfrm>
              <a:off x="3346691" y="854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t250"/>
            <p:cNvSpPr/>
            <p:nvPr/>
          </p:nvSpPr>
          <p:spPr>
            <a:xfrm>
              <a:off x="1379279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t251"/>
            <p:cNvSpPr/>
            <p:nvPr/>
          </p:nvSpPr>
          <p:spPr>
            <a:xfrm>
              <a:off x="2621855" y="914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t252"/>
            <p:cNvSpPr/>
            <p:nvPr/>
          </p:nvSpPr>
          <p:spPr>
            <a:xfrm>
              <a:off x="861539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t253"/>
            <p:cNvSpPr/>
            <p:nvPr/>
          </p:nvSpPr>
          <p:spPr>
            <a:xfrm>
              <a:off x="1482827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t254"/>
            <p:cNvSpPr/>
            <p:nvPr/>
          </p:nvSpPr>
          <p:spPr>
            <a:xfrm>
              <a:off x="1379279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t255"/>
            <p:cNvSpPr/>
            <p:nvPr/>
          </p:nvSpPr>
          <p:spPr>
            <a:xfrm>
              <a:off x="168992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t256"/>
            <p:cNvSpPr/>
            <p:nvPr/>
          </p:nvSpPr>
          <p:spPr>
            <a:xfrm>
              <a:off x="1482827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t257"/>
            <p:cNvSpPr/>
            <p:nvPr/>
          </p:nvSpPr>
          <p:spPr>
            <a:xfrm>
              <a:off x="1172183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t258"/>
            <p:cNvSpPr/>
            <p:nvPr/>
          </p:nvSpPr>
          <p:spPr>
            <a:xfrm>
              <a:off x="1897019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t259"/>
            <p:cNvSpPr/>
            <p:nvPr/>
          </p:nvSpPr>
          <p:spPr>
            <a:xfrm>
              <a:off x="1897019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t260"/>
            <p:cNvSpPr/>
            <p:nvPr/>
          </p:nvSpPr>
          <p:spPr>
            <a:xfrm>
              <a:off x="1379279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t261"/>
            <p:cNvSpPr/>
            <p:nvPr/>
          </p:nvSpPr>
          <p:spPr>
            <a:xfrm>
              <a:off x="2725403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t262"/>
            <p:cNvSpPr/>
            <p:nvPr/>
          </p:nvSpPr>
          <p:spPr>
            <a:xfrm>
              <a:off x="225943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t263"/>
            <p:cNvSpPr/>
            <p:nvPr/>
          </p:nvSpPr>
          <p:spPr>
            <a:xfrm>
              <a:off x="2673629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t264"/>
            <p:cNvSpPr/>
            <p:nvPr/>
          </p:nvSpPr>
          <p:spPr>
            <a:xfrm>
              <a:off x="2621855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t265"/>
            <p:cNvSpPr/>
            <p:nvPr/>
          </p:nvSpPr>
          <p:spPr>
            <a:xfrm>
              <a:off x="1845245" y="2160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t266"/>
            <p:cNvSpPr/>
            <p:nvPr/>
          </p:nvSpPr>
          <p:spPr>
            <a:xfrm>
              <a:off x="293249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t267"/>
            <p:cNvSpPr/>
            <p:nvPr/>
          </p:nvSpPr>
          <p:spPr>
            <a:xfrm>
              <a:off x="1689923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t268"/>
            <p:cNvSpPr/>
            <p:nvPr/>
          </p:nvSpPr>
          <p:spPr>
            <a:xfrm>
              <a:off x="1482827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t269"/>
            <p:cNvSpPr/>
            <p:nvPr/>
          </p:nvSpPr>
          <p:spPr>
            <a:xfrm>
              <a:off x="2777177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t270"/>
            <p:cNvSpPr/>
            <p:nvPr/>
          </p:nvSpPr>
          <p:spPr>
            <a:xfrm>
              <a:off x="137927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t271"/>
            <p:cNvSpPr/>
            <p:nvPr/>
          </p:nvSpPr>
          <p:spPr>
            <a:xfrm>
              <a:off x="2777177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t272"/>
            <p:cNvSpPr/>
            <p:nvPr/>
          </p:nvSpPr>
          <p:spPr>
            <a:xfrm>
              <a:off x="965087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t273"/>
            <p:cNvSpPr/>
            <p:nvPr/>
          </p:nvSpPr>
          <p:spPr>
            <a:xfrm>
              <a:off x="1482827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t274"/>
            <p:cNvSpPr/>
            <p:nvPr/>
          </p:nvSpPr>
          <p:spPr>
            <a:xfrm>
              <a:off x="965087" y="28640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t275"/>
            <p:cNvSpPr/>
            <p:nvPr/>
          </p:nvSpPr>
          <p:spPr>
            <a:xfrm>
              <a:off x="75799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t276"/>
            <p:cNvSpPr/>
            <p:nvPr/>
          </p:nvSpPr>
          <p:spPr>
            <a:xfrm>
              <a:off x="2414759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t277"/>
            <p:cNvSpPr/>
            <p:nvPr/>
          </p:nvSpPr>
          <p:spPr>
            <a:xfrm>
              <a:off x="2000567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t278"/>
            <p:cNvSpPr/>
            <p:nvPr/>
          </p:nvSpPr>
          <p:spPr>
            <a:xfrm>
              <a:off x="2207663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t279"/>
            <p:cNvSpPr/>
            <p:nvPr/>
          </p:nvSpPr>
          <p:spPr>
            <a:xfrm>
              <a:off x="1275731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t280"/>
            <p:cNvSpPr/>
            <p:nvPr/>
          </p:nvSpPr>
          <p:spPr>
            <a:xfrm>
              <a:off x="1534601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t281"/>
            <p:cNvSpPr/>
            <p:nvPr/>
          </p:nvSpPr>
          <p:spPr>
            <a:xfrm>
              <a:off x="1689923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t282"/>
            <p:cNvSpPr/>
            <p:nvPr/>
          </p:nvSpPr>
          <p:spPr>
            <a:xfrm>
              <a:off x="137927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t283"/>
            <p:cNvSpPr/>
            <p:nvPr/>
          </p:nvSpPr>
          <p:spPr>
            <a:xfrm>
              <a:off x="158637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t284"/>
            <p:cNvSpPr/>
            <p:nvPr/>
          </p:nvSpPr>
          <p:spPr>
            <a:xfrm>
              <a:off x="86153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t285"/>
            <p:cNvSpPr/>
            <p:nvPr/>
          </p:nvSpPr>
          <p:spPr>
            <a:xfrm>
              <a:off x="1275731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t286"/>
            <p:cNvSpPr/>
            <p:nvPr/>
          </p:nvSpPr>
          <p:spPr>
            <a:xfrm>
              <a:off x="809765" y="294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t287"/>
            <p:cNvSpPr/>
            <p:nvPr/>
          </p:nvSpPr>
          <p:spPr>
            <a:xfrm>
              <a:off x="2207663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t288"/>
            <p:cNvSpPr/>
            <p:nvPr/>
          </p:nvSpPr>
          <p:spPr>
            <a:xfrm>
              <a:off x="2984273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t289"/>
            <p:cNvSpPr/>
            <p:nvPr/>
          </p:nvSpPr>
          <p:spPr>
            <a:xfrm>
              <a:off x="2104115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t290"/>
            <p:cNvSpPr/>
            <p:nvPr/>
          </p:nvSpPr>
          <p:spPr>
            <a:xfrm>
              <a:off x="2155889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t291"/>
            <p:cNvSpPr/>
            <p:nvPr/>
          </p:nvSpPr>
          <p:spPr>
            <a:xfrm>
              <a:off x="2621855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t292"/>
            <p:cNvSpPr/>
            <p:nvPr/>
          </p:nvSpPr>
          <p:spPr>
            <a:xfrm>
              <a:off x="861539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t293"/>
            <p:cNvSpPr/>
            <p:nvPr/>
          </p:nvSpPr>
          <p:spPr>
            <a:xfrm>
              <a:off x="3243143" y="914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t294"/>
            <p:cNvSpPr/>
            <p:nvPr/>
          </p:nvSpPr>
          <p:spPr>
            <a:xfrm>
              <a:off x="210411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t295"/>
            <p:cNvSpPr/>
            <p:nvPr/>
          </p:nvSpPr>
          <p:spPr>
            <a:xfrm>
              <a:off x="2000567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t296"/>
            <p:cNvSpPr/>
            <p:nvPr/>
          </p:nvSpPr>
          <p:spPr>
            <a:xfrm>
              <a:off x="1016861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t297"/>
            <p:cNvSpPr/>
            <p:nvPr/>
          </p:nvSpPr>
          <p:spPr>
            <a:xfrm>
              <a:off x="1482827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t298"/>
            <p:cNvSpPr/>
            <p:nvPr/>
          </p:nvSpPr>
          <p:spPr>
            <a:xfrm>
              <a:off x="86153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t299"/>
            <p:cNvSpPr/>
            <p:nvPr/>
          </p:nvSpPr>
          <p:spPr>
            <a:xfrm>
              <a:off x="1016861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t300"/>
            <p:cNvSpPr/>
            <p:nvPr/>
          </p:nvSpPr>
          <p:spPr>
            <a:xfrm>
              <a:off x="757991" y="28037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t301"/>
            <p:cNvSpPr/>
            <p:nvPr/>
          </p:nvSpPr>
          <p:spPr>
            <a:xfrm>
              <a:off x="1482827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t302"/>
            <p:cNvSpPr/>
            <p:nvPr/>
          </p:nvSpPr>
          <p:spPr>
            <a:xfrm>
              <a:off x="1068635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t303"/>
            <p:cNvSpPr/>
            <p:nvPr/>
          </p:nvSpPr>
          <p:spPr>
            <a:xfrm>
              <a:off x="757991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t304"/>
            <p:cNvSpPr/>
            <p:nvPr/>
          </p:nvSpPr>
          <p:spPr>
            <a:xfrm>
              <a:off x="1327505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tx305"/>
            <p:cNvSpPr/>
            <p:nvPr/>
          </p:nvSpPr>
          <p:spPr>
            <a:xfrm>
              <a:off x="799902" y="865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905254" y="829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954696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989485" y="918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1063651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1098439" y="863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311" name="pl311"/>
            <p:cNvSpPr/>
            <p:nvPr/>
          </p:nvSpPr>
          <p:spPr>
            <a:xfrm>
              <a:off x="782817" y="710267"/>
              <a:ext cx="3049840" cy="1953130"/>
            </a:xfrm>
            <a:custGeom>
              <a:avLst/>
              <a:gdLst/>
              <a:ahLst/>
              <a:cxnLst/>
              <a:rect l="0" t="0" r="0" b="0"/>
              <a:pathLst>
                <a:path w="3049840" h="1953130">
                  <a:moveTo>
                    <a:pt x="0" y="1953130"/>
                  </a:moveTo>
                  <a:lnTo>
                    <a:pt x="43254" y="1925430"/>
                  </a:lnTo>
                  <a:lnTo>
                    <a:pt x="86508" y="1897730"/>
                  </a:lnTo>
                  <a:lnTo>
                    <a:pt x="129762" y="1870029"/>
                  </a:lnTo>
                  <a:lnTo>
                    <a:pt x="173016" y="1842329"/>
                  </a:lnTo>
                  <a:lnTo>
                    <a:pt x="216271" y="1814629"/>
                  </a:lnTo>
                  <a:lnTo>
                    <a:pt x="259525" y="1786929"/>
                  </a:lnTo>
                  <a:lnTo>
                    <a:pt x="302779" y="1759229"/>
                  </a:lnTo>
                  <a:lnTo>
                    <a:pt x="346033" y="1731528"/>
                  </a:lnTo>
                  <a:lnTo>
                    <a:pt x="389287" y="1703828"/>
                  </a:lnTo>
                  <a:lnTo>
                    <a:pt x="432542" y="1676128"/>
                  </a:lnTo>
                  <a:lnTo>
                    <a:pt x="475796" y="1648428"/>
                  </a:lnTo>
                  <a:lnTo>
                    <a:pt x="519050" y="1620728"/>
                  </a:lnTo>
                  <a:lnTo>
                    <a:pt x="562304" y="1593028"/>
                  </a:lnTo>
                  <a:lnTo>
                    <a:pt x="605559" y="1565327"/>
                  </a:lnTo>
                  <a:lnTo>
                    <a:pt x="648813" y="1537627"/>
                  </a:lnTo>
                  <a:lnTo>
                    <a:pt x="692067" y="1509927"/>
                  </a:lnTo>
                  <a:lnTo>
                    <a:pt x="735321" y="1482227"/>
                  </a:lnTo>
                  <a:lnTo>
                    <a:pt x="778575" y="1454527"/>
                  </a:lnTo>
                  <a:lnTo>
                    <a:pt x="821830" y="1426827"/>
                  </a:lnTo>
                  <a:lnTo>
                    <a:pt x="865084" y="1399126"/>
                  </a:lnTo>
                  <a:lnTo>
                    <a:pt x="908338" y="1371426"/>
                  </a:lnTo>
                  <a:lnTo>
                    <a:pt x="951592" y="1343726"/>
                  </a:lnTo>
                  <a:lnTo>
                    <a:pt x="994847" y="1316026"/>
                  </a:lnTo>
                  <a:lnTo>
                    <a:pt x="1038101" y="1288326"/>
                  </a:lnTo>
                  <a:lnTo>
                    <a:pt x="1081355" y="1260625"/>
                  </a:lnTo>
                  <a:lnTo>
                    <a:pt x="1124609" y="1232925"/>
                  </a:lnTo>
                  <a:lnTo>
                    <a:pt x="1167863" y="1205225"/>
                  </a:lnTo>
                  <a:lnTo>
                    <a:pt x="1211118" y="1177525"/>
                  </a:lnTo>
                  <a:lnTo>
                    <a:pt x="1254372" y="1149825"/>
                  </a:lnTo>
                  <a:lnTo>
                    <a:pt x="1297626" y="1122125"/>
                  </a:lnTo>
                  <a:lnTo>
                    <a:pt x="1340880" y="1094424"/>
                  </a:lnTo>
                  <a:lnTo>
                    <a:pt x="1384135" y="1066724"/>
                  </a:lnTo>
                  <a:lnTo>
                    <a:pt x="1427389" y="1039024"/>
                  </a:lnTo>
                  <a:lnTo>
                    <a:pt x="1470643" y="1011324"/>
                  </a:lnTo>
                  <a:lnTo>
                    <a:pt x="1513897" y="983624"/>
                  </a:lnTo>
                  <a:lnTo>
                    <a:pt x="1557151" y="955923"/>
                  </a:lnTo>
                  <a:lnTo>
                    <a:pt x="1600406" y="928223"/>
                  </a:lnTo>
                  <a:lnTo>
                    <a:pt x="1643660" y="900523"/>
                  </a:lnTo>
                  <a:lnTo>
                    <a:pt x="1686914" y="872823"/>
                  </a:lnTo>
                  <a:lnTo>
                    <a:pt x="1730168" y="845123"/>
                  </a:lnTo>
                  <a:lnTo>
                    <a:pt x="1773423" y="817423"/>
                  </a:lnTo>
                  <a:lnTo>
                    <a:pt x="1816677" y="789722"/>
                  </a:lnTo>
                  <a:lnTo>
                    <a:pt x="1859931" y="762022"/>
                  </a:lnTo>
                  <a:lnTo>
                    <a:pt x="1903185" y="734322"/>
                  </a:lnTo>
                  <a:lnTo>
                    <a:pt x="1946439" y="706622"/>
                  </a:lnTo>
                  <a:lnTo>
                    <a:pt x="1989694" y="678922"/>
                  </a:lnTo>
                  <a:lnTo>
                    <a:pt x="2032948" y="651221"/>
                  </a:lnTo>
                  <a:lnTo>
                    <a:pt x="2076202" y="623521"/>
                  </a:lnTo>
                  <a:lnTo>
                    <a:pt x="2119456" y="595821"/>
                  </a:lnTo>
                  <a:lnTo>
                    <a:pt x="2162711" y="568121"/>
                  </a:lnTo>
                  <a:lnTo>
                    <a:pt x="2205965" y="540421"/>
                  </a:lnTo>
                  <a:lnTo>
                    <a:pt x="2249219" y="512721"/>
                  </a:lnTo>
                  <a:lnTo>
                    <a:pt x="2292473" y="485020"/>
                  </a:lnTo>
                  <a:lnTo>
                    <a:pt x="2335727" y="457320"/>
                  </a:lnTo>
                  <a:lnTo>
                    <a:pt x="2378982" y="429620"/>
                  </a:lnTo>
                  <a:lnTo>
                    <a:pt x="2422236" y="401920"/>
                  </a:lnTo>
                  <a:lnTo>
                    <a:pt x="2465490" y="374220"/>
                  </a:lnTo>
                  <a:lnTo>
                    <a:pt x="2508744" y="346519"/>
                  </a:lnTo>
                  <a:lnTo>
                    <a:pt x="2551999" y="318819"/>
                  </a:lnTo>
                  <a:lnTo>
                    <a:pt x="2595253" y="291119"/>
                  </a:lnTo>
                  <a:lnTo>
                    <a:pt x="2638507" y="263419"/>
                  </a:lnTo>
                  <a:lnTo>
                    <a:pt x="2681761" y="235719"/>
                  </a:lnTo>
                  <a:lnTo>
                    <a:pt x="2725015" y="208019"/>
                  </a:lnTo>
                  <a:lnTo>
                    <a:pt x="2768270" y="180318"/>
                  </a:lnTo>
                  <a:lnTo>
                    <a:pt x="2811524" y="152618"/>
                  </a:lnTo>
                  <a:lnTo>
                    <a:pt x="2854778" y="124918"/>
                  </a:lnTo>
                  <a:lnTo>
                    <a:pt x="2898032" y="97218"/>
                  </a:lnTo>
                  <a:lnTo>
                    <a:pt x="2941287" y="69518"/>
                  </a:lnTo>
                  <a:lnTo>
                    <a:pt x="2984541" y="41818"/>
                  </a:lnTo>
                  <a:lnTo>
                    <a:pt x="3027795" y="14117"/>
                  </a:lnTo>
                  <a:lnTo>
                    <a:pt x="3049840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312"/>
            <p:cNvSpPr/>
            <p:nvPr/>
          </p:nvSpPr>
          <p:spPr>
            <a:xfrm>
              <a:off x="2439585" y="874412"/>
              <a:ext cx="1449671" cy="272158"/>
            </a:xfrm>
            <a:custGeom>
              <a:avLst/>
              <a:gdLst/>
              <a:ahLst/>
              <a:cxnLst/>
              <a:rect l="0" t="0" r="0" b="0"/>
              <a:pathLst>
                <a:path w="1449671" h="272158">
                  <a:moveTo>
                    <a:pt x="0" y="272158"/>
                  </a:moveTo>
                  <a:lnTo>
                    <a:pt x="18350" y="268713"/>
                  </a:lnTo>
                  <a:lnTo>
                    <a:pt x="36700" y="265268"/>
                  </a:lnTo>
                  <a:lnTo>
                    <a:pt x="55050" y="261823"/>
                  </a:lnTo>
                  <a:lnTo>
                    <a:pt x="73401" y="258378"/>
                  </a:lnTo>
                  <a:lnTo>
                    <a:pt x="91751" y="254933"/>
                  </a:lnTo>
                  <a:lnTo>
                    <a:pt x="110101" y="251488"/>
                  </a:lnTo>
                  <a:lnTo>
                    <a:pt x="128451" y="248043"/>
                  </a:lnTo>
                  <a:lnTo>
                    <a:pt x="146802" y="244598"/>
                  </a:lnTo>
                  <a:lnTo>
                    <a:pt x="165152" y="241153"/>
                  </a:lnTo>
                  <a:lnTo>
                    <a:pt x="183502" y="237708"/>
                  </a:lnTo>
                  <a:lnTo>
                    <a:pt x="201853" y="234263"/>
                  </a:lnTo>
                  <a:lnTo>
                    <a:pt x="220203" y="230818"/>
                  </a:lnTo>
                  <a:lnTo>
                    <a:pt x="238553" y="227373"/>
                  </a:lnTo>
                  <a:lnTo>
                    <a:pt x="256903" y="223928"/>
                  </a:lnTo>
                  <a:lnTo>
                    <a:pt x="275254" y="220483"/>
                  </a:lnTo>
                  <a:lnTo>
                    <a:pt x="293604" y="217038"/>
                  </a:lnTo>
                  <a:lnTo>
                    <a:pt x="311954" y="213593"/>
                  </a:lnTo>
                  <a:lnTo>
                    <a:pt x="330304" y="210148"/>
                  </a:lnTo>
                  <a:lnTo>
                    <a:pt x="348655" y="206702"/>
                  </a:lnTo>
                  <a:lnTo>
                    <a:pt x="367005" y="203257"/>
                  </a:lnTo>
                  <a:lnTo>
                    <a:pt x="385355" y="199812"/>
                  </a:lnTo>
                  <a:lnTo>
                    <a:pt x="403706" y="196367"/>
                  </a:lnTo>
                  <a:lnTo>
                    <a:pt x="422056" y="192922"/>
                  </a:lnTo>
                  <a:lnTo>
                    <a:pt x="440406" y="189477"/>
                  </a:lnTo>
                  <a:lnTo>
                    <a:pt x="458756" y="186032"/>
                  </a:lnTo>
                  <a:lnTo>
                    <a:pt x="477107" y="182587"/>
                  </a:lnTo>
                  <a:lnTo>
                    <a:pt x="495457" y="179142"/>
                  </a:lnTo>
                  <a:lnTo>
                    <a:pt x="513807" y="175697"/>
                  </a:lnTo>
                  <a:lnTo>
                    <a:pt x="532157" y="172252"/>
                  </a:lnTo>
                  <a:lnTo>
                    <a:pt x="550508" y="168807"/>
                  </a:lnTo>
                  <a:lnTo>
                    <a:pt x="568858" y="165362"/>
                  </a:lnTo>
                  <a:lnTo>
                    <a:pt x="587208" y="161917"/>
                  </a:lnTo>
                  <a:lnTo>
                    <a:pt x="605559" y="158472"/>
                  </a:lnTo>
                  <a:lnTo>
                    <a:pt x="623909" y="155027"/>
                  </a:lnTo>
                  <a:lnTo>
                    <a:pt x="642259" y="151582"/>
                  </a:lnTo>
                  <a:lnTo>
                    <a:pt x="660609" y="148137"/>
                  </a:lnTo>
                  <a:lnTo>
                    <a:pt x="678960" y="144692"/>
                  </a:lnTo>
                  <a:lnTo>
                    <a:pt x="697310" y="141247"/>
                  </a:lnTo>
                  <a:lnTo>
                    <a:pt x="715660" y="137801"/>
                  </a:lnTo>
                  <a:lnTo>
                    <a:pt x="734011" y="134356"/>
                  </a:lnTo>
                  <a:lnTo>
                    <a:pt x="752361" y="130911"/>
                  </a:lnTo>
                  <a:lnTo>
                    <a:pt x="770711" y="127466"/>
                  </a:lnTo>
                  <a:lnTo>
                    <a:pt x="789061" y="124021"/>
                  </a:lnTo>
                  <a:lnTo>
                    <a:pt x="807412" y="120576"/>
                  </a:lnTo>
                  <a:lnTo>
                    <a:pt x="825762" y="117131"/>
                  </a:lnTo>
                  <a:lnTo>
                    <a:pt x="844112" y="113686"/>
                  </a:lnTo>
                  <a:lnTo>
                    <a:pt x="862462" y="110241"/>
                  </a:lnTo>
                  <a:lnTo>
                    <a:pt x="880813" y="106796"/>
                  </a:lnTo>
                  <a:lnTo>
                    <a:pt x="899163" y="103351"/>
                  </a:lnTo>
                  <a:lnTo>
                    <a:pt x="917513" y="99906"/>
                  </a:lnTo>
                  <a:lnTo>
                    <a:pt x="935864" y="96461"/>
                  </a:lnTo>
                  <a:lnTo>
                    <a:pt x="954214" y="93016"/>
                  </a:lnTo>
                  <a:lnTo>
                    <a:pt x="972564" y="89571"/>
                  </a:lnTo>
                  <a:lnTo>
                    <a:pt x="990914" y="86126"/>
                  </a:lnTo>
                  <a:lnTo>
                    <a:pt x="1009265" y="82681"/>
                  </a:lnTo>
                  <a:lnTo>
                    <a:pt x="1027615" y="79236"/>
                  </a:lnTo>
                  <a:lnTo>
                    <a:pt x="1045965" y="75791"/>
                  </a:lnTo>
                  <a:lnTo>
                    <a:pt x="1064315" y="72346"/>
                  </a:lnTo>
                  <a:lnTo>
                    <a:pt x="1082666" y="68900"/>
                  </a:lnTo>
                  <a:lnTo>
                    <a:pt x="1101016" y="65455"/>
                  </a:lnTo>
                  <a:lnTo>
                    <a:pt x="1119366" y="62010"/>
                  </a:lnTo>
                  <a:lnTo>
                    <a:pt x="1137717" y="58565"/>
                  </a:lnTo>
                  <a:lnTo>
                    <a:pt x="1156067" y="55120"/>
                  </a:lnTo>
                  <a:lnTo>
                    <a:pt x="1174417" y="51675"/>
                  </a:lnTo>
                  <a:lnTo>
                    <a:pt x="1192767" y="48230"/>
                  </a:lnTo>
                  <a:lnTo>
                    <a:pt x="1211118" y="44785"/>
                  </a:lnTo>
                  <a:lnTo>
                    <a:pt x="1229468" y="41340"/>
                  </a:lnTo>
                  <a:lnTo>
                    <a:pt x="1247818" y="37895"/>
                  </a:lnTo>
                  <a:lnTo>
                    <a:pt x="1266169" y="34450"/>
                  </a:lnTo>
                  <a:lnTo>
                    <a:pt x="1284519" y="31005"/>
                  </a:lnTo>
                  <a:lnTo>
                    <a:pt x="1302869" y="27560"/>
                  </a:lnTo>
                  <a:lnTo>
                    <a:pt x="1321219" y="24115"/>
                  </a:lnTo>
                  <a:lnTo>
                    <a:pt x="1339570" y="20670"/>
                  </a:lnTo>
                  <a:lnTo>
                    <a:pt x="1357920" y="17225"/>
                  </a:lnTo>
                  <a:lnTo>
                    <a:pt x="1376270" y="13780"/>
                  </a:lnTo>
                  <a:lnTo>
                    <a:pt x="1394620" y="10335"/>
                  </a:lnTo>
                  <a:lnTo>
                    <a:pt x="1412971" y="6890"/>
                  </a:lnTo>
                  <a:lnTo>
                    <a:pt x="1431321" y="3445"/>
                  </a:lnTo>
                  <a:lnTo>
                    <a:pt x="1449671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313"/>
            <p:cNvSpPr/>
            <p:nvPr/>
          </p:nvSpPr>
          <p:spPr>
            <a:xfrm>
              <a:off x="611963" y="573085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611963" y="5127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611963" y="4525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611963" y="3922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317"/>
            <p:cNvSpPr/>
            <p:nvPr/>
          </p:nvSpPr>
          <p:spPr>
            <a:xfrm>
              <a:off x="1300557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2336037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3371517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320"/>
            <p:cNvSpPr/>
            <p:nvPr/>
          </p:nvSpPr>
          <p:spPr>
            <a:xfrm>
              <a:off x="611963" y="6032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l321"/>
            <p:cNvSpPr/>
            <p:nvPr/>
          </p:nvSpPr>
          <p:spPr>
            <a:xfrm>
              <a:off x="611963" y="542939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322"/>
            <p:cNvSpPr/>
            <p:nvPr/>
          </p:nvSpPr>
          <p:spPr>
            <a:xfrm>
              <a:off x="611963" y="4826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323"/>
            <p:cNvSpPr/>
            <p:nvPr/>
          </p:nvSpPr>
          <p:spPr>
            <a:xfrm>
              <a:off x="611963" y="4223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324"/>
            <p:cNvSpPr/>
            <p:nvPr/>
          </p:nvSpPr>
          <p:spPr>
            <a:xfrm>
              <a:off x="782817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l325"/>
            <p:cNvSpPr/>
            <p:nvPr/>
          </p:nvSpPr>
          <p:spPr>
            <a:xfrm>
              <a:off x="1818297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l326"/>
            <p:cNvSpPr/>
            <p:nvPr/>
          </p:nvSpPr>
          <p:spPr>
            <a:xfrm>
              <a:off x="2853777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l327"/>
            <p:cNvSpPr/>
            <p:nvPr/>
          </p:nvSpPr>
          <p:spPr>
            <a:xfrm>
              <a:off x="3889256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t328"/>
            <p:cNvSpPr/>
            <p:nvPr/>
          </p:nvSpPr>
          <p:spPr>
            <a:xfrm>
              <a:off x="334669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t329"/>
            <p:cNvSpPr/>
            <p:nvPr/>
          </p:nvSpPr>
          <p:spPr>
            <a:xfrm>
              <a:off x="2828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t330"/>
            <p:cNvSpPr/>
            <p:nvPr/>
          </p:nvSpPr>
          <p:spPr>
            <a:xfrm>
              <a:off x="2000567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t331"/>
            <p:cNvSpPr/>
            <p:nvPr/>
          </p:nvSpPr>
          <p:spPr>
            <a:xfrm>
              <a:off x="158637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t332"/>
            <p:cNvSpPr/>
            <p:nvPr/>
          </p:nvSpPr>
          <p:spPr>
            <a:xfrm>
              <a:off x="179347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t333"/>
            <p:cNvSpPr/>
            <p:nvPr/>
          </p:nvSpPr>
          <p:spPr>
            <a:xfrm>
              <a:off x="282895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t334"/>
            <p:cNvSpPr/>
            <p:nvPr/>
          </p:nvSpPr>
          <p:spPr>
            <a:xfrm>
              <a:off x="2000567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t335"/>
            <p:cNvSpPr/>
            <p:nvPr/>
          </p:nvSpPr>
          <p:spPr>
            <a:xfrm>
              <a:off x="251830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t336"/>
            <p:cNvSpPr/>
            <p:nvPr/>
          </p:nvSpPr>
          <p:spPr>
            <a:xfrm>
              <a:off x="324314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t337"/>
            <p:cNvSpPr/>
            <p:nvPr/>
          </p:nvSpPr>
          <p:spPr>
            <a:xfrm>
              <a:off x="2311211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t338"/>
            <p:cNvSpPr/>
            <p:nvPr/>
          </p:nvSpPr>
          <p:spPr>
            <a:xfrm>
              <a:off x="2621855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t339"/>
            <p:cNvSpPr/>
            <p:nvPr/>
          </p:nvSpPr>
          <p:spPr>
            <a:xfrm>
              <a:off x="1534601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t340"/>
            <p:cNvSpPr/>
            <p:nvPr/>
          </p:nvSpPr>
          <p:spPr>
            <a:xfrm>
              <a:off x="220766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t341"/>
            <p:cNvSpPr/>
            <p:nvPr/>
          </p:nvSpPr>
          <p:spPr>
            <a:xfrm>
              <a:off x="2104115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t342"/>
            <p:cNvSpPr/>
            <p:nvPr/>
          </p:nvSpPr>
          <p:spPr>
            <a:xfrm>
              <a:off x="1275731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t343"/>
            <p:cNvSpPr/>
            <p:nvPr/>
          </p:nvSpPr>
          <p:spPr>
            <a:xfrm>
              <a:off x="288072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t344"/>
            <p:cNvSpPr/>
            <p:nvPr/>
          </p:nvSpPr>
          <p:spPr>
            <a:xfrm>
              <a:off x="246653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t345"/>
            <p:cNvSpPr/>
            <p:nvPr/>
          </p:nvSpPr>
          <p:spPr>
            <a:xfrm>
              <a:off x="262185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t346"/>
            <p:cNvSpPr/>
            <p:nvPr/>
          </p:nvSpPr>
          <p:spPr>
            <a:xfrm>
              <a:off x="350201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t347"/>
            <p:cNvSpPr/>
            <p:nvPr/>
          </p:nvSpPr>
          <p:spPr>
            <a:xfrm>
              <a:off x="1689923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t348"/>
            <p:cNvSpPr/>
            <p:nvPr/>
          </p:nvSpPr>
          <p:spPr>
            <a:xfrm>
              <a:off x="2932499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t349"/>
            <p:cNvSpPr/>
            <p:nvPr/>
          </p:nvSpPr>
          <p:spPr>
            <a:xfrm>
              <a:off x="334669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t350"/>
            <p:cNvSpPr/>
            <p:nvPr/>
          </p:nvSpPr>
          <p:spPr>
            <a:xfrm>
              <a:off x="251830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351"/>
            <p:cNvSpPr/>
            <p:nvPr/>
          </p:nvSpPr>
          <p:spPr>
            <a:xfrm>
              <a:off x="334669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352"/>
            <p:cNvSpPr/>
            <p:nvPr/>
          </p:nvSpPr>
          <p:spPr>
            <a:xfrm>
              <a:off x="2155889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353"/>
            <p:cNvSpPr/>
            <p:nvPr/>
          </p:nvSpPr>
          <p:spPr>
            <a:xfrm>
              <a:off x="1172183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354"/>
            <p:cNvSpPr/>
            <p:nvPr/>
          </p:nvSpPr>
          <p:spPr>
            <a:xfrm>
              <a:off x="2104115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t355"/>
            <p:cNvSpPr/>
            <p:nvPr/>
          </p:nvSpPr>
          <p:spPr>
            <a:xfrm>
              <a:off x="329491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t356"/>
            <p:cNvSpPr/>
            <p:nvPr/>
          </p:nvSpPr>
          <p:spPr>
            <a:xfrm>
              <a:off x="257008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t357"/>
            <p:cNvSpPr/>
            <p:nvPr/>
          </p:nvSpPr>
          <p:spPr>
            <a:xfrm>
              <a:off x="1689923" y="4640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358"/>
            <p:cNvSpPr/>
            <p:nvPr/>
          </p:nvSpPr>
          <p:spPr>
            <a:xfrm>
              <a:off x="2414759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t359"/>
            <p:cNvSpPr/>
            <p:nvPr/>
          </p:nvSpPr>
          <p:spPr>
            <a:xfrm>
              <a:off x="303604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t360"/>
            <p:cNvSpPr/>
            <p:nvPr/>
          </p:nvSpPr>
          <p:spPr>
            <a:xfrm>
              <a:off x="288072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t361"/>
            <p:cNvSpPr/>
            <p:nvPr/>
          </p:nvSpPr>
          <p:spPr>
            <a:xfrm>
              <a:off x="246653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t362"/>
            <p:cNvSpPr/>
            <p:nvPr/>
          </p:nvSpPr>
          <p:spPr>
            <a:xfrm>
              <a:off x="231121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t363"/>
            <p:cNvSpPr/>
            <p:nvPr/>
          </p:nvSpPr>
          <p:spPr>
            <a:xfrm>
              <a:off x="4071526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t364"/>
            <p:cNvSpPr/>
            <p:nvPr/>
          </p:nvSpPr>
          <p:spPr>
            <a:xfrm>
              <a:off x="376088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t365"/>
            <p:cNvSpPr/>
            <p:nvPr/>
          </p:nvSpPr>
          <p:spPr>
            <a:xfrm>
              <a:off x="965087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t366"/>
            <p:cNvSpPr/>
            <p:nvPr/>
          </p:nvSpPr>
          <p:spPr>
            <a:xfrm>
              <a:off x="251830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t367"/>
            <p:cNvSpPr/>
            <p:nvPr/>
          </p:nvSpPr>
          <p:spPr>
            <a:xfrm>
              <a:off x="324314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t368"/>
            <p:cNvSpPr/>
            <p:nvPr/>
          </p:nvSpPr>
          <p:spPr>
            <a:xfrm>
              <a:off x="251830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t369"/>
            <p:cNvSpPr/>
            <p:nvPr/>
          </p:nvSpPr>
          <p:spPr>
            <a:xfrm>
              <a:off x="272540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t370"/>
            <p:cNvSpPr/>
            <p:nvPr/>
          </p:nvSpPr>
          <p:spPr>
            <a:xfrm>
              <a:off x="313959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t371"/>
            <p:cNvSpPr/>
            <p:nvPr/>
          </p:nvSpPr>
          <p:spPr>
            <a:xfrm>
              <a:off x="365733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t372"/>
            <p:cNvSpPr/>
            <p:nvPr/>
          </p:nvSpPr>
          <p:spPr>
            <a:xfrm>
              <a:off x="277717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t373"/>
            <p:cNvSpPr/>
            <p:nvPr/>
          </p:nvSpPr>
          <p:spPr>
            <a:xfrm>
              <a:off x="303604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t374"/>
            <p:cNvSpPr/>
            <p:nvPr/>
          </p:nvSpPr>
          <p:spPr>
            <a:xfrm>
              <a:off x="2207663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t375"/>
            <p:cNvSpPr/>
            <p:nvPr/>
          </p:nvSpPr>
          <p:spPr>
            <a:xfrm>
              <a:off x="370910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t376"/>
            <p:cNvSpPr/>
            <p:nvPr/>
          </p:nvSpPr>
          <p:spPr>
            <a:xfrm>
              <a:off x="2725403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t377"/>
            <p:cNvSpPr/>
            <p:nvPr/>
          </p:nvSpPr>
          <p:spPr>
            <a:xfrm>
              <a:off x="391620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t378"/>
            <p:cNvSpPr/>
            <p:nvPr/>
          </p:nvSpPr>
          <p:spPr>
            <a:xfrm>
              <a:off x="376088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t379"/>
            <p:cNvSpPr/>
            <p:nvPr/>
          </p:nvSpPr>
          <p:spPr>
            <a:xfrm>
              <a:off x="298427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t380"/>
            <p:cNvSpPr/>
            <p:nvPr/>
          </p:nvSpPr>
          <p:spPr>
            <a:xfrm>
              <a:off x="272540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t381"/>
            <p:cNvSpPr/>
            <p:nvPr/>
          </p:nvSpPr>
          <p:spPr>
            <a:xfrm>
              <a:off x="225943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t382"/>
            <p:cNvSpPr/>
            <p:nvPr/>
          </p:nvSpPr>
          <p:spPr>
            <a:xfrm>
              <a:off x="3087821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t383"/>
            <p:cNvSpPr/>
            <p:nvPr/>
          </p:nvSpPr>
          <p:spPr>
            <a:xfrm>
              <a:off x="241475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t384"/>
            <p:cNvSpPr/>
            <p:nvPr/>
          </p:nvSpPr>
          <p:spPr>
            <a:xfrm>
              <a:off x="2621855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t385"/>
            <p:cNvSpPr/>
            <p:nvPr/>
          </p:nvSpPr>
          <p:spPr>
            <a:xfrm>
              <a:off x="277717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t386"/>
            <p:cNvSpPr/>
            <p:nvPr/>
          </p:nvSpPr>
          <p:spPr>
            <a:xfrm>
              <a:off x="2104115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t387"/>
            <p:cNvSpPr/>
            <p:nvPr/>
          </p:nvSpPr>
          <p:spPr>
            <a:xfrm>
              <a:off x="2414759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t388"/>
            <p:cNvSpPr/>
            <p:nvPr/>
          </p:nvSpPr>
          <p:spPr>
            <a:xfrm>
              <a:off x="3450239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t389"/>
            <p:cNvSpPr/>
            <p:nvPr/>
          </p:nvSpPr>
          <p:spPr>
            <a:xfrm>
              <a:off x="2777177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pt390"/>
            <p:cNvSpPr/>
            <p:nvPr/>
          </p:nvSpPr>
          <p:spPr>
            <a:xfrm>
              <a:off x="334669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t391"/>
            <p:cNvSpPr/>
            <p:nvPr/>
          </p:nvSpPr>
          <p:spPr>
            <a:xfrm>
              <a:off x="2414759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t392"/>
            <p:cNvSpPr/>
            <p:nvPr/>
          </p:nvSpPr>
          <p:spPr>
            <a:xfrm>
              <a:off x="293249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t393"/>
            <p:cNvSpPr/>
            <p:nvPr/>
          </p:nvSpPr>
          <p:spPr>
            <a:xfrm>
              <a:off x="2466533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t394"/>
            <p:cNvSpPr/>
            <p:nvPr/>
          </p:nvSpPr>
          <p:spPr>
            <a:xfrm>
              <a:off x="1897019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t395"/>
            <p:cNvSpPr/>
            <p:nvPr/>
          </p:nvSpPr>
          <p:spPr>
            <a:xfrm>
              <a:off x="360556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t396"/>
            <p:cNvSpPr/>
            <p:nvPr/>
          </p:nvSpPr>
          <p:spPr>
            <a:xfrm>
              <a:off x="360556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t397"/>
            <p:cNvSpPr/>
            <p:nvPr/>
          </p:nvSpPr>
          <p:spPr>
            <a:xfrm>
              <a:off x="2466533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t398"/>
            <p:cNvSpPr/>
            <p:nvPr/>
          </p:nvSpPr>
          <p:spPr>
            <a:xfrm>
              <a:off x="1741697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t399"/>
            <p:cNvSpPr/>
            <p:nvPr/>
          </p:nvSpPr>
          <p:spPr>
            <a:xfrm>
              <a:off x="200056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t400"/>
            <p:cNvSpPr/>
            <p:nvPr/>
          </p:nvSpPr>
          <p:spPr>
            <a:xfrm>
              <a:off x="2259437" y="42992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t401"/>
            <p:cNvSpPr/>
            <p:nvPr/>
          </p:nvSpPr>
          <p:spPr>
            <a:xfrm>
              <a:off x="288072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t402"/>
            <p:cNvSpPr/>
            <p:nvPr/>
          </p:nvSpPr>
          <p:spPr>
            <a:xfrm>
              <a:off x="1586375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t403"/>
            <p:cNvSpPr/>
            <p:nvPr/>
          </p:nvSpPr>
          <p:spPr>
            <a:xfrm>
              <a:off x="2311211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t404"/>
            <p:cNvSpPr/>
            <p:nvPr/>
          </p:nvSpPr>
          <p:spPr>
            <a:xfrm>
              <a:off x="1327505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t405"/>
            <p:cNvSpPr/>
            <p:nvPr/>
          </p:nvSpPr>
          <p:spPr>
            <a:xfrm>
              <a:off x="2259437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t406"/>
            <p:cNvSpPr/>
            <p:nvPr/>
          </p:nvSpPr>
          <p:spPr>
            <a:xfrm>
              <a:off x="1482827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t407"/>
            <p:cNvSpPr/>
            <p:nvPr/>
          </p:nvSpPr>
          <p:spPr>
            <a:xfrm>
              <a:off x="809765" y="54447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t408"/>
            <p:cNvSpPr/>
            <p:nvPr/>
          </p:nvSpPr>
          <p:spPr>
            <a:xfrm>
              <a:off x="1689923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t409"/>
            <p:cNvSpPr/>
            <p:nvPr/>
          </p:nvSpPr>
          <p:spPr>
            <a:xfrm>
              <a:off x="75799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t410"/>
            <p:cNvSpPr/>
            <p:nvPr/>
          </p:nvSpPr>
          <p:spPr>
            <a:xfrm>
              <a:off x="757991" y="59673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t411"/>
            <p:cNvSpPr/>
            <p:nvPr/>
          </p:nvSpPr>
          <p:spPr>
            <a:xfrm>
              <a:off x="75799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t412"/>
            <p:cNvSpPr/>
            <p:nvPr/>
          </p:nvSpPr>
          <p:spPr>
            <a:xfrm>
              <a:off x="75799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t413"/>
            <p:cNvSpPr/>
            <p:nvPr/>
          </p:nvSpPr>
          <p:spPr>
            <a:xfrm>
              <a:off x="2000567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t414"/>
            <p:cNvSpPr/>
            <p:nvPr/>
          </p:nvSpPr>
          <p:spPr>
            <a:xfrm>
              <a:off x="2518307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t415"/>
            <p:cNvSpPr/>
            <p:nvPr/>
          </p:nvSpPr>
          <p:spPr>
            <a:xfrm>
              <a:off x="2570081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t416"/>
            <p:cNvSpPr/>
            <p:nvPr/>
          </p:nvSpPr>
          <p:spPr>
            <a:xfrm>
              <a:off x="757991" y="5927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t417"/>
            <p:cNvSpPr/>
            <p:nvPr/>
          </p:nvSpPr>
          <p:spPr>
            <a:xfrm>
              <a:off x="2311211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t418"/>
            <p:cNvSpPr/>
            <p:nvPr/>
          </p:nvSpPr>
          <p:spPr>
            <a:xfrm>
              <a:off x="757991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t419"/>
            <p:cNvSpPr/>
            <p:nvPr/>
          </p:nvSpPr>
          <p:spPr>
            <a:xfrm>
              <a:off x="1223957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t420"/>
            <p:cNvSpPr/>
            <p:nvPr/>
          </p:nvSpPr>
          <p:spPr>
            <a:xfrm>
              <a:off x="200056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t421"/>
            <p:cNvSpPr/>
            <p:nvPr/>
          </p:nvSpPr>
          <p:spPr>
            <a:xfrm>
              <a:off x="267362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t422"/>
            <p:cNvSpPr/>
            <p:nvPr/>
          </p:nvSpPr>
          <p:spPr>
            <a:xfrm>
              <a:off x="288072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t423"/>
            <p:cNvSpPr/>
            <p:nvPr/>
          </p:nvSpPr>
          <p:spPr>
            <a:xfrm>
              <a:off x="1586375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pt424"/>
            <p:cNvSpPr/>
            <p:nvPr/>
          </p:nvSpPr>
          <p:spPr>
            <a:xfrm>
              <a:off x="757991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pt425"/>
            <p:cNvSpPr/>
            <p:nvPr/>
          </p:nvSpPr>
          <p:spPr>
            <a:xfrm>
              <a:off x="1534601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pt426"/>
            <p:cNvSpPr/>
            <p:nvPr/>
          </p:nvSpPr>
          <p:spPr>
            <a:xfrm>
              <a:off x="334669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pt427"/>
            <p:cNvSpPr/>
            <p:nvPr/>
          </p:nvSpPr>
          <p:spPr>
            <a:xfrm>
              <a:off x="329491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pt428"/>
            <p:cNvSpPr/>
            <p:nvPr/>
          </p:nvSpPr>
          <p:spPr>
            <a:xfrm>
              <a:off x="2362985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pt429"/>
            <p:cNvSpPr/>
            <p:nvPr/>
          </p:nvSpPr>
          <p:spPr>
            <a:xfrm>
              <a:off x="2155889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t430"/>
            <p:cNvSpPr/>
            <p:nvPr/>
          </p:nvSpPr>
          <p:spPr>
            <a:xfrm>
              <a:off x="345023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t431"/>
            <p:cNvSpPr/>
            <p:nvPr/>
          </p:nvSpPr>
          <p:spPr>
            <a:xfrm>
              <a:off x="246653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t432"/>
            <p:cNvSpPr/>
            <p:nvPr/>
          </p:nvSpPr>
          <p:spPr>
            <a:xfrm>
              <a:off x="329491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t433"/>
            <p:cNvSpPr/>
            <p:nvPr/>
          </p:nvSpPr>
          <p:spPr>
            <a:xfrm>
              <a:off x="2311211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t434"/>
            <p:cNvSpPr/>
            <p:nvPr/>
          </p:nvSpPr>
          <p:spPr>
            <a:xfrm>
              <a:off x="313959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t435"/>
            <p:cNvSpPr/>
            <p:nvPr/>
          </p:nvSpPr>
          <p:spPr>
            <a:xfrm>
              <a:off x="303604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t436"/>
            <p:cNvSpPr/>
            <p:nvPr/>
          </p:nvSpPr>
          <p:spPr>
            <a:xfrm>
              <a:off x="2828951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t437"/>
            <p:cNvSpPr/>
            <p:nvPr/>
          </p:nvSpPr>
          <p:spPr>
            <a:xfrm>
              <a:off x="3243143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t438"/>
            <p:cNvSpPr/>
            <p:nvPr/>
          </p:nvSpPr>
          <p:spPr>
            <a:xfrm>
              <a:off x="319136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t439"/>
            <p:cNvSpPr/>
            <p:nvPr/>
          </p:nvSpPr>
          <p:spPr>
            <a:xfrm>
              <a:off x="303604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t440"/>
            <p:cNvSpPr/>
            <p:nvPr/>
          </p:nvSpPr>
          <p:spPr>
            <a:xfrm>
              <a:off x="313959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t441"/>
            <p:cNvSpPr/>
            <p:nvPr/>
          </p:nvSpPr>
          <p:spPr>
            <a:xfrm>
              <a:off x="319136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t442"/>
            <p:cNvSpPr/>
            <p:nvPr/>
          </p:nvSpPr>
          <p:spPr>
            <a:xfrm>
              <a:off x="401975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t443"/>
            <p:cNvSpPr/>
            <p:nvPr/>
          </p:nvSpPr>
          <p:spPr>
            <a:xfrm>
              <a:off x="2000567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t444"/>
            <p:cNvSpPr/>
            <p:nvPr/>
          </p:nvSpPr>
          <p:spPr>
            <a:xfrm>
              <a:off x="345023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t445"/>
            <p:cNvSpPr/>
            <p:nvPr/>
          </p:nvSpPr>
          <p:spPr>
            <a:xfrm>
              <a:off x="2621855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t446"/>
            <p:cNvSpPr/>
            <p:nvPr/>
          </p:nvSpPr>
          <p:spPr>
            <a:xfrm>
              <a:off x="334669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t447"/>
            <p:cNvSpPr/>
            <p:nvPr/>
          </p:nvSpPr>
          <p:spPr>
            <a:xfrm>
              <a:off x="1327505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t448"/>
            <p:cNvSpPr/>
            <p:nvPr/>
          </p:nvSpPr>
          <p:spPr>
            <a:xfrm>
              <a:off x="308782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t449"/>
            <p:cNvSpPr/>
            <p:nvPr/>
          </p:nvSpPr>
          <p:spPr>
            <a:xfrm>
              <a:off x="4123300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t450"/>
            <p:cNvSpPr/>
            <p:nvPr/>
          </p:nvSpPr>
          <p:spPr>
            <a:xfrm>
              <a:off x="391620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t451"/>
            <p:cNvSpPr/>
            <p:nvPr/>
          </p:nvSpPr>
          <p:spPr>
            <a:xfrm>
              <a:off x="324314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t452"/>
            <p:cNvSpPr/>
            <p:nvPr/>
          </p:nvSpPr>
          <p:spPr>
            <a:xfrm>
              <a:off x="329491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t453"/>
            <p:cNvSpPr/>
            <p:nvPr/>
          </p:nvSpPr>
          <p:spPr>
            <a:xfrm>
              <a:off x="220766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t454"/>
            <p:cNvSpPr/>
            <p:nvPr/>
          </p:nvSpPr>
          <p:spPr>
            <a:xfrm>
              <a:off x="308782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t455"/>
            <p:cNvSpPr/>
            <p:nvPr/>
          </p:nvSpPr>
          <p:spPr>
            <a:xfrm>
              <a:off x="30360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t456"/>
            <p:cNvSpPr/>
            <p:nvPr/>
          </p:nvSpPr>
          <p:spPr>
            <a:xfrm>
              <a:off x="2518307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t457"/>
            <p:cNvSpPr/>
            <p:nvPr/>
          </p:nvSpPr>
          <p:spPr>
            <a:xfrm>
              <a:off x="246653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t458"/>
            <p:cNvSpPr/>
            <p:nvPr/>
          </p:nvSpPr>
          <p:spPr>
            <a:xfrm>
              <a:off x="2984273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t459"/>
            <p:cNvSpPr/>
            <p:nvPr/>
          </p:nvSpPr>
          <p:spPr>
            <a:xfrm>
              <a:off x="35537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t460"/>
            <p:cNvSpPr/>
            <p:nvPr/>
          </p:nvSpPr>
          <p:spPr>
            <a:xfrm>
              <a:off x="324314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t461"/>
            <p:cNvSpPr/>
            <p:nvPr/>
          </p:nvSpPr>
          <p:spPr>
            <a:xfrm>
              <a:off x="1534601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t462"/>
            <p:cNvSpPr/>
            <p:nvPr/>
          </p:nvSpPr>
          <p:spPr>
            <a:xfrm>
              <a:off x="251830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t463"/>
            <p:cNvSpPr/>
            <p:nvPr/>
          </p:nvSpPr>
          <p:spPr>
            <a:xfrm>
              <a:off x="4123300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t464"/>
            <p:cNvSpPr/>
            <p:nvPr/>
          </p:nvSpPr>
          <p:spPr>
            <a:xfrm>
              <a:off x="324314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t465"/>
            <p:cNvSpPr/>
            <p:nvPr/>
          </p:nvSpPr>
          <p:spPr>
            <a:xfrm>
              <a:off x="2725403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t466"/>
            <p:cNvSpPr/>
            <p:nvPr/>
          </p:nvSpPr>
          <p:spPr>
            <a:xfrm>
              <a:off x="334669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t467"/>
            <p:cNvSpPr/>
            <p:nvPr/>
          </p:nvSpPr>
          <p:spPr>
            <a:xfrm>
              <a:off x="2828951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t468"/>
            <p:cNvSpPr/>
            <p:nvPr/>
          </p:nvSpPr>
          <p:spPr>
            <a:xfrm>
              <a:off x="168992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t469"/>
            <p:cNvSpPr/>
            <p:nvPr/>
          </p:nvSpPr>
          <p:spPr>
            <a:xfrm>
              <a:off x="350201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t470"/>
            <p:cNvSpPr/>
            <p:nvPr/>
          </p:nvSpPr>
          <p:spPr>
            <a:xfrm>
              <a:off x="2000567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t471"/>
            <p:cNvSpPr/>
            <p:nvPr/>
          </p:nvSpPr>
          <p:spPr>
            <a:xfrm>
              <a:off x="272540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t472"/>
            <p:cNvSpPr/>
            <p:nvPr/>
          </p:nvSpPr>
          <p:spPr>
            <a:xfrm>
              <a:off x="257008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t473"/>
            <p:cNvSpPr/>
            <p:nvPr/>
          </p:nvSpPr>
          <p:spPr>
            <a:xfrm>
              <a:off x="210411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t474"/>
            <p:cNvSpPr/>
            <p:nvPr/>
          </p:nvSpPr>
          <p:spPr>
            <a:xfrm>
              <a:off x="298427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t475"/>
            <p:cNvSpPr/>
            <p:nvPr/>
          </p:nvSpPr>
          <p:spPr>
            <a:xfrm>
              <a:off x="1948793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t476"/>
            <p:cNvSpPr/>
            <p:nvPr/>
          </p:nvSpPr>
          <p:spPr>
            <a:xfrm>
              <a:off x="391620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t477"/>
            <p:cNvSpPr/>
            <p:nvPr/>
          </p:nvSpPr>
          <p:spPr>
            <a:xfrm>
              <a:off x="272540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t478"/>
            <p:cNvSpPr/>
            <p:nvPr/>
          </p:nvSpPr>
          <p:spPr>
            <a:xfrm>
              <a:off x="2414759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t479"/>
            <p:cNvSpPr/>
            <p:nvPr/>
          </p:nvSpPr>
          <p:spPr>
            <a:xfrm>
              <a:off x="308782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t480"/>
            <p:cNvSpPr/>
            <p:nvPr/>
          </p:nvSpPr>
          <p:spPr>
            <a:xfrm>
              <a:off x="30360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t481"/>
            <p:cNvSpPr/>
            <p:nvPr/>
          </p:nvSpPr>
          <p:spPr>
            <a:xfrm>
              <a:off x="2362985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t482"/>
            <p:cNvSpPr/>
            <p:nvPr/>
          </p:nvSpPr>
          <p:spPr>
            <a:xfrm>
              <a:off x="365733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t483"/>
            <p:cNvSpPr/>
            <p:nvPr/>
          </p:nvSpPr>
          <p:spPr>
            <a:xfrm>
              <a:off x="272540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t484"/>
            <p:cNvSpPr/>
            <p:nvPr/>
          </p:nvSpPr>
          <p:spPr>
            <a:xfrm>
              <a:off x="3139595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t485"/>
            <p:cNvSpPr/>
            <p:nvPr/>
          </p:nvSpPr>
          <p:spPr>
            <a:xfrm>
              <a:off x="2362985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t486"/>
            <p:cNvSpPr/>
            <p:nvPr/>
          </p:nvSpPr>
          <p:spPr>
            <a:xfrm>
              <a:off x="158637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t487"/>
            <p:cNvSpPr/>
            <p:nvPr/>
          </p:nvSpPr>
          <p:spPr>
            <a:xfrm>
              <a:off x="251830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t488"/>
            <p:cNvSpPr/>
            <p:nvPr/>
          </p:nvSpPr>
          <p:spPr>
            <a:xfrm>
              <a:off x="339846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t489"/>
            <p:cNvSpPr/>
            <p:nvPr/>
          </p:nvSpPr>
          <p:spPr>
            <a:xfrm>
              <a:off x="1689923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t490"/>
            <p:cNvSpPr/>
            <p:nvPr/>
          </p:nvSpPr>
          <p:spPr>
            <a:xfrm>
              <a:off x="2104115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t491"/>
            <p:cNvSpPr/>
            <p:nvPr/>
          </p:nvSpPr>
          <p:spPr>
            <a:xfrm>
              <a:off x="329491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t492"/>
            <p:cNvSpPr/>
            <p:nvPr/>
          </p:nvSpPr>
          <p:spPr>
            <a:xfrm>
              <a:off x="324314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t493"/>
            <p:cNvSpPr/>
            <p:nvPr/>
          </p:nvSpPr>
          <p:spPr>
            <a:xfrm>
              <a:off x="2518307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t494"/>
            <p:cNvSpPr/>
            <p:nvPr/>
          </p:nvSpPr>
          <p:spPr>
            <a:xfrm>
              <a:off x="308782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t495"/>
            <p:cNvSpPr/>
            <p:nvPr/>
          </p:nvSpPr>
          <p:spPr>
            <a:xfrm>
              <a:off x="1948793" y="41384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t496"/>
            <p:cNvSpPr/>
            <p:nvPr/>
          </p:nvSpPr>
          <p:spPr>
            <a:xfrm>
              <a:off x="3191369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t497"/>
            <p:cNvSpPr/>
            <p:nvPr/>
          </p:nvSpPr>
          <p:spPr>
            <a:xfrm>
              <a:off x="2518307" y="4238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t498"/>
            <p:cNvSpPr/>
            <p:nvPr/>
          </p:nvSpPr>
          <p:spPr>
            <a:xfrm>
              <a:off x="1172183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t499"/>
            <p:cNvSpPr/>
            <p:nvPr/>
          </p:nvSpPr>
          <p:spPr>
            <a:xfrm>
              <a:off x="2311211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t500"/>
            <p:cNvSpPr/>
            <p:nvPr/>
          </p:nvSpPr>
          <p:spPr>
            <a:xfrm>
              <a:off x="1586375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t501"/>
            <p:cNvSpPr/>
            <p:nvPr/>
          </p:nvSpPr>
          <p:spPr>
            <a:xfrm>
              <a:off x="3967978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t502"/>
            <p:cNvSpPr/>
            <p:nvPr/>
          </p:nvSpPr>
          <p:spPr>
            <a:xfrm>
              <a:off x="1431053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t503"/>
            <p:cNvSpPr/>
            <p:nvPr/>
          </p:nvSpPr>
          <p:spPr>
            <a:xfrm>
              <a:off x="370910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t504"/>
            <p:cNvSpPr/>
            <p:nvPr/>
          </p:nvSpPr>
          <p:spPr>
            <a:xfrm>
              <a:off x="1689923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t505"/>
            <p:cNvSpPr/>
            <p:nvPr/>
          </p:nvSpPr>
          <p:spPr>
            <a:xfrm>
              <a:off x="334669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t506"/>
            <p:cNvSpPr/>
            <p:nvPr/>
          </p:nvSpPr>
          <p:spPr>
            <a:xfrm>
              <a:off x="251830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t507"/>
            <p:cNvSpPr/>
            <p:nvPr/>
          </p:nvSpPr>
          <p:spPr>
            <a:xfrm>
              <a:off x="345023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t508"/>
            <p:cNvSpPr/>
            <p:nvPr/>
          </p:nvSpPr>
          <p:spPr>
            <a:xfrm>
              <a:off x="2880725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t509"/>
            <p:cNvSpPr/>
            <p:nvPr/>
          </p:nvSpPr>
          <p:spPr>
            <a:xfrm>
              <a:off x="220766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t510"/>
            <p:cNvSpPr/>
            <p:nvPr/>
          </p:nvSpPr>
          <p:spPr>
            <a:xfrm>
              <a:off x="148282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t511"/>
            <p:cNvSpPr/>
            <p:nvPr/>
          </p:nvSpPr>
          <p:spPr>
            <a:xfrm>
              <a:off x="1948793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t512"/>
            <p:cNvSpPr/>
            <p:nvPr/>
          </p:nvSpPr>
          <p:spPr>
            <a:xfrm>
              <a:off x="1379279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t513"/>
            <p:cNvSpPr/>
            <p:nvPr/>
          </p:nvSpPr>
          <p:spPr>
            <a:xfrm>
              <a:off x="2828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t514"/>
            <p:cNvSpPr/>
            <p:nvPr/>
          </p:nvSpPr>
          <p:spPr>
            <a:xfrm>
              <a:off x="2414759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t515"/>
            <p:cNvSpPr/>
            <p:nvPr/>
          </p:nvSpPr>
          <p:spPr>
            <a:xfrm>
              <a:off x="298427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t516"/>
            <p:cNvSpPr/>
            <p:nvPr/>
          </p:nvSpPr>
          <p:spPr>
            <a:xfrm>
              <a:off x="293249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t517"/>
            <p:cNvSpPr/>
            <p:nvPr/>
          </p:nvSpPr>
          <p:spPr>
            <a:xfrm>
              <a:off x="241475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t518"/>
            <p:cNvSpPr/>
            <p:nvPr/>
          </p:nvSpPr>
          <p:spPr>
            <a:xfrm>
              <a:off x="262185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t519"/>
            <p:cNvSpPr/>
            <p:nvPr/>
          </p:nvSpPr>
          <p:spPr>
            <a:xfrm>
              <a:off x="30360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t520"/>
            <p:cNvSpPr/>
            <p:nvPr/>
          </p:nvSpPr>
          <p:spPr>
            <a:xfrm>
              <a:off x="319136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t521"/>
            <p:cNvSpPr/>
            <p:nvPr/>
          </p:nvSpPr>
          <p:spPr>
            <a:xfrm>
              <a:off x="30360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t522"/>
            <p:cNvSpPr/>
            <p:nvPr/>
          </p:nvSpPr>
          <p:spPr>
            <a:xfrm>
              <a:off x="2000567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t523"/>
            <p:cNvSpPr/>
            <p:nvPr/>
          </p:nvSpPr>
          <p:spPr>
            <a:xfrm>
              <a:off x="334669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t524"/>
            <p:cNvSpPr/>
            <p:nvPr/>
          </p:nvSpPr>
          <p:spPr>
            <a:xfrm>
              <a:off x="2311211" y="42590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t525"/>
            <p:cNvSpPr/>
            <p:nvPr/>
          </p:nvSpPr>
          <p:spPr>
            <a:xfrm>
              <a:off x="2518307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t526"/>
            <p:cNvSpPr/>
            <p:nvPr/>
          </p:nvSpPr>
          <p:spPr>
            <a:xfrm>
              <a:off x="2000567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t527"/>
            <p:cNvSpPr/>
            <p:nvPr/>
          </p:nvSpPr>
          <p:spPr>
            <a:xfrm>
              <a:off x="200056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t528"/>
            <p:cNvSpPr/>
            <p:nvPr/>
          </p:nvSpPr>
          <p:spPr>
            <a:xfrm>
              <a:off x="2104115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t529"/>
            <p:cNvSpPr/>
            <p:nvPr/>
          </p:nvSpPr>
          <p:spPr>
            <a:xfrm>
              <a:off x="2621855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t530"/>
            <p:cNvSpPr/>
            <p:nvPr/>
          </p:nvSpPr>
          <p:spPr>
            <a:xfrm>
              <a:off x="1793471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t531"/>
            <p:cNvSpPr/>
            <p:nvPr/>
          </p:nvSpPr>
          <p:spPr>
            <a:xfrm>
              <a:off x="2104115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t532"/>
            <p:cNvSpPr/>
            <p:nvPr/>
          </p:nvSpPr>
          <p:spPr>
            <a:xfrm>
              <a:off x="2570081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t533"/>
            <p:cNvSpPr/>
            <p:nvPr/>
          </p:nvSpPr>
          <p:spPr>
            <a:xfrm>
              <a:off x="391620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t534"/>
            <p:cNvSpPr/>
            <p:nvPr/>
          </p:nvSpPr>
          <p:spPr>
            <a:xfrm>
              <a:off x="350201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t535"/>
            <p:cNvSpPr/>
            <p:nvPr/>
          </p:nvSpPr>
          <p:spPr>
            <a:xfrm>
              <a:off x="179347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t536"/>
            <p:cNvSpPr/>
            <p:nvPr/>
          </p:nvSpPr>
          <p:spPr>
            <a:xfrm>
              <a:off x="1275731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t537"/>
            <p:cNvSpPr/>
            <p:nvPr/>
          </p:nvSpPr>
          <p:spPr>
            <a:xfrm>
              <a:off x="1845245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t538"/>
            <p:cNvSpPr/>
            <p:nvPr/>
          </p:nvSpPr>
          <p:spPr>
            <a:xfrm>
              <a:off x="231121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t539"/>
            <p:cNvSpPr/>
            <p:nvPr/>
          </p:nvSpPr>
          <p:spPr>
            <a:xfrm>
              <a:off x="334669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t540"/>
            <p:cNvSpPr/>
            <p:nvPr/>
          </p:nvSpPr>
          <p:spPr>
            <a:xfrm>
              <a:off x="308782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t541"/>
            <p:cNvSpPr/>
            <p:nvPr/>
          </p:nvSpPr>
          <p:spPr>
            <a:xfrm>
              <a:off x="220766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t542"/>
            <p:cNvSpPr/>
            <p:nvPr/>
          </p:nvSpPr>
          <p:spPr>
            <a:xfrm>
              <a:off x="2414759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t543"/>
            <p:cNvSpPr/>
            <p:nvPr/>
          </p:nvSpPr>
          <p:spPr>
            <a:xfrm>
              <a:off x="1638149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t544"/>
            <p:cNvSpPr/>
            <p:nvPr/>
          </p:nvSpPr>
          <p:spPr>
            <a:xfrm>
              <a:off x="308782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t545"/>
            <p:cNvSpPr/>
            <p:nvPr/>
          </p:nvSpPr>
          <p:spPr>
            <a:xfrm>
              <a:off x="2621855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t546"/>
            <p:cNvSpPr/>
            <p:nvPr/>
          </p:nvSpPr>
          <p:spPr>
            <a:xfrm>
              <a:off x="1845245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t547"/>
            <p:cNvSpPr/>
            <p:nvPr/>
          </p:nvSpPr>
          <p:spPr>
            <a:xfrm>
              <a:off x="158637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t548"/>
            <p:cNvSpPr/>
            <p:nvPr/>
          </p:nvSpPr>
          <p:spPr>
            <a:xfrm>
              <a:off x="2828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t549"/>
            <p:cNvSpPr/>
            <p:nvPr/>
          </p:nvSpPr>
          <p:spPr>
            <a:xfrm>
              <a:off x="2828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t550"/>
            <p:cNvSpPr/>
            <p:nvPr/>
          </p:nvSpPr>
          <p:spPr>
            <a:xfrm>
              <a:off x="210411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t551"/>
            <p:cNvSpPr/>
            <p:nvPr/>
          </p:nvSpPr>
          <p:spPr>
            <a:xfrm>
              <a:off x="2984273" y="4098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t552"/>
            <p:cNvSpPr/>
            <p:nvPr/>
          </p:nvSpPr>
          <p:spPr>
            <a:xfrm>
              <a:off x="350201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t553"/>
            <p:cNvSpPr/>
            <p:nvPr/>
          </p:nvSpPr>
          <p:spPr>
            <a:xfrm>
              <a:off x="282895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t554"/>
            <p:cNvSpPr/>
            <p:nvPr/>
          </p:nvSpPr>
          <p:spPr>
            <a:xfrm>
              <a:off x="324314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t555"/>
            <p:cNvSpPr/>
            <p:nvPr/>
          </p:nvSpPr>
          <p:spPr>
            <a:xfrm>
              <a:off x="345023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t556"/>
            <p:cNvSpPr/>
            <p:nvPr/>
          </p:nvSpPr>
          <p:spPr>
            <a:xfrm>
              <a:off x="2828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t557"/>
            <p:cNvSpPr/>
            <p:nvPr/>
          </p:nvSpPr>
          <p:spPr>
            <a:xfrm>
              <a:off x="215588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t558"/>
            <p:cNvSpPr/>
            <p:nvPr/>
          </p:nvSpPr>
          <p:spPr>
            <a:xfrm>
              <a:off x="282895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t559"/>
            <p:cNvSpPr/>
            <p:nvPr/>
          </p:nvSpPr>
          <p:spPr>
            <a:xfrm>
              <a:off x="334669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t560"/>
            <p:cNvSpPr/>
            <p:nvPr/>
          </p:nvSpPr>
          <p:spPr>
            <a:xfrm>
              <a:off x="308782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t561"/>
            <p:cNvSpPr/>
            <p:nvPr/>
          </p:nvSpPr>
          <p:spPr>
            <a:xfrm>
              <a:off x="350201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t562"/>
            <p:cNvSpPr/>
            <p:nvPr/>
          </p:nvSpPr>
          <p:spPr>
            <a:xfrm>
              <a:off x="2414759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t563"/>
            <p:cNvSpPr/>
            <p:nvPr/>
          </p:nvSpPr>
          <p:spPr>
            <a:xfrm>
              <a:off x="2621855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t564"/>
            <p:cNvSpPr/>
            <p:nvPr/>
          </p:nvSpPr>
          <p:spPr>
            <a:xfrm>
              <a:off x="319136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t565"/>
            <p:cNvSpPr/>
            <p:nvPr/>
          </p:nvSpPr>
          <p:spPr>
            <a:xfrm>
              <a:off x="965087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t566"/>
            <p:cNvSpPr/>
            <p:nvPr/>
          </p:nvSpPr>
          <p:spPr>
            <a:xfrm>
              <a:off x="965087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t567"/>
            <p:cNvSpPr/>
            <p:nvPr/>
          </p:nvSpPr>
          <p:spPr>
            <a:xfrm>
              <a:off x="277717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t568"/>
            <p:cNvSpPr/>
            <p:nvPr/>
          </p:nvSpPr>
          <p:spPr>
            <a:xfrm>
              <a:off x="2052341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t569"/>
            <p:cNvSpPr/>
            <p:nvPr/>
          </p:nvSpPr>
          <p:spPr>
            <a:xfrm>
              <a:off x="1482827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t570"/>
            <p:cNvSpPr/>
            <p:nvPr/>
          </p:nvSpPr>
          <p:spPr>
            <a:xfrm>
              <a:off x="355378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t571"/>
            <p:cNvSpPr/>
            <p:nvPr/>
          </p:nvSpPr>
          <p:spPr>
            <a:xfrm>
              <a:off x="386443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t572"/>
            <p:cNvSpPr/>
            <p:nvPr/>
          </p:nvSpPr>
          <p:spPr>
            <a:xfrm>
              <a:off x="298427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t573"/>
            <p:cNvSpPr/>
            <p:nvPr/>
          </p:nvSpPr>
          <p:spPr>
            <a:xfrm>
              <a:off x="298427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t574"/>
            <p:cNvSpPr/>
            <p:nvPr/>
          </p:nvSpPr>
          <p:spPr>
            <a:xfrm>
              <a:off x="329491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t575"/>
            <p:cNvSpPr/>
            <p:nvPr/>
          </p:nvSpPr>
          <p:spPr>
            <a:xfrm>
              <a:off x="2673629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t576"/>
            <p:cNvSpPr/>
            <p:nvPr/>
          </p:nvSpPr>
          <p:spPr>
            <a:xfrm>
              <a:off x="298427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t577"/>
            <p:cNvSpPr/>
            <p:nvPr/>
          </p:nvSpPr>
          <p:spPr>
            <a:xfrm>
              <a:off x="272540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t578"/>
            <p:cNvSpPr/>
            <p:nvPr/>
          </p:nvSpPr>
          <p:spPr>
            <a:xfrm>
              <a:off x="350201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t579"/>
            <p:cNvSpPr/>
            <p:nvPr/>
          </p:nvSpPr>
          <p:spPr>
            <a:xfrm>
              <a:off x="1689923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t580"/>
            <p:cNvSpPr/>
            <p:nvPr/>
          </p:nvSpPr>
          <p:spPr>
            <a:xfrm>
              <a:off x="251830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t581"/>
            <p:cNvSpPr/>
            <p:nvPr/>
          </p:nvSpPr>
          <p:spPr>
            <a:xfrm>
              <a:off x="313959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t582"/>
            <p:cNvSpPr/>
            <p:nvPr/>
          </p:nvSpPr>
          <p:spPr>
            <a:xfrm>
              <a:off x="168992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t583"/>
            <p:cNvSpPr/>
            <p:nvPr/>
          </p:nvSpPr>
          <p:spPr>
            <a:xfrm>
              <a:off x="225943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t584"/>
            <p:cNvSpPr/>
            <p:nvPr/>
          </p:nvSpPr>
          <p:spPr>
            <a:xfrm>
              <a:off x="35537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t585"/>
            <p:cNvSpPr/>
            <p:nvPr/>
          </p:nvSpPr>
          <p:spPr>
            <a:xfrm>
              <a:off x="2518307" y="4359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t586"/>
            <p:cNvSpPr/>
            <p:nvPr/>
          </p:nvSpPr>
          <p:spPr>
            <a:xfrm>
              <a:off x="2828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t587"/>
            <p:cNvSpPr/>
            <p:nvPr/>
          </p:nvSpPr>
          <p:spPr>
            <a:xfrm>
              <a:off x="1068635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t588"/>
            <p:cNvSpPr/>
            <p:nvPr/>
          </p:nvSpPr>
          <p:spPr>
            <a:xfrm>
              <a:off x="313959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t589"/>
            <p:cNvSpPr/>
            <p:nvPr/>
          </p:nvSpPr>
          <p:spPr>
            <a:xfrm>
              <a:off x="1586375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t590"/>
            <p:cNvSpPr/>
            <p:nvPr/>
          </p:nvSpPr>
          <p:spPr>
            <a:xfrm>
              <a:off x="2414759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t591"/>
            <p:cNvSpPr/>
            <p:nvPr/>
          </p:nvSpPr>
          <p:spPr>
            <a:xfrm>
              <a:off x="272540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t592"/>
            <p:cNvSpPr/>
            <p:nvPr/>
          </p:nvSpPr>
          <p:spPr>
            <a:xfrm>
              <a:off x="3967978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t593"/>
            <p:cNvSpPr/>
            <p:nvPr/>
          </p:nvSpPr>
          <p:spPr>
            <a:xfrm>
              <a:off x="1793471" y="42590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t594"/>
            <p:cNvSpPr/>
            <p:nvPr/>
          </p:nvSpPr>
          <p:spPr>
            <a:xfrm>
              <a:off x="2362985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t595"/>
            <p:cNvSpPr/>
            <p:nvPr/>
          </p:nvSpPr>
          <p:spPr>
            <a:xfrm>
              <a:off x="1068635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t596"/>
            <p:cNvSpPr/>
            <p:nvPr/>
          </p:nvSpPr>
          <p:spPr>
            <a:xfrm>
              <a:off x="1689923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t597"/>
            <p:cNvSpPr/>
            <p:nvPr/>
          </p:nvSpPr>
          <p:spPr>
            <a:xfrm>
              <a:off x="2311211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t598"/>
            <p:cNvSpPr/>
            <p:nvPr/>
          </p:nvSpPr>
          <p:spPr>
            <a:xfrm>
              <a:off x="1482827" y="50227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t599"/>
            <p:cNvSpPr/>
            <p:nvPr/>
          </p:nvSpPr>
          <p:spPr>
            <a:xfrm>
              <a:off x="2828951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t600"/>
            <p:cNvSpPr/>
            <p:nvPr/>
          </p:nvSpPr>
          <p:spPr>
            <a:xfrm>
              <a:off x="1431053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t601"/>
            <p:cNvSpPr/>
            <p:nvPr/>
          </p:nvSpPr>
          <p:spPr>
            <a:xfrm>
              <a:off x="360556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t602"/>
            <p:cNvSpPr/>
            <p:nvPr/>
          </p:nvSpPr>
          <p:spPr>
            <a:xfrm>
              <a:off x="200056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t603"/>
            <p:cNvSpPr/>
            <p:nvPr/>
          </p:nvSpPr>
          <p:spPr>
            <a:xfrm>
              <a:off x="861539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t604"/>
            <p:cNvSpPr/>
            <p:nvPr/>
          </p:nvSpPr>
          <p:spPr>
            <a:xfrm>
              <a:off x="200056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t605"/>
            <p:cNvSpPr/>
            <p:nvPr/>
          </p:nvSpPr>
          <p:spPr>
            <a:xfrm>
              <a:off x="1172183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t606"/>
            <p:cNvSpPr/>
            <p:nvPr/>
          </p:nvSpPr>
          <p:spPr>
            <a:xfrm>
              <a:off x="1482827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t607"/>
            <p:cNvSpPr/>
            <p:nvPr/>
          </p:nvSpPr>
          <p:spPr>
            <a:xfrm>
              <a:off x="1172183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t608"/>
            <p:cNvSpPr/>
            <p:nvPr/>
          </p:nvSpPr>
          <p:spPr>
            <a:xfrm>
              <a:off x="96508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t609"/>
            <p:cNvSpPr/>
            <p:nvPr/>
          </p:nvSpPr>
          <p:spPr>
            <a:xfrm>
              <a:off x="1948793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t610"/>
            <p:cNvSpPr/>
            <p:nvPr/>
          </p:nvSpPr>
          <p:spPr>
            <a:xfrm>
              <a:off x="965087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t611"/>
            <p:cNvSpPr/>
            <p:nvPr/>
          </p:nvSpPr>
          <p:spPr>
            <a:xfrm>
              <a:off x="2673629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t612"/>
            <p:cNvSpPr/>
            <p:nvPr/>
          </p:nvSpPr>
          <p:spPr>
            <a:xfrm>
              <a:off x="272540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t613"/>
            <p:cNvSpPr/>
            <p:nvPr/>
          </p:nvSpPr>
          <p:spPr>
            <a:xfrm>
              <a:off x="1689923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t614"/>
            <p:cNvSpPr/>
            <p:nvPr/>
          </p:nvSpPr>
          <p:spPr>
            <a:xfrm>
              <a:off x="117218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t615"/>
            <p:cNvSpPr/>
            <p:nvPr/>
          </p:nvSpPr>
          <p:spPr>
            <a:xfrm>
              <a:off x="334669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t616"/>
            <p:cNvSpPr/>
            <p:nvPr/>
          </p:nvSpPr>
          <p:spPr>
            <a:xfrm>
              <a:off x="1275731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t617"/>
            <p:cNvSpPr/>
            <p:nvPr/>
          </p:nvSpPr>
          <p:spPr>
            <a:xfrm>
              <a:off x="2932499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t618"/>
            <p:cNvSpPr/>
            <p:nvPr/>
          </p:nvSpPr>
          <p:spPr>
            <a:xfrm>
              <a:off x="1586375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t619"/>
            <p:cNvSpPr/>
            <p:nvPr/>
          </p:nvSpPr>
          <p:spPr>
            <a:xfrm>
              <a:off x="324314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t620"/>
            <p:cNvSpPr/>
            <p:nvPr/>
          </p:nvSpPr>
          <p:spPr>
            <a:xfrm>
              <a:off x="1068635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t621"/>
            <p:cNvSpPr/>
            <p:nvPr/>
          </p:nvSpPr>
          <p:spPr>
            <a:xfrm>
              <a:off x="2932499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t622"/>
            <p:cNvSpPr/>
            <p:nvPr/>
          </p:nvSpPr>
          <p:spPr>
            <a:xfrm>
              <a:off x="2725403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t623"/>
            <p:cNvSpPr/>
            <p:nvPr/>
          </p:nvSpPr>
          <p:spPr>
            <a:xfrm>
              <a:off x="75799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t624"/>
            <p:cNvSpPr/>
            <p:nvPr/>
          </p:nvSpPr>
          <p:spPr>
            <a:xfrm>
              <a:off x="1948793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t625"/>
            <p:cNvSpPr/>
            <p:nvPr/>
          </p:nvSpPr>
          <p:spPr>
            <a:xfrm>
              <a:off x="277717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t626"/>
            <p:cNvSpPr/>
            <p:nvPr/>
          </p:nvSpPr>
          <p:spPr>
            <a:xfrm>
              <a:off x="329491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t627"/>
            <p:cNvSpPr/>
            <p:nvPr/>
          </p:nvSpPr>
          <p:spPr>
            <a:xfrm>
              <a:off x="30360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t628"/>
            <p:cNvSpPr/>
            <p:nvPr/>
          </p:nvSpPr>
          <p:spPr>
            <a:xfrm>
              <a:off x="189701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t629"/>
            <p:cNvSpPr/>
            <p:nvPr/>
          </p:nvSpPr>
          <p:spPr>
            <a:xfrm>
              <a:off x="757991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t630"/>
            <p:cNvSpPr/>
            <p:nvPr/>
          </p:nvSpPr>
          <p:spPr>
            <a:xfrm>
              <a:off x="1379279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t631"/>
            <p:cNvSpPr/>
            <p:nvPr/>
          </p:nvSpPr>
          <p:spPr>
            <a:xfrm>
              <a:off x="1897019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t632"/>
            <p:cNvSpPr/>
            <p:nvPr/>
          </p:nvSpPr>
          <p:spPr>
            <a:xfrm>
              <a:off x="1689923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t633"/>
            <p:cNvSpPr/>
            <p:nvPr/>
          </p:nvSpPr>
          <p:spPr>
            <a:xfrm>
              <a:off x="324314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t634"/>
            <p:cNvSpPr/>
            <p:nvPr/>
          </p:nvSpPr>
          <p:spPr>
            <a:xfrm>
              <a:off x="2828951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t635"/>
            <p:cNvSpPr/>
            <p:nvPr/>
          </p:nvSpPr>
          <p:spPr>
            <a:xfrm>
              <a:off x="1379279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t636"/>
            <p:cNvSpPr/>
            <p:nvPr/>
          </p:nvSpPr>
          <p:spPr>
            <a:xfrm>
              <a:off x="35537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t637"/>
            <p:cNvSpPr/>
            <p:nvPr/>
          </p:nvSpPr>
          <p:spPr>
            <a:xfrm>
              <a:off x="350201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t638"/>
            <p:cNvSpPr/>
            <p:nvPr/>
          </p:nvSpPr>
          <p:spPr>
            <a:xfrm>
              <a:off x="329491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t639"/>
            <p:cNvSpPr/>
            <p:nvPr/>
          </p:nvSpPr>
          <p:spPr>
            <a:xfrm>
              <a:off x="376088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t640"/>
            <p:cNvSpPr/>
            <p:nvPr/>
          </p:nvSpPr>
          <p:spPr>
            <a:xfrm>
              <a:off x="757991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t641"/>
            <p:cNvSpPr/>
            <p:nvPr/>
          </p:nvSpPr>
          <p:spPr>
            <a:xfrm>
              <a:off x="231121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t642"/>
            <p:cNvSpPr/>
            <p:nvPr/>
          </p:nvSpPr>
          <p:spPr>
            <a:xfrm>
              <a:off x="189701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t643"/>
            <p:cNvSpPr/>
            <p:nvPr/>
          </p:nvSpPr>
          <p:spPr>
            <a:xfrm>
              <a:off x="757991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t644"/>
            <p:cNvSpPr/>
            <p:nvPr/>
          </p:nvSpPr>
          <p:spPr>
            <a:xfrm>
              <a:off x="2518307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t645"/>
            <p:cNvSpPr/>
            <p:nvPr/>
          </p:nvSpPr>
          <p:spPr>
            <a:xfrm>
              <a:off x="324314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t646"/>
            <p:cNvSpPr/>
            <p:nvPr/>
          </p:nvSpPr>
          <p:spPr>
            <a:xfrm>
              <a:off x="355378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t647"/>
            <p:cNvSpPr/>
            <p:nvPr/>
          </p:nvSpPr>
          <p:spPr>
            <a:xfrm>
              <a:off x="293249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t648"/>
            <p:cNvSpPr/>
            <p:nvPr/>
          </p:nvSpPr>
          <p:spPr>
            <a:xfrm>
              <a:off x="200056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t649"/>
            <p:cNvSpPr/>
            <p:nvPr/>
          </p:nvSpPr>
          <p:spPr>
            <a:xfrm>
              <a:off x="1482827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t650"/>
            <p:cNvSpPr/>
            <p:nvPr/>
          </p:nvSpPr>
          <p:spPr>
            <a:xfrm>
              <a:off x="1897019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t651"/>
            <p:cNvSpPr/>
            <p:nvPr/>
          </p:nvSpPr>
          <p:spPr>
            <a:xfrm>
              <a:off x="1845245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t652"/>
            <p:cNvSpPr/>
            <p:nvPr/>
          </p:nvSpPr>
          <p:spPr>
            <a:xfrm>
              <a:off x="241475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t653"/>
            <p:cNvSpPr/>
            <p:nvPr/>
          </p:nvSpPr>
          <p:spPr>
            <a:xfrm>
              <a:off x="2207663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t654"/>
            <p:cNvSpPr/>
            <p:nvPr/>
          </p:nvSpPr>
          <p:spPr>
            <a:xfrm>
              <a:off x="215588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t655"/>
            <p:cNvSpPr/>
            <p:nvPr/>
          </p:nvSpPr>
          <p:spPr>
            <a:xfrm>
              <a:off x="386443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t656"/>
            <p:cNvSpPr/>
            <p:nvPr/>
          </p:nvSpPr>
          <p:spPr>
            <a:xfrm>
              <a:off x="2104115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t657"/>
            <p:cNvSpPr/>
            <p:nvPr/>
          </p:nvSpPr>
          <p:spPr>
            <a:xfrm>
              <a:off x="282895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t658"/>
            <p:cNvSpPr/>
            <p:nvPr/>
          </p:nvSpPr>
          <p:spPr>
            <a:xfrm>
              <a:off x="1689923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t659"/>
            <p:cNvSpPr/>
            <p:nvPr/>
          </p:nvSpPr>
          <p:spPr>
            <a:xfrm>
              <a:off x="1172183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t660"/>
            <p:cNvSpPr/>
            <p:nvPr/>
          </p:nvSpPr>
          <p:spPr>
            <a:xfrm>
              <a:off x="1586375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t661"/>
            <p:cNvSpPr/>
            <p:nvPr/>
          </p:nvSpPr>
          <p:spPr>
            <a:xfrm>
              <a:off x="1897019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t662"/>
            <p:cNvSpPr/>
            <p:nvPr/>
          </p:nvSpPr>
          <p:spPr>
            <a:xfrm>
              <a:off x="220766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t663"/>
            <p:cNvSpPr/>
            <p:nvPr/>
          </p:nvSpPr>
          <p:spPr>
            <a:xfrm>
              <a:off x="220766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t664"/>
            <p:cNvSpPr/>
            <p:nvPr/>
          </p:nvSpPr>
          <p:spPr>
            <a:xfrm>
              <a:off x="1897019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t665"/>
            <p:cNvSpPr/>
            <p:nvPr/>
          </p:nvSpPr>
          <p:spPr>
            <a:xfrm>
              <a:off x="1689923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t666"/>
            <p:cNvSpPr/>
            <p:nvPr/>
          </p:nvSpPr>
          <p:spPr>
            <a:xfrm>
              <a:off x="2104115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t667"/>
            <p:cNvSpPr/>
            <p:nvPr/>
          </p:nvSpPr>
          <p:spPr>
            <a:xfrm>
              <a:off x="1586375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t668"/>
            <p:cNvSpPr/>
            <p:nvPr/>
          </p:nvSpPr>
          <p:spPr>
            <a:xfrm>
              <a:off x="2000567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t669"/>
            <p:cNvSpPr/>
            <p:nvPr/>
          </p:nvSpPr>
          <p:spPr>
            <a:xfrm>
              <a:off x="137927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t670"/>
            <p:cNvSpPr/>
            <p:nvPr/>
          </p:nvSpPr>
          <p:spPr>
            <a:xfrm>
              <a:off x="2673629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t671"/>
            <p:cNvSpPr/>
            <p:nvPr/>
          </p:nvSpPr>
          <p:spPr>
            <a:xfrm>
              <a:off x="86153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t672"/>
            <p:cNvSpPr/>
            <p:nvPr/>
          </p:nvSpPr>
          <p:spPr>
            <a:xfrm>
              <a:off x="1275731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t673"/>
            <p:cNvSpPr/>
            <p:nvPr/>
          </p:nvSpPr>
          <p:spPr>
            <a:xfrm>
              <a:off x="757991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t674"/>
            <p:cNvSpPr/>
            <p:nvPr/>
          </p:nvSpPr>
          <p:spPr>
            <a:xfrm>
              <a:off x="282895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t675"/>
            <p:cNvSpPr/>
            <p:nvPr/>
          </p:nvSpPr>
          <p:spPr>
            <a:xfrm>
              <a:off x="355378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t676"/>
            <p:cNvSpPr/>
            <p:nvPr/>
          </p:nvSpPr>
          <p:spPr>
            <a:xfrm>
              <a:off x="210411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t677"/>
            <p:cNvSpPr/>
            <p:nvPr/>
          </p:nvSpPr>
          <p:spPr>
            <a:xfrm>
              <a:off x="365733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t678"/>
            <p:cNvSpPr/>
            <p:nvPr/>
          </p:nvSpPr>
          <p:spPr>
            <a:xfrm>
              <a:off x="1586375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t679"/>
            <p:cNvSpPr/>
            <p:nvPr/>
          </p:nvSpPr>
          <p:spPr>
            <a:xfrm>
              <a:off x="2259437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t680"/>
            <p:cNvSpPr/>
            <p:nvPr/>
          </p:nvSpPr>
          <p:spPr>
            <a:xfrm>
              <a:off x="246653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t681"/>
            <p:cNvSpPr/>
            <p:nvPr/>
          </p:nvSpPr>
          <p:spPr>
            <a:xfrm>
              <a:off x="757991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t682"/>
            <p:cNvSpPr/>
            <p:nvPr/>
          </p:nvSpPr>
          <p:spPr>
            <a:xfrm>
              <a:off x="1482827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t683"/>
            <p:cNvSpPr/>
            <p:nvPr/>
          </p:nvSpPr>
          <p:spPr>
            <a:xfrm>
              <a:off x="96508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t684"/>
            <p:cNvSpPr/>
            <p:nvPr/>
          </p:nvSpPr>
          <p:spPr>
            <a:xfrm>
              <a:off x="1689923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t685"/>
            <p:cNvSpPr/>
            <p:nvPr/>
          </p:nvSpPr>
          <p:spPr>
            <a:xfrm>
              <a:off x="303604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t686"/>
            <p:cNvSpPr/>
            <p:nvPr/>
          </p:nvSpPr>
          <p:spPr>
            <a:xfrm>
              <a:off x="1275731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t687"/>
            <p:cNvSpPr/>
            <p:nvPr/>
          </p:nvSpPr>
          <p:spPr>
            <a:xfrm>
              <a:off x="1068635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t688"/>
            <p:cNvSpPr/>
            <p:nvPr/>
          </p:nvSpPr>
          <p:spPr>
            <a:xfrm>
              <a:off x="313959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t689"/>
            <p:cNvSpPr/>
            <p:nvPr/>
          </p:nvSpPr>
          <p:spPr>
            <a:xfrm>
              <a:off x="350201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t690"/>
            <p:cNvSpPr/>
            <p:nvPr/>
          </p:nvSpPr>
          <p:spPr>
            <a:xfrm>
              <a:off x="2621855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t691"/>
            <p:cNvSpPr/>
            <p:nvPr/>
          </p:nvSpPr>
          <p:spPr>
            <a:xfrm>
              <a:off x="3087821" y="39173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t692"/>
            <p:cNvSpPr/>
            <p:nvPr/>
          </p:nvSpPr>
          <p:spPr>
            <a:xfrm>
              <a:off x="417507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t693"/>
            <p:cNvSpPr/>
            <p:nvPr/>
          </p:nvSpPr>
          <p:spPr>
            <a:xfrm>
              <a:off x="370910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t694"/>
            <p:cNvSpPr/>
            <p:nvPr/>
          </p:nvSpPr>
          <p:spPr>
            <a:xfrm>
              <a:off x="303604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t695"/>
            <p:cNvSpPr/>
            <p:nvPr/>
          </p:nvSpPr>
          <p:spPr>
            <a:xfrm>
              <a:off x="272540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t696"/>
            <p:cNvSpPr/>
            <p:nvPr/>
          </p:nvSpPr>
          <p:spPr>
            <a:xfrm>
              <a:off x="2777177" y="40379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t697"/>
            <p:cNvSpPr/>
            <p:nvPr/>
          </p:nvSpPr>
          <p:spPr>
            <a:xfrm>
              <a:off x="2311211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t698"/>
            <p:cNvSpPr/>
            <p:nvPr/>
          </p:nvSpPr>
          <p:spPr>
            <a:xfrm>
              <a:off x="2570081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t699"/>
            <p:cNvSpPr/>
            <p:nvPr/>
          </p:nvSpPr>
          <p:spPr>
            <a:xfrm>
              <a:off x="272540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t700"/>
            <p:cNvSpPr/>
            <p:nvPr/>
          </p:nvSpPr>
          <p:spPr>
            <a:xfrm>
              <a:off x="194879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t701"/>
            <p:cNvSpPr/>
            <p:nvPr/>
          </p:nvSpPr>
          <p:spPr>
            <a:xfrm>
              <a:off x="1275731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t702"/>
            <p:cNvSpPr/>
            <p:nvPr/>
          </p:nvSpPr>
          <p:spPr>
            <a:xfrm>
              <a:off x="2104115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t703"/>
            <p:cNvSpPr/>
            <p:nvPr/>
          </p:nvSpPr>
          <p:spPr>
            <a:xfrm>
              <a:off x="2104115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t704"/>
            <p:cNvSpPr/>
            <p:nvPr/>
          </p:nvSpPr>
          <p:spPr>
            <a:xfrm>
              <a:off x="241475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t705"/>
            <p:cNvSpPr/>
            <p:nvPr/>
          </p:nvSpPr>
          <p:spPr>
            <a:xfrm>
              <a:off x="267362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t706"/>
            <p:cNvSpPr/>
            <p:nvPr/>
          </p:nvSpPr>
          <p:spPr>
            <a:xfrm>
              <a:off x="360556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t707"/>
            <p:cNvSpPr/>
            <p:nvPr/>
          </p:nvSpPr>
          <p:spPr>
            <a:xfrm>
              <a:off x="2000567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t708"/>
            <p:cNvSpPr/>
            <p:nvPr/>
          </p:nvSpPr>
          <p:spPr>
            <a:xfrm>
              <a:off x="215588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t709"/>
            <p:cNvSpPr/>
            <p:nvPr/>
          </p:nvSpPr>
          <p:spPr>
            <a:xfrm>
              <a:off x="1689923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t710"/>
            <p:cNvSpPr/>
            <p:nvPr/>
          </p:nvSpPr>
          <p:spPr>
            <a:xfrm>
              <a:off x="334669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t711"/>
            <p:cNvSpPr/>
            <p:nvPr/>
          </p:nvSpPr>
          <p:spPr>
            <a:xfrm>
              <a:off x="2621855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t712"/>
            <p:cNvSpPr/>
            <p:nvPr/>
          </p:nvSpPr>
          <p:spPr>
            <a:xfrm>
              <a:off x="319136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t713"/>
            <p:cNvSpPr/>
            <p:nvPr/>
          </p:nvSpPr>
          <p:spPr>
            <a:xfrm>
              <a:off x="2828951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t714"/>
            <p:cNvSpPr/>
            <p:nvPr/>
          </p:nvSpPr>
          <p:spPr>
            <a:xfrm>
              <a:off x="360556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t715"/>
            <p:cNvSpPr/>
            <p:nvPr/>
          </p:nvSpPr>
          <p:spPr>
            <a:xfrm>
              <a:off x="2828951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t716"/>
            <p:cNvSpPr/>
            <p:nvPr/>
          </p:nvSpPr>
          <p:spPr>
            <a:xfrm>
              <a:off x="293249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t717"/>
            <p:cNvSpPr/>
            <p:nvPr/>
          </p:nvSpPr>
          <p:spPr>
            <a:xfrm>
              <a:off x="2414759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t718"/>
            <p:cNvSpPr/>
            <p:nvPr/>
          </p:nvSpPr>
          <p:spPr>
            <a:xfrm>
              <a:off x="2414759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t719"/>
            <p:cNvSpPr/>
            <p:nvPr/>
          </p:nvSpPr>
          <p:spPr>
            <a:xfrm>
              <a:off x="251830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t720"/>
            <p:cNvSpPr/>
            <p:nvPr/>
          </p:nvSpPr>
          <p:spPr>
            <a:xfrm>
              <a:off x="2621855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t721"/>
            <p:cNvSpPr/>
            <p:nvPr/>
          </p:nvSpPr>
          <p:spPr>
            <a:xfrm>
              <a:off x="2621855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t722"/>
            <p:cNvSpPr/>
            <p:nvPr/>
          </p:nvSpPr>
          <p:spPr>
            <a:xfrm>
              <a:off x="2518307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t723"/>
            <p:cNvSpPr/>
            <p:nvPr/>
          </p:nvSpPr>
          <p:spPr>
            <a:xfrm>
              <a:off x="1897019" y="5203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t724"/>
            <p:cNvSpPr/>
            <p:nvPr/>
          </p:nvSpPr>
          <p:spPr>
            <a:xfrm>
              <a:off x="303604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t725"/>
            <p:cNvSpPr/>
            <p:nvPr/>
          </p:nvSpPr>
          <p:spPr>
            <a:xfrm>
              <a:off x="220766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t726"/>
            <p:cNvSpPr/>
            <p:nvPr/>
          </p:nvSpPr>
          <p:spPr>
            <a:xfrm>
              <a:off x="246653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t727"/>
            <p:cNvSpPr/>
            <p:nvPr/>
          </p:nvSpPr>
          <p:spPr>
            <a:xfrm>
              <a:off x="241475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t728"/>
            <p:cNvSpPr/>
            <p:nvPr/>
          </p:nvSpPr>
          <p:spPr>
            <a:xfrm>
              <a:off x="2311211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t729"/>
            <p:cNvSpPr/>
            <p:nvPr/>
          </p:nvSpPr>
          <p:spPr>
            <a:xfrm>
              <a:off x="303604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t730"/>
            <p:cNvSpPr/>
            <p:nvPr/>
          </p:nvSpPr>
          <p:spPr>
            <a:xfrm>
              <a:off x="2854838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t731"/>
            <p:cNvSpPr/>
            <p:nvPr/>
          </p:nvSpPr>
          <p:spPr>
            <a:xfrm>
              <a:off x="313959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t732"/>
            <p:cNvSpPr/>
            <p:nvPr/>
          </p:nvSpPr>
          <p:spPr>
            <a:xfrm>
              <a:off x="2828951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t733"/>
            <p:cNvSpPr/>
            <p:nvPr/>
          </p:nvSpPr>
          <p:spPr>
            <a:xfrm>
              <a:off x="324314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t734"/>
            <p:cNvSpPr/>
            <p:nvPr/>
          </p:nvSpPr>
          <p:spPr>
            <a:xfrm>
              <a:off x="2621855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t735"/>
            <p:cNvSpPr/>
            <p:nvPr/>
          </p:nvSpPr>
          <p:spPr>
            <a:xfrm>
              <a:off x="2777177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t736"/>
            <p:cNvSpPr/>
            <p:nvPr/>
          </p:nvSpPr>
          <p:spPr>
            <a:xfrm>
              <a:off x="319136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t737"/>
            <p:cNvSpPr/>
            <p:nvPr/>
          </p:nvSpPr>
          <p:spPr>
            <a:xfrm>
              <a:off x="1689923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t738"/>
            <p:cNvSpPr/>
            <p:nvPr/>
          </p:nvSpPr>
          <p:spPr>
            <a:xfrm>
              <a:off x="913313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t739"/>
            <p:cNvSpPr/>
            <p:nvPr/>
          </p:nvSpPr>
          <p:spPr>
            <a:xfrm>
              <a:off x="2311211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t740"/>
            <p:cNvSpPr/>
            <p:nvPr/>
          </p:nvSpPr>
          <p:spPr>
            <a:xfrm>
              <a:off x="407152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t741"/>
            <p:cNvSpPr/>
            <p:nvPr/>
          </p:nvSpPr>
          <p:spPr>
            <a:xfrm>
              <a:off x="3967978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t742"/>
            <p:cNvSpPr/>
            <p:nvPr/>
          </p:nvSpPr>
          <p:spPr>
            <a:xfrm>
              <a:off x="117218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t743"/>
            <p:cNvSpPr/>
            <p:nvPr/>
          </p:nvSpPr>
          <p:spPr>
            <a:xfrm>
              <a:off x="1793471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t744"/>
            <p:cNvSpPr/>
            <p:nvPr/>
          </p:nvSpPr>
          <p:spPr>
            <a:xfrm>
              <a:off x="2104115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t745"/>
            <p:cNvSpPr/>
            <p:nvPr/>
          </p:nvSpPr>
          <p:spPr>
            <a:xfrm>
              <a:off x="158637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t746"/>
            <p:cNvSpPr/>
            <p:nvPr/>
          </p:nvSpPr>
          <p:spPr>
            <a:xfrm>
              <a:off x="376088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t747"/>
            <p:cNvSpPr/>
            <p:nvPr/>
          </p:nvSpPr>
          <p:spPr>
            <a:xfrm>
              <a:off x="386443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t748"/>
            <p:cNvSpPr/>
            <p:nvPr/>
          </p:nvSpPr>
          <p:spPr>
            <a:xfrm>
              <a:off x="293249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t749"/>
            <p:cNvSpPr/>
            <p:nvPr/>
          </p:nvSpPr>
          <p:spPr>
            <a:xfrm>
              <a:off x="313959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t750"/>
            <p:cNvSpPr/>
            <p:nvPr/>
          </p:nvSpPr>
          <p:spPr>
            <a:xfrm>
              <a:off x="2000567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t751"/>
            <p:cNvSpPr/>
            <p:nvPr/>
          </p:nvSpPr>
          <p:spPr>
            <a:xfrm>
              <a:off x="4071526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t752"/>
            <p:cNvSpPr/>
            <p:nvPr/>
          </p:nvSpPr>
          <p:spPr>
            <a:xfrm>
              <a:off x="365733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t753"/>
            <p:cNvSpPr/>
            <p:nvPr/>
          </p:nvSpPr>
          <p:spPr>
            <a:xfrm>
              <a:off x="1379279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t754"/>
            <p:cNvSpPr/>
            <p:nvPr/>
          </p:nvSpPr>
          <p:spPr>
            <a:xfrm>
              <a:off x="2518307" y="397765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t755"/>
            <p:cNvSpPr/>
            <p:nvPr/>
          </p:nvSpPr>
          <p:spPr>
            <a:xfrm>
              <a:off x="236298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t756"/>
            <p:cNvSpPr/>
            <p:nvPr/>
          </p:nvSpPr>
          <p:spPr>
            <a:xfrm>
              <a:off x="2777177" y="4660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t757"/>
            <p:cNvSpPr/>
            <p:nvPr/>
          </p:nvSpPr>
          <p:spPr>
            <a:xfrm>
              <a:off x="231121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t758"/>
            <p:cNvSpPr/>
            <p:nvPr/>
          </p:nvSpPr>
          <p:spPr>
            <a:xfrm>
              <a:off x="1068635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t759"/>
            <p:cNvSpPr/>
            <p:nvPr/>
          </p:nvSpPr>
          <p:spPr>
            <a:xfrm>
              <a:off x="1897019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t760"/>
            <p:cNvSpPr/>
            <p:nvPr/>
          </p:nvSpPr>
          <p:spPr>
            <a:xfrm>
              <a:off x="200056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t761"/>
            <p:cNvSpPr/>
            <p:nvPr/>
          </p:nvSpPr>
          <p:spPr>
            <a:xfrm>
              <a:off x="210411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t762"/>
            <p:cNvSpPr/>
            <p:nvPr/>
          </p:nvSpPr>
          <p:spPr>
            <a:xfrm>
              <a:off x="158637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t763"/>
            <p:cNvSpPr/>
            <p:nvPr/>
          </p:nvSpPr>
          <p:spPr>
            <a:xfrm>
              <a:off x="2311211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t764"/>
            <p:cNvSpPr/>
            <p:nvPr/>
          </p:nvSpPr>
          <p:spPr>
            <a:xfrm>
              <a:off x="179347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t765"/>
            <p:cNvSpPr/>
            <p:nvPr/>
          </p:nvSpPr>
          <p:spPr>
            <a:xfrm>
              <a:off x="2052341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t766"/>
            <p:cNvSpPr/>
            <p:nvPr/>
          </p:nvSpPr>
          <p:spPr>
            <a:xfrm>
              <a:off x="2466533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t767"/>
            <p:cNvSpPr/>
            <p:nvPr/>
          </p:nvSpPr>
          <p:spPr>
            <a:xfrm>
              <a:off x="1482827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t768"/>
            <p:cNvSpPr/>
            <p:nvPr/>
          </p:nvSpPr>
          <p:spPr>
            <a:xfrm>
              <a:off x="1586375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t769"/>
            <p:cNvSpPr/>
            <p:nvPr/>
          </p:nvSpPr>
          <p:spPr>
            <a:xfrm>
              <a:off x="1172183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pt770"/>
            <p:cNvSpPr/>
            <p:nvPr/>
          </p:nvSpPr>
          <p:spPr>
            <a:xfrm>
              <a:off x="262185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pt771"/>
            <p:cNvSpPr/>
            <p:nvPr/>
          </p:nvSpPr>
          <p:spPr>
            <a:xfrm>
              <a:off x="225943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t772"/>
            <p:cNvSpPr/>
            <p:nvPr/>
          </p:nvSpPr>
          <p:spPr>
            <a:xfrm>
              <a:off x="861539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t773"/>
            <p:cNvSpPr/>
            <p:nvPr/>
          </p:nvSpPr>
          <p:spPr>
            <a:xfrm>
              <a:off x="303604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t774"/>
            <p:cNvSpPr/>
            <p:nvPr/>
          </p:nvSpPr>
          <p:spPr>
            <a:xfrm>
              <a:off x="1586375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t775"/>
            <p:cNvSpPr/>
            <p:nvPr/>
          </p:nvSpPr>
          <p:spPr>
            <a:xfrm>
              <a:off x="334669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t776"/>
            <p:cNvSpPr/>
            <p:nvPr/>
          </p:nvSpPr>
          <p:spPr>
            <a:xfrm>
              <a:off x="1482827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t777"/>
            <p:cNvSpPr/>
            <p:nvPr/>
          </p:nvSpPr>
          <p:spPr>
            <a:xfrm>
              <a:off x="106863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t778"/>
            <p:cNvSpPr/>
            <p:nvPr/>
          </p:nvSpPr>
          <p:spPr>
            <a:xfrm>
              <a:off x="965087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t779"/>
            <p:cNvSpPr/>
            <p:nvPr/>
          </p:nvSpPr>
          <p:spPr>
            <a:xfrm>
              <a:off x="251830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t780"/>
            <p:cNvSpPr/>
            <p:nvPr/>
          </p:nvSpPr>
          <p:spPr>
            <a:xfrm>
              <a:off x="1638149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t781"/>
            <p:cNvSpPr/>
            <p:nvPr/>
          </p:nvSpPr>
          <p:spPr>
            <a:xfrm>
              <a:off x="2000567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t782"/>
            <p:cNvSpPr/>
            <p:nvPr/>
          </p:nvSpPr>
          <p:spPr>
            <a:xfrm>
              <a:off x="1068635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t783"/>
            <p:cNvSpPr/>
            <p:nvPr/>
          </p:nvSpPr>
          <p:spPr>
            <a:xfrm>
              <a:off x="30360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t784"/>
            <p:cNvSpPr/>
            <p:nvPr/>
          </p:nvSpPr>
          <p:spPr>
            <a:xfrm>
              <a:off x="2104115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t785"/>
            <p:cNvSpPr/>
            <p:nvPr/>
          </p:nvSpPr>
          <p:spPr>
            <a:xfrm>
              <a:off x="1897019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t786"/>
            <p:cNvSpPr/>
            <p:nvPr/>
          </p:nvSpPr>
          <p:spPr>
            <a:xfrm>
              <a:off x="1327505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t787"/>
            <p:cNvSpPr/>
            <p:nvPr/>
          </p:nvSpPr>
          <p:spPr>
            <a:xfrm>
              <a:off x="1741697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t788"/>
            <p:cNvSpPr/>
            <p:nvPr/>
          </p:nvSpPr>
          <p:spPr>
            <a:xfrm>
              <a:off x="1534601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pt789"/>
            <p:cNvSpPr/>
            <p:nvPr/>
          </p:nvSpPr>
          <p:spPr>
            <a:xfrm>
              <a:off x="329491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pt790"/>
            <p:cNvSpPr/>
            <p:nvPr/>
          </p:nvSpPr>
          <p:spPr>
            <a:xfrm>
              <a:off x="1689923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pt791"/>
            <p:cNvSpPr/>
            <p:nvPr/>
          </p:nvSpPr>
          <p:spPr>
            <a:xfrm>
              <a:off x="2207663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pt792"/>
            <p:cNvSpPr/>
            <p:nvPr/>
          </p:nvSpPr>
          <p:spPr>
            <a:xfrm>
              <a:off x="1120409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pt793"/>
            <p:cNvSpPr/>
            <p:nvPr/>
          </p:nvSpPr>
          <p:spPr>
            <a:xfrm>
              <a:off x="2621855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pt794"/>
            <p:cNvSpPr/>
            <p:nvPr/>
          </p:nvSpPr>
          <p:spPr>
            <a:xfrm>
              <a:off x="1845245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pt795"/>
            <p:cNvSpPr/>
            <p:nvPr/>
          </p:nvSpPr>
          <p:spPr>
            <a:xfrm>
              <a:off x="360556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pt796"/>
            <p:cNvSpPr/>
            <p:nvPr/>
          </p:nvSpPr>
          <p:spPr>
            <a:xfrm>
              <a:off x="1534601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pt797"/>
            <p:cNvSpPr/>
            <p:nvPr/>
          </p:nvSpPr>
          <p:spPr>
            <a:xfrm>
              <a:off x="1586375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pt798"/>
            <p:cNvSpPr/>
            <p:nvPr/>
          </p:nvSpPr>
          <p:spPr>
            <a:xfrm>
              <a:off x="2518307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pt799"/>
            <p:cNvSpPr/>
            <p:nvPr/>
          </p:nvSpPr>
          <p:spPr>
            <a:xfrm>
              <a:off x="1068635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t800"/>
            <p:cNvSpPr/>
            <p:nvPr/>
          </p:nvSpPr>
          <p:spPr>
            <a:xfrm>
              <a:off x="1120409" y="5685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t801"/>
            <p:cNvSpPr/>
            <p:nvPr/>
          </p:nvSpPr>
          <p:spPr>
            <a:xfrm>
              <a:off x="376088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t802"/>
            <p:cNvSpPr/>
            <p:nvPr/>
          </p:nvSpPr>
          <p:spPr>
            <a:xfrm>
              <a:off x="35537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t803"/>
            <p:cNvSpPr/>
            <p:nvPr/>
          </p:nvSpPr>
          <p:spPr>
            <a:xfrm>
              <a:off x="324314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t804"/>
            <p:cNvSpPr/>
            <p:nvPr/>
          </p:nvSpPr>
          <p:spPr>
            <a:xfrm>
              <a:off x="1638149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t805"/>
            <p:cNvSpPr/>
            <p:nvPr/>
          </p:nvSpPr>
          <p:spPr>
            <a:xfrm>
              <a:off x="277717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t806"/>
            <p:cNvSpPr/>
            <p:nvPr/>
          </p:nvSpPr>
          <p:spPr>
            <a:xfrm>
              <a:off x="2673629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t807"/>
            <p:cNvSpPr/>
            <p:nvPr/>
          </p:nvSpPr>
          <p:spPr>
            <a:xfrm>
              <a:off x="1793471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t808"/>
            <p:cNvSpPr/>
            <p:nvPr/>
          </p:nvSpPr>
          <p:spPr>
            <a:xfrm>
              <a:off x="1431053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t809"/>
            <p:cNvSpPr/>
            <p:nvPr/>
          </p:nvSpPr>
          <p:spPr>
            <a:xfrm>
              <a:off x="1586375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t810"/>
            <p:cNvSpPr/>
            <p:nvPr/>
          </p:nvSpPr>
          <p:spPr>
            <a:xfrm>
              <a:off x="386443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t811"/>
            <p:cNvSpPr/>
            <p:nvPr/>
          </p:nvSpPr>
          <p:spPr>
            <a:xfrm>
              <a:off x="293249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t812"/>
            <p:cNvSpPr/>
            <p:nvPr/>
          </p:nvSpPr>
          <p:spPr>
            <a:xfrm>
              <a:off x="1948793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t813"/>
            <p:cNvSpPr/>
            <p:nvPr/>
          </p:nvSpPr>
          <p:spPr>
            <a:xfrm>
              <a:off x="1793471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t814"/>
            <p:cNvSpPr/>
            <p:nvPr/>
          </p:nvSpPr>
          <p:spPr>
            <a:xfrm>
              <a:off x="2052341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t815"/>
            <p:cNvSpPr/>
            <p:nvPr/>
          </p:nvSpPr>
          <p:spPr>
            <a:xfrm>
              <a:off x="2518307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t816"/>
            <p:cNvSpPr/>
            <p:nvPr/>
          </p:nvSpPr>
          <p:spPr>
            <a:xfrm>
              <a:off x="2828951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t817"/>
            <p:cNvSpPr/>
            <p:nvPr/>
          </p:nvSpPr>
          <p:spPr>
            <a:xfrm>
              <a:off x="1482827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t818"/>
            <p:cNvSpPr/>
            <p:nvPr/>
          </p:nvSpPr>
          <p:spPr>
            <a:xfrm>
              <a:off x="2104115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t819"/>
            <p:cNvSpPr/>
            <p:nvPr/>
          </p:nvSpPr>
          <p:spPr>
            <a:xfrm>
              <a:off x="2518307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t820"/>
            <p:cNvSpPr/>
            <p:nvPr/>
          </p:nvSpPr>
          <p:spPr>
            <a:xfrm>
              <a:off x="370910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t821"/>
            <p:cNvSpPr/>
            <p:nvPr/>
          </p:nvSpPr>
          <p:spPr>
            <a:xfrm>
              <a:off x="251830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t822"/>
            <p:cNvSpPr/>
            <p:nvPr/>
          </p:nvSpPr>
          <p:spPr>
            <a:xfrm>
              <a:off x="2311211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t823"/>
            <p:cNvSpPr/>
            <p:nvPr/>
          </p:nvSpPr>
          <p:spPr>
            <a:xfrm>
              <a:off x="231121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t824"/>
            <p:cNvSpPr/>
            <p:nvPr/>
          </p:nvSpPr>
          <p:spPr>
            <a:xfrm>
              <a:off x="1689923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t825"/>
            <p:cNvSpPr/>
            <p:nvPr/>
          </p:nvSpPr>
          <p:spPr>
            <a:xfrm>
              <a:off x="1586375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t826"/>
            <p:cNvSpPr/>
            <p:nvPr/>
          </p:nvSpPr>
          <p:spPr>
            <a:xfrm>
              <a:off x="913313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t827"/>
            <p:cNvSpPr/>
            <p:nvPr/>
          </p:nvSpPr>
          <p:spPr>
            <a:xfrm>
              <a:off x="257008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t828"/>
            <p:cNvSpPr/>
            <p:nvPr/>
          </p:nvSpPr>
          <p:spPr>
            <a:xfrm>
              <a:off x="2725403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t829"/>
            <p:cNvSpPr/>
            <p:nvPr/>
          </p:nvSpPr>
          <p:spPr>
            <a:xfrm>
              <a:off x="205234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t830"/>
            <p:cNvSpPr/>
            <p:nvPr/>
          </p:nvSpPr>
          <p:spPr>
            <a:xfrm>
              <a:off x="1068635" y="5263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t831"/>
            <p:cNvSpPr/>
            <p:nvPr/>
          </p:nvSpPr>
          <p:spPr>
            <a:xfrm>
              <a:off x="861539" y="5324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t832"/>
            <p:cNvSpPr/>
            <p:nvPr/>
          </p:nvSpPr>
          <p:spPr>
            <a:xfrm>
              <a:off x="2104115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t833"/>
            <p:cNvSpPr/>
            <p:nvPr/>
          </p:nvSpPr>
          <p:spPr>
            <a:xfrm>
              <a:off x="329491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t834"/>
            <p:cNvSpPr/>
            <p:nvPr/>
          </p:nvSpPr>
          <p:spPr>
            <a:xfrm>
              <a:off x="345023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t835"/>
            <p:cNvSpPr/>
            <p:nvPr/>
          </p:nvSpPr>
          <p:spPr>
            <a:xfrm>
              <a:off x="298427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t836"/>
            <p:cNvSpPr/>
            <p:nvPr/>
          </p:nvSpPr>
          <p:spPr>
            <a:xfrm>
              <a:off x="1172183" y="56658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t837"/>
            <p:cNvSpPr/>
            <p:nvPr/>
          </p:nvSpPr>
          <p:spPr>
            <a:xfrm>
              <a:off x="2362985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t838"/>
            <p:cNvSpPr/>
            <p:nvPr/>
          </p:nvSpPr>
          <p:spPr>
            <a:xfrm>
              <a:off x="35537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t839"/>
            <p:cNvSpPr/>
            <p:nvPr/>
          </p:nvSpPr>
          <p:spPr>
            <a:xfrm>
              <a:off x="339846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t840"/>
            <p:cNvSpPr/>
            <p:nvPr/>
          </p:nvSpPr>
          <p:spPr>
            <a:xfrm>
              <a:off x="339846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t841"/>
            <p:cNvSpPr/>
            <p:nvPr/>
          </p:nvSpPr>
          <p:spPr>
            <a:xfrm>
              <a:off x="324314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t842"/>
            <p:cNvSpPr/>
            <p:nvPr/>
          </p:nvSpPr>
          <p:spPr>
            <a:xfrm>
              <a:off x="2621855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t843"/>
            <p:cNvSpPr/>
            <p:nvPr/>
          </p:nvSpPr>
          <p:spPr>
            <a:xfrm>
              <a:off x="303604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t844"/>
            <p:cNvSpPr/>
            <p:nvPr/>
          </p:nvSpPr>
          <p:spPr>
            <a:xfrm>
              <a:off x="277717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t845"/>
            <p:cNvSpPr/>
            <p:nvPr/>
          </p:nvSpPr>
          <p:spPr>
            <a:xfrm>
              <a:off x="1431053" y="51433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t846"/>
            <p:cNvSpPr/>
            <p:nvPr/>
          </p:nvSpPr>
          <p:spPr>
            <a:xfrm>
              <a:off x="262185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t847"/>
            <p:cNvSpPr/>
            <p:nvPr/>
          </p:nvSpPr>
          <p:spPr>
            <a:xfrm>
              <a:off x="1068635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t848"/>
            <p:cNvSpPr/>
            <p:nvPr/>
          </p:nvSpPr>
          <p:spPr>
            <a:xfrm>
              <a:off x="2932499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tx849"/>
            <p:cNvSpPr/>
            <p:nvPr/>
          </p:nvSpPr>
          <p:spPr>
            <a:xfrm>
              <a:off x="799902" y="3908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905254" y="3872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851" name="tx851"/>
            <p:cNvSpPr/>
            <p:nvPr/>
          </p:nvSpPr>
          <p:spPr>
            <a:xfrm>
              <a:off x="954696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852" name="tx852"/>
            <p:cNvSpPr/>
            <p:nvPr/>
          </p:nvSpPr>
          <p:spPr>
            <a:xfrm>
              <a:off x="989485" y="3961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853" name="tx853"/>
            <p:cNvSpPr/>
            <p:nvPr/>
          </p:nvSpPr>
          <p:spPr>
            <a:xfrm>
              <a:off x="1063651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854" name="tx854"/>
            <p:cNvSpPr/>
            <p:nvPr/>
          </p:nvSpPr>
          <p:spPr>
            <a:xfrm>
              <a:off x="1098439" y="3906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855" name="pl855"/>
            <p:cNvSpPr/>
            <p:nvPr/>
          </p:nvSpPr>
          <p:spPr>
            <a:xfrm>
              <a:off x="782817" y="3976881"/>
              <a:ext cx="2536925" cy="1310305"/>
            </a:xfrm>
            <a:custGeom>
              <a:avLst/>
              <a:gdLst/>
              <a:ahLst/>
              <a:cxnLst/>
              <a:rect l="0" t="0" r="0" b="0"/>
              <a:pathLst>
                <a:path w="2536925" h="1310305">
                  <a:moveTo>
                    <a:pt x="0" y="1310305"/>
                  </a:moveTo>
                  <a:lnTo>
                    <a:pt x="32112" y="1293719"/>
                  </a:lnTo>
                  <a:lnTo>
                    <a:pt x="64225" y="1277133"/>
                  </a:lnTo>
                  <a:lnTo>
                    <a:pt x="96338" y="1260547"/>
                  </a:lnTo>
                  <a:lnTo>
                    <a:pt x="128451" y="1243960"/>
                  </a:lnTo>
                  <a:lnTo>
                    <a:pt x="160564" y="1227374"/>
                  </a:lnTo>
                  <a:lnTo>
                    <a:pt x="192677" y="1210788"/>
                  </a:lnTo>
                  <a:lnTo>
                    <a:pt x="224790" y="1194202"/>
                  </a:lnTo>
                  <a:lnTo>
                    <a:pt x="256903" y="1177616"/>
                  </a:lnTo>
                  <a:lnTo>
                    <a:pt x="289016" y="1161030"/>
                  </a:lnTo>
                  <a:lnTo>
                    <a:pt x="321129" y="1144443"/>
                  </a:lnTo>
                  <a:lnTo>
                    <a:pt x="353242" y="1127857"/>
                  </a:lnTo>
                  <a:lnTo>
                    <a:pt x="385355" y="1111271"/>
                  </a:lnTo>
                  <a:lnTo>
                    <a:pt x="417468" y="1094685"/>
                  </a:lnTo>
                  <a:lnTo>
                    <a:pt x="449581" y="1078099"/>
                  </a:lnTo>
                  <a:lnTo>
                    <a:pt x="481694" y="1061513"/>
                  </a:lnTo>
                  <a:lnTo>
                    <a:pt x="513807" y="1044927"/>
                  </a:lnTo>
                  <a:lnTo>
                    <a:pt x="545920" y="1028340"/>
                  </a:lnTo>
                  <a:lnTo>
                    <a:pt x="578033" y="1011754"/>
                  </a:lnTo>
                  <a:lnTo>
                    <a:pt x="610146" y="995168"/>
                  </a:lnTo>
                  <a:lnTo>
                    <a:pt x="642259" y="978582"/>
                  </a:lnTo>
                  <a:lnTo>
                    <a:pt x="674372" y="961996"/>
                  </a:lnTo>
                  <a:lnTo>
                    <a:pt x="706485" y="945410"/>
                  </a:lnTo>
                  <a:lnTo>
                    <a:pt x="738598" y="928824"/>
                  </a:lnTo>
                  <a:lnTo>
                    <a:pt x="770711" y="912237"/>
                  </a:lnTo>
                  <a:lnTo>
                    <a:pt x="802824" y="895651"/>
                  </a:lnTo>
                  <a:lnTo>
                    <a:pt x="834937" y="879065"/>
                  </a:lnTo>
                  <a:lnTo>
                    <a:pt x="867050" y="862479"/>
                  </a:lnTo>
                  <a:lnTo>
                    <a:pt x="899163" y="845893"/>
                  </a:lnTo>
                  <a:lnTo>
                    <a:pt x="931276" y="829307"/>
                  </a:lnTo>
                  <a:lnTo>
                    <a:pt x="963389" y="812721"/>
                  </a:lnTo>
                  <a:lnTo>
                    <a:pt x="995502" y="796134"/>
                  </a:lnTo>
                  <a:lnTo>
                    <a:pt x="1027615" y="779548"/>
                  </a:lnTo>
                  <a:lnTo>
                    <a:pt x="1059728" y="762962"/>
                  </a:lnTo>
                  <a:lnTo>
                    <a:pt x="1091841" y="746376"/>
                  </a:lnTo>
                  <a:lnTo>
                    <a:pt x="1123954" y="729790"/>
                  </a:lnTo>
                  <a:lnTo>
                    <a:pt x="1156067" y="713204"/>
                  </a:lnTo>
                  <a:lnTo>
                    <a:pt x="1188180" y="696618"/>
                  </a:lnTo>
                  <a:lnTo>
                    <a:pt x="1220293" y="680031"/>
                  </a:lnTo>
                  <a:lnTo>
                    <a:pt x="1252406" y="663445"/>
                  </a:lnTo>
                  <a:lnTo>
                    <a:pt x="1284519" y="646859"/>
                  </a:lnTo>
                  <a:lnTo>
                    <a:pt x="1316632" y="630273"/>
                  </a:lnTo>
                  <a:lnTo>
                    <a:pt x="1348745" y="613687"/>
                  </a:lnTo>
                  <a:lnTo>
                    <a:pt x="1380858" y="597101"/>
                  </a:lnTo>
                  <a:lnTo>
                    <a:pt x="1412971" y="580515"/>
                  </a:lnTo>
                  <a:lnTo>
                    <a:pt x="1445084" y="563928"/>
                  </a:lnTo>
                  <a:lnTo>
                    <a:pt x="1477197" y="547342"/>
                  </a:lnTo>
                  <a:lnTo>
                    <a:pt x="1509310" y="530756"/>
                  </a:lnTo>
                  <a:lnTo>
                    <a:pt x="1541423" y="514170"/>
                  </a:lnTo>
                  <a:lnTo>
                    <a:pt x="1573536" y="497584"/>
                  </a:lnTo>
                  <a:lnTo>
                    <a:pt x="1605649" y="480998"/>
                  </a:lnTo>
                  <a:lnTo>
                    <a:pt x="1637762" y="464412"/>
                  </a:lnTo>
                  <a:lnTo>
                    <a:pt x="1669875" y="447825"/>
                  </a:lnTo>
                  <a:lnTo>
                    <a:pt x="1701988" y="431239"/>
                  </a:lnTo>
                  <a:lnTo>
                    <a:pt x="1734101" y="414653"/>
                  </a:lnTo>
                  <a:lnTo>
                    <a:pt x="1766214" y="398067"/>
                  </a:lnTo>
                  <a:lnTo>
                    <a:pt x="1798327" y="381481"/>
                  </a:lnTo>
                  <a:lnTo>
                    <a:pt x="1830440" y="364895"/>
                  </a:lnTo>
                  <a:lnTo>
                    <a:pt x="1862552" y="348309"/>
                  </a:lnTo>
                  <a:lnTo>
                    <a:pt x="1894665" y="331722"/>
                  </a:lnTo>
                  <a:lnTo>
                    <a:pt x="1926778" y="315136"/>
                  </a:lnTo>
                  <a:lnTo>
                    <a:pt x="1958891" y="298550"/>
                  </a:lnTo>
                  <a:lnTo>
                    <a:pt x="1991004" y="281964"/>
                  </a:lnTo>
                  <a:lnTo>
                    <a:pt x="2023117" y="265378"/>
                  </a:lnTo>
                  <a:lnTo>
                    <a:pt x="2055230" y="248792"/>
                  </a:lnTo>
                  <a:lnTo>
                    <a:pt x="2087343" y="232206"/>
                  </a:lnTo>
                  <a:lnTo>
                    <a:pt x="2119456" y="215619"/>
                  </a:lnTo>
                  <a:lnTo>
                    <a:pt x="2151569" y="199033"/>
                  </a:lnTo>
                  <a:lnTo>
                    <a:pt x="2183682" y="182447"/>
                  </a:lnTo>
                  <a:lnTo>
                    <a:pt x="2215795" y="165861"/>
                  </a:lnTo>
                  <a:lnTo>
                    <a:pt x="2247908" y="149275"/>
                  </a:lnTo>
                  <a:lnTo>
                    <a:pt x="2280021" y="132689"/>
                  </a:lnTo>
                  <a:lnTo>
                    <a:pt x="2312134" y="116103"/>
                  </a:lnTo>
                  <a:lnTo>
                    <a:pt x="2344247" y="99516"/>
                  </a:lnTo>
                  <a:lnTo>
                    <a:pt x="2376360" y="82930"/>
                  </a:lnTo>
                  <a:lnTo>
                    <a:pt x="2408473" y="66344"/>
                  </a:lnTo>
                  <a:lnTo>
                    <a:pt x="2440586" y="49758"/>
                  </a:lnTo>
                  <a:lnTo>
                    <a:pt x="2472699" y="33172"/>
                  </a:lnTo>
                  <a:lnTo>
                    <a:pt x="2504812" y="16586"/>
                  </a:lnTo>
                  <a:lnTo>
                    <a:pt x="2536925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l856"/>
            <p:cNvSpPr/>
            <p:nvPr/>
          </p:nvSpPr>
          <p:spPr>
            <a:xfrm>
              <a:off x="1455879" y="3857310"/>
              <a:ext cx="2744021" cy="235768"/>
            </a:xfrm>
            <a:custGeom>
              <a:avLst/>
              <a:gdLst/>
              <a:ahLst/>
              <a:cxnLst/>
              <a:rect l="0" t="0" r="0" b="0"/>
              <a:pathLst>
                <a:path w="2744021" h="235768">
                  <a:moveTo>
                    <a:pt x="0" y="235768"/>
                  </a:moveTo>
                  <a:lnTo>
                    <a:pt x="34734" y="232784"/>
                  </a:lnTo>
                  <a:lnTo>
                    <a:pt x="69468" y="229799"/>
                  </a:lnTo>
                  <a:lnTo>
                    <a:pt x="104203" y="226815"/>
                  </a:lnTo>
                  <a:lnTo>
                    <a:pt x="138937" y="223830"/>
                  </a:lnTo>
                  <a:lnTo>
                    <a:pt x="173672" y="220846"/>
                  </a:lnTo>
                  <a:lnTo>
                    <a:pt x="208406" y="217862"/>
                  </a:lnTo>
                  <a:lnTo>
                    <a:pt x="243141" y="214877"/>
                  </a:lnTo>
                  <a:lnTo>
                    <a:pt x="277875" y="211893"/>
                  </a:lnTo>
                  <a:lnTo>
                    <a:pt x="312610" y="208908"/>
                  </a:lnTo>
                  <a:lnTo>
                    <a:pt x="347344" y="205924"/>
                  </a:lnTo>
                  <a:lnTo>
                    <a:pt x="382078" y="202939"/>
                  </a:lnTo>
                  <a:lnTo>
                    <a:pt x="416813" y="199955"/>
                  </a:lnTo>
                  <a:lnTo>
                    <a:pt x="451547" y="196971"/>
                  </a:lnTo>
                  <a:lnTo>
                    <a:pt x="486282" y="193986"/>
                  </a:lnTo>
                  <a:lnTo>
                    <a:pt x="521016" y="191002"/>
                  </a:lnTo>
                  <a:lnTo>
                    <a:pt x="555751" y="188017"/>
                  </a:lnTo>
                  <a:lnTo>
                    <a:pt x="590485" y="185033"/>
                  </a:lnTo>
                  <a:lnTo>
                    <a:pt x="625220" y="182049"/>
                  </a:lnTo>
                  <a:lnTo>
                    <a:pt x="659954" y="179064"/>
                  </a:lnTo>
                  <a:lnTo>
                    <a:pt x="694689" y="176080"/>
                  </a:lnTo>
                  <a:lnTo>
                    <a:pt x="729423" y="173095"/>
                  </a:lnTo>
                  <a:lnTo>
                    <a:pt x="764157" y="170111"/>
                  </a:lnTo>
                  <a:lnTo>
                    <a:pt x="798892" y="167127"/>
                  </a:lnTo>
                  <a:lnTo>
                    <a:pt x="833626" y="164142"/>
                  </a:lnTo>
                  <a:lnTo>
                    <a:pt x="868361" y="161158"/>
                  </a:lnTo>
                  <a:lnTo>
                    <a:pt x="903095" y="158173"/>
                  </a:lnTo>
                  <a:lnTo>
                    <a:pt x="937830" y="155189"/>
                  </a:lnTo>
                  <a:lnTo>
                    <a:pt x="972564" y="152204"/>
                  </a:lnTo>
                  <a:lnTo>
                    <a:pt x="1007299" y="149220"/>
                  </a:lnTo>
                  <a:lnTo>
                    <a:pt x="1042033" y="146236"/>
                  </a:lnTo>
                  <a:lnTo>
                    <a:pt x="1076767" y="143251"/>
                  </a:lnTo>
                  <a:lnTo>
                    <a:pt x="1111502" y="140267"/>
                  </a:lnTo>
                  <a:lnTo>
                    <a:pt x="1146236" y="137282"/>
                  </a:lnTo>
                  <a:lnTo>
                    <a:pt x="1180971" y="134298"/>
                  </a:lnTo>
                  <a:lnTo>
                    <a:pt x="1215705" y="131314"/>
                  </a:lnTo>
                  <a:lnTo>
                    <a:pt x="1250440" y="128329"/>
                  </a:lnTo>
                  <a:lnTo>
                    <a:pt x="1285174" y="125345"/>
                  </a:lnTo>
                  <a:lnTo>
                    <a:pt x="1319909" y="122360"/>
                  </a:lnTo>
                  <a:lnTo>
                    <a:pt x="1354643" y="119376"/>
                  </a:lnTo>
                  <a:lnTo>
                    <a:pt x="1389378" y="116392"/>
                  </a:lnTo>
                  <a:lnTo>
                    <a:pt x="1424112" y="113407"/>
                  </a:lnTo>
                  <a:lnTo>
                    <a:pt x="1458846" y="110423"/>
                  </a:lnTo>
                  <a:lnTo>
                    <a:pt x="1493581" y="107438"/>
                  </a:lnTo>
                  <a:lnTo>
                    <a:pt x="1528315" y="104454"/>
                  </a:lnTo>
                  <a:lnTo>
                    <a:pt x="1563050" y="101469"/>
                  </a:lnTo>
                  <a:lnTo>
                    <a:pt x="1597784" y="98485"/>
                  </a:lnTo>
                  <a:lnTo>
                    <a:pt x="1632519" y="95501"/>
                  </a:lnTo>
                  <a:lnTo>
                    <a:pt x="1667253" y="92516"/>
                  </a:lnTo>
                  <a:lnTo>
                    <a:pt x="1701988" y="89532"/>
                  </a:lnTo>
                  <a:lnTo>
                    <a:pt x="1736722" y="86547"/>
                  </a:lnTo>
                  <a:lnTo>
                    <a:pt x="1771456" y="83563"/>
                  </a:lnTo>
                  <a:lnTo>
                    <a:pt x="1806191" y="80579"/>
                  </a:lnTo>
                  <a:lnTo>
                    <a:pt x="1840925" y="77594"/>
                  </a:lnTo>
                  <a:lnTo>
                    <a:pt x="1875660" y="74610"/>
                  </a:lnTo>
                  <a:lnTo>
                    <a:pt x="1910394" y="71625"/>
                  </a:lnTo>
                  <a:lnTo>
                    <a:pt x="1945129" y="68641"/>
                  </a:lnTo>
                  <a:lnTo>
                    <a:pt x="1979863" y="65657"/>
                  </a:lnTo>
                  <a:lnTo>
                    <a:pt x="2014598" y="62672"/>
                  </a:lnTo>
                  <a:lnTo>
                    <a:pt x="2049332" y="59688"/>
                  </a:lnTo>
                  <a:lnTo>
                    <a:pt x="2084067" y="56703"/>
                  </a:lnTo>
                  <a:lnTo>
                    <a:pt x="2118801" y="53719"/>
                  </a:lnTo>
                  <a:lnTo>
                    <a:pt x="2153535" y="50734"/>
                  </a:lnTo>
                  <a:lnTo>
                    <a:pt x="2188270" y="47750"/>
                  </a:lnTo>
                  <a:lnTo>
                    <a:pt x="2223004" y="44766"/>
                  </a:lnTo>
                  <a:lnTo>
                    <a:pt x="2257739" y="41781"/>
                  </a:lnTo>
                  <a:lnTo>
                    <a:pt x="2292473" y="38797"/>
                  </a:lnTo>
                  <a:lnTo>
                    <a:pt x="2327208" y="35812"/>
                  </a:lnTo>
                  <a:lnTo>
                    <a:pt x="2361942" y="32828"/>
                  </a:lnTo>
                  <a:lnTo>
                    <a:pt x="2396677" y="29844"/>
                  </a:lnTo>
                  <a:lnTo>
                    <a:pt x="2431411" y="26859"/>
                  </a:lnTo>
                  <a:lnTo>
                    <a:pt x="2466145" y="23875"/>
                  </a:lnTo>
                  <a:lnTo>
                    <a:pt x="2500880" y="20890"/>
                  </a:lnTo>
                  <a:lnTo>
                    <a:pt x="2535614" y="17906"/>
                  </a:lnTo>
                  <a:lnTo>
                    <a:pt x="2570349" y="14922"/>
                  </a:lnTo>
                  <a:lnTo>
                    <a:pt x="2605083" y="11937"/>
                  </a:lnTo>
                  <a:lnTo>
                    <a:pt x="2639818" y="8953"/>
                  </a:lnTo>
                  <a:lnTo>
                    <a:pt x="2674552" y="5968"/>
                  </a:lnTo>
                  <a:lnTo>
                    <a:pt x="2709287" y="2984"/>
                  </a:lnTo>
                  <a:lnTo>
                    <a:pt x="2744021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l857"/>
            <p:cNvSpPr/>
            <p:nvPr/>
          </p:nvSpPr>
          <p:spPr>
            <a:xfrm>
              <a:off x="4471975" y="268785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l858"/>
            <p:cNvSpPr/>
            <p:nvPr/>
          </p:nvSpPr>
          <p:spPr>
            <a:xfrm>
              <a:off x="4471975" y="2084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l859"/>
            <p:cNvSpPr/>
            <p:nvPr/>
          </p:nvSpPr>
          <p:spPr>
            <a:xfrm>
              <a:off x="4471975" y="1482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l860"/>
            <p:cNvSpPr/>
            <p:nvPr/>
          </p:nvSpPr>
          <p:spPr>
            <a:xfrm>
              <a:off x="4471975" y="879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l861"/>
            <p:cNvSpPr/>
            <p:nvPr/>
          </p:nvSpPr>
          <p:spPr>
            <a:xfrm>
              <a:off x="5176748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l862"/>
            <p:cNvSpPr/>
            <p:nvPr/>
          </p:nvSpPr>
          <p:spPr>
            <a:xfrm>
              <a:off x="6244587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l863"/>
            <p:cNvSpPr/>
            <p:nvPr/>
          </p:nvSpPr>
          <p:spPr>
            <a:xfrm>
              <a:off x="7312426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l864"/>
            <p:cNvSpPr/>
            <p:nvPr/>
          </p:nvSpPr>
          <p:spPr>
            <a:xfrm>
              <a:off x="4471975" y="2989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l865"/>
            <p:cNvSpPr/>
            <p:nvPr/>
          </p:nvSpPr>
          <p:spPr>
            <a:xfrm>
              <a:off x="4471975" y="238639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l866"/>
            <p:cNvSpPr/>
            <p:nvPr/>
          </p:nvSpPr>
          <p:spPr>
            <a:xfrm>
              <a:off x="4471975" y="1783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l867"/>
            <p:cNvSpPr/>
            <p:nvPr/>
          </p:nvSpPr>
          <p:spPr>
            <a:xfrm>
              <a:off x="4471975" y="1180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l868"/>
            <p:cNvSpPr/>
            <p:nvPr/>
          </p:nvSpPr>
          <p:spPr>
            <a:xfrm>
              <a:off x="4642829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l869"/>
            <p:cNvSpPr/>
            <p:nvPr/>
          </p:nvSpPr>
          <p:spPr>
            <a:xfrm>
              <a:off x="5710668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l870"/>
            <p:cNvSpPr/>
            <p:nvPr/>
          </p:nvSpPr>
          <p:spPr>
            <a:xfrm>
              <a:off x="6778506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l871"/>
            <p:cNvSpPr/>
            <p:nvPr/>
          </p:nvSpPr>
          <p:spPr>
            <a:xfrm>
              <a:off x="7846345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t872"/>
            <p:cNvSpPr/>
            <p:nvPr/>
          </p:nvSpPr>
          <p:spPr>
            <a:xfrm>
              <a:off x="6540113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t873"/>
            <p:cNvSpPr/>
            <p:nvPr/>
          </p:nvSpPr>
          <p:spPr>
            <a:xfrm>
              <a:off x="7394384" y="914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t874"/>
            <p:cNvSpPr/>
            <p:nvPr/>
          </p:nvSpPr>
          <p:spPr>
            <a:xfrm>
              <a:off x="5899410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t875"/>
            <p:cNvSpPr/>
            <p:nvPr/>
          </p:nvSpPr>
          <p:spPr>
            <a:xfrm>
              <a:off x="5258706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t876"/>
            <p:cNvSpPr/>
            <p:nvPr/>
          </p:nvSpPr>
          <p:spPr>
            <a:xfrm>
              <a:off x="5045139" y="25022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t877"/>
            <p:cNvSpPr/>
            <p:nvPr/>
          </p:nvSpPr>
          <p:spPr>
            <a:xfrm>
              <a:off x="5258706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t878"/>
            <p:cNvSpPr/>
            <p:nvPr/>
          </p:nvSpPr>
          <p:spPr>
            <a:xfrm>
              <a:off x="6326545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t879"/>
            <p:cNvSpPr/>
            <p:nvPr/>
          </p:nvSpPr>
          <p:spPr>
            <a:xfrm>
              <a:off x="5258706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t880"/>
            <p:cNvSpPr/>
            <p:nvPr/>
          </p:nvSpPr>
          <p:spPr>
            <a:xfrm>
              <a:off x="5685842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t881"/>
            <p:cNvSpPr/>
            <p:nvPr/>
          </p:nvSpPr>
          <p:spPr>
            <a:xfrm>
              <a:off x="5258706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t882"/>
            <p:cNvSpPr/>
            <p:nvPr/>
          </p:nvSpPr>
          <p:spPr>
            <a:xfrm>
              <a:off x="6753680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t883"/>
            <p:cNvSpPr/>
            <p:nvPr/>
          </p:nvSpPr>
          <p:spPr>
            <a:xfrm>
              <a:off x="6326545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t884"/>
            <p:cNvSpPr/>
            <p:nvPr/>
          </p:nvSpPr>
          <p:spPr>
            <a:xfrm>
              <a:off x="7821519" y="914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t885"/>
            <p:cNvSpPr/>
            <p:nvPr/>
          </p:nvSpPr>
          <p:spPr>
            <a:xfrm>
              <a:off x="5685842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t886"/>
            <p:cNvSpPr/>
            <p:nvPr/>
          </p:nvSpPr>
          <p:spPr>
            <a:xfrm>
              <a:off x="4831571" y="23414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t887"/>
            <p:cNvSpPr/>
            <p:nvPr/>
          </p:nvSpPr>
          <p:spPr>
            <a:xfrm>
              <a:off x="5258706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t888"/>
            <p:cNvSpPr/>
            <p:nvPr/>
          </p:nvSpPr>
          <p:spPr>
            <a:xfrm>
              <a:off x="5472274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t889"/>
            <p:cNvSpPr/>
            <p:nvPr/>
          </p:nvSpPr>
          <p:spPr>
            <a:xfrm>
              <a:off x="6753680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t890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t891"/>
            <p:cNvSpPr/>
            <p:nvPr/>
          </p:nvSpPr>
          <p:spPr>
            <a:xfrm>
              <a:off x="7180816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t892"/>
            <p:cNvSpPr/>
            <p:nvPr/>
          </p:nvSpPr>
          <p:spPr>
            <a:xfrm>
              <a:off x="5258706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t893"/>
            <p:cNvSpPr/>
            <p:nvPr/>
          </p:nvSpPr>
          <p:spPr>
            <a:xfrm>
              <a:off x="6112977" y="1155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t894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t895"/>
            <p:cNvSpPr/>
            <p:nvPr/>
          </p:nvSpPr>
          <p:spPr>
            <a:xfrm>
              <a:off x="5045139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t896"/>
            <p:cNvSpPr/>
            <p:nvPr/>
          </p:nvSpPr>
          <p:spPr>
            <a:xfrm>
              <a:off x="6540113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t897"/>
            <p:cNvSpPr/>
            <p:nvPr/>
          </p:nvSpPr>
          <p:spPr>
            <a:xfrm>
              <a:off x="7180816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t898"/>
            <p:cNvSpPr/>
            <p:nvPr/>
          </p:nvSpPr>
          <p:spPr>
            <a:xfrm>
              <a:off x="4831571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t899"/>
            <p:cNvSpPr/>
            <p:nvPr/>
          </p:nvSpPr>
          <p:spPr>
            <a:xfrm>
              <a:off x="461800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t900"/>
            <p:cNvSpPr/>
            <p:nvPr/>
          </p:nvSpPr>
          <p:spPr>
            <a:xfrm>
              <a:off x="461800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t901"/>
            <p:cNvSpPr/>
            <p:nvPr/>
          </p:nvSpPr>
          <p:spPr>
            <a:xfrm>
              <a:off x="4831571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t902"/>
            <p:cNvSpPr/>
            <p:nvPr/>
          </p:nvSpPr>
          <p:spPr>
            <a:xfrm>
              <a:off x="5258706" y="1959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t903"/>
            <p:cNvSpPr/>
            <p:nvPr/>
          </p:nvSpPr>
          <p:spPr>
            <a:xfrm>
              <a:off x="7607951" y="854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t904"/>
            <p:cNvSpPr/>
            <p:nvPr/>
          </p:nvSpPr>
          <p:spPr>
            <a:xfrm>
              <a:off x="6112977" y="155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t905"/>
            <p:cNvSpPr/>
            <p:nvPr/>
          </p:nvSpPr>
          <p:spPr>
            <a:xfrm>
              <a:off x="7394384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t906"/>
            <p:cNvSpPr/>
            <p:nvPr/>
          </p:nvSpPr>
          <p:spPr>
            <a:xfrm>
              <a:off x="5685842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t907"/>
            <p:cNvSpPr/>
            <p:nvPr/>
          </p:nvSpPr>
          <p:spPr>
            <a:xfrm>
              <a:off x="7180816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t908"/>
            <p:cNvSpPr/>
            <p:nvPr/>
          </p:nvSpPr>
          <p:spPr>
            <a:xfrm>
              <a:off x="6967248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t909"/>
            <p:cNvSpPr/>
            <p:nvPr/>
          </p:nvSpPr>
          <p:spPr>
            <a:xfrm>
              <a:off x="8035087" y="79396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t910"/>
            <p:cNvSpPr/>
            <p:nvPr/>
          </p:nvSpPr>
          <p:spPr>
            <a:xfrm>
              <a:off x="6967248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t911"/>
            <p:cNvSpPr/>
            <p:nvPr/>
          </p:nvSpPr>
          <p:spPr>
            <a:xfrm>
              <a:off x="7180816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t912"/>
            <p:cNvSpPr/>
            <p:nvPr/>
          </p:nvSpPr>
          <p:spPr>
            <a:xfrm>
              <a:off x="5258706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t913"/>
            <p:cNvSpPr/>
            <p:nvPr/>
          </p:nvSpPr>
          <p:spPr>
            <a:xfrm>
              <a:off x="4831571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t914"/>
            <p:cNvSpPr/>
            <p:nvPr/>
          </p:nvSpPr>
          <p:spPr>
            <a:xfrm>
              <a:off x="5045139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t915"/>
            <p:cNvSpPr/>
            <p:nvPr/>
          </p:nvSpPr>
          <p:spPr>
            <a:xfrm>
              <a:off x="5685842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t916"/>
            <p:cNvSpPr/>
            <p:nvPr/>
          </p:nvSpPr>
          <p:spPr>
            <a:xfrm>
              <a:off x="504513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t917"/>
            <p:cNvSpPr/>
            <p:nvPr/>
          </p:nvSpPr>
          <p:spPr>
            <a:xfrm>
              <a:off x="6540113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t918"/>
            <p:cNvSpPr/>
            <p:nvPr/>
          </p:nvSpPr>
          <p:spPr>
            <a:xfrm>
              <a:off x="6112977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t919"/>
            <p:cNvSpPr/>
            <p:nvPr/>
          </p:nvSpPr>
          <p:spPr>
            <a:xfrm>
              <a:off x="7394384" y="854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t920"/>
            <p:cNvSpPr/>
            <p:nvPr/>
          </p:nvSpPr>
          <p:spPr>
            <a:xfrm>
              <a:off x="7180816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t921"/>
            <p:cNvSpPr/>
            <p:nvPr/>
          </p:nvSpPr>
          <p:spPr>
            <a:xfrm>
              <a:off x="5045139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t922"/>
            <p:cNvSpPr/>
            <p:nvPr/>
          </p:nvSpPr>
          <p:spPr>
            <a:xfrm>
              <a:off x="5472274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t923"/>
            <p:cNvSpPr/>
            <p:nvPr/>
          </p:nvSpPr>
          <p:spPr>
            <a:xfrm>
              <a:off x="5472274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t924"/>
            <p:cNvSpPr/>
            <p:nvPr/>
          </p:nvSpPr>
          <p:spPr>
            <a:xfrm>
              <a:off x="5472274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t925"/>
            <p:cNvSpPr/>
            <p:nvPr/>
          </p:nvSpPr>
          <p:spPr>
            <a:xfrm>
              <a:off x="589941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pt926"/>
            <p:cNvSpPr/>
            <p:nvPr/>
          </p:nvSpPr>
          <p:spPr>
            <a:xfrm>
              <a:off x="6967248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pt927"/>
            <p:cNvSpPr/>
            <p:nvPr/>
          </p:nvSpPr>
          <p:spPr>
            <a:xfrm>
              <a:off x="483157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pt928"/>
            <p:cNvSpPr/>
            <p:nvPr/>
          </p:nvSpPr>
          <p:spPr>
            <a:xfrm>
              <a:off x="6753680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pt929"/>
            <p:cNvSpPr/>
            <p:nvPr/>
          </p:nvSpPr>
          <p:spPr>
            <a:xfrm>
              <a:off x="483157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pt930"/>
            <p:cNvSpPr/>
            <p:nvPr/>
          </p:nvSpPr>
          <p:spPr>
            <a:xfrm>
              <a:off x="5258706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pt931"/>
            <p:cNvSpPr/>
            <p:nvPr/>
          </p:nvSpPr>
          <p:spPr>
            <a:xfrm>
              <a:off x="4618003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t932"/>
            <p:cNvSpPr/>
            <p:nvPr/>
          </p:nvSpPr>
          <p:spPr>
            <a:xfrm>
              <a:off x="4831571" y="20400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t933"/>
            <p:cNvSpPr/>
            <p:nvPr/>
          </p:nvSpPr>
          <p:spPr>
            <a:xfrm>
              <a:off x="461800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t934"/>
            <p:cNvSpPr/>
            <p:nvPr/>
          </p:nvSpPr>
          <p:spPr>
            <a:xfrm>
              <a:off x="5258706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t935"/>
            <p:cNvSpPr/>
            <p:nvPr/>
          </p:nvSpPr>
          <p:spPr>
            <a:xfrm>
              <a:off x="5685842" y="1678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pt936"/>
            <p:cNvSpPr/>
            <p:nvPr/>
          </p:nvSpPr>
          <p:spPr>
            <a:xfrm>
              <a:off x="483157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pt937"/>
            <p:cNvSpPr/>
            <p:nvPr/>
          </p:nvSpPr>
          <p:spPr>
            <a:xfrm>
              <a:off x="5899410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pt938"/>
            <p:cNvSpPr/>
            <p:nvPr/>
          </p:nvSpPr>
          <p:spPr>
            <a:xfrm>
              <a:off x="5045139" y="24017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pt939"/>
            <p:cNvSpPr/>
            <p:nvPr/>
          </p:nvSpPr>
          <p:spPr>
            <a:xfrm>
              <a:off x="5472274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pt940"/>
            <p:cNvSpPr/>
            <p:nvPr/>
          </p:nvSpPr>
          <p:spPr>
            <a:xfrm>
              <a:off x="5472274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pt941"/>
            <p:cNvSpPr/>
            <p:nvPr/>
          </p:nvSpPr>
          <p:spPr>
            <a:xfrm>
              <a:off x="5258706" y="1919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t942"/>
            <p:cNvSpPr/>
            <p:nvPr/>
          </p:nvSpPr>
          <p:spPr>
            <a:xfrm>
              <a:off x="5045139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t943"/>
            <p:cNvSpPr/>
            <p:nvPr/>
          </p:nvSpPr>
          <p:spPr>
            <a:xfrm>
              <a:off x="504513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t944"/>
            <p:cNvSpPr/>
            <p:nvPr/>
          </p:nvSpPr>
          <p:spPr>
            <a:xfrm>
              <a:off x="5685842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t945"/>
            <p:cNvSpPr/>
            <p:nvPr/>
          </p:nvSpPr>
          <p:spPr>
            <a:xfrm>
              <a:off x="6112977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t946"/>
            <p:cNvSpPr/>
            <p:nvPr/>
          </p:nvSpPr>
          <p:spPr>
            <a:xfrm>
              <a:off x="5258706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pt947"/>
            <p:cNvSpPr/>
            <p:nvPr/>
          </p:nvSpPr>
          <p:spPr>
            <a:xfrm>
              <a:off x="4618003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pt948"/>
            <p:cNvSpPr/>
            <p:nvPr/>
          </p:nvSpPr>
          <p:spPr>
            <a:xfrm>
              <a:off x="5045139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t949"/>
            <p:cNvSpPr/>
            <p:nvPr/>
          </p:nvSpPr>
          <p:spPr>
            <a:xfrm>
              <a:off x="4618003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pt950"/>
            <p:cNvSpPr/>
            <p:nvPr/>
          </p:nvSpPr>
          <p:spPr>
            <a:xfrm>
              <a:off x="5685842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pt951"/>
            <p:cNvSpPr/>
            <p:nvPr/>
          </p:nvSpPr>
          <p:spPr>
            <a:xfrm>
              <a:off x="5045139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t952"/>
            <p:cNvSpPr/>
            <p:nvPr/>
          </p:nvSpPr>
          <p:spPr>
            <a:xfrm>
              <a:off x="5685842" y="1236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t953"/>
            <p:cNvSpPr/>
            <p:nvPr/>
          </p:nvSpPr>
          <p:spPr>
            <a:xfrm>
              <a:off x="5472274" y="1778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pt954"/>
            <p:cNvSpPr/>
            <p:nvPr/>
          </p:nvSpPr>
          <p:spPr>
            <a:xfrm>
              <a:off x="6326545" y="11758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pt955"/>
            <p:cNvSpPr/>
            <p:nvPr/>
          </p:nvSpPr>
          <p:spPr>
            <a:xfrm>
              <a:off x="5685842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pt956"/>
            <p:cNvSpPr/>
            <p:nvPr/>
          </p:nvSpPr>
          <p:spPr>
            <a:xfrm>
              <a:off x="5899410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pt957"/>
            <p:cNvSpPr/>
            <p:nvPr/>
          </p:nvSpPr>
          <p:spPr>
            <a:xfrm>
              <a:off x="461800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pt958"/>
            <p:cNvSpPr/>
            <p:nvPr/>
          </p:nvSpPr>
          <p:spPr>
            <a:xfrm>
              <a:off x="5258706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pt959"/>
            <p:cNvSpPr/>
            <p:nvPr/>
          </p:nvSpPr>
          <p:spPr>
            <a:xfrm>
              <a:off x="6540113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t960"/>
            <p:cNvSpPr/>
            <p:nvPr/>
          </p:nvSpPr>
          <p:spPr>
            <a:xfrm>
              <a:off x="483157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pt961"/>
            <p:cNvSpPr/>
            <p:nvPr/>
          </p:nvSpPr>
          <p:spPr>
            <a:xfrm>
              <a:off x="461800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t962"/>
            <p:cNvSpPr/>
            <p:nvPr/>
          </p:nvSpPr>
          <p:spPr>
            <a:xfrm>
              <a:off x="4618003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t963"/>
            <p:cNvSpPr/>
            <p:nvPr/>
          </p:nvSpPr>
          <p:spPr>
            <a:xfrm>
              <a:off x="6967248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t964"/>
            <p:cNvSpPr/>
            <p:nvPr/>
          </p:nvSpPr>
          <p:spPr>
            <a:xfrm>
              <a:off x="5899410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t965"/>
            <p:cNvSpPr/>
            <p:nvPr/>
          </p:nvSpPr>
          <p:spPr>
            <a:xfrm>
              <a:off x="483157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t966"/>
            <p:cNvSpPr/>
            <p:nvPr/>
          </p:nvSpPr>
          <p:spPr>
            <a:xfrm>
              <a:off x="483157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t967"/>
            <p:cNvSpPr/>
            <p:nvPr/>
          </p:nvSpPr>
          <p:spPr>
            <a:xfrm>
              <a:off x="5258706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t968"/>
            <p:cNvSpPr/>
            <p:nvPr/>
          </p:nvSpPr>
          <p:spPr>
            <a:xfrm>
              <a:off x="5258706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t969"/>
            <p:cNvSpPr/>
            <p:nvPr/>
          </p:nvSpPr>
          <p:spPr>
            <a:xfrm>
              <a:off x="5685842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t970"/>
            <p:cNvSpPr/>
            <p:nvPr/>
          </p:nvSpPr>
          <p:spPr>
            <a:xfrm>
              <a:off x="5045139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t971"/>
            <p:cNvSpPr/>
            <p:nvPr/>
          </p:nvSpPr>
          <p:spPr>
            <a:xfrm>
              <a:off x="5685842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t972"/>
            <p:cNvSpPr/>
            <p:nvPr/>
          </p:nvSpPr>
          <p:spPr>
            <a:xfrm>
              <a:off x="6753680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t973"/>
            <p:cNvSpPr/>
            <p:nvPr/>
          </p:nvSpPr>
          <p:spPr>
            <a:xfrm>
              <a:off x="7180816" y="79396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t974"/>
            <p:cNvSpPr/>
            <p:nvPr/>
          </p:nvSpPr>
          <p:spPr>
            <a:xfrm>
              <a:off x="5899410" y="139689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t975"/>
            <p:cNvSpPr/>
            <p:nvPr/>
          </p:nvSpPr>
          <p:spPr>
            <a:xfrm>
              <a:off x="6326545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t976"/>
            <p:cNvSpPr/>
            <p:nvPr/>
          </p:nvSpPr>
          <p:spPr>
            <a:xfrm>
              <a:off x="504513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t977"/>
            <p:cNvSpPr/>
            <p:nvPr/>
          </p:nvSpPr>
          <p:spPr>
            <a:xfrm>
              <a:off x="5258706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pt978"/>
            <p:cNvSpPr/>
            <p:nvPr/>
          </p:nvSpPr>
          <p:spPr>
            <a:xfrm>
              <a:off x="7180816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t979"/>
            <p:cNvSpPr/>
            <p:nvPr/>
          </p:nvSpPr>
          <p:spPr>
            <a:xfrm>
              <a:off x="6540113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t980"/>
            <p:cNvSpPr/>
            <p:nvPr/>
          </p:nvSpPr>
          <p:spPr>
            <a:xfrm>
              <a:off x="7607951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t981"/>
            <p:cNvSpPr/>
            <p:nvPr/>
          </p:nvSpPr>
          <p:spPr>
            <a:xfrm>
              <a:off x="4618003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pt982"/>
            <p:cNvSpPr/>
            <p:nvPr/>
          </p:nvSpPr>
          <p:spPr>
            <a:xfrm>
              <a:off x="5258706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pt983"/>
            <p:cNvSpPr/>
            <p:nvPr/>
          </p:nvSpPr>
          <p:spPr>
            <a:xfrm>
              <a:off x="5472274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pt984"/>
            <p:cNvSpPr/>
            <p:nvPr/>
          </p:nvSpPr>
          <p:spPr>
            <a:xfrm>
              <a:off x="461800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pt985"/>
            <p:cNvSpPr/>
            <p:nvPr/>
          </p:nvSpPr>
          <p:spPr>
            <a:xfrm>
              <a:off x="5472274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pt986"/>
            <p:cNvSpPr/>
            <p:nvPr/>
          </p:nvSpPr>
          <p:spPr>
            <a:xfrm>
              <a:off x="5899410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t987"/>
            <p:cNvSpPr/>
            <p:nvPr/>
          </p:nvSpPr>
          <p:spPr>
            <a:xfrm>
              <a:off x="483157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pt988"/>
            <p:cNvSpPr/>
            <p:nvPr/>
          </p:nvSpPr>
          <p:spPr>
            <a:xfrm>
              <a:off x="5258706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pt989"/>
            <p:cNvSpPr/>
            <p:nvPr/>
          </p:nvSpPr>
          <p:spPr>
            <a:xfrm>
              <a:off x="5472274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pt990"/>
            <p:cNvSpPr/>
            <p:nvPr/>
          </p:nvSpPr>
          <p:spPr>
            <a:xfrm>
              <a:off x="5045139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pt991"/>
            <p:cNvSpPr/>
            <p:nvPr/>
          </p:nvSpPr>
          <p:spPr>
            <a:xfrm>
              <a:off x="504513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pt992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pt993"/>
            <p:cNvSpPr/>
            <p:nvPr/>
          </p:nvSpPr>
          <p:spPr>
            <a:xfrm>
              <a:off x="5685842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pt994"/>
            <p:cNvSpPr/>
            <p:nvPr/>
          </p:nvSpPr>
          <p:spPr>
            <a:xfrm>
              <a:off x="5472274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pt995"/>
            <p:cNvSpPr/>
            <p:nvPr/>
          </p:nvSpPr>
          <p:spPr>
            <a:xfrm>
              <a:off x="6112977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pt996"/>
            <p:cNvSpPr/>
            <p:nvPr/>
          </p:nvSpPr>
          <p:spPr>
            <a:xfrm>
              <a:off x="483157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pt997"/>
            <p:cNvSpPr/>
            <p:nvPr/>
          </p:nvSpPr>
          <p:spPr>
            <a:xfrm>
              <a:off x="461800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pt998"/>
            <p:cNvSpPr/>
            <p:nvPr/>
          </p:nvSpPr>
          <p:spPr>
            <a:xfrm>
              <a:off x="5685842" y="12160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pt999"/>
            <p:cNvSpPr/>
            <p:nvPr/>
          </p:nvSpPr>
          <p:spPr>
            <a:xfrm>
              <a:off x="5258706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pt1000"/>
            <p:cNvSpPr/>
            <p:nvPr/>
          </p:nvSpPr>
          <p:spPr>
            <a:xfrm>
              <a:off x="5472274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pt1001"/>
            <p:cNvSpPr/>
            <p:nvPr/>
          </p:nvSpPr>
          <p:spPr>
            <a:xfrm>
              <a:off x="5472274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pt1002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pt1003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pt1004"/>
            <p:cNvSpPr/>
            <p:nvPr/>
          </p:nvSpPr>
          <p:spPr>
            <a:xfrm>
              <a:off x="461800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pt1005"/>
            <p:cNvSpPr/>
            <p:nvPr/>
          </p:nvSpPr>
          <p:spPr>
            <a:xfrm>
              <a:off x="5899410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pt1006"/>
            <p:cNvSpPr/>
            <p:nvPr/>
          </p:nvSpPr>
          <p:spPr>
            <a:xfrm>
              <a:off x="461800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t1007"/>
            <p:cNvSpPr/>
            <p:nvPr/>
          </p:nvSpPr>
          <p:spPr>
            <a:xfrm>
              <a:off x="461800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pt1008"/>
            <p:cNvSpPr/>
            <p:nvPr/>
          </p:nvSpPr>
          <p:spPr>
            <a:xfrm>
              <a:off x="5258706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t1009"/>
            <p:cNvSpPr/>
            <p:nvPr/>
          </p:nvSpPr>
          <p:spPr>
            <a:xfrm>
              <a:off x="4618003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pt1010"/>
            <p:cNvSpPr/>
            <p:nvPr/>
          </p:nvSpPr>
          <p:spPr>
            <a:xfrm>
              <a:off x="6967248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t1011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t1012"/>
            <p:cNvSpPr/>
            <p:nvPr/>
          </p:nvSpPr>
          <p:spPr>
            <a:xfrm>
              <a:off x="5258706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pt1013"/>
            <p:cNvSpPr/>
            <p:nvPr/>
          </p:nvSpPr>
          <p:spPr>
            <a:xfrm>
              <a:off x="5045139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pt1014"/>
            <p:cNvSpPr/>
            <p:nvPr/>
          </p:nvSpPr>
          <p:spPr>
            <a:xfrm>
              <a:off x="5685842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pt1015"/>
            <p:cNvSpPr/>
            <p:nvPr/>
          </p:nvSpPr>
          <p:spPr>
            <a:xfrm>
              <a:off x="461800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pt1016"/>
            <p:cNvSpPr/>
            <p:nvPr/>
          </p:nvSpPr>
          <p:spPr>
            <a:xfrm>
              <a:off x="4618003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pt1017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pt1018"/>
            <p:cNvSpPr/>
            <p:nvPr/>
          </p:nvSpPr>
          <p:spPr>
            <a:xfrm>
              <a:off x="5045139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pt1019"/>
            <p:cNvSpPr/>
            <p:nvPr/>
          </p:nvSpPr>
          <p:spPr>
            <a:xfrm>
              <a:off x="4618003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pt1020"/>
            <p:cNvSpPr/>
            <p:nvPr/>
          </p:nvSpPr>
          <p:spPr>
            <a:xfrm>
              <a:off x="4618003" y="27635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pt1021"/>
            <p:cNvSpPr/>
            <p:nvPr/>
          </p:nvSpPr>
          <p:spPr>
            <a:xfrm>
              <a:off x="5045139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pt1022"/>
            <p:cNvSpPr/>
            <p:nvPr/>
          </p:nvSpPr>
          <p:spPr>
            <a:xfrm>
              <a:off x="5685842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t1023"/>
            <p:cNvSpPr/>
            <p:nvPr/>
          </p:nvSpPr>
          <p:spPr>
            <a:xfrm>
              <a:off x="4618003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pt1024"/>
            <p:cNvSpPr/>
            <p:nvPr/>
          </p:nvSpPr>
          <p:spPr>
            <a:xfrm>
              <a:off x="5685842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pt1025"/>
            <p:cNvSpPr/>
            <p:nvPr/>
          </p:nvSpPr>
          <p:spPr>
            <a:xfrm>
              <a:off x="504513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pt1026"/>
            <p:cNvSpPr/>
            <p:nvPr/>
          </p:nvSpPr>
          <p:spPr>
            <a:xfrm>
              <a:off x="4618003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pt1027"/>
            <p:cNvSpPr/>
            <p:nvPr/>
          </p:nvSpPr>
          <p:spPr>
            <a:xfrm>
              <a:off x="4831571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pt1028"/>
            <p:cNvSpPr/>
            <p:nvPr/>
          </p:nvSpPr>
          <p:spPr>
            <a:xfrm>
              <a:off x="4831571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pt1029"/>
            <p:cNvSpPr/>
            <p:nvPr/>
          </p:nvSpPr>
          <p:spPr>
            <a:xfrm>
              <a:off x="5045139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pt1030"/>
            <p:cNvSpPr/>
            <p:nvPr/>
          </p:nvSpPr>
          <p:spPr>
            <a:xfrm>
              <a:off x="504513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pt1031"/>
            <p:cNvSpPr/>
            <p:nvPr/>
          </p:nvSpPr>
          <p:spPr>
            <a:xfrm>
              <a:off x="5472274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pt1032"/>
            <p:cNvSpPr/>
            <p:nvPr/>
          </p:nvSpPr>
          <p:spPr>
            <a:xfrm>
              <a:off x="5472274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pt1033"/>
            <p:cNvSpPr/>
            <p:nvPr/>
          </p:nvSpPr>
          <p:spPr>
            <a:xfrm>
              <a:off x="4618003" y="28238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t1034"/>
            <p:cNvSpPr/>
            <p:nvPr/>
          </p:nvSpPr>
          <p:spPr>
            <a:xfrm>
              <a:off x="483157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t1035"/>
            <p:cNvSpPr/>
            <p:nvPr/>
          </p:nvSpPr>
          <p:spPr>
            <a:xfrm>
              <a:off x="6540113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t1036"/>
            <p:cNvSpPr/>
            <p:nvPr/>
          </p:nvSpPr>
          <p:spPr>
            <a:xfrm>
              <a:off x="4618003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pt1037"/>
            <p:cNvSpPr/>
            <p:nvPr/>
          </p:nvSpPr>
          <p:spPr>
            <a:xfrm>
              <a:off x="5258706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pt1038"/>
            <p:cNvSpPr/>
            <p:nvPr/>
          </p:nvSpPr>
          <p:spPr>
            <a:xfrm>
              <a:off x="5899410" y="16581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pt1039"/>
            <p:cNvSpPr/>
            <p:nvPr/>
          </p:nvSpPr>
          <p:spPr>
            <a:xfrm>
              <a:off x="483157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pt1040"/>
            <p:cNvSpPr/>
            <p:nvPr/>
          </p:nvSpPr>
          <p:spPr>
            <a:xfrm>
              <a:off x="6112977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pt1041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t1042"/>
            <p:cNvSpPr/>
            <p:nvPr/>
          </p:nvSpPr>
          <p:spPr>
            <a:xfrm>
              <a:off x="4831571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pt1043"/>
            <p:cNvSpPr/>
            <p:nvPr/>
          </p:nvSpPr>
          <p:spPr>
            <a:xfrm>
              <a:off x="7180816" y="914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pt1044"/>
            <p:cNvSpPr/>
            <p:nvPr/>
          </p:nvSpPr>
          <p:spPr>
            <a:xfrm>
              <a:off x="5685842" y="1457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pt1045"/>
            <p:cNvSpPr/>
            <p:nvPr/>
          </p:nvSpPr>
          <p:spPr>
            <a:xfrm>
              <a:off x="461800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pt1046"/>
            <p:cNvSpPr/>
            <p:nvPr/>
          </p:nvSpPr>
          <p:spPr>
            <a:xfrm>
              <a:off x="5258706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pt1047"/>
            <p:cNvSpPr/>
            <p:nvPr/>
          </p:nvSpPr>
          <p:spPr>
            <a:xfrm>
              <a:off x="5045139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pt1048"/>
            <p:cNvSpPr/>
            <p:nvPr/>
          </p:nvSpPr>
          <p:spPr>
            <a:xfrm>
              <a:off x="504513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pt1049"/>
            <p:cNvSpPr/>
            <p:nvPr/>
          </p:nvSpPr>
          <p:spPr>
            <a:xfrm>
              <a:off x="5045139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pt1050"/>
            <p:cNvSpPr/>
            <p:nvPr/>
          </p:nvSpPr>
          <p:spPr>
            <a:xfrm>
              <a:off x="6967248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pt1051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pt1052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pt1053"/>
            <p:cNvSpPr/>
            <p:nvPr/>
          </p:nvSpPr>
          <p:spPr>
            <a:xfrm>
              <a:off x="6540113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pt1054"/>
            <p:cNvSpPr/>
            <p:nvPr/>
          </p:nvSpPr>
          <p:spPr>
            <a:xfrm>
              <a:off x="5258706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pt1055"/>
            <p:cNvSpPr/>
            <p:nvPr/>
          </p:nvSpPr>
          <p:spPr>
            <a:xfrm>
              <a:off x="5685842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pt1056"/>
            <p:cNvSpPr/>
            <p:nvPr/>
          </p:nvSpPr>
          <p:spPr>
            <a:xfrm>
              <a:off x="5258706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pt1057"/>
            <p:cNvSpPr/>
            <p:nvPr/>
          </p:nvSpPr>
          <p:spPr>
            <a:xfrm>
              <a:off x="5685842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pt1058"/>
            <p:cNvSpPr/>
            <p:nvPr/>
          </p:nvSpPr>
          <p:spPr>
            <a:xfrm>
              <a:off x="5258706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pt1059"/>
            <p:cNvSpPr/>
            <p:nvPr/>
          </p:nvSpPr>
          <p:spPr>
            <a:xfrm>
              <a:off x="5258706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pt1060"/>
            <p:cNvSpPr/>
            <p:nvPr/>
          </p:nvSpPr>
          <p:spPr>
            <a:xfrm>
              <a:off x="5045139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pt1061"/>
            <p:cNvSpPr/>
            <p:nvPr/>
          </p:nvSpPr>
          <p:spPr>
            <a:xfrm>
              <a:off x="5472274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pt1062"/>
            <p:cNvSpPr/>
            <p:nvPr/>
          </p:nvSpPr>
          <p:spPr>
            <a:xfrm>
              <a:off x="6326545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pt1063"/>
            <p:cNvSpPr/>
            <p:nvPr/>
          </p:nvSpPr>
          <p:spPr>
            <a:xfrm>
              <a:off x="6540113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pt1064"/>
            <p:cNvSpPr/>
            <p:nvPr/>
          </p:nvSpPr>
          <p:spPr>
            <a:xfrm>
              <a:off x="504513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pt1065"/>
            <p:cNvSpPr/>
            <p:nvPr/>
          </p:nvSpPr>
          <p:spPr>
            <a:xfrm>
              <a:off x="5899410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t1066"/>
            <p:cNvSpPr/>
            <p:nvPr/>
          </p:nvSpPr>
          <p:spPr>
            <a:xfrm>
              <a:off x="461800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pt1067"/>
            <p:cNvSpPr/>
            <p:nvPr/>
          </p:nvSpPr>
          <p:spPr>
            <a:xfrm>
              <a:off x="5258706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t1068"/>
            <p:cNvSpPr/>
            <p:nvPr/>
          </p:nvSpPr>
          <p:spPr>
            <a:xfrm>
              <a:off x="504513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pt1069"/>
            <p:cNvSpPr/>
            <p:nvPr/>
          </p:nvSpPr>
          <p:spPr>
            <a:xfrm>
              <a:off x="7180816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pt1070"/>
            <p:cNvSpPr/>
            <p:nvPr/>
          </p:nvSpPr>
          <p:spPr>
            <a:xfrm>
              <a:off x="5045139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t1071"/>
            <p:cNvSpPr/>
            <p:nvPr/>
          </p:nvSpPr>
          <p:spPr>
            <a:xfrm>
              <a:off x="4831571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pt1072"/>
            <p:cNvSpPr/>
            <p:nvPr/>
          </p:nvSpPr>
          <p:spPr>
            <a:xfrm>
              <a:off x="589941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pt1073"/>
            <p:cNvSpPr/>
            <p:nvPr/>
          </p:nvSpPr>
          <p:spPr>
            <a:xfrm>
              <a:off x="5258706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pt1074"/>
            <p:cNvSpPr/>
            <p:nvPr/>
          </p:nvSpPr>
          <p:spPr>
            <a:xfrm>
              <a:off x="5258706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pt1075"/>
            <p:cNvSpPr/>
            <p:nvPr/>
          </p:nvSpPr>
          <p:spPr>
            <a:xfrm>
              <a:off x="461800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pt1076"/>
            <p:cNvSpPr/>
            <p:nvPr/>
          </p:nvSpPr>
          <p:spPr>
            <a:xfrm>
              <a:off x="5685842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pt1077"/>
            <p:cNvSpPr/>
            <p:nvPr/>
          </p:nvSpPr>
          <p:spPr>
            <a:xfrm>
              <a:off x="5472274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t1078"/>
            <p:cNvSpPr/>
            <p:nvPr/>
          </p:nvSpPr>
          <p:spPr>
            <a:xfrm>
              <a:off x="5258706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pt1079"/>
            <p:cNvSpPr/>
            <p:nvPr/>
          </p:nvSpPr>
          <p:spPr>
            <a:xfrm>
              <a:off x="5258706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pt1080"/>
            <p:cNvSpPr/>
            <p:nvPr/>
          </p:nvSpPr>
          <p:spPr>
            <a:xfrm>
              <a:off x="5472274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pt1081"/>
            <p:cNvSpPr/>
            <p:nvPr/>
          </p:nvSpPr>
          <p:spPr>
            <a:xfrm>
              <a:off x="5899410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pt1082"/>
            <p:cNvSpPr/>
            <p:nvPr/>
          </p:nvSpPr>
          <p:spPr>
            <a:xfrm>
              <a:off x="504513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t1083"/>
            <p:cNvSpPr/>
            <p:nvPr/>
          </p:nvSpPr>
          <p:spPr>
            <a:xfrm>
              <a:off x="5899410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t1084"/>
            <p:cNvSpPr/>
            <p:nvPr/>
          </p:nvSpPr>
          <p:spPr>
            <a:xfrm>
              <a:off x="5258706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pt1085"/>
            <p:cNvSpPr/>
            <p:nvPr/>
          </p:nvSpPr>
          <p:spPr>
            <a:xfrm>
              <a:off x="5899410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pt1086"/>
            <p:cNvSpPr/>
            <p:nvPr/>
          </p:nvSpPr>
          <p:spPr>
            <a:xfrm>
              <a:off x="5258706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pt1087"/>
            <p:cNvSpPr/>
            <p:nvPr/>
          </p:nvSpPr>
          <p:spPr>
            <a:xfrm>
              <a:off x="5685842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pt1088"/>
            <p:cNvSpPr/>
            <p:nvPr/>
          </p:nvSpPr>
          <p:spPr>
            <a:xfrm>
              <a:off x="5258706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pt1089"/>
            <p:cNvSpPr/>
            <p:nvPr/>
          </p:nvSpPr>
          <p:spPr>
            <a:xfrm>
              <a:off x="5258706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t1090"/>
            <p:cNvSpPr/>
            <p:nvPr/>
          </p:nvSpPr>
          <p:spPr>
            <a:xfrm>
              <a:off x="504513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t1091"/>
            <p:cNvSpPr/>
            <p:nvPr/>
          </p:nvSpPr>
          <p:spPr>
            <a:xfrm>
              <a:off x="5258706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pt1092"/>
            <p:cNvSpPr/>
            <p:nvPr/>
          </p:nvSpPr>
          <p:spPr>
            <a:xfrm>
              <a:off x="483157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pt1093"/>
            <p:cNvSpPr/>
            <p:nvPr/>
          </p:nvSpPr>
          <p:spPr>
            <a:xfrm>
              <a:off x="4831571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pt1094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pt1095"/>
            <p:cNvSpPr/>
            <p:nvPr/>
          </p:nvSpPr>
          <p:spPr>
            <a:xfrm>
              <a:off x="5045139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pt1096"/>
            <p:cNvSpPr/>
            <p:nvPr/>
          </p:nvSpPr>
          <p:spPr>
            <a:xfrm>
              <a:off x="6753680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pt1097"/>
            <p:cNvSpPr/>
            <p:nvPr/>
          </p:nvSpPr>
          <p:spPr>
            <a:xfrm>
              <a:off x="5472274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t1098"/>
            <p:cNvSpPr/>
            <p:nvPr/>
          </p:nvSpPr>
          <p:spPr>
            <a:xfrm>
              <a:off x="4618003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t1099"/>
            <p:cNvSpPr/>
            <p:nvPr/>
          </p:nvSpPr>
          <p:spPr>
            <a:xfrm>
              <a:off x="5472274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t1100"/>
            <p:cNvSpPr/>
            <p:nvPr/>
          </p:nvSpPr>
          <p:spPr>
            <a:xfrm>
              <a:off x="6112977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pt1101"/>
            <p:cNvSpPr/>
            <p:nvPr/>
          </p:nvSpPr>
          <p:spPr>
            <a:xfrm>
              <a:off x="4831571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pt1102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pt1103"/>
            <p:cNvSpPr/>
            <p:nvPr/>
          </p:nvSpPr>
          <p:spPr>
            <a:xfrm>
              <a:off x="4831571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pt1104"/>
            <p:cNvSpPr/>
            <p:nvPr/>
          </p:nvSpPr>
          <p:spPr>
            <a:xfrm>
              <a:off x="461800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pt1105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pt1106"/>
            <p:cNvSpPr/>
            <p:nvPr/>
          </p:nvSpPr>
          <p:spPr>
            <a:xfrm>
              <a:off x="5045139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pt1107"/>
            <p:cNvSpPr/>
            <p:nvPr/>
          </p:nvSpPr>
          <p:spPr>
            <a:xfrm>
              <a:off x="5258706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t1108"/>
            <p:cNvSpPr/>
            <p:nvPr/>
          </p:nvSpPr>
          <p:spPr>
            <a:xfrm>
              <a:off x="4831571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pt1109"/>
            <p:cNvSpPr/>
            <p:nvPr/>
          </p:nvSpPr>
          <p:spPr>
            <a:xfrm>
              <a:off x="4618003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pt1110"/>
            <p:cNvSpPr/>
            <p:nvPr/>
          </p:nvSpPr>
          <p:spPr>
            <a:xfrm>
              <a:off x="6540113" y="1035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pt1111"/>
            <p:cNvSpPr/>
            <p:nvPr/>
          </p:nvSpPr>
          <p:spPr>
            <a:xfrm>
              <a:off x="7607951" y="854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pt1112"/>
            <p:cNvSpPr/>
            <p:nvPr/>
          </p:nvSpPr>
          <p:spPr>
            <a:xfrm>
              <a:off x="5472274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pt1113"/>
            <p:cNvSpPr/>
            <p:nvPr/>
          </p:nvSpPr>
          <p:spPr>
            <a:xfrm>
              <a:off x="7607951" y="914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pt1114"/>
            <p:cNvSpPr/>
            <p:nvPr/>
          </p:nvSpPr>
          <p:spPr>
            <a:xfrm>
              <a:off x="4618003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pt1115"/>
            <p:cNvSpPr/>
            <p:nvPr/>
          </p:nvSpPr>
          <p:spPr>
            <a:xfrm>
              <a:off x="5472274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pt1116"/>
            <p:cNvSpPr/>
            <p:nvPr/>
          </p:nvSpPr>
          <p:spPr>
            <a:xfrm>
              <a:off x="5472274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pt1117"/>
            <p:cNvSpPr/>
            <p:nvPr/>
          </p:nvSpPr>
          <p:spPr>
            <a:xfrm>
              <a:off x="5472274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pt1118"/>
            <p:cNvSpPr/>
            <p:nvPr/>
          </p:nvSpPr>
          <p:spPr>
            <a:xfrm>
              <a:off x="504513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pt1119"/>
            <p:cNvSpPr/>
            <p:nvPr/>
          </p:nvSpPr>
          <p:spPr>
            <a:xfrm>
              <a:off x="4618003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pt1120"/>
            <p:cNvSpPr/>
            <p:nvPr/>
          </p:nvSpPr>
          <p:spPr>
            <a:xfrm>
              <a:off x="5685842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pt1121"/>
            <p:cNvSpPr/>
            <p:nvPr/>
          </p:nvSpPr>
          <p:spPr>
            <a:xfrm>
              <a:off x="6112977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pt1122"/>
            <p:cNvSpPr/>
            <p:nvPr/>
          </p:nvSpPr>
          <p:spPr>
            <a:xfrm>
              <a:off x="4831571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pt1123"/>
            <p:cNvSpPr/>
            <p:nvPr/>
          </p:nvSpPr>
          <p:spPr>
            <a:xfrm>
              <a:off x="5258706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pt1124"/>
            <p:cNvSpPr/>
            <p:nvPr/>
          </p:nvSpPr>
          <p:spPr>
            <a:xfrm>
              <a:off x="5258706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pt1125"/>
            <p:cNvSpPr/>
            <p:nvPr/>
          </p:nvSpPr>
          <p:spPr>
            <a:xfrm>
              <a:off x="6112977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pt1126"/>
            <p:cNvSpPr/>
            <p:nvPr/>
          </p:nvSpPr>
          <p:spPr>
            <a:xfrm>
              <a:off x="5685842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pt1127"/>
            <p:cNvSpPr/>
            <p:nvPr/>
          </p:nvSpPr>
          <p:spPr>
            <a:xfrm>
              <a:off x="5258706" y="2160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pt1128"/>
            <p:cNvSpPr/>
            <p:nvPr/>
          </p:nvSpPr>
          <p:spPr>
            <a:xfrm>
              <a:off x="7394384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pt1129"/>
            <p:cNvSpPr/>
            <p:nvPr/>
          </p:nvSpPr>
          <p:spPr>
            <a:xfrm>
              <a:off x="4831571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t1130"/>
            <p:cNvSpPr/>
            <p:nvPr/>
          </p:nvSpPr>
          <p:spPr>
            <a:xfrm>
              <a:off x="483157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t1131"/>
            <p:cNvSpPr/>
            <p:nvPr/>
          </p:nvSpPr>
          <p:spPr>
            <a:xfrm>
              <a:off x="6540113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pt1132"/>
            <p:cNvSpPr/>
            <p:nvPr/>
          </p:nvSpPr>
          <p:spPr>
            <a:xfrm>
              <a:off x="483157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pt1133"/>
            <p:cNvSpPr/>
            <p:nvPr/>
          </p:nvSpPr>
          <p:spPr>
            <a:xfrm>
              <a:off x="5899410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pt1134"/>
            <p:cNvSpPr/>
            <p:nvPr/>
          </p:nvSpPr>
          <p:spPr>
            <a:xfrm>
              <a:off x="4618003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pt1135"/>
            <p:cNvSpPr/>
            <p:nvPr/>
          </p:nvSpPr>
          <p:spPr>
            <a:xfrm>
              <a:off x="4618003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pt1136"/>
            <p:cNvSpPr/>
            <p:nvPr/>
          </p:nvSpPr>
          <p:spPr>
            <a:xfrm>
              <a:off x="4618003" y="28640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pt1137"/>
            <p:cNvSpPr/>
            <p:nvPr/>
          </p:nvSpPr>
          <p:spPr>
            <a:xfrm>
              <a:off x="461800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t1138"/>
            <p:cNvSpPr/>
            <p:nvPr/>
          </p:nvSpPr>
          <p:spPr>
            <a:xfrm>
              <a:off x="4831571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t1139"/>
            <p:cNvSpPr/>
            <p:nvPr/>
          </p:nvSpPr>
          <p:spPr>
            <a:xfrm>
              <a:off x="5472274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t1140"/>
            <p:cNvSpPr/>
            <p:nvPr/>
          </p:nvSpPr>
          <p:spPr>
            <a:xfrm>
              <a:off x="5472274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pt1141"/>
            <p:cNvSpPr/>
            <p:nvPr/>
          </p:nvSpPr>
          <p:spPr>
            <a:xfrm>
              <a:off x="4618003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pt1142"/>
            <p:cNvSpPr/>
            <p:nvPr/>
          </p:nvSpPr>
          <p:spPr>
            <a:xfrm>
              <a:off x="5258706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pt1143"/>
            <p:cNvSpPr/>
            <p:nvPr/>
          </p:nvSpPr>
          <p:spPr>
            <a:xfrm>
              <a:off x="5258706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pt1144"/>
            <p:cNvSpPr/>
            <p:nvPr/>
          </p:nvSpPr>
          <p:spPr>
            <a:xfrm>
              <a:off x="4831571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pt1145"/>
            <p:cNvSpPr/>
            <p:nvPr/>
          </p:nvSpPr>
          <p:spPr>
            <a:xfrm>
              <a:off x="483157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pt1146"/>
            <p:cNvSpPr/>
            <p:nvPr/>
          </p:nvSpPr>
          <p:spPr>
            <a:xfrm>
              <a:off x="483157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pt1147"/>
            <p:cNvSpPr/>
            <p:nvPr/>
          </p:nvSpPr>
          <p:spPr>
            <a:xfrm>
              <a:off x="5045139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t1148"/>
            <p:cNvSpPr/>
            <p:nvPr/>
          </p:nvSpPr>
          <p:spPr>
            <a:xfrm>
              <a:off x="4618003" y="294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pt1149"/>
            <p:cNvSpPr/>
            <p:nvPr/>
          </p:nvSpPr>
          <p:spPr>
            <a:xfrm>
              <a:off x="6967248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pt1150"/>
            <p:cNvSpPr/>
            <p:nvPr/>
          </p:nvSpPr>
          <p:spPr>
            <a:xfrm>
              <a:off x="6753680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pt1151"/>
            <p:cNvSpPr/>
            <p:nvPr/>
          </p:nvSpPr>
          <p:spPr>
            <a:xfrm>
              <a:off x="6326545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pt1152"/>
            <p:cNvSpPr/>
            <p:nvPr/>
          </p:nvSpPr>
          <p:spPr>
            <a:xfrm>
              <a:off x="6326545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pt1153"/>
            <p:cNvSpPr/>
            <p:nvPr/>
          </p:nvSpPr>
          <p:spPr>
            <a:xfrm>
              <a:off x="6112977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pt1154"/>
            <p:cNvSpPr/>
            <p:nvPr/>
          </p:nvSpPr>
          <p:spPr>
            <a:xfrm>
              <a:off x="461800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pt1155"/>
            <p:cNvSpPr/>
            <p:nvPr/>
          </p:nvSpPr>
          <p:spPr>
            <a:xfrm>
              <a:off x="7394384" y="914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pt1156"/>
            <p:cNvSpPr/>
            <p:nvPr/>
          </p:nvSpPr>
          <p:spPr>
            <a:xfrm>
              <a:off x="5472274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pt1157"/>
            <p:cNvSpPr/>
            <p:nvPr/>
          </p:nvSpPr>
          <p:spPr>
            <a:xfrm>
              <a:off x="5685842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pt1158"/>
            <p:cNvSpPr/>
            <p:nvPr/>
          </p:nvSpPr>
          <p:spPr>
            <a:xfrm>
              <a:off x="4831571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pt1159"/>
            <p:cNvSpPr/>
            <p:nvPr/>
          </p:nvSpPr>
          <p:spPr>
            <a:xfrm>
              <a:off x="5045139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pt1160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pt1161"/>
            <p:cNvSpPr/>
            <p:nvPr/>
          </p:nvSpPr>
          <p:spPr>
            <a:xfrm>
              <a:off x="4831571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pt1162"/>
            <p:cNvSpPr/>
            <p:nvPr/>
          </p:nvSpPr>
          <p:spPr>
            <a:xfrm>
              <a:off x="4618003" y="28037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pt1163"/>
            <p:cNvSpPr/>
            <p:nvPr/>
          </p:nvSpPr>
          <p:spPr>
            <a:xfrm>
              <a:off x="5258706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pt1164"/>
            <p:cNvSpPr/>
            <p:nvPr/>
          </p:nvSpPr>
          <p:spPr>
            <a:xfrm>
              <a:off x="5258706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pt1165"/>
            <p:cNvSpPr/>
            <p:nvPr/>
          </p:nvSpPr>
          <p:spPr>
            <a:xfrm>
              <a:off x="4618003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pt1166"/>
            <p:cNvSpPr/>
            <p:nvPr/>
          </p:nvSpPr>
          <p:spPr>
            <a:xfrm>
              <a:off x="4831571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tx1167"/>
            <p:cNvSpPr/>
            <p:nvPr/>
          </p:nvSpPr>
          <p:spPr>
            <a:xfrm>
              <a:off x="4659915" y="865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168" name="tx1168"/>
            <p:cNvSpPr/>
            <p:nvPr/>
          </p:nvSpPr>
          <p:spPr>
            <a:xfrm>
              <a:off x="4765266" y="829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69" name="tx1169"/>
            <p:cNvSpPr/>
            <p:nvPr/>
          </p:nvSpPr>
          <p:spPr>
            <a:xfrm>
              <a:off x="4814708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70" name="tx1170"/>
            <p:cNvSpPr/>
            <p:nvPr/>
          </p:nvSpPr>
          <p:spPr>
            <a:xfrm>
              <a:off x="4849497" y="918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171" name="tx1171"/>
            <p:cNvSpPr/>
            <p:nvPr/>
          </p:nvSpPr>
          <p:spPr>
            <a:xfrm>
              <a:off x="4923663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72" name="tx1172"/>
            <p:cNvSpPr/>
            <p:nvPr/>
          </p:nvSpPr>
          <p:spPr>
            <a:xfrm>
              <a:off x="4958451" y="863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173" name="pl1173"/>
            <p:cNvSpPr/>
            <p:nvPr/>
          </p:nvSpPr>
          <p:spPr>
            <a:xfrm>
              <a:off x="4642829" y="710267"/>
              <a:ext cx="2663222" cy="1856494"/>
            </a:xfrm>
            <a:custGeom>
              <a:avLst/>
              <a:gdLst/>
              <a:ahLst/>
              <a:cxnLst/>
              <a:rect l="0" t="0" r="0" b="0"/>
              <a:pathLst>
                <a:path w="2663222" h="1856494">
                  <a:moveTo>
                    <a:pt x="0" y="1856494"/>
                  </a:moveTo>
                  <a:lnTo>
                    <a:pt x="37847" y="1830111"/>
                  </a:lnTo>
                  <a:lnTo>
                    <a:pt x="75694" y="1803728"/>
                  </a:lnTo>
                  <a:lnTo>
                    <a:pt x="113542" y="1777345"/>
                  </a:lnTo>
                  <a:lnTo>
                    <a:pt x="151389" y="1750963"/>
                  </a:lnTo>
                  <a:lnTo>
                    <a:pt x="189237" y="1724580"/>
                  </a:lnTo>
                  <a:lnTo>
                    <a:pt x="227084" y="1698197"/>
                  </a:lnTo>
                  <a:lnTo>
                    <a:pt x="264932" y="1671814"/>
                  </a:lnTo>
                  <a:lnTo>
                    <a:pt x="302779" y="1645431"/>
                  </a:lnTo>
                  <a:lnTo>
                    <a:pt x="340626" y="1619048"/>
                  </a:lnTo>
                  <a:lnTo>
                    <a:pt x="378474" y="1592665"/>
                  </a:lnTo>
                  <a:lnTo>
                    <a:pt x="416321" y="1566282"/>
                  </a:lnTo>
                  <a:lnTo>
                    <a:pt x="454169" y="1539899"/>
                  </a:lnTo>
                  <a:lnTo>
                    <a:pt x="492016" y="1513516"/>
                  </a:lnTo>
                  <a:lnTo>
                    <a:pt x="529864" y="1487133"/>
                  </a:lnTo>
                  <a:lnTo>
                    <a:pt x="567711" y="1460750"/>
                  </a:lnTo>
                  <a:lnTo>
                    <a:pt x="605559" y="1434368"/>
                  </a:lnTo>
                  <a:lnTo>
                    <a:pt x="643406" y="1407985"/>
                  </a:lnTo>
                  <a:lnTo>
                    <a:pt x="681253" y="1381602"/>
                  </a:lnTo>
                  <a:lnTo>
                    <a:pt x="719101" y="1355219"/>
                  </a:lnTo>
                  <a:lnTo>
                    <a:pt x="756948" y="1328836"/>
                  </a:lnTo>
                  <a:lnTo>
                    <a:pt x="794796" y="1302453"/>
                  </a:lnTo>
                  <a:lnTo>
                    <a:pt x="832643" y="1276070"/>
                  </a:lnTo>
                  <a:lnTo>
                    <a:pt x="870491" y="1249687"/>
                  </a:lnTo>
                  <a:lnTo>
                    <a:pt x="908338" y="1223304"/>
                  </a:lnTo>
                  <a:lnTo>
                    <a:pt x="946186" y="1196921"/>
                  </a:lnTo>
                  <a:lnTo>
                    <a:pt x="984033" y="1170538"/>
                  </a:lnTo>
                  <a:lnTo>
                    <a:pt x="1021880" y="1144155"/>
                  </a:lnTo>
                  <a:lnTo>
                    <a:pt x="1059728" y="1117773"/>
                  </a:lnTo>
                  <a:lnTo>
                    <a:pt x="1097575" y="1091390"/>
                  </a:lnTo>
                  <a:lnTo>
                    <a:pt x="1135423" y="1065007"/>
                  </a:lnTo>
                  <a:lnTo>
                    <a:pt x="1173270" y="1038624"/>
                  </a:lnTo>
                  <a:lnTo>
                    <a:pt x="1211118" y="1012241"/>
                  </a:lnTo>
                  <a:lnTo>
                    <a:pt x="1248965" y="985858"/>
                  </a:lnTo>
                  <a:lnTo>
                    <a:pt x="1286813" y="959475"/>
                  </a:lnTo>
                  <a:lnTo>
                    <a:pt x="1324660" y="933092"/>
                  </a:lnTo>
                  <a:lnTo>
                    <a:pt x="1362507" y="906709"/>
                  </a:lnTo>
                  <a:lnTo>
                    <a:pt x="1400355" y="880326"/>
                  </a:lnTo>
                  <a:lnTo>
                    <a:pt x="1438202" y="853943"/>
                  </a:lnTo>
                  <a:lnTo>
                    <a:pt x="1476050" y="827561"/>
                  </a:lnTo>
                  <a:lnTo>
                    <a:pt x="1513897" y="801178"/>
                  </a:lnTo>
                  <a:lnTo>
                    <a:pt x="1551745" y="774795"/>
                  </a:lnTo>
                  <a:lnTo>
                    <a:pt x="1589592" y="748412"/>
                  </a:lnTo>
                  <a:lnTo>
                    <a:pt x="1627440" y="722029"/>
                  </a:lnTo>
                  <a:lnTo>
                    <a:pt x="1665287" y="695646"/>
                  </a:lnTo>
                  <a:lnTo>
                    <a:pt x="1703134" y="669263"/>
                  </a:lnTo>
                  <a:lnTo>
                    <a:pt x="1740982" y="642880"/>
                  </a:lnTo>
                  <a:lnTo>
                    <a:pt x="1778829" y="616497"/>
                  </a:lnTo>
                  <a:lnTo>
                    <a:pt x="1816677" y="590114"/>
                  </a:lnTo>
                  <a:lnTo>
                    <a:pt x="1854524" y="563731"/>
                  </a:lnTo>
                  <a:lnTo>
                    <a:pt x="1892372" y="537348"/>
                  </a:lnTo>
                  <a:lnTo>
                    <a:pt x="1930219" y="510966"/>
                  </a:lnTo>
                  <a:lnTo>
                    <a:pt x="1968067" y="484583"/>
                  </a:lnTo>
                  <a:lnTo>
                    <a:pt x="2005914" y="458200"/>
                  </a:lnTo>
                  <a:lnTo>
                    <a:pt x="2043761" y="431817"/>
                  </a:lnTo>
                  <a:lnTo>
                    <a:pt x="2081609" y="405434"/>
                  </a:lnTo>
                  <a:lnTo>
                    <a:pt x="2119456" y="379051"/>
                  </a:lnTo>
                  <a:lnTo>
                    <a:pt x="2157304" y="352668"/>
                  </a:lnTo>
                  <a:lnTo>
                    <a:pt x="2195151" y="326285"/>
                  </a:lnTo>
                  <a:lnTo>
                    <a:pt x="2232999" y="299902"/>
                  </a:lnTo>
                  <a:lnTo>
                    <a:pt x="2270846" y="273519"/>
                  </a:lnTo>
                  <a:lnTo>
                    <a:pt x="2308694" y="247136"/>
                  </a:lnTo>
                  <a:lnTo>
                    <a:pt x="2346541" y="220753"/>
                  </a:lnTo>
                  <a:lnTo>
                    <a:pt x="2384388" y="194371"/>
                  </a:lnTo>
                  <a:lnTo>
                    <a:pt x="2422236" y="167988"/>
                  </a:lnTo>
                  <a:lnTo>
                    <a:pt x="2460083" y="141605"/>
                  </a:lnTo>
                  <a:lnTo>
                    <a:pt x="2497931" y="115222"/>
                  </a:lnTo>
                  <a:lnTo>
                    <a:pt x="2535778" y="88839"/>
                  </a:lnTo>
                  <a:lnTo>
                    <a:pt x="2573626" y="62456"/>
                  </a:lnTo>
                  <a:lnTo>
                    <a:pt x="2611473" y="36073"/>
                  </a:lnTo>
                  <a:lnTo>
                    <a:pt x="2649321" y="9690"/>
                  </a:lnTo>
                  <a:lnTo>
                    <a:pt x="2663222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pl1174"/>
            <p:cNvSpPr/>
            <p:nvPr/>
          </p:nvSpPr>
          <p:spPr>
            <a:xfrm>
              <a:off x="5710668" y="753809"/>
              <a:ext cx="2349244" cy="638894"/>
            </a:xfrm>
            <a:custGeom>
              <a:avLst/>
              <a:gdLst/>
              <a:ahLst/>
              <a:cxnLst/>
              <a:rect l="0" t="0" r="0" b="0"/>
              <a:pathLst>
                <a:path w="2349244" h="638894">
                  <a:moveTo>
                    <a:pt x="0" y="638894"/>
                  </a:moveTo>
                  <a:lnTo>
                    <a:pt x="29737" y="630807"/>
                  </a:lnTo>
                  <a:lnTo>
                    <a:pt x="59474" y="622720"/>
                  </a:lnTo>
                  <a:lnTo>
                    <a:pt x="89211" y="614632"/>
                  </a:lnTo>
                  <a:lnTo>
                    <a:pt x="118949" y="606545"/>
                  </a:lnTo>
                  <a:lnTo>
                    <a:pt x="148686" y="598458"/>
                  </a:lnTo>
                  <a:lnTo>
                    <a:pt x="178423" y="590371"/>
                  </a:lnTo>
                  <a:lnTo>
                    <a:pt x="208160" y="582283"/>
                  </a:lnTo>
                  <a:lnTo>
                    <a:pt x="237898" y="574196"/>
                  </a:lnTo>
                  <a:lnTo>
                    <a:pt x="267635" y="566109"/>
                  </a:lnTo>
                  <a:lnTo>
                    <a:pt x="297372" y="558021"/>
                  </a:lnTo>
                  <a:lnTo>
                    <a:pt x="327110" y="549934"/>
                  </a:lnTo>
                  <a:lnTo>
                    <a:pt x="356847" y="541847"/>
                  </a:lnTo>
                  <a:lnTo>
                    <a:pt x="386584" y="533760"/>
                  </a:lnTo>
                  <a:lnTo>
                    <a:pt x="416321" y="525672"/>
                  </a:lnTo>
                  <a:lnTo>
                    <a:pt x="446059" y="517585"/>
                  </a:lnTo>
                  <a:lnTo>
                    <a:pt x="475796" y="509498"/>
                  </a:lnTo>
                  <a:lnTo>
                    <a:pt x="505533" y="501411"/>
                  </a:lnTo>
                  <a:lnTo>
                    <a:pt x="535270" y="493323"/>
                  </a:lnTo>
                  <a:lnTo>
                    <a:pt x="565008" y="485236"/>
                  </a:lnTo>
                  <a:lnTo>
                    <a:pt x="594745" y="477149"/>
                  </a:lnTo>
                  <a:lnTo>
                    <a:pt x="624482" y="469061"/>
                  </a:lnTo>
                  <a:lnTo>
                    <a:pt x="654220" y="460974"/>
                  </a:lnTo>
                  <a:lnTo>
                    <a:pt x="683957" y="452887"/>
                  </a:lnTo>
                  <a:lnTo>
                    <a:pt x="713694" y="444800"/>
                  </a:lnTo>
                  <a:lnTo>
                    <a:pt x="743431" y="436712"/>
                  </a:lnTo>
                  <a:lnTo>
                    <a:pt x="773169" y="428625"/>
                  </a:lnTo>
                  <a:lnTo>
                    <a:pt x="802906" y="420538"/>
                  </a:lnTo>
                  <a:lnTo>
                    <a:pt x="832643" y="412451"/>
                  </a:lnTo>
                  <a:lnTo>
                    <a:pt x="862381" y="404363"/>
                  </a:lnTo>
                  <a:lnTo>
                    <a:pt x="892118" y="396276"/>
                  </a:lnTo>
                  <a:lnTo>
                    <a:pt x="921855" y="388189"/>
                  </a:lnTo>
                  <a:lnTo>
                    <a:pt x="951592" y="380101"/>
                  </a:lnTo>
                  <a:lnTo>
                    <a:pt x="981330" y="372014"/>
                  </a:lnTo>
                  <a:lnTo>
                    <a:pt x="1011067" y="363927"/>
                  </a:lnTo>
                  <a:lnTo>
                    <a:pt x="1040804" y="355840"/>
                  </a:lnTo>
                  <a:lnTo>
                    <a:pt x="1070541" y="347752"/>
                  </a:lnTo>
                  <a:lnTo>
                    <a:pt x="1100279" y="339665"/>
                  </a:lnTo>
                  <a:lnTo>
                    <a:pt x="1130016" y="331578"/>
                  </a:lnTo>
                  <a:lnTo>
                    <a:pt x="1159753" y="323491"/>
                  </a:lnTo>
                  <a:lnTo>
                    <a:pt x="1189491" y="315403"/>
                  </a:lnTo>
                  <a:lnTo>
                    <a:pt x="1219228" y="307316"/>
                  </a:lnTo>
                  <a:lnTo>
                    <a:pt x="1248965" y="299229"/>
                  </a:lnTo>
                  <a:lnTo>
                    <a:pt x="1278702" y="291141"/>
                  </a:lnTo>
                  <a:lnTo>
                    <a:pt x="1308440" y="283054"/>
                  </a:lnTo>
                  <a:lnTo>
                    <a:pt x="1338177" y="274967"/>
                  </a:lnTo>
                  <a:lnTo>
                    <a:pt x="1367914" y="266880"/>
                  </a:lnTo>
                  <a:lnTo>
                    <a:pt x="1397652" y="258792"/>
                  </a:lnTo>
                  <a:lnTo>
                    <a:pt x="1427389" y="250705"/>
                  </a:lnTo>
                  <a:lnTo>
                    <a:pt x="1457126" y="242618"/>
                  </a:lnTo>
                  <a:lnTo>
                    <a:pt x="1486863" y="234530"/>
                  </a:lnTo>
                  <a:lnTo>
                    <a:pt x="1516601" y="226443"/>
                  </a:lnTo>
                  <a:lnTo>
                    <a:pt x="1546338" y="218356"/>
                  </a:lnTo>
                  <a:lnTo>
                    <a:pt x="1576075" y="210269"/>
                  </a:lnTo>
                  <a:lnTo>
                    <a:pt x="1605812" y="202181"/>
                  </a:lnTo>
                  <a:lnTo>
                    <a:pt x="1635550" y="194094"/>
                  </a:lnTo>
                  <a:lnTo>
                    <a:pt x="1665287" y="186007"/>
                  </a:lnTo>
                  <a:lnTo>
                    <a:pt x="1695024" y="177920"/>
                  </a:lnTo>
                  <a:lnTo>
                    <a:pt x="1724762" y="169832"/>
                  </a:lnTo>
                  <a:lnTo>
                    <a:pt x="1754499" y="161745"/>
                  </a:lnTo>
                  <a:lnTo>
                    <a:pt x="1784236" y="153658"/>
                  </a:lnTo>
                  <a:lnTo>
                    <a:pt x="1813973" y="145570"/>
                  </a:lnTo>
                  <a:lnTo>
                    <a:pt x="1843711" y="137483"/>
                  </a:lnTo>
                  <a:lnTo>
                    <a:pt x="1873448" y="129396"/>
                  </a:lnTo>
                  <a:lnTo>
                    <a:pt x="1903185" y="121309"/>
                  </a:lnTo>
                  <a:lnTo>
                    <a:pt x="1932923" y="113221"/>
                  </a:lnTo>
                  <a:lnTo>
                    <a:pt x="1962660" y="105134"/>
                  </a:lnTo>
                  <a:lnTo>
                    <a:pt x="1992397" y="97047"/>
                  </a:lnTo>
                  <a:lnTo>
                    <a:pt x="2022134" y="88960"/>
                  </a:lnTo>
                  <a:lnTo>
                    <a:pt x="2051872" y="80872"/>
                  </a:lnTo>
                  <a:lnTo>
                    <a:pt x="2081609" y="72785"/>
                  </a:lnTo>
                  <a:lnTo>
                    <a:pt x="2111346" y="64698"/>
                  </a:lnTo>
                  <a:lnTo>
                    <a:pt x="2141083" y="56610"/>
                  </a:lnTo>
                  <a:lnTo>
                    <a:pt x="2170821" y="48523"/>
                  </a:lnTo>
                  <a:lnTo>
                    <a:pt x="2200558" y="40436"/>
                  </a:lnTo>
                  <a:lnTo>
                    <a:pt x="2230295" y="32349"/>
                  </a:lnTo>
                  <a:lnTo>
                    <a:pt x="2260033" y="24261"/>
                  </a:lnTo>
                  <a:lnTo>
                    <a:pt x="2289770" y="16174"/>
                  </a:lnTo>
                  <a:lnTo>
                    <a:pt x="2319507" y="8087"/>
                  </a:lnTo>
                  <a:lnTo>
                    <a:pt x="2349244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pl1175"/>
            <p:cNvSpPr/>
            <p:nvPr/>
          </p:nvSpPr>
          <p:spPr>
            <a:xfrm>
              <a:off x="4471975" y="573085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pl1176"/>
            <p:cNvSpPr/>
            <p:nvPr/>
          </p:nvSpPr>
          <p:spPr>
            <a:xfrm>
              <a:off x="4471975" y="5127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pl1177"/>
            <p:cNvSpPr/>
            <p:nvPr/>
          </p:nvSpPr>
          <p:spPr>
            <a:xfrm>
              <a:off x="4471975" y="4525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pl1178"/>
            <p:cNvSpPr/>
            <p:nvPr/>
          </p:nvSpPr>
          <p:spPr>
            <a:xfrm>
              <a:off x="4471975" y="3922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pl1179"/>
            <p:cNvSpPr/>
            <p:nvPr/>
          </p:nvSpPr>
          <p:spPr>
            <a:xfrm>
              <a:off x="5176748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l1180"/>
            <p:cNvSpPr/>
            <p:nvPr/>
          </p:nvSpPr>
          <p:spPr>
            <a:xfrm>
              <a:off x="6244587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pl1181"/>
            <p:cNvSpPr/>
            <p:nvPr/>
          </p:nvSpPr>
          <p:spPr>
            <a:xfrm>
              <a:off x="7312426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pl1182"/>
            <p:cNvSpPr/>
            <p:nvPr/>
          </p:nvSpPr>
          <p:spPr>
            <a:xfrm>
              <a:off x="4471975" y="6032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pl1183"/>
            <p:cNvSpPr/>
            <p:nvPr/>
          </p:nvSpPr>
          <p:spPr>
            <a:xfrm>
              <a:off x="4471975" y="542939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pl1184"/>
            <p:cNvSpPr/>
            <p:nvPr/>
          </p:nvSpPr>
          <p:spPr>
            <a:xfrm>
              <a:off x="4471975" y="4826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pl1185"/>
            <p:cNvSpPr/>
            <p:nvPr/>
          </p:nvSpPr>
          <p:spPr>
            <a:xfrm>
              <a:off x="4471975" y="4223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pl1186"/>
            <p:cNvSpPr/>
            <p:nvPr/>
          </p:nvSpPr>
          <p:spPr>
            <a:xfrm>
              <a:off x="4642829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pl1187"/>
            <p:cNvSpPr/>
            <p:nvPr/>
          </p:nvSpPr>
          <p:spPr>
            <a:xfrm>
              <a:off x="5710668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pl1188"/>
            <p:cNvSpPr/>
            <p:nvPr/>
          </p:nvSpPr>
          <p:spPr>
            <a:xfrm>
              <a:off x="6778506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pl1189"/>
            <p:cNvSpPr/>
            <p:nvPr/>
          </p:nvSpPr>
          <p:spPr>
            <a:xfrm>
              <a:off x="7846345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pt1190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pt1191"/>
            <p:cNvSpPr/>
            <p:nvPr/>
          </p:nvSpPr>
          <p:spPr>
            <a:xfrm>
              <a:off x="696724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pt1192"/>
            <p:cNvSpPr/>
            <p:nvPr/>
          </p:nvSpPr>
          <p:spPr>
            <a:xfrm>
              <a:off x="5685842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pt1193"/>
            <p:cNvSpPr/>
            <p:nvPr/>
          </p:nvSpPr>
          <p:spPr>
            <a:xfrm>
              <a:off x="654011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pt1194"/>
            <p:cNvSpPr/>
            <p:nvPr/>
          </p:nvSpPr>
          <p:spPr>
            <a:xfrm>
              <a:off x="7180816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pt1195"/>
            <p:cNvSpPr/>
            <p:nvPr/>
          </p:nvSpPr>
          <p:spPr>
            <a:xfrm>
              <a:off x="69672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pt1196"/>
            <p:cNvSpPr/>
            <p:nvPr/>
          </p:nvSpPr>
          <p:spPr>
            <a:xfrm>
              <a:off x="6112977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pt1197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pt1198"/>
            <p:cNvSpPr/>
            <p:nvPr/>
          </p:nvSpPr>
          <p:spPr>
            <a:xfrm>
              <a:off x="7607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pt1199"/>
            <p:cNvSpPr/>
            <p:nvPr/>
          </p:nvSpPr>
          <p:spPr>
            <a:xfrm>
              <a:off x="5685842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pt1200"/>
            <p:cNvSpPr/>
            <p:nvPr/>
          </p:nvSpPr>
          <p:spPr>
            <a:xfrm>
              <a:off x="7180816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pt1201"/>
            <p:cNvSpPr/>
            <p:nvPr/>
          </p:nvSpPr>
          <p:spPr>
            <a:xfrm>
              <a:off x="6112977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pt1202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pt1203"/>
            <p:cNvSpPr/>
            <p:nvPr/>
          </p:nvSpPr>
          <p:spPr>
            <a:xfrm>
              <a:off x="5472274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pt1204"/>
            <p:cNvSpPr/>
            <p:nvPr/>
          </p:nvSpPr>
          <p:spPr>
            <a:xfrm>
              <a:off x="5685842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pt1205"/>
            <p:cNvSpPr/>
            <p:nvPr/>
          </p:nvSpPr>
          <p:spPr>
            <a:xfrm>
              <a:off x="696724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pt1206"/>
            <p:cNvSpPr/>
            <p:nvPr/>
          </p:nvSpPr>
          <p:spPr>
            <a:xfrm>
              <a:off x="6967248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pt1207"/>
            <p:cNvSpPr/>
            <p:nvPr/>
          </p:nvSpPr>
          <p:spPr>
            <a:xfrm>
              <a:off x="696724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pt1208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pt1209"/>
            <p:cNvSpPr/>
            <p:nvPr/>
          </p:nvSpPr>
          <p:spPr>
            <a:xfrm>
              <a:off x="5045139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pt1210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pt1211"/>
            <p:cNvSpPr/>
            <p:nvPr/>
          </p:nvSpPr>
          <p:spPr>
            <a:xfrm>
              <a:off x="7607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pt1212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pt1213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pt1214"/>
            <p:cNvSpPr/>
            <p:nvPr/>
          </p:nvSpPr>
          <p:spPr>
            <a:xfrm>
              <a:off x="5899410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pt1215"/>
            <p:cNvSpPr/>
            <p:nvPr/>
          </p:nvSpPr>
          <p:spPr>
            <a:xfrm>
              <a:off x="504513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pt1216"/>
            <p:cNvSpPr/>
            <p:nvPr/>
          </p:nvSpPr>
          <p:spPr>
            <a:xfrm>
              <a:off x="5472274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pt1217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pt1218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pt1219"/>
            <p:cNvSpPr/>
            <p:nvPr/>
          </p:nvSpPr>
          <p:spPr>
            <a:xfrm>
              <a:off x="5685842" y="4640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pt1220"/>
            <p:cNvSpPr/>
            <p:nvPr/>
          </p:nvSpPr>
          <p:spPr>
            <a:xfrm>
              <a:off x="5899410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pt1221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pt1222"/>
            <p:cNvSpPr/>
            <p:nvPr/>
          </p:nvSpPr>
          <p:spPr>
            <a:xfrm>
              <a:off x="7180816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pt1223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pt1224"/>
            <p:cNvSpPr/>
            <p:nvPr/>
          </p:nvSpPr>
          <p:spPr>
            <a:xfrm>
              <a:off x="675368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pt1225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pt1226"/>
            <p:cNvSpPr/>
            <p:nvPr/>
          </p:nvSpPr>
          <p:spPr>
            <a:xfrm>
              <a:off x="803508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pt1227"/>
            <p:cNvSpPr/>
            <p:nvPr/>
          </p:nvSpPr>
          <p:spPr>
            <a:xfrm>
              <a:off x="5258706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pt1228"/>
            <p:cNvSpPr/>
            <p:nvPr/>
          </p:nvSpPr>
          <p:spPr>
            <a:xfrm>
              <a:off x="654011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pt1229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pt1230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pt1231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pt1232"/>
            <p:cNvSpPr/>
            <p:nvPr/>
          </p:nvSpPr>
          <p:spPr>
            <a:xfrm>
              <a:off x="7607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pt1233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pt1234"/>
            <p:cNvSpPr/>
            <p:nvPr/>
          </p:nvSpPr>
          <p:spPr>
            <a:xfrm>
              <a:off x="6753680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pt1235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pt1236"/>
            <p:cNvSpPr/>
            <p:nvPr/>
          </p:nvSpPr>
          <p:spPr>
            <a:xfrm>
              <a:off x="6112977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pt1237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pt1238"/>
            <p:cNvSpPr/>
            <p:nvPr/>
          </p:nvSpPr>
          <p:spPr>
            <a:xfrm>
              <a:off x="6326545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pt1239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pt1240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pt1241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pt1242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pt1243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pt1244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pt1245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pt1246"/>
            <p:cNvSpPr/>
            <p:nvPr/>
          </p:nvSpPr>
          <p:spPr>
            <a:xfrm>
              <a:off x="611297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pt1247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pt1248"/>
            <p:cNvSpPr/>
            <p:nvPr/>
          </p:nvSpPr>
          <p:spPr>
            <a:xfrm>
              <a:off x="5899410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pt1249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pt1250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pt1251"/>
            <p:cNvSpPr/>
            <p:nvPr/>
          </p:nvSpPr>
          <p:spPr>
            <a:xfrm>
              <a:off x="5472274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pt1252"/>
            <p:cNvSpPr/>
            <p:nvPr/>
          </p:nvSpPr>
          <p:spPr>
            <a:xfrm>
              <a:off x="7394384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pt1253"/>
            <p:cNvSpPr/>
            <p:nvPr/>
          </p:nvSpPr>
          <p:spPr>
            <a:xfrm>
              <a:off x="5899410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pt1254"/>
            <p:cNvSpPr/>
            <p:nvPr/>
          </p:nvSpPr>
          <p:spPr>
            <a:xfrm>
              <a:off x="654011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pt1255"/>
            <p:cNvSpPr/>
            <p:nvPr/>
          </p:nvSpPr>
          <p:spPr>
            <a:xfrm>
              <a:off x="5899410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pt1256"/>
            <p:cNvSpPr/>
            <p:nvPr/>
          </p:nvSpPr>
          <p:spPr>
            <a:xfrm>
              <a:off x="5045139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pt1257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pt1258"/>
            <p:cNvSpPr/>
            <p:nvPr/>
          </p:nvSpPr>
          <p:spPr>
            <a:xfrm>
              <a:off x="654011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pt1259"/>
            <p:cNvSpPr/>
            <p:nvPr/>
          </p:nvSpPr>
          <p:spPr>
            <a:xfrm>
              <a:off x="6112977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pt1260"/>
            <p:cNvSpPr/>
            <p:nvPr/>
          </p:nvSpPr>
          <p:spPr>
            <a:xfrm>
              <a:off x="5685842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pt1261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pt1262"/>
            <p:cNvSpPr/>
            <p:nvPr/>
          </p:nvSpPr>
          <p:spPr>
            <a:xfrm>
              <a:off x="6326545" y="42992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pt1263"/>
            <p:cNvSpPr/>
            <p:nvPr/>
          </p:nvSpPr>
          <p:spPr>
            <a:xfrm>
              <a:off x="675368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pt1264"/>
            <p:cNvSpPr/>
            <p:nvPr/>
          </p:nvSpPr>
          <p:spPr>
            <a:xfrm>
              <a:off x="4618003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pt1265"/>
            <p:cNvSpPr/>
            <p:nvPr/>
          </p:nvSpPr>
          <p:spPr>
            <a:xfrm>
              <a:off x="6326545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pt1266"/>
            <p:cNvSpPr/>
            <p:nvPr/>
          </p:nvSpPr>
          <p:spPr>
            <a:xfrm>
              <a:off x="5045139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pt1267"/>
            <p:cNvSpPr/>
            <p:nvPr/>
          </p:nvSpPr>
          <p:spPr>
            <a:xfrm>
              <a:off x="5899410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pt1268"/>
            <p:cNvSpPr/>
            <p:nvPr/>
          </p:nvSpPr>
          <p:spPr>
            <a:xfrm>
              <a:off x="5045139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pt1269"/>
            <p:cNvSpPr/>
            <p:nvPr/>
          </p:nvSpPr>
          <p:spPr>
            <a:xfrm>
              <a:off x="4831571" y="54447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pt1270"/>
            <p:cNvSpPr/>
            <p:nvPr/>
          </p:nvSpPr>
          <p:spPr>
            <a:xfrm>
              <a:off x="5258706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pt1271"/>
            <p:cNvSpPr/>
            <p:nvPr/>
          </p:nvSpPr>
          <p:spPr>
            <a:xfrm>
              <a:off x="4618003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pt1272"/>
            <p:cNvSpPr/>
            <p:nvPr/>
          </p:nvSpPr>
          <p:spPr>
            <a:xfrm>
              <a:off x="4618003" y="59673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pt1273"/>
            <p:cNvSpPr/>
            <p:nvPr/>
          </p:nvSpPr>
          <p:spPr>
            <a:xfrm>
              <a:off x="4618003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pt1274"/>
            <p:cNvSpPr/>
            <p:nvPr/>
          </p:nvSpPr>
          <p:spPr>
            <a:xfrm>
              <a:off x="4618003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pt1275"/>
            <p:cNvSpPr/>
            <p:nvPr/>
          </p:nvSpPr>
          <p:spPr>
            <a:xfrm>
              <a:off x="5472274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pt1276"/>
            <p:cNvSpPr/>
            <p:nvPr/>
          </p:nvSpPr>
          <p:spPr>
            <a:xfrm>
              <a:off x="4618003" y="50227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pt1277"/>
            <p:cNvSpPr/>
            <p:nvPr/>
          </p:nvSpPr>
          <p:spPr>
            <a:xfrm>
              <a:off x="5685842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pt1278"/>
            <p:cNvSpPr/>
            <p:nvPr/>
          </p:nvSpPr>
          <p:spPr>
            <a:xfrm>
              <a:off x="5899410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pt1279"/>
            <p:cNvSpPr/>
            <p:nvPr/>
          </p:nvSpPr>
          <p:spPr>
            <a:xfrm>
              <a:off x="4618003" y="5927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pt1280"/>
            <p:cNvSpPr/>
            <p:nvPr/>
          </p:nvSpPr>
          <p:spPr>
            <a:xfrm>
              <a:off x="5685842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pt1281"/>
            <p:cNvSpPr/>
            <p:nvPr/>
          </p:nvSpPr>
          <p:spPr>
            <a:xfrm>
              <a:off x="4618003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pt1282"/>
            <p:cNvSpPr/>
            <p:nvPr/>
          </p:nvSpPr>
          <p:spPr>
            <a:xfrm>
              <a:off x="5258706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pt1283"/>
            <p:cNvSpPr/>
            <p:nvPr/>
          </p:nvSpPr>
          <p:spPr>
            <a:xfrm>
              <a:off x="5685842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pt1284"/>
            <p:cNvSpPr/>
            <p:nvPr/>
          </p:nvSpPr>
          <p:spPr>
            <a:xfrm>
              <a:off x="7180816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pt1285"/>
            <p:cNvSpPr/>
            <p:nvPr/>
          </p:nvSpPr>
          <p:spPr>
            <a:xfrm>
              <a:off x="69672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pt1286"/>
            <p:cNvSpPr/>
            <p:nvPr/>
          </p:nvSpPr>
          <p:spPr>
            <a:xfrm>
              <a:off x="4618003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pt1287"/>
            <p:cNvSpPr/>
            <p:nvPr/>
          </p:nvSpPr>
          <p:spPr>
            <a:xfrm>
              <a:off x="4618003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pt1288"/>
            <p:cNvSpPr/>
            <p:nvPr/>
          </p:nvSpPr>
          <p:spPr>
            <a:xfrm>
              <a:off x="5258706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pt1289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pt1290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pt1291"/>
            <p:cNvSpPr/>
            <p:nvPr/>
          </p:nvSpPr>
          <p:spPr>
            <a:xfrm>
              <a:off x="5258706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pt1292"/>
            <p:cNvSpPr/>
            <p:nvPr/>
          </p:nvSpPr>
          <p:spPr>
            <a:xfrm>
              <a:off x="4831571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pt1293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pt1294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pt1295"/>
            <p:cNvSpPr/>
            <p:nvPr/>
          </p:nvSpPr>
          <p:spPr>
            <a:xfrm>
              <a:off x="654011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pt1296"/>
            <p:cNvSpPr/>
            <p:nvPr/>
          </p:nvSpPr>
          <p:spPr>
            <a:xfrm>
              <a:off x="5472274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pt1297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pt1298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pt1299"/>
            <p:cNvSpPr/>
            <p:nvPr/>
          </p:nvSpPr>
          <p:spPr>
            <a:xfrm>
              <a:off x="654011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pt1300"/>
            <p:cNvSpPr/>
            <p:nvPr/>
          </p:nvSpPr>
          <p:spPr>
            <a:xfrm>
              <a:off x="7821519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pt1301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pt1302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pt1303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pt1304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pt1305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pt1306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pt1307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pt1308"/>
            <p:cNvSpPr/>
            <p:nvPr/>
          </p:nvSpPr>
          <p:spPr>
            <a:xfrm>
              <a:off x="7180816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pt1309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pt1310"/>
            <p:cNvSpPr/>
            <p:nvPr/>
          </p:nvSpPr>
          <p:spPr>
            <a:xfrm>
              <a:off x="6540113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pt1311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pt1312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pt1313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pt1314"/>
            <p:cNvSpPr/>
            <p:nvPr/>
          </p:nvSpPr>
          <p:spPr>
            <a:xfrm>
              <a:off x="7180816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pt1315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pt1316"/>
            <p:cNvSpPr/>
            <p:nvPr/>
          </p:nvSpPr>
          <p:spPr>
            <a:xfrm>
              <a:off x="69672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pt1317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pt1318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pt1319"/>
            <p:cNvSpPr/>
            <p:nvPr/>
          </p:nvSpPr>
          <p:spPr>
            <a:xfrm>
              <a:off x="5685842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pt1320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pt1321"/>
            <p:cNvSpPr/>
            <p:nvPr/>
          </p:nvSpPr>
          <p:spPr>
            <a:xfrm>
              <a:off x="7394384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pt1322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pt1323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pt1324"/>
            <p:cNvSpPr/>
            <p:nvPr/>
          </p:nvSpPr>
          <p:spPr>
            <a:xfrm>
              <a:off x="5258706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pt1325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pt1326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pt1327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pt1328"/>
            <p:cNvSpPr/>
            <p:nvPr/>
          </p:nvSpPr>
          <p:spPr>
            <a:xfrm>
              <a:off x="6112977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pt1329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pt1330"/>
            <p:cNvSpPr/>
            <p:nvPr/>
          </p:nvSpPr>
          <p:spPr>
            <a:xfrm>
              <a:off x="6326545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pt1331"/>
            <p:cNvSpPr/>
            <p:nvPr/>
          </p:nvSpPr>
          <p:spPr>
            <a:xfrm>
              <a:off x="675368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pt1332"/>
            <p:cNvSpPr/>
            <p:nvPr/>
          </p:nvSpPr>
          <p:spPr>
            <a:xfrm>
              <a:off x="7607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pt1333"/>
            <p:cNvSpPr/>
            <p:nvPr/>
          </p:nvSpPr>
          <p:spPr>
            <a:xfrm>
              <a:off x="5472274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pt1334"/>
            <p:cNvSpPr/>
            <p:nvPr/>
          </p:nvSpPr>
          <p:spPr>
            <a:xfrm>
              <a:off x="675368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pt1335"/>
            <p:cNvSpPr/>
            <p:nvPr/>
          </p:nvSpPr>
          <p:spPr>
            <a:xfrm>
              <a:off x="69672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pt1336"/>
            <p:cNvSpPr/>
            <p:nvPr/>
          </p:nvSpPr>
          <p:spPr>
            <a:xfrm>
              <a:off x="69672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pt1337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pt1338"/>
            <p:cNvSpPr/>
            <p:nvPr/>
          </p:nvSpPr>
          <p:spPr>
            <a:xfrm>
              <a:off x="5899410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pt1339"/>
            <p:cNvSpPr/>
            <p:nvPr/>
          </p:nvSpPr>
          <p:spPr>
            <a:xfrm>
              <a:off x="7607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pt1340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pt1341"/>
            <p:cNvSpPr/>
            <p:nvPr/>
          </p:nvSpPr>
          <p:spPr>
            <a:xfrm>
              <a:off x="6753680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pt1342"/>
            <p:cNvSpPr/>
            <p:nvPr/>
          </p:nvSpPr>
          <p:spPr>
            <a:xfrm>
              <a:off x="6967248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pt1343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pt1344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pt1345"/>
            <p:cNvSpPr/>
            <p:nvPr/>
          </p:nvSpPr>
          <p:spPr>
            <a:xfrm>
              <a:off x="654011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pt1346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pt1347"/>
            <p:cNvSpPr/>
            <p:nvPr/>
          </p:nvSpPr>
          <p:spPr>
            <a:xfrm>
              <a:off x="7180816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pt1348"/>
            <p:cNvSpPr/>
            <p:nvPr/>
          </p:nvSpPr>
          <p:spPr>
            <a:xfrm>
              <a:off x="7180816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pt1349"/>
            <p:cNvSpPr/>
            <p:nvPr/>
          </p:nvSpPr>
          <p:spPr>
            <a:xfrm>
              <a:off x="5899410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pt1350"/>
            <p:cNvSpPr/>
            <p:nvPr/>
          </p:nvSpPr>
          <p:spPr>
            <a:xfrm>
              <a:off x="5685842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pt1351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pt1352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pt1353"/>
            <p:cNvSpPr/>
            <p:nvPr/>
          </p:nvSpPr>
          <p:spPr>
            <a:xfrm>
              <a:off x="5258706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pt1354"/>
            <p:cNvSpPr/>
            <p:nvPr/>
          </p:nvSpPr>
          <p:spPr>
            <a:xfrm>
              <a:off x="654011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pt1355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pt1356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pt1357"/>
            <p:cNvSpPr/>
            <p:nvPr/>
          </p:nvSpPr>
          <p:spPr>
            <a:xfrm>
              <a:off x="6753680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pt1358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pt1359"/>
            <p:cNvSpPr/>
            <p:nvPr/>
          </p:nvSpPr>
          <p:spPr>
            <a:xfrm>
              <a:off x="6326545" y="41384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pt1360"/>
            <p:cNvSpPr/>
            <p:nvPr/>
          </p:nvSpPr>
          <p:spPr>
            <a:xfrm>
              <a:off x="7180816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pt1361"/>
            <p:cNvSpPr/>
            <p:nvPr/>
          </p:nvSpPr>
          <p:spPr>
            <a:xfrm>
              <a:off x="6540113" y="4238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pt1362"/>
            <p:cNvSpPr/>
            <p:nvPr/>
          </p:nvSpPr>
          <p:spPr>
            <a:xfrm>
              <a:off x="4831571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pt1363"/>
            <p:cNvSpPr/>
            <p:nvPr/>
          </p:nvSpPr>
          <p:spPr>
            <a:xfrm>
              <a:off x="6753680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pt1364"/>
            <p:cNvSpPr/>
            <p:nvPr/>
          </p:nvSpPr>
          <p:spPr>
            <a:xfrm>
              <a:off x="6112977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pt1365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pt1366"/>
            <p:cNvSpPr/>
            <p:nvPr/>
          </p:nvSpPr>
          <p:spPr>
            <a:xfrm>
              <a:off x="5685842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pt1367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pt1368"/>
            <p:cNvSpPr/>
            <p:nvPr/>
          </p:nvSpPr>
          <p:spPr>
            <a:xfrm>
              <a:off x="4618003" y="58668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pt1369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pt1370"/>
            <p:cNvSpPr/>
            <p:nvPr/>
          </p:nvSpPr>
          <p:spPr>
            <a:xfrm>
              <a:off x="5472274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pt1371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pt1372"/>
            <p:cNvSpPr/>
            <p:nvPr/>
          </p:nvSpPr>
          <p:spPr>
            <a:xfrm>
              <a:off x="69672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pt1373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pt1374"/>
            <p:cNvSpPr/>
            <p:nvPr/>
          </p:nvSpPr>
          <p:spPr>
            <a:xfrm>
              <a:off x="7821519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pt1375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pt1376"/>
            <p:cNvSpPr/>
            <p:nvPr/>
          </p:nvSpPr>
          <p:spPr>
            <a:xfrm>
              <a:off x="5258706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pt1377"/>
            <p:cNvSpPr/>
            <p:nvPr/>
          </p:nvSpPr>
          <p:spPr>
            <a:xfrm>
              <a:off x="6753680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pt1378"/>
            <p:cNvSpPr/>
            <p:nvPr/>
          </p:nvSpPr>
          <p:spPr>
            <a:xfrm>
              <a:off x="5045139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pt1379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pt1380"/>
            <p:cNvSpPr/>
            <p:nvPr/>
          </p:nvSpPr>
          <p:spPr>
            <a:xfrm>
              <a:off x="6326545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pt1381"/>
            <p:cNvSpPr/>
            <p:nvPr/>
          </p:nvSpPr>
          <p:spPr>
            <a:xfrm>
              <a:off x="696724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pt1382"/>
            <p:cNvSpPr/>
            <p:nvPr/>
          </p:nvSpPr>
          <p:spPr>
            <a:xfrm>
              <a:off x="6967248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pt1383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pt1384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pt1385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pt1386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pt1387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pt1388"/>
            <p:cNvSpPr/>
            <p:nvPr/>
          </p:nvSpPr>
          <p:spPr>
            <a:xfrm>
              <a:off x="5472274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pt1389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pt1390"/>
            <p:cNvSpPr/>
            <p:nvPr/>
          </p:nvSpPr>
          <p:spPr>
            <a:xfrm>
              <a:off x="6540113" y="42590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pt1391"/>
            <p:cNvSpPr/>
            <p:nvPr/>
          </p:nvSpPr>
          <p:spPr>
            <a:xfrm>
              <a:off x="5899410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pt1392"/>
            <p:cNvSpPr/>
            <p:nvPr/>
          </p:nvSpPr>
          <p:spPr>
            <a:xfrm>
              <a:off x="5685842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pt1393"/>
            <p:cNvSpPr/>
            <p:nvPr/>
          </p:nvSpPr>
          <p:spPr>
            <a:xfrm>
              <a:off x="654011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pt1394"/>
            <p:cNvSpPr/>
            <p:nvPr/>
          </p:nvSpPr>
          <p:spPr>
            <a:xfrm>
              <a:off x="5258706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pt1395"/>
            <p:cNvSpPr/>
            <p:nvPr/>
          </p:nvSpPr>
          <p:spPr>
            <a:xfrm>
              <a:off x="7394384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pt1396"/>
            <p:cNvSpPr/>
            <p:nvPr/>
          </p:nvSpPr>
          <p:spPr>
            <a:xfrm>
              <a:off x="5685842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pt1397"/>
            <p:cNvSpPr/>
            <p:nvPr/>
          </p:nvSpPr>
          <p:spPr>
            <a:xfrm>
              <a:off x="5258706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pt1398"/>
            <p:cNvSpPr/>
            <p:nvPr/>
          </p:nvSpPr>
          <p:spPr>
            <a:xfrm>
              <a:off x="611297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pt1399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pt1400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pt1401"/>
            <p:cNvSpPr/>
            <p:nvPr/>
          </p:nvSpPr>
          <p:spPr>
            <a:xfrm>
              <a:off x="5472274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pt1402"/>
            <p:cNvSpPr/>
            <p:nvPr/>
          </p:nvSpPr>
          <p:spPr>
            <a:xfrm>
              <a:off x="4618003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pt1403"/>
            <p:cNvSpPr/>
            <p:nvPr/>
          </p:nvSpPr>
          <p:spPr>
            <a:xfrm>
              <a:off x="5258706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pt1404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pt1405"/>
            <p:cNvSpPr/>
            <p:nvPr/>
          </p:nvSpPr>
          <p:spPr>
            <a:xfrm>
              <a:off x="7180816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pt1406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pt1407"/>
            <p:cNvSpPr/>
            <p:nvPr/>
          </p:nvSpPr>
          <p:spPr>
            <a:xfrm>
              <a:off x="675368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pt1408"/>
            <p:cNvSpPr/>
            <p:nvPr/>
          </p:nvSpPr>
          <p:spPr>
            <a:xfrm>
              <a:off x="6540113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pt1409"/>
            <p:cNvSpPr/>
            <p:nvPr/>
          </p:nvSpPr>
          <p:spPr>
            <a:xfrm>
              <a:off x="5258706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pt1410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pt1411"/>
            <p:cNvSpPr/>
            <p:nvPr/>
          </p:nvSpPr>
          <p:spPr>
            <a:xfrm>
              <a:off x="5472274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pt1412"/>
            <p:cNvSpPr/>
            <p:nvPr/>
          </p:nvSpPr>
          <p:spPr>
            <a:xfrm>
              <a:off x="5685842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pt1413"/>
            <p:cNvSpPr/>
            <p:nvPr/>
          </p:nvSpPr>
          <p:spPr>
            <a:xfrm>
              <a:off x="5472274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pt1414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pt1415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pt1416"/>
            <p:cNvSpPr/>
            <p:nvPr/>
          </p:nvSpPr>
          <p:spPr>
            <a:xfrm>
              <a:off x="69672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pt1417"/>
            <p:cNvSpPr/>
            <p:nvPr/>
          </p:nvSpPr>
          <p:spPr>
            <a:xfrm>
              <a:off x="6753680" y="4098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pt1418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pt1419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pt1420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pt1421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pt1422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pt1423"/>
            <p:cNvSpPr/>
            <p:nvPr/>
          </p:nvSpPr>
          <p:spPr>
            <a:xfrm>
              <a:off x="5472274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pt1424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pt1425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pt1426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pt1427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pt1428"/>
            <p:cNvSpPr/>
            <p:nvPr/>
          </p:nvSpPr>
          <p:spPr>
            <a:xfrm>
              <a:off x="5472274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pt1429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pt1430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pt1431"/>
            <p:cNvSpPr/>
            <p:nvPr/>
          </p:nvSpPr>
          <p:spPr>
            <a:xfrm>
              <a:off x="4831571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pt1432"/>
            <p:cNvSpPr/>
            <p:nvPr/>
          </p:nvSpPr>
          <p:spPr>
            <a:xfrm>
              <a:off x="4831571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pt1433"/>
            <p:cNvSpPr/>
            <p:nvPr/>
          </p:nvSpPr>
          <p:spPr>
            <a:xfrm>
              <a:off x="696724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pt1434"/>
            <p:cNvSpPr/>
            <p:nvPr/>
          </p:nvSpPr>
          <p:spPr>
            <a:xfrm>
              <a:off x="611297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pt1435"/>
            <p:cNvSpPr/>
            <p:nvPr/>
          </p:nvSpPr>
          <p:spPr>
            <a:xfrm>
              <a:off x="5472274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pt1436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pt1437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pt1438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pt1439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pt1440"/>
            <p:cNvSpPr/>
            <p:nvPr/>
          </p:nvSpPr>
          <p:spPr>
            <a:xfrm>
              <a:off x="7607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pt1441"/>
            <p:cNvSpPr/>
            <p:nvPr/>
          </p:nvSpPr>
          <p:spPr>
            <a:xfrm>
              <a:off x="611297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pt1442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pt1443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pt1444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pt1445"/>
            <p:cNvSpPr/>
            <p:nvPr/>
          </p:nvSpPr>
          <p:spPr>
            <a:xfrm>
              <a:off x="5258706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pt1446"/>
            <p:cNvSpPr/>
            <p:nvPr/>
          </p:nvSpPr>
          <p:spPr>
            <a:xfrm>
              <a:off x="69672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pt1447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pt1448"/>
            <p:cNvSpPr/>
            <p:nvPr/>
          </p:nvSpPr>
          <p:spPr>
            <a:xfrm>
              <a:off x="504513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pt1449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pt1450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pt1451"/>
            <p:cNvSpPr/>
            <p:nvPr/>
          </p:nvSpPr>
          <p:spPr>
            <a:xfrm>
              <a:off x="5685842" y="4359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pt1452"/>
            <p:cNvSpPr/>
            <p:nvPr/>
          </p:nvSpPr>
          <p:spPr>
            <a:xfrm>
              <a:off x="7607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pt1453"/>
            <p:cNvSpPr/>
            <p:nvPr/>
          </p:nvSpPr>
          <p:spPr>
            <a:xfrm>
              <a:off x="5045139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pt1454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pt1455"/>
            <p:cNvSpPr/>
            <p:nvPr/>
          </p:nvSpPr>
          <p:spPr>
            <a:xfrm>
              <a:off x="5258706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pt1456"/>
            <p:cNvSpPr/>
            <p:nvPr/>
          </p:nvSpPr>
          <p:spPr>
            <a:xfrm>
              <a:off x="5045139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pt1457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pt1458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pt1459"/>
            <p:cNvSpPr/>
            <p:nvPr/>
          </p:nvSpPr>
          <p:spPr>
            <a:xfrm>
              <a:off x="5899410" y="42590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pt1460"/>
            <p:cNvSpPr/>
            <p:nvPr/>
          </p:nvSpPr>
          <p:spPr>
            <a:xfrm>
              <a:off x="611297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pt1461"/>
            <p:cNvSpPr/>
            <p:nvPr/>
          </p:nvSpPr>
          <p:spPr>
            <a:xfrm>
              <a:off x="5045139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pt1462"/>
            <p:cNvSpPr/>
            <p:nvPr/>
          </p:nvSpPr>
          <p:spPr>
            <a:xfrm>
              <a:off x="4831571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pt1463"/>
            <p:cNvSpPr/>
            <p:nvPr/>
          </p:nvSpPr>
          <p:spPr>
            <a:xfrm>
              <a:off x="5899410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pt1464"/>
            <p:cNvSpPr/>
            <p:nvPr/>
          </p:nvSpPr>
          <p:spPr>
            <a:xfrm>
              <a:off x="4831571" y="50227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pt1465"/>
            <p:cNvSpPr/>
            <p:nvPr/>
          </p:nvSpPr>
          <p:spPr>
            <a:xfrm>
              <a:off x="5899410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pt1466"/>
            <p:cNvSpPr/>
            <p:nvPr/>
          </p:nvSpPr>
          <p:spPr>
            <a:xfrm>
              <a:off x="5258706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pt1467"/>
            <p:cNvSpPr/>
            <p:nvPr/>
          </p:nvSpPr>
          <p:spPr>
            <a:xfrm>
              <a:off x="7607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pt1468"/>
            <p:cNvSpPr/>
            <p:nvPr/>
          </p:nvSpPr>
          <p:spPr>
            <a:xfrm>
              <a:off x="654011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pt1469"/>
            <p:cNvSpPr/>
            <p:nvPr/>
          </p:nvSpPr>
          <p:spPr>
            <a:xfrm>
              <a:off x="4618003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pt1470"/>
            <p:cNvSpPr/>
            <p:nvPr/>
          </p:nvSpPr>
          <p:spPr>
            <a:xfrm>
              <a:off x="5258706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pt1471"/>
            <p:cNvSpPr/>
            <p:nvPr/>
          </p:nvSpPr>
          <p:spPr>
            <a:xfrm>
              <a:off x="4618003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pt1472"/>
            <p:cNvSpPr/>
            <p:nvPr/>
          </p:nvSpPr>
          <p:spPr>
            <a:xfrm>
              <a:off x="5045139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pt1473"/>
            <p:cNvSpPr/>
            <p:nvPr/>
          </p:nvSpPr>
          <p:spPr>
            <a:xfrm>
              <a:off x="5258706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pt1474"/>
            <p:cNvSpPr/>
            <p:nvPr/>
          </p:nvSpPr>
          <p:spPr>
            <a:xfrm>
              <a:off x="504513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pt1475"/>
            <p:cNvSpPr/>
            <p:nvPr/>
          </p:nvSpPr>
          <p:spPr>
            <a:xfrm>
              <a:off x="5045139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pt1476"/>
            <p:cNvSpPr/>
            <p:nvPr/>
          </p:nvSpPr>
          <p:spPr>
            <a:xfrm>
              <a:off x="4831571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pt1477"/>
            <p:cNvSpPr/>
            <p:nvPr/>
          </p:nvSpPr>
          <p:spPr>
            <a:xfrm>
              <a:off x="611297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pt1478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pt1479"/>
            <p:cNvSpPr/>
            <p:nvPr/>
          </p:nvSpPr>
          <p:spPr>
            <a:xfrm>
              <a:off x="504513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pt1480"/>
            <p:cNvSpPr/>
            <p:nvPr/>
          </p:nvSpPr>
          <p:spPr>
            <a:xfrm>
              <a:off x="504513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pt1481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pt1482"/>
            <p:cNvSpPr/>
            <p:nvPr/>
          </p:nvSpPr>
          <p:spPr>
            <a:xfrm>
              <a:off x="504513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pt1483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pt1484"/>
            <p:cNvSpPr/>
            <p:nvPr/>
          </p:nvSpPr>
          <p:spPr>
            <a:xfrm>
              <a:off x="5258706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pt1485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pt1486"/>
            <p:cNvSpPr/>
            <p:nvPr/>
          </p:nvSpPr>
          <p:spPr>
            <a:xfrm>
              <a:off x="4831571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pt1487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pt1488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pt1489"/>
            <p:cNvSpPr/>
            <p:nvPr/>
          </p:nvSpPr>
          <p:spPr>
            <a:xfrm>
              <a:off x="483157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pt1490"/>
            <p:cNvSpPr/>
            <p:nvPr/>
          </p:nvSpPr>
          <p:spPr>
            <a:xfrm>
              <a:off x="5685842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pt1491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pt1492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pt1493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pt1494"/>
            <p:cNvSpPr/>
            <p:nvPr/>
          </p:nvSpPr>
          <p:spPr>
            <a:xfrm>
              <a:off x="504513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pt1495"/>
            <p:cNvSpPr/>
            <p:nvPr/>
          </p:nvSpPr>
          <p:spPr>
            <a:xfrm>
              <a:off x="4618003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pt1496"/>
            <p:cNvSpPr/>
            <p:nvPr/>
          </p:nvSpPr>
          <p:spPr>
            <a:xfrm>
              <a:off x="5258706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pt1497"/>
            <p:cNvSpPr/>
            <p:nvPr/>
          </p:nvSpPr>
          <p:spPr>
            <a:xfrm>
              <a:off x="4831571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pt1498"/>
            <p:cNvSpPr/>
            <p:nvPr/>
          </p:nvSpPr>
          <p:spPr>
            <a:xfrm>
              <a:off x="4831571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pt1499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pt1500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pt1501"/>
            <p:cNvSpPr/>
            <p:nvPr/>
          </p:nvSpPr>
          <p:spPr>
            <a:xfrm>
              <a:off x="4618003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pt1502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pt1503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pt1504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pt1505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pt1506"/>
            <p:cNvSpPr/>
            <p:nvPr/>
          </p:nvSpPr>
          <p:spPr>
            <a:xfrm>
              <a:off x="4618003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pt1507"/>
            <p:cNvSpPr/>
            <p:nvPr/>
          </p:nvSpPr>
          <p:spPr>
            <a:xfrm>
              <a:off x="504513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pt1508"/>
            <p:cNvSpPr/>
            <p:nvPr/>
          </p:nvSpPr>
          <p:spPr>
            <a:xfrm>
              <a:off x="483157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pt1509"/>
            <p:cNvSpPr/>
            <p:nvPr/>
          </p:nvSpPr>
          <p:spPr>
            <a:xfrm>
              <a:off x="4831571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pt1510"/>
            <p:cNvSpPr/>
            <p:nvPr/>
          </p:nvSpPr>
          <p:spPr>
            <a:xfrm>
              <a:off x="7180816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pt1511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pt1512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pt1513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pt1514"/>
            <p:cNvSpPr/>
            <p:nvPr/>
          </p:nvSpPr>
          <p:spPr>
            <a:xfrm>
              <a:off x="5258706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pt1515"/>
            <p:cNvSpPr/>
            <p:nvPr/>
          </p:nvSpPr>
          <p:spPr>
            <a:xfrm>
              <a:off x="5045139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pt1516"/>
            <p:cNvSpPr/>
            <p:nvPr/>
          </p:nvSpPr>
          <p:spPr>
            <a:xfrm>
              <a:off x="5472274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pt1517"/>
            <p:cNvSpPr/>
            <p:nvPr/>
          </p:nvSpPr>
          <p:spPr>
            <a:xfrm>
              <a:off x="5045139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pt1518"/>
            <p:cNvSpPr/>
            <p:nvPr/>
          </p:nvSpPr>
          <p:spPr>
            <a:xfrm>
              <a:off x="5472274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pt1519"/>
            <p:cNvSpPr/>
            <p:nvPr/>
          </p:nvSpPr>
          <p:spPr>
            <a:xfrm>
              <a:off x="675368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pt1520"/>
            <p:cNvSpPr/>
            <p:nvPr/>
          </p:nvSpPr>
          <p:spPr>
            <a:xfrm>
              <a:off x="504513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pt1521"/>
            <p:cNvSpPr/>
            <p:nvPr/>
          </p:nvSpPr>
          <p:spPr>
            <a:xfrm>
              <a:off x="5258706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pt1522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pt1523"/>
            <p:cNvSpPr/>
            <p:nvPr/>
          </p:nvSpPr>
          <p:spPr>
            <a:xfrm>
              <a:off x="5045139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pt1524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pt1525"/>
            <p:cNvSpPr/>
            <p:nvPr/>
          </p:nvSpPr>
          <p:spPr>
            <a:xfrm>
              <a:off x="5258706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pt1526"/>
            <p:cNvSpPr/>
            <p:nvPr/>
          </p:nvSpPr>
          <p:spPr>
            <a:xfrm>
              <a:off x="5045139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pt1527"/>
            <p:cNvSpPr/>
            <p:nvPr/>
          </p:nvSpPr>
          <p:spPr>
            <a:xfrm>
              <a:off x="483157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pt1528"/>
            <p:cNvSpPr/>
            <p:nvPr/>
          </p:nvSpPr>
          <p:spPr>
            <a:xfrm>
              <a:off x="5258706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pt1529"/>
            <p:cNvSpPr/>
            <p:nvPr/>
          </p:nvSpPr>
          <p:spPr>
            <a:xfrm>
              <a:off x="654011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pt1530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pt1531"/>
            <p:cNvSpPr/>
            <p:nvPr/>
          </p:nvSpPr>
          <p:spPr>
            <a:xfrm>
              <a:off x="654011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pt1532"/>
            <p:cNvSpPr/>
            <p:nvPr/>
          </p:nvSpPr>
          <p:spPr>
            <a:xfrm>
              <a:off x="5258706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pt1533"/>
            <p:cNvSpPr/>
            <p:nvPr/>
          </p:nvSpPr>
          <p:spPr>
            <a:xfrm>
              <a:off x="4831571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pt1534"/>
            <p:cNvSpPr/>
            <p:nvPr/>
          </p:nvSpPr>
          <p:spPr>
            <a:xfrm>
              <a:off x="5045139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pt1535"/>
            <p:cNvSpPr/>
            <p:nvPr/>
          </p:nvSpPr>
          <p:spPr>
            <a:xfrm>
              <a:off x="5258706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pt1536"/>
            <p:cNvSpPr/>
            <p:nvPr/>
          </p:nvSpPr>
          <p:spPr>
            <a:xfrm>
              <a:off x="461800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pt1537"/>
            <p:cNvSpPr/>
            <p:nvPr/>
          </p:nvSpPr>
          <p:spPr>
            <a:xfrm>
              <a:off x="5685842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pt1538"/>
            <p:cNvSpPr/>
            <p:nvPr/>
          </p:nvSpPr>
          <p:spPr>
            <a:xfrm>
              <a:off x="4618003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pt1539"/>
            <p:cNvSpPr/>
            <p:nvPr/>
          </p:nvSpPr>
          <p:spPr>
            <a:xfrm>
              <a:off x="4831571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pt1540"/>
            <p:cNvSpPr/>
            <p:nvPr/>
          </p:nvSpPr>
          <p:spPr>
            <a:xfrm>
              <a:off x="4618003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pt1541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pt1542"/>
            <p:cNvSpPr/>
            <p:nvPr/>
          </p:nvSpPr>
          <p:spPr>
            <a:xfrm>
              <a:off x="760795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pt1543"/>
            <p:cNvSpPr/>
            <p:nvPr/>
          </p:nvSpPr>
          <p:spPr>
            <a:xfrm>
              <a:off x="5258706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pt1544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pt1545"/>
            <p:cNvSpPr/>
            <p:nvPr/>
          </p:nvSpPr>
          <p:spPr>
            <a:xfrm>
              <a:off x="5899410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pt1546"/>
            <p:cNvSpPr/>
            <p:nvPr/>
          </p:nvSpPr>
          <p:spPr>
            <a:xfrm>
              <a:off x="5472274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pt1547"/>
            <p:cNvSpPr/>
            <p:nvPr/>
          </p:nvSpPr>
          <p:spPr>
            <a:xfrm>
              <a:off x="675368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pt1548"/>
            <p:cNvSpPr/>
            <p:nvPr/>
          </p:nvSpPr>
          <p:spPr>
            <a:xfrm>
              <a:off x="4618003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pt1549"/>
            <p:cNvSpPr/>
            <p:nvPr/>
          </p:nvSpPr>
          <p:spPr>
            <a:xfrm>
              <a:off x="5258706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pt1550"/>
            <p:cNvSpPr/>
            <p:nvPr/>
          </p:nvSpPr>
          <p:spPr>
            <a:xfrm>
              <a:off x="504513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pt1551"/>
            <p:cNvSpPr/>
            <p:nvPr/>
          </p:nvSpPr>
          <p:spPr>
            <a:xfrm>
              <a:off x="5258706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pt1552"/>
            <p:cNvSpPr/>
            <p:nvPr/>
          </p:nvSpPr>
          <p:spPr>
            <a:xfrm>
              <a:off x="6326545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pt1553"/>
            <p:cNvSpPr/>
            <p:nvPr/>
          </p:nvSpPr>
          <p:spPr>
            <a:xfrm>
              <a:off x="5045139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pt1554"/>
            <p:cNvSpPr/>
            <p:nvPr/>
          </p:nvSpPr>
          <p:spPr>
            <a:xfrm>
              <a:off x="4831571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pt1555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pt1556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pt1557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pt1558"/>
            <p:cNvSpPr/>
            <p:nvPr/>
          </p:nvSpPr>
          <p:spPr>
            <a:xfrm>
              <a:off x="6967248" y="39173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pt1559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pt1560"/>
            <p:cNvSpPr/>
            <p:nvPr/>
          </p:nvSpPr>
          <p:spPr>
            <a:xfrm>
              <a:off x="7607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pt1561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pt1562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pt1563"/>
            <p:cNvSpPr/>
            <p:nvPr/>
          </p:nvSpPr>
          <p:spPr>
            <a:xfrm>
              <a:off x="6540113" y="40379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pt1564"/>
            <p:cNvSpPr/>
            <p:nvPr/>
          </p:nvSpPr>
          <p:spPr>
            <a:xfrm>
              <a:off x="6112977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pt1565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pt1566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pt1567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pt1568"/>
            <p:cNvSpPr/>
            <p:nvPr/>
          </p:nvSpPr>
          <p:spPr>
            <a:xfrm>
              <a:off x="5685842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pt1569"/>
            <p:cNvSpPr/>
            <p:nvPr/>
          </p:nvSpPr>
          <p:spPr>
            <a:xfrm>
              <a:off x="504513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pt1570"/>
            <p:cNvSpPr/>
            <p:nvPr/>
          </p:nvSpPr>
          <p:spPr>
            <a:xfrm>
              <a:off x="5685842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pt1571"/>
            <p:cNvSpPr/>
            <p:nvPr/>
          </p:nvSpPr>
          <p:spPr>
            <a:xfrm>
              <a:off x="675368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pt1572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pt1573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pt1574"/>
            <p:cNvSpPr/>
            <p:nvPr/>
          </p:nvSpPr>
          <p:spPr>
            <a:xfrm>
              <a:off x="5258706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pt1575"/>
            <p:cNvSpPr/>
            <p:nvPr/>
          </p:nvSpPr>
          <p:spPr>
            <a:xfrm>
              <a:off x="611297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pt1576"/>
            <p:cNvSpPr/>
            <p:nvPr/>
          </p:nvSpPr>
          <p:spPr>
            <a:xfrm>
              <a:off x="5685842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pt1577"/>
            <p:cNvSpPr/>
            <p:nvPr/>
          </p:nvSpPr>
          <p:spPr>
            <a:xfrm>
              <a:off x="675368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pt1578"/>
            <p:cNvSpPr/>
            <p:nvPr/>
          </p:nvSpPr>
          <p:spPr>
            <a:xfrm>
              <a:off x="6326545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pt1579"/>
            <p:cNvSpPr/>
            <p:nvPr/>
          </p:nvSpPr>
          <p:spPr>
            <a:xfrm>
              <a:off x="654011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pt1580"/>
            <p:cNvSpPr/>
            <p:nvPr/>
          </p:nvSpPr>
          <p:spPr>
            <a:xfrm>
              <a:off x="7180816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pt1581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pt1582"/>
            <p:cNvSpPr/>
            <p:nvPr/>
          </p:nvSpPr>
          <p:spPr>
            <a:xfrm>
              <a:off x="611297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pt1583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pt1584"/>
            <p:cNvSpPr/>
            <p:nvPr/>
          </p:nvSpPr>
          <p:spPr>
            <a:xfrm>
              <a:off x="611297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pt1585"/>
            <p:cNvSpPr/>
            <p:nvPr/>
          </p:nvSpPr>
          <p:spPr>
            <a:xfrm>
              <a:off x="5899410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pt1586"/>
            <p:cNvSpPr/>
            <p:nvPr/>
          </p:nvSpPr>
          <p:spPr>
            <a:xfrm>
              <a:off x="6540113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pt1587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pt1588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pt1589"/>
            <p:cNvSpPr/>
            <p:nvPr/>
          </p:nvSpPr>
          <p:spPr>
            <a:xfrm>
              <a:off x="5685842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pt1590"/>
            <p:cNvSpPr/>
            <p:nvPr/>
          </p:nvSpPr>
          <p:spPr>
            <a:xfrm>
              <a:off x="4831571" y="5203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pt1591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pt1592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pt1593"/>
            <p:cNvSpPr/>
            <p:nvPr/>
          </p:nvSpPr>
          <p:spPr>
            <a:xfrm>
              <a:off x="69672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pt1594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pt1595"/>
            <p:cNvSpPr/>
            <p:nvPr/>
          </p:nvSpPr>
          <p:spPr>
            <a:xfrm>
              <a:off x="5258706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pt1596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pt1597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pt1598"/>
            <p:cNvSpPr/>
            <p:nvPr/>
          </p:nvSpPr>
          <p:spPr>
            <a:xfrm>
              <a:off x="6112977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pt1599"/>
            <p:cNvSpPr/>
            <p:nvPr/>
          </p:nvSpPr>
          <p:spPr>
            <a:xfrm>
              <a:off x="6326545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pt1600"/>
            <p:cNvSpPr/>
            <p:nvPr/>
          </p:nvSpPr>
          <p:spPr>
            <a:xfrm>
              <a:off x="696724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pt1601"/>
            <p:cNvSpPr/>
            <p:nvPr/>
          </p:nvSpPr>
          <p:spPr>
            <a:xfrm>
              <a:off x="6326545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pt1602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pt1603"/>
            <p:cNvSpPr/>
            <p:nvPr/>
          </p:nvSpPr>
          <p:spPr>
            <a:xfrm>
              <a:off x="6112977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pt1604"/>
            <p:cNvSpPr/>
            <p:nvPr/>
          </p:nvSpPr>
          <p:spPr>
            <a:xfrm>
              <a:off x="5899410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pt1605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pt1606"/>
            <p:cNvSpPr/>
            <p:nvPr/>
          </p:nvSpPr>
          <p:spPr>
            <a:xfrm>
              <a:off x="5045139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pt1607"/>
            <p:cNvSpPr/>
            <p:nvPr/>
          </p:nvSpPr>
          <p:spPr>
            <a:xfrm>
              <a:off x="504513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pt1608"/>
            <p:cNvSpPr/>
            <p:nvPr/>
          </p:nvSpPr>
          <p:spPr>
            <a:xfrm>
              <a:off x="6753680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pt1609"/>
            <p:cNvSpPr/>
            <p:nvPr/>
          </p:nvSpPr>
          <p:spPr>
            <a:xfrm>
              <a:off x="5045139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pt1610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pt1611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pt1612"/>
            <p:cNvSpPr/>
            <p:nvPr/>
          </p:nvSpPr>
          <p:spPr>
            <a:xfrm>
              <a:off x="5472274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pt1613"/>
            <p:cNvSpPr/>
            <p:nvPr/>
          </p:nvSpPr>
          <p:spPr>
            <a:xfrm>
              <a:off x="5045139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pt1614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pt1615"/>
            <p:cNvSpPr/>
            <p:nvPr/>
          </p:nvSpPr>
          <p:spPr>
            <a:xfrm>
              <a:off x="504513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pt1616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pt1617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pt1618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pt1619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pt1620"/>
            <p:cNvSpPr/>
            <p:nvPr/>
          </p:nvSpPr>
          <p:spPr>
            <a:xfrm>
              <a:off x="5899410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pt1621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pt1622"/>
            <p:cNvSpPr/>
            <p:nvPr/>
          </p:nvSpPr>
          <p:spPr>
            <a:xfrm>
              <a:off x="760795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pt1623"/>
            <p:cNvSpPr/>
            <p:nvPr/>
          </p:nvSpPr>
          <p:spPr>
            <a:xfrm>
              <a:off x="5258706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pt1624"/>
            <p:cNvSpPr/>
            <p:nvPr/>
          </p:nvSpPr>
          <p:spPr>
            <a:xfrm>
              <a:off x="6540113" y="397765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pt1625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pt1626"/>
            <p:cNvSpPr/>
            <p:nvPr/>
          </p:nvSpPr>
          <p:spPr>
            <a:xfrm>
              <a:off x="5685842" y="4660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pt1627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pt1628"/>
            <p:cNvSpPr/>
            <p:nvPr/>
          </p:nvSpPr>
          <p:spPr>
            <a:xfrm>
              <a:off x="5685842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pt1629"/>
            <p:cNvSpPr/>
            <p:nvPr/>
          </p:nvSpPr>
          <p:spPr>
            <a:xfrm>
              <a:off x="5045139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pt1630"/>
            <p:cNvSpPr/>
            <p:nvPr/>
          </p:nvSpPr>
          <p:spPr>
            <a:xfrm>
              <a:off x="611297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pt1631"/>
            <p:cNvSpPr/>
            <p:nvPr/>
          </p:nvSpPr>
          <p:spPr>
            <a:xfrm>
              <a:off x="675368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pt1632"/>
            <p:cNvSpPr/>
            <p:nvPr/>
          </p:nvSpPr>
          <p:spPr>
            <a:xfrm>
              <a:off x="5472274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pt1633"/>
            <p:cNvSpPr/>
            <p:nvPr/>
          </p:nvSpPr>
          <p:spPr>
            <a:xfrm>
              <a:off x="5258706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pt1634"/>
            <p:cNvSpPr/>
            <p:nvPr/>
          </p:nvSpPr>
          <p:spPr>
            <a:xfrm>
              <a:off x="5258706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pt1635"/>
            <p:cNvSpPr/>
            <p:nvPr/>
          </p:nvSpPr>
          <p:spPr>
            <a:xfrm>
              <a:off x="5045139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pt1636"/>
            <p:cNvSpPr/>
            <p:nvPr/>
          </p:nvSpPr>
          <p:spPr>
            <a:xfrm>
              <a:off x="5045139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pt1637"/>
            <p:cNvSpPr/>
            <p:nvPr/>
          </p:nvSpPr>
          <p:spPr>
            <a:xfrm>
              <a:off x="4831571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pt1638"/>
            <p:cNvSpPr/>
            <p:nvPr/>
          </p:nvSpPr>
          <p:spPr>
            <a:xfrm>
              <a:off x="5472274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pt1639"/>
            <p:cNvSpPr/>
            <p:nvPr/>
          </p:nvSpPr>
          <p:spPr>
            <a:xfrm>
              <a:off x="5045139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pt1640"/>
            <p:cNvSpPr/>
            <p:nvPr/>
          </p:nvSpPr>
          <p:spPr>
            <a:xfrm>
              <a:off x="675368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pt1641"/>
            <p:cNvSpPr/>
            <p:nvPr/>
          </p:nvSpPr>
          <p:spPr>
            <a:xfrm>
              <a:off x="4831571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pt1642"/>
            <p:cNvSpPr/>
            <p:nvPr/>
          </p:nvSpPr>
          <p:spPr>
            <a:xfrm>
              <a:off x="654011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pt1643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pt1644"/>
            <p:cNvSpPr/>
            <p:nvPr/>
          </p:nvSpPr>
          <p:spPr>
            <a:xfrm>
              <a:off x="4618003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pt1645"/>
            <p:cNvSpPr/>
            <p:nvPr/>
          </p:nvSpPr>
          <p:spPr>
            <a:xfrm>
              <a:off x="675368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pt1646"/>
            <p:cNvSpPr/>
            <p:nvPr/>
          </p:nvSpPr>
          <p:spPr>
            <a:xfrm>
              <a:off x="483157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pt1647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pt1648"/>
            <p:cNvSpPr/>
            <p:nvPr/>
          </p:nvSpPr>
          <p:spPr>
            <a:xfrm>
              <a:off x="5045139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pt1649"/>
            <p:cNvSpPr/>
            <p:nvPr/>
          </p:nvSpPr>
          <p:spPr>
            <a:xfrm>
              <a:off x="504513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pt1650"/>
            <p:cNvSpPr/>
            <p:nvPr/>
          </p:nvSpPr>
          <p:spPr>
            <a:xfrm>
              <a:off x="4831571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pt1651"/>
            <p:cNvSpPr/>
            <p:nvPr/>
          </p:nvSpPr>
          <p:spPr>
            <a:xfrm>
              <a:off x="675368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pt1652"/>
            <p:cNvSpPr/>
            <p:nvPr/>
          </p:nvSpPr>
          <p:spPr>
            <a:xfrm>
              <a:off x="5258706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pt1653"/>
            <p:cNvSpPr/>
            <p:nvPr/>
          </p:nvSpPr>
          <p:spPr>
            <a:xfrm>
              <a:off x="5472274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pt1654"/>
            <p:cNvSpPr/>
            <p:nvPr/>
          </p:nvSpPr>
          <p:spPr>
            <a:xfrm>
              <a:off x="4831571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pt1655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6" name="pt1656"/>
            <p:cNvSpPr/>
            <p:nvPr/>
          </p:nvSpPr>
          <p:spPr>
            <a:xfrm>
              <a:off x="5258706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7" name="pt1657"/>
            <p:cNvSpPr/>
            <p:nvPr/>
          </p:nvSpPr>
          <p:spPr>
            <a:xfrm>
              <a:off x="6326545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8" name="pt1658"/>
            <p:cNvSpPr/>
            <p:nvPr/>
          </p:nvSpPr>
          <p:spPr>
            <a:xfrm>
              <a:off x="5258706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9" name="pt1659"/>
            <p:cNvSpPr/>
            <p:nvPr/>
          </p:nvSpPr>
          <p:spPr>
            <a:xfrm>
              <a:off x="5045139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0" name="pt1660"/>
            <p:cNvSpPr/>
            <p:nvPr/>
          </p:nvSpPr>
          <p:spPr>
            <a:xfrm>
              <a:off x="6112977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1" name="pt1661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2" name="pt1662"/>
            <p:cNvSpPr/>
            <p:nvPr/>
          </p:nvSpPr>
          <p:spPr>
            <a:xfrm>
              <a:off x="5472274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3" name="pt1663"/>
            <p:cNvSpPr/>
            <p:nvPr/>
          </p:nvSpPr>
          <p:spPr>
            <a:xfrm>
              <a:off x="6326545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4" name="pt1664"/>
            <p:cNvSpPr/>
            <p:nvPr/>
          </p:nvSpPr>
          <p:spPr>
            <a:xfrm>
              <a:off x="4831571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5" name="pt1665"/>
            <p:cNvSpPr/>
            <p:nvPr/>
          </p:nvSpPr>
          <p:spPr>
            <a:xfrm>
              <a:off x="5685842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6" name="pt1666"/>
            <p:cNvSpPr/>
            <p:nvPr/>
          </p:nvSpPr>
          <p:spPr>
            <a:xfrm>
              <a:off x="5472274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7" name="pt1667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8" name="pt1668"/>
            <p:cNvSpPr/>
            <p:nvPr/>
          </p:nvSpPr>
          <p:spPr>
            <a:xfrm>
              <a:off x="611297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9" name="pt1669"/>
            <p:cNvSpPr/>
            <p:nvPr/>
          </p:nvSpPr>
          <p:spPr>
            <a:xfrm>
              <a:off x="4831571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0" name="pt1670"/>
            <p:cNvSpPr/>
            <p:nvPr/>
          </p:nvSpPr>
          <p:spPr>
            <a:xfrm>
              <a:off x="483157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1" name="pt1671"/>
            <p:cNvSpPr/>
            <p:nvPr/>
          </p:nvSpPr>
          <p:spPr>
            <a:xfrm>
              <a:off x="504513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2" name="pt1672"/>
            <p:cNvSpPr/>
            <p:nvPr/>
          </p:nvSpPr>
          <p:spPr>
            <a:xfrm>
              <a:off x="4618003" y="5685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3" name="pt1673"/>
            <p:cNvSpPr/>
            <p:nvPr/>
          </p:nvSpPr>
          <p:spPr>
            <a:xfrm>
              <a:off x="803508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4" name="pt1674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5" name="pt1675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6" name="pt1676"/>
            <p:cNvSpPr/>
            <p:nvPr/>
          </p:nvSpPr>
          <p:spPr>
            <a:xfrm>
              <a:off x="5899410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7" name="pt1677"/>
            <p:cNvSpPr/>
            <p:nvPr/>
          </p:nvSpPr>
          <p:spPr>
            <a:xfrm>
              <a:off x="718081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8" name="pt1678"/>
            <p:cNvSpPr/>
            <p:nvPr/>
          </p:nvSpPr>
          <p:spPr>
            <a:xfrm>
              <a:off x="6326545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9" name="pt1679"/>
            <p:cNvSpPr/>
            <p:nvPr/>
          </p:nvSpPr>
          <p:spPr>
            <a:xfrm>
              <a:off x="5045139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0" name="pt1680"/>
            <p:cNvSpPr/>
            <p:nvPr/>
          </p:nvSpPr>
          <p:spPr>
            <a:xfrm>
              <a:off x="5045139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1" name="pt1681"/>
            <p:cNvSpPr/>
            <p:nvPr/>
          </p:nvSpPr>
          <p:spPr>
            <a:xfrm>
              <a:off x="5258706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2" name="pt1682"/>
            <p:cNvSpPr/>
            <p:nvPr/>
          </p:nvSpPr>
          <p:spPr>
            <a:xfrm>
              <a:off x="6326545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3" name="pt1683"/>
            <p:cNvSpPr/>
            <p:nvPr/>
          </p:nvSpPr>
          <p:spPr>
            <a:xfrm>
              <a:off x="803508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4" name="pt1684"/>
            <p:cNvSpPr/>
            <p:nvPr/>
          </p:nvSpPr>
          <p:spPr>
            <a:xfrm>
              <a:off x="739438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5" name="pt1685"/>
            <p:cNvSpPr/>
            <p:nvPr/>
          </p:nvSpPr>
          <p:spPr>
            <a:xfrm>
              <a:off x="6540113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6" name="pt1686"/>
            <p:cNvSpPr/>
            <p:nvPr/>
          </p:nvSpPr>
          <p:spPr>
            <a:xfrm>
              <a:off x="6540113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7" name="pt1687"/>
            <p:cNvSpPr/>
            <p:nvPr/>
          </p:nvSpPr>
          <p:spPr>
            <a:xfrm>
              <a:off x="5258706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8" name="pt1688"/>
            <p:cNvSpPr/>
            <p:nvPr/>
          </p:nvSpPr>
          <p:spPr>
            <a:xfrm>
              <a:off x="5685842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9" name="pt1689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0" name="pt1690"/>
            <p:cNvSpPr/>
            <p:nvPr/>
          </p:nvSpPr>
          <p:spPr>
            <a:xfrm>
              <a:off x="5472274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1" name="pt1691"/>
            <p:cNvSpPr/>
            <p:nvPr/>
          </p:nvSpPr>
          <p:spPr>
            <a:xfrm>
              <a:off x="5045139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2" name="pt1692"/>
            <p:cNvSpPr/>
            <p:nvPr/>
          </p:nvSpPr>
          <p:spPr>
            <a:xfrm>
              <a:off x="5685842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3" name="pt1693"/>
            <p:cNvSpPr/>
            <p:nvPr/>
          </p:nvSpPr>
          <p:spPr>
            <a:xfrm>
              <a:off x="782151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4" name="pt1694"/>
            <p:cNvSpPr/>
            <p:nvPr/>
          </p:nvSpPr>
          <p:spPr>
            <a:xfrm>
              <a:off x="696724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5" name="pt1695"/>
            <p:cNvSpPr/>
            <p:nvPr/>
          </p:nvSpPr>
          <p:spPr>
            <a:xfrm>
              <a:off x="611297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6" name="pt1696"/>
            <p:cNvSpPr/>
            <p:nvPr/>
          </p:nvSpPr>
          <p:spPr>
            <a:xfrm>
              <a:off x="654011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7" name="pt1697"/>
            <p:cNvSpPr/>
            <p:nvPr/>
          </p:nvSpPr>
          <p:spPr>
            <a:xfrm>
              <a:off x="504513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8" name="pt1698"/>
            <p:cNvSpPr/>
            <p:nvPr/>
          </p:nvSpPr>
          <p:spPr>
            <a:xfrm>
              <a:off x="5258706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9" name="pt1699"/>
            <p:cNvSpPr/>
            <p:nvPr/>
          </p:nvSpPr>
          <p:spPr>
            <a:xfrm>
              <a:off x="4831571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0" name="pt1700"/>
            <p:cNvSpPr/>
            <p:nvPr/>
          </p:nvSpPr>
          <p:spPr>
            <a:xfrm>
              <a:off x="696724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1" name="pt1701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2" name="pt1702"/>
            <p:cNvSpPr/>
            <p:nvPr/>
          </p:nvSpPr>
          <p:spPr>
            <a:xfrm>
              <a:off x="632654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3" name="pt1703"/>
            <p:cNvSpPr/>
            <p:nvPr/>
          </p:nvSpPr>
          <p:spPr>
            <a:xfrm>
              <a:off x="4831571" y="5263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4" name="pt1704"/>
            <p:cNvSpPr/>
            <p:nvPr/>
          </p:nvSpPr>
          <p:spPr>
            <a:xfrm>
              <a:off x="4831571" y="5324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5" name="pt1705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6" name="pt1706"/>
            <p:cNvSpPr/>
            <p:nvPr/>
          </p:nvSpPr>
          <p:spPr>
            <a:xfrm>
              <a:off x="6967248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7" name="pt1707"/>
            <p:cNvSpPr/>
            <p:nvPr/>
          </p:nvSpPr>
          <p:spPr>
            <a:xfrm>
              <a:off x="5045139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8" name="pt1708"/>
            <p:cNvSpPr/>
            <p:nvPr/>
          </p:nvSpPr>
          <p:spPr>
            <a:xfrm>
              <a:off x="7180816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9" name="pt1709"/>
            <p:cNvSpPr/>
            <p:nvPr/>
          </p:nvSpPr>
          <p:spPr>
            <a:xfrm>
              <a:off x="782151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0" name="pt1710"/>
            <p:cNvSpPr/>
            <p:nvPr/>
          </p:nvSpPr>
          <p:spPr>
            <a:xfrm>
              <a:off x="675368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1" name="pt1711"/>
            <p:cNvSpPr/>
            <p:nvPr/>
          </p:nvSpPr>
          <p:spPr>
            <a:xfrm>
              <a:off x="4831571" y="56658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2" name="pt1712"/>
            <p:cNvSpPr/>
            <p:nvPr/>
          </p:nvSpPr>
          <p:spPr>
            <a:xfrm>
              <a:off x="6112977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3" name="pt1713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4" name="pt1714"/>
            <p:cNvSpPr/>
            <p:nvPr/>
          </p:nvSpPr>
          <p:spPr>
            <a:xfrm>
              <a:off x="739438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5" name="pt1715"/>
            <p:cNvSpPr/>
            <p:nvPr/>
          </p:nvSpPr>
          <p:spPr>
            <a:xfrm>
              <a:off x="760795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6" name="pt1716"/>
            <p:cNvSpPr/>
            <p:nvPr/>
          </p:nvSpPr>
          <p:spPr>
            <a:xfrm>
              <a:off x="782151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7" name="pt1717"/>
            <p:cNvSpPr/>
            <p:nvPr/>
          </p:nvSpPr>
          <p:spPr>
            <a:xfrm>
              <a:off x="6112977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8" name="pt1718"/>
            <p:cNvSpPr/>
            <p:nvPr/>
          </p:nvSpPr>
          <p:spPr>
            <a:xfrm>
              <a:off x="73943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9" name="pt1719"/>
            <p:cNvSpPr/>
            <p:nvPr/>
          </p:nvSpPr>
          <p:spPr>
            <a:xfrm>
              <a:off x="696724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0" name="pt1720"/>
            <p:cNvSpPr/>
            <p:nvPr/>
          </p:nvSpPr>
          <p:spPr>
            <a:xfrm>
              <a:off x="4831571" y="51433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1" name="pt1721"/>
            <p:cNvSpPr/>
            <p:nvPr/>
          </p:nvSpPr>
          <p:spPr>
            <a:xfrm>
              <a:off x="718081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2" name="pt1722"/>
            <p:cNvSpPr/>
            <p:nvPr/>
          </p:nvSpPr>
          <p:spPr>
            <a:xfrm>
              <a:off x="5685842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3" name="pt1723"/>
            <p:cNvSpPr/>
            <p:nvPr/>
          </p:nvSpPr>
          <p:spPr>
            <a:xfrm>
              <a:off x="5472274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4" name="pt1724"/>
            <p:cNvSpPr/>
            <p:nvPr/>
          </p:nvSpPr>
          <p:spPr>
            <a:xfrm>
              <a:off x="7394384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5" name="tx1725"/>
            <p:cNvSpPr/>
            <p:nvPr/>
          </p:nvSpPr>
          <p:spPr>
            <a:xfrm>
              <a:off x="4659915" y="3908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726" name="tx1726"/>
            <p:cNvSpPr/>
            <p:nvPr/>
          </p:nvSpPr>
          <p:spPr>
            <a:xfrm>
              <a:off x="4765266" y="3872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27" name="tx1727"/>
            <p:cNvSpPr/>
            <p:nvPr/>
          </p:nvSpPr>
          <p:spPr>
            <a:xfrm>
              <a:off x="4814708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28" name="tx1728"/>
            <p:cNvSpPr/>
            <p:nvPr/>
          </p:nvSpPr>
          <p:spPr>
            <a:xfrm>
              <a:off x="4849497" y="3961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729" name="tx1729"/>
            <p:cNvSpPr/>
            <p:nvPr/>
          </p:nvSpPr>
          <p:spPr>
            <a:xfrm>
              <a:off x="4923663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30" name="tx1730"/>
            <p:cNvSpPr/>
            <p:nvPr/>
          </p:nvSpPr>
          <p:spPr>
            <a:xfrm>
              <a:off x="4958451" y="3906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1731" name="pl1731"/>
            <p:cNvSpPr/>
            <p:nvPr/>
          </p:nvSpPr>
          <p:spPr>
            <a:xfrm>
              <a:off x="4642829" y="3753267"/>
              <a:ext cx="2815288" cy="1461889"/>
            </a:xfrm>
            <a:custGeom>
              <a:avLst/>
              <a:gdLst/>
              <a:ahLst/>
              <a:cxnLst/>
              <a:rect l="0" t="0" r="0" b="0"/>
              <a:pathLst>
                <a:path w="2815288" h="1461889">
                  <a:moveTo>
                    <a:pt x="0" y="1461889"/>
                  </a:moveTo>
                  <a:lnTo>
                    <a:pt x="40550" y="1440832"/>
                  </a:lnTo>
                  <a:lnTo>
                    <a:pt x="81101" y="1419776"/>
                  </a:lnTo>
                  <a:lnTo>
                    <a:pt x="121652" y="1398719"/>
                  </a:lnTo>
                  <a:lnTo>
                    <a:pt x="162203" y="1377662"/>
                  </a:lnTo>
                  <a:lnTo>
                    <a:pt x="202754" y="1356605"/>
                  </a:lnTo>
                  <a:lnTo>
                    <a:pt x="243304" y="1335549"/>
                  </a:lnTo>
                  <a:lnTo>
                    <a:pt x="283855" y="1314492"/>
                  </a:lnTo>
                  <a:lnTo>
                    <a:pt x="324406" y="1293435"/>
                  </a:lnTo>
                  <a:lnTo>
                    <a:pt x="364957" y="1272378"/>
                  </a:lnTo>
                  <a:lnTo>
                    <a:pt x="405508" y="1251322"/>
                  </a:lnTo>
                  <a:lnTo>
                    <a:pt x="446059" y="1230265"/>
                  </a:lnTo>
                  <a:lnTo>
                    <a:pt x="486609" y="1209208"/>
                  </a:lnTo>
                  <a:lnTo>
                    <a:pt x="527160" y="1188151"/>
                  </a:lnTo>
                  <a:lnTo>
                    <a:pt x="567711" y="1167094"/>
                  </a:lnTo>
                  <a:lnTo>
                    <a:pt x="608262" y="1146038"/>
                  </a:lnTo>
                  <a:lnTo>
                    <a:pt x="648813" y="1124981"/>
                  </a:lnTo>
                  <a:lnTo>
                    <a:pt x="689364" y="1103924"/>
                  </a:lnTo>
                  <a:lnTo>
                    <a:pt x="729914" y="1082867"/>
                  </a:lnTo>
                  <a:lnTo>
                    <a:pt x="770465" y="1061811"/>
                  </a:lnTo>
                  <a:lnTo>
                    <a:pt x="811016" y="1040754"/>
                  </a:lnTo>
                  <a:lnTo>
                    <a:pt x="851567" y="1019697"/>
                  </a:lnTo>
                  <a:lnTo>
                    <a:pt x="892118" y="998640"/>
                  </a:lnTo>
                  <a:lnTo>
                    <a:pt x="932669" y="977584"/>
                  </a:lnTo>
                  <a:lnTo>
                    <a:pt x="973219" y="956527"/>
                  </a:lnTo>
                  <a:lnTo>
                    <a:pt x="1013770" y="935470"/>
                  </a:lnTo>
                  <a:lnTo>
                    <a:pt x="1054321" y="914413"/>
                  </a:lnTo>
                  <a:lnTo>
                    <a:pt x="1094872" y="893357"/>
                  </a:lnTo>
                  <a:lnTo>
                    <a:pt x="1135423" y="872300"/>
                  </a:lnTo>
                  <a:lnTo>
                    <a:pt x="1175974" y="851243"/>
                  </a:lnTo>
                  <a:lnTo>
                    <a:pt x="1216524" y="830186"/>
                  </a:lnTo>
                  <a:lnTo>
                    <a:pt x="1257075" y="809130"/>
                  </a:lnTo>
                  <a:lnTo>
                    <a:pt x="1297626" y="788073"/>
                  </a:lnTo>
                  <a:lnTo>
                    <a:pt x="1338177" y="767016"/>
                  </a:lnTo>
                  <a:lnTo>
                    <a:pt x="1378728" y="745959"/>
                  </a:lnTo>
                  <a:lnTo>
                    <a:pt x="1419279" y="724903"/>
                  </a:lnTo>
                  <a:lnTo>
                    <a:pt x="1459829" y="703846"/>
                  </a:lnTo>
                  <a:lnTo>
                    <a:pt x="1500380" y="682789"/>
                  </a:lnTo>
                  <a:lnTo>
                    <a:pt x="1540931" y="661732"/>
                  </a:lnTo>
                  <a:lnTo>
                    <a:pt x="1581482" y="640676"/>
                  </a:lnTo>
                  <a:lnTo>
                    <a:pt x="1622033" y="619619"/>
                  </a:lnTo>
                  <a:lnTo>
                    <a:pt x="1662584" y="598562"/>
                  </a:lnTo>
                  <a:lnTo>
                    <a:pt x="1703134" y="577505"/>
                  </a:lnTo>
                  <a:lnTo>
                    <a:pt x="1743685" y="556449"/>
                  </a:lnTo>
                  <a:lnTo>
                    <a:pt x="1784236" y="535392"/>
                  </a:lnTo>
                  <a:lnTo>
                    <a:pt x="1824787" y="514335"/>
                  </a:lnTo>
                  <a:lnTo>
                    <a:pt x="1865338" y="493278"/>
                  </a:lnTo>
                  <a:lnTo>
                    <a:pt x="1905889" y="472221"/>
                  </a:lnTo>
                  <a:lnTo>
                    <a:pt x="1946439" y="451165"/>
                  </a:lnTo>
                  <a:lnTo>
                    <a:pt x="1986990" y="430108"/>
                  </a:lnTo>
                  <a:lnTo>
                    <a:pt x="2027541" y="409051"/>
                  </a:lnTo>
                  <a:lnTo>
                    <a:pt x="2068092" y="387994"/>
                  </a:lnTo>
                  <a:lnTo>
                    <a:pt x="2108643" y="366938"/>
                  </a:lnTo>
                  <a:lnTo>
                    <a:pt x="2149194" y="345881"/>
                  </a:lnTo>
                  <a:lnTo>
                    <a:pt x="2189744" y="324824"/>
                  </a:lnTo>
                  <a:lnTo>
                    <a:pt x="2230295" y="303767"/>
                  </a:lnTo>
                  <a:lnTo>
                    <a:pt x="2270846" y="282711"/>
                  </a:lnTo>
                  <a:lnTo>
                    <a:pt x="2311397" y="261654"/>
                  </a:lnTo>
                  <a:lnTo>
                    <a:pt x="2351948" y="240597"/>
                  </a:lnTo>
                  <a:lnTo>
                    <a:pt x="2392499" y="219540"/>
                  </a:lnTo>
                  <a:lnTo>
                    <a:pt x="2433049" y="198484"/>
                  </a:lnTo>
                  <a:lnTo>
                    <a:pt x="2473600" y="177427"/>
                  </a:lnTo>
                  <a:lnTo>
                    <a:pt x="2514151" y="156370"/>
                  </a:lnTo>
                  <a:lnTo>
                    <a:pt x="2554702" y="135313"/>
                  </a:lnTo>
                  <a:lnTo>
                    <a:pt x="2595253" y="114257"/>
                  </a:lnTo>
                  <a:lnTo>
                    <a:pt x="2635804" y="93200"/>
                  </a:lnTo>
                  <a:lnTo>
                    <a:pt x="2676354" y="72143"/>
                  </a:lnTo>
                  <a:lnTo>
                    <a:pt x="2716905" y="51086"/>
                  </a:lnTo>
                  <a:lnTo>
                    <a:pt x="2757456" y="30030"/>
                  </a:lnTo>
                  <a:lnTo>
                    <a:pt x="2798007" y="8973"/>
                  </a:lnTo>
                  <a:lnTo>
                    <a:pt x="2815288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2" name="pl1732"/>
            <p:cNvSpPr/>
            <p:nvPr/>
          </p:nvSpPr>
          <p:spPr>
            <a:xfrm>
              <a:off x="5710668" y="3849956"/>
              <a:ext cx="2349244" cy="330426"/>
            </a:xfrm>
            <a:custGeom>
              <a:avLst/>
              <a:gdLst/>
              <a:ahLst/>
              <a:cxnLst/>
              <a:rect l="0" t="0" r="0" b="0"/>
              <a:pathLst>
                <a:path w="2349244" h="330426">
                  <a:moveTo>
                    <a:pt x="0" y="330426"/>
                  </a:moveTo>
                  <a:lnTo>
                    <a:pt x="29737" y="326243"/>
                  </a:lnTo>
                  <a:lnTo>
                    <a:pt x="59474" y="322061"/>
                  </a:lnTo>
                  <a:lnTo>
                    <a:pt x="89211" y="317878"/>
                  </a:lnTo>
                  <a:lnTo>
                    <a:pt x="118949" y="313695"/>
                  </a:lnTo>
                  <a:lnTo>
                    <a:pt x="148686" y="309513"/>
                  </a:lnTo>
                  <a:lnTo>
                    <a:pt x="178423" y="305330"/>
                  </a:lnTo>
                  <a:lnTo>
                    <a:pt x="208160" y="301148"/>
                  </a:lnTo>
                  <a:lnTo>
                    <a:pt x="237898" y="296965"/>
                  </a:lnTo>
                  <a:lnTo>
                    <a:pt x="267635" y="292782"/>
                  </a:lnTo>
                  <a:lnTo>
                    <a:pt x="297372" y="288600"/>
                  </a:lnTo>
                  <a:lnTo>
                    <a:pt x="327110" y="284417"/>
                  </a:lnTo>
                  <a:lnTo>
                    <a:pt x="356847" y="280235"/>
                  </a:lnTo>
                  <a:lnTo>
                    <a:pt x="386584" y="276052"/>
                  </a:lnTo>
                  <a:lnTo>
                    <a:pt x="416321" y="271869"/>
                  </a:lnTo>
                  <a:lnTo>
                    <a:pt x="446059" y="267687"/>
                  </a:lnTo>
                  <a:lnTo>
                    <a:pt x="475796" y="263504"/>
                  </a:lnTo>
                  <a:lnTo>
                    <a:pt x="505533" y="259321"/>
                  </a:lnTo>
                  <a:lnTo>
                    <a:pt x="535270" y="255139"/>
                  </a:lnTo>
                  <a:lnTo>
                    <a:pt x="565008" y="250956"/>
                  </a:lnTo>
                  <a:lnTo>
                    <a:pt x="594745" y="246774"/>
                  </a:lnTo>
                  <a:lnTo>
                    <a:pt x="624482" y="242591"/>
                  </a:lnTo>
                  <a:lnTo>
                    <a:pt x="654220" y="238408"/>
                  </a:lnTo>
                  <a:lnTo>
                    <a:pt x="683957" y="234226"/>
                  </a:lnTo>
                  <a:lnTo>
                    <a:pt x="713694" y="230043"/>
                  </a:lnTo>
                  <a:lnTo>
                    <a:pt x="743431" y="225861"/>
                  </a:lnTo>
                  <a:lnTo>
                    <a:pt x="773169" y="221678"/>
                  </a:lnTo>
                  <a:lnTo>
                    <a:pt x="802906" y="217495"/>
                  </a:lnTo>
                  <a:lnTo>
                    <a:pt x="832643" y="213313"/>
                  </a:lnTo>
                  <a:lnTo>
                    <a:pt x="862381" y="209130"/>
                  </a:lnTo>
                  <a:lnTo>
                    <a:pt x="892118" y="204947"/>
                  </a:lnTo>
                  <a:lnTo>
                    <a:pt x="921855" y="200765"/>
                  </a:lnTo>
                  <a:lnTo>
                    <a:pt x="951592" y="196582"/>
                  </a:lnTo>
                  <a:lnTo>
                    <a:pt x="981330" y="192400"/>
                  </a:lnTo>
                  <a:lnTo>
                    <a:pt x="1011067" y="188217"/>
                  </a:lnTo>
                  <a:lnTo>
                    <a:pt x="1040804" y="184034"/>
                  </a:lnTo>
                  <a:lnTo>
                    <a:pt x="1070541" y="179852"/>
                  </a:lnTo>
                  <a:lnTo>
                    <a:pt x="1100279" y="175669"/>
                  </a:lnTo>
                  <a:lnTo>
                    <a:pt x="1130016" y="171487"/>
                  </a:lnTo>
                  <a:lnTo>
                    <a:pt x="1159753" y="167304"/>
                  </a:lnTo>
                  <a:lnTo>
                    <a:pt x="1189491" y="163121"/>
                  </a:lnTo>
                  <a:lnTo>
                    <a:pt x="1219228" y="158939"/>
                  </a:lnTo>
                  <a:lnTo>
                    <a:pt x="1248965" y="154756"/>
                  </a:lnTo>
                  <a:lnTo>
                    <a:pt x="1278702" y="150574"/>
                  </a:lnTo>
                  <a:lnTo>
                    <a:pt x="1308440" y="146391"/>
                  </a:lnTo>
                  <a:lnTo>
                    <a:pt x="1338177" y="142208"/>
                  </a:lnTo>
                  <a:lnTo>
                    <a:pt x="1367914" y="138026"/>
                  </a:lnTo>
                  <a:lnTo>
                    <a:pt x="1397652" y="133843"/>
                  </a:lnTo>
                  <a:lnTo>
                    <a:pt x="1427389" y="129660"/>
                  </a:lnTo>
                  <a:lnTo>
                    <a:pt x="1457126" y="125478"/>
                  </a:lnTo>
                  <a:lnTo>
                    <a:pt x="1486863" y="121295"/>
                  </a:lnTo>
                  <a:lnTo>
                    <a:pt x="1516601" y="117113"/>
                  </a:lnTo>
                  <a:lnTo>
                    <a:pt x="1546338" y="112930"/>
                  </a:lnTo>
                  <a:lnTo>
                    <a:pt x="1576075" y="108747"/>
                  </a:lnTo>
                  <a:lnTo>
                    <a:pt x="1605812" y="104565"/>
                  </a:lnTo>
                  <a:lnTo>
                    <a:pt x="1635550" y="100382"/>
                  </a:lnTo>
                  <a:lnTo>
                    <a:pt x="1665287" y="96200"/>
                  </a:lnTo>
                  <a:lnTo>
                    <a:pt x="1695024" y="92017"/>
                  </a:lnTo>
                  <a:lnTo>
                    <a:pt x="1724762" y="87834"/>
                  </a:lnTo>
                  <a:lnTo>
                    <a:pt x="1754499" y="83652"/>
                  </a:lnTo>
                  <a:lnTo>
                    <a:pt x="1784236" y="79469"/>
                  </a:lnTo>
                  <a:lnTo>
                    <a:pt x="1813973" y="75287"/>
                  </a:lnTo>
                  <a:lnTo>
                    <a:pt x="1843711" y="71104"/>
                  </a:lnTo>
                  <a:lnTo>
                    <a:pt x="1873448" y="66921"/>
                  </a:lnTo>
                  <a:lnTo>
                    <a:pt x="1903185" y="62739"/>
                  </a:lnTo>
                  <a:lnTo>
                    <a:pt x="1932923" y="58556"/>
                  </a:lnTo>
                  <a:lnTo>
                    <a:pt x="1962660" y="54373"/>
                  </a:lnTo>
                  <a:lnTo>
                    <a:pt x="1992397" y="50191"/>
                  </a:lnTo>
                  <a:lnTo>
                    <a:pt x="2022134" y="46008"/>
                  </a:lnTo>
                  <a:lnTo>
                    <a:pt x="2051872" y="41826"/>
                  </a:lnTo>
                  <a:lnTo>
                    <a:pt x="2081609" y="37643"/>
                  </a:lnTo>
                  <a:lnTo>
                    <a:pt x="2111346" y="33460"/>
                  </a:lnTo>
                  <a:lnTo>
                    <a:pt x="2141083" y="29278"/>
                  </a:lnTo>
                  <a:lnTo>
                    <a:pt x="2170821" y="25095"/>
                  </a:lnTo>
                  <a:lnTo>
                    <a:pt x="2200558" y="20913"/>
                  </a:lnTo>
                  <a:lnTo>
                    <a:pt x="2230295" y="16730"/>
                  </a:lnTo>
                  <a:lnTo>
                    <a:pt x="2260033" y="12547"/>
                  </a:lnTo>
                  <a:lnTo>
                    <a:pt x="2289770" y="8365"/>
                  </a:lnTo>
                  <a:lnTo>
                    <a:pt x="2319507" y="4182"/>
                  </a:lnTo>
                  <a:lnTo>
                    <a:pt x="2349244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3" name="pl1733"/>
            <p:cNvSpPr/>
            <p:nvPr/>
          </p:nvSpPr>
          <p:spPr>
            <a:xfrm>
              <a:off x="8331987" y="268785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4" name="pl1734"/>
            <p:cNvSpPr/>
            <p:nvPr/>
          </p:nvSpPr>
          <p:spPr>
            <a:xfrm>
              <a:off x="8331987" y="2084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5" name="pl1735"/>
            <p:cNvSpPr/>
            <p:nvPr/>
          </p:nvSpPr>
          <p:spPr>
            <a:xfrm>
              <a:off x="8331987" y="1482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6" name="pl1736"/>
            <p:cNvSpPr/>
            <p:nvPr/>
          </p:nvSpPr>
          <p:spPr>
            <a:xfrm>
              <a:off x="8331987" y="879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7" name="pl1737"/>
            <p:cNvSpPr/>
            <p:nvPr/>
          </p:nvSpPr>
          <p:spPr>
            <a:xfrm>
              <a:off x="8929977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8" name="pl1738"/>
            <p:cNvSpPr/>
            <p:nvPr/>
          </p:nvSpPr>
          <p:spPr>
            <a:xfrm>
              <a:off x="9784248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9" name="pl1739"/>
            <p:cNvSpPr/>
            <p:nvPr/>
          </p:nvSpPr>
          <p:spPr>
            <a:xfrm>
              <a:off x="10638519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0" name="pl1740"/>
            <p:cNvSpPr/>
            <p:nvPr/>
          </p:nvSpPr>
          <p:spPr>
            <a:xfrm>
              <a:off x="11492789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1" name="pl1741"/>
            <p:cNvSpPr/>
            <p:nvPr/>
          </p:nvSpPr>
          <p:spPr>
            <a:xfrm>
              <a:off x="8331987" y="2989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2" name="pl1742"/>
            <p:cNvSpPr/>
            <p:nvPr/>
          </p:nvSpPr>
          <p:spPr>
            <a:xfrm>
              <a:off x="8331987" y="238639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3" name="pl1743"/>
            <p:cNvSpPr/>
            <p:nvPr/>
          </p:nvSpPr>
          <p:spPr>
            <a:xfrm>
              <a:off x="8331987" y="1783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4" name="pl1744"/>
            <p:cNvSpPr/>
            <p:nvPr/>
          </p:nvSpPr>
          <p:spPr>
            <a:xfrm>
              <a:off x="8331987" y="1180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5" name="pl1745"/>
            <p:cNvSpPr/>
            <p:nvPr/>
          </p:nvSpPr>
          <p:spPr>
            <a:xfrm>
              <a:off x="8502841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6" name="pl1746"/>
            <p:cNvSpPr/>
            <p:nvPr/>
          </p:nvSpPr>
          <p:spPr>
            <a:xfrm>
              <a:off x="9357112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7" name="pl1747"/>
            <p:cNvSpPr/>
            <p:nvPr/>
          </p:nvSpPr>
          <p:spPr>
            <a:xfrm>
              <a:off x="10211383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8" name="pl1748"/>
            <p:cNvSpPr/>
            <p:nvPr/>
          </p:nvSpPr>
          <p:spPr>
            <a:xfrm>
              <a:off x="11065654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9" name="pl1749"/>
            <p:cNvSpPr/>
            <p:nvPr/>
          </p:nvSpPr>
          <p:spPr>
            <a:xfrm>
              <a:off x="11919925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0" name="pt1750"/>
            <p:cNvSpPr/>
            <p:nvPr/>
          </p:nvSpPr>
          <p:spPr>
            <a:xfrm>
              <a:off x="10229271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1" name="pt1751"/>
            <p:cNvSpPr/>
            <p:nvPr/>
          </p:nvSpPr>
          <p:spPr>
            <a:xfrm>
              <a:off x="10827260" y="914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2" name="pt1752"/>
            <p:cNvSpPr/>
            <p:nvPr/>
          </p:nvSpPr>
          <p:spPr>
            <a:xfrm>
              <a:off x="9930276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3" name="pt1753"/>
            <p:cNvSpPr/>
            <p:nvPr/>
          </p:nvSpPr>
          <p:spPr>
            <a:xfrm>
              <a:off x="9460427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4" name="pt1754"/>
            <p:cNvSpPr/>
            <p:nvPr/>
          </p:nvSpPr>
          <p:spPr>
            <a:xfrm>
              <a:off x="9460427" y="25022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5" name="pt1755"/>
            <p:cNvSpPr/>
            <p:nvPr/>
          </p:nvSpPr>
          <p:spPr>
            <a:xfrm>
              <a:off x="9503141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6" name="pt1756"/>
            <p:cNvSpPr/>
            <p:nvPr/>
          </p:nvSpPr>
          <p:spPr>
            <a:xfrm>
              <a:off x="10186557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7" name="pt1757"/>
            <p:cNvSpPr/>
            <p:nvPr/>
          </p:nvSpPr>
          <p:spPr>
            <a:xfrm>
              <a:off x="9588568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8" name="pt1758"/>
            <p:cNvSpPr/>
            <p:nvPr/>
          </p:nvSpPr>
          <p:spPr>
            <a:xfrm>
              <a:off x="9716708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9" name="pt1759"/>
            <p:cNvSpPr/>
            <p:nvPr/>
          </p:nvSpPr>
          <p:spPr>
            <a:xfrm>
              <a:off x="9118719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0" name="pt1760"/>
            <p:cNvSpPr/>
            <p:nvPr/>
          </p:nvSpPr>
          <p:spPr>
            <a:xfrm>
              <a:off x="1057097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1" name="pt1761"/>
            <p:cNvSpPr/>
            <p:nvPr/>
          </p:nvSpPr>
          <p:spPr>
            <a:xfrm>
              <a:off x="10400125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2" name="pt1762"/>
            <p:cNvSpPr/>
            <p:nvPr/>
          </p:nvSpPr>
          <p:spPr>
            <a:xfrm>
              <a:off x="11297109" y="914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3" name="pt1763"/>
            <p:cNvSpPr/>
            <p:nvPr/>
          </p:nvSpPr>
          <p:spPr>
            <a:xfrm>
              <a:off x="9673995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4" name="pt1764"/>
            <p:cNvSpPr/>
            <p:nvPr/>
          </p:nvSpPr>
          <p:spPr>
            <a:xfrm>
              <a:off x="8947864" y="23414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5" name="pt1765"/>
            <p:cNvSpPr/>
            <p:nvPr/>
          </p:nvSpPr>
          <p:spPr>
            <a:xfrm>
              <a:off x="9332286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6" name="pt1766"/>
            <p:cNvSpPr/>
            <p:nvPr/>
          </p:nvSpPr>
          <p:spPr>
            <a:xfrm>
              <a:off x="9673995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7" name="pt1767"/>
            <p:cNvSpPr/>
            <p:nvPr/>
          </p:nvSpPr>
          <p:spPr>
            <a:xfrm>
              <a:off x="10485552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8" name="pt1768"/>
            <p:cNvSpPr/>
            <p:nvPr/>
          </p:nvSpPr>
          <p:spPr>
            <a:xfrm>
              <a:off x="886243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9" name="pt1769"/>
            <p:cNvSpPr/>
            <p:nvPr/>
          </p:nvSpPr>
          <p:spPr>
            <a:xfrm>
              <a:off x="10741833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0" name="pt1770"/>
            <p:cNvSpPr/>
            <p:nvPr/>
          </p:nvSpPr>
          <p:spPr>
            <a:xfrm>
              <a:off x="9332286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1" name="pt1771"/>
            <p:cNvSpPr/>
            <p:nvPr/>
          </p:nvSpPr>
          <p:spPr>
            <a:xfrm>
              <a:off x="9972990" y="1155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2" name="pt1772"/>
            <p:cNvSpPr/>
            <p:nvPr/>
          </p:nvSpPr>
          <p:spPr>
            <a:xfrm>
              <a:off x="8648870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3" name="pt1773"/>
            <p:cNvSpPr/>
            <p:nvPr/>
          </p:nvSpPr>
          <p:spPr>
            <a:xfrm>
              <a:off x="9204146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4" name="pt1774"/>
            <p:cNvSpPr/>
            <p:nvPr/>
          </p:nvSpPr>
          <p:spPr>
            <a:xfrm>
              <a:off x="10400125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5" name="pt1775"/>
            <p:cNvSpPr/>
            <p:nvPr/>
          </p:nvSpPr>
          <p:spPr>
            <a:xfrm>
              <a:off x="11083542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6" name="pt1776"/>
            <p:cNvSpPr/>
            <p:nvPr/>
          </p:nvSpPr>
          <p:spPr>
            <a:xfrm>
              <a:off x="9118719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7" name="pt1777"/>
            <p:cNvSpPr/>
            <p:nvPr/>
          </p:nvSpPr>
          <p:spPr>
            <a:xfrm>
              <a:off x="8648870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8" name="pt1778"/>
            <p:cNvSpPr/>
            <p:nvPr/>
          </p:nvSpPr>
          <p:spPr>
            <a:xfrm>
              <a:off x="8777010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9" name="pt1779"/>
            <p:cNvSpPr/>
            <p:nvPr/>
          </p:nvSpPr>
          <p:spPr>
            <a:xfrm>
              <a:off x="8777010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0" name="pt1780"/>
            <p:cNvSpPr/>
            <p:nvPr/>
          </p:nvSpPr>
          <p:spPr>
            <a:xfrm>
              <a:off x="9417713" y="1959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1" name="pt1781"/>
            <p:cNvSpPr/>
            <p:nvPr/>
          </p:nvSpPr>
          <p:spPr>
            <a:xfrm>
              <a:off x="11211682" y="854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2" name="pt1782"/>
            <p:cNvSpPr/>
            <p:nvPr/>
          </p:nvSpPr>
          <p:spPr>
            <a:xfrm>
              <a:off x="10186557" y="155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3" name="pt1783"/>
            <p:cNvSpPr/>
            <p:nvPr/>
          </p:nvSpPr>
          <p:spPr>
            <a:xfrm>
              <a:off x="11083542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4" name="pt1784"/>
            <p:cNvSpPr/>
            <p:nvPr/>
          </p:nvSpPr>
          <p:spPr>
            <a:xfrm>
              <a:off x="984484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5" name="pt1785"/>
            <p:cNvSpPr/>
            <p:nvPr/>
          </p:nvSpPr>
          <p:spPr>
            <a:xfrm>
              <a:off x="10699120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6" name="pt1786"/>
            <p:cNvSpPr/>
            <p:nvPr/>
          </p:nvSpPr>
          <p:spPr>
            <a:xfrm>
              <a:off x="10955401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7" name="pt1787"/>
            <p:cNvSpPr/>
            <p:nvPr/>
          </p:nvSpPr>
          <p:spPr>
            <a:xfrm>
              <a:off x="11895099" y="79396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8" name="pt1788"/>
            <p:cNvSpPr/>
            <p:nvPr/>
          </p:nvSpPr>
          <p:spPr>
            <a:xfrm>
              <a:off x="10869974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9" name="pt1789"/>
            <p:cNvSpPr/>
            <p:nvPr/>
          </p:nvSpPr>
          <p:spPr>
            <a:xfrm>
              <a:off x="10784547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0" name="pt1790"/>
            <p:cNvSpPr/>
            <p:nvPr/>
          </p:nvSpPr>
          <p:spPr>
            <a:xfrm>
              <a:off x="9631281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1" name="pt1791"/>
            <p:cNvSpPr/>
            <p:nvPr/>
          </p:nvSpPr>
          <p:spPr>
            <a:xfrm>
              <a:off x="9033292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2" name="pt1792"/>
            <p:cNvSpPr/>
            <p:nvPr/>
          </p:nvSpPr>
          <p:spPr>
            <a:xfrm>
              <a:off x="9460427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3" name="pt1793"/>
            <p:cNvSpPr/>
            <p:nvPr/>
          </p:nvSpPr>
          <p:spPr>
            <a:xfrm>
              <a:off x="10101130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4" name="pt1794"/>
            <p:cNvSpPr/>
            <p:nvPr/>
          </p:nvSpPr>
          <p:spPr>
            <a:xfrm>
              <a:off x="9375000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5" name="pt1795"/>
            <p:cNvSpPr/>
            <p:nvPr/>
          </p:nvSpPr>
          <p:spPr>
            <a:xfrm>
              <a:off x="10528266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6" name="pt1796"/>
            <p:cNvSpPr/>
            <p:nvPr/>
          </p:nvSpPr>
          <p:spPr>
            <a:xfrm>
              <a:off x="10143844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7" name="pt1797"/>
            <p:cNvSpPr/>
            <p:nvPr/>
          </p:nvSpPr>
          <p:spPr>
            <a:xfrm>
              <a:off x="11126255" y="854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8" name="pt1798"/>
            <p:cNvSpPr/>
            <p:nvPr/>
          </p:nvSpPr>
          <p:spPr>
            <a:xfrm>
              <a:off x="10998115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9" name="pt1799"/>
            <p:cNvSpPr/>
            <p:nvPr/>
          </p:nvSpPr>
          <p:spPr>
            <a:xfrm>
              <a:off x="8862437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0" name="pt1800"/>
            <p:cNvSpPr/>
            <p:nvPr/>
          </p:nvSpPr>
          <p:spPr>
            <a:xfrm>
              <a:off x="9588568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1" name="pt1801"/>
            <p:cNvSpPr/>
            <p:nvPr/>
          </p:nvSpPr>
          <p:spPr>
            <a:xfrm>
              <a:off x="9417713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2" name="pt1802"/>
            <p:cNvSpPr/>
            <p:nvPr/>
          </p:nvSpPr>
          <p:spPr>
            <a:xfrm>
              <a:off x="9759422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3" name="pt1803"/>
            <p:cNvSpPr/>
            <p:nvPr/>
          </p:nvSpPr>
          <p:spPr>
            <a:xfrm>
              <a:off x="1010113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4" name="pt1804"/>
            <p:cNvSpPr/>
            <p:nvPr/>
          </p:nvSpPr>
          <p:spPr>
            <a:xfrm>
              <a:off x="10827260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5" name="pt1805"/>
            <p:cNvSpPr/>
            <p:nvPr/>
          </p:nvSpPr>
          <p:spPr>
            <a:xfrm>
              <a:off x="9118719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6" name="pt1806"/>
            <p:cNvSpPr/>
            <p:nvPr/>
          </p:nvSpPr>
          <p:spPr>
            <a:xfrm>
              <a:off x="1057097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7" name="pt1807"/>
            <p:cNvSpPr/>
            <p:nvPr/>
          </p:nvSpPr>
          <p:spPr>
            <a:xfrm>
              <a:off x="9076005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8" name="pt1808"/>
            <p:cNvSpPr/>
            <p:nvPr/>
          </p:nvSpPr>
          <p:spPr>
            <a:xfrm>
              <a:off x="8990578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9" name="pt1809"/>
            <p:cNvSpPr/>
            <p:nvPr/>
          </p:nvSpPr>
          <p:spPr>
            <a:xfrm>
              <a:off x="8691583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0" name="pt1810"/>
            <p:cNvSpPr/>
            <p:nvPr/>
          </p:nvSpPr>
          <p:spPr>
            <a:xfrm>
              <a:off x="8862437" y="20400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1" name="pt1811"/>
            <p:cNvSpPr/>
            <p:nvPr/>
          </p:nvSpPr>
          <p:spPr>
            <a:xfrm>
              <a:off x="864887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2" name="pt1812"/>
            <p:cNvSpPr/>
            <p:nvPr/>
          </p:nvSpPr>
          <p:spPr>
            <a:xfrm>
              <a:off x="9844849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3" name="pt1813"/>
            <p:cNvSpPr/>
            <p:nvPr/>
          </p:nvSpPr>
          <p:spPr>
            <a:xfrm>
              <a:off x="10015703" y="1678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4" name="pt1814"/>
            <p:cNvSpPr/>
            <p:nvPr/>
          </p:nvSpPr>
          <p:spPr>
            <a:xfrm>
              <a:off x="8819724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5" name="pt1815"/>
            <p:cNvSpPr/>
            <p:nvPr/>
          </p:nvSpPr>
          <p:spPr>
            <a:xfrm>
              <a:off x="9887562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6" name="pt1816"/>
            <p:cNvSpPr/>
            <p:nvPr/>
          </p:nvSpPr>
          <p:spPr>
            <a:xfrm>
              <a:off x="9118719" y="24017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7" name="pt1817"/>
            <p:cNvSpPr/>
            <p:nvPr/>
          </p:nvSpPr>
          <p:spPr>
            <a:xfrm>
              <a:off x="9716708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8" name="pt1818"/>
            <p:cNvSpPr/>
            <p:nvPr/>
          </p:nvSpPr>
          <p:spPr>
            <a:xfrm>
              <a:off x="9417713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9" name="pt1819"/>
            <p:cNvSpPr/>
            <p:nvPr/>
          </p:nvSpPr>
          <p:spPr>
            <a:xfrm>
              <a:off x="9076005" y="1919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0" name="pt1820"/>
            <p:cNvSpPr/>
            <p:nvPr/>
          </p:nvSpPr>
          <p:spPr>
            <a:xfrm>
              <a:off x="9204146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1" name="pt1821"/>
            <p:cNvSpPr/>
            <p:nvPr/>
          </p:nvSpPr>
          <p:spPr>
            <a:xfrm>
              <a:off x="8990578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2" name="pt1822"/>
            <p:cNvSpPr/>
            <p:nvPr/>
          </p:nvSpPr>
          <p:spPr>
            <a:xfrm>
              <a:off x="9673995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3" name="pt1823"/>
            <p:cNvSpPr/>
            <p:nvPr/>
          </p:nvSpPr>
          <p:spPr>
            <a:xfrm>
              <a:off x="9844849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4" name="pt1824"/>
            <p:cNvSpPr/>
            <p:nvPr/>
          </p:nvSpPr>
          <p:spPr>
            <a:xfrm>
              <a:off x="9844849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5" name="pt1825"/>
            <p:cNvSpPr/>
            <p:nvPr/>
          </p:nvSpPr>
          <p:spPr>
            <a:xfrm>
              <a:off x="8862437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6" name="pt1826"/>
            <p:cNvSpPr/>
            <p:nvPr/>
          </p:nvSpPr>
          <p:spPr>
            <a:xfrm>
              <a:off x="8990578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7" name="pt1827"/>
            <p:cNvSpPr/>
            <p:nvPr/>
          </p:nvSpPr>
          <p:spPr>
            <a:xfrm>
              <a:off x="8563443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8" name="pt1828"/>
            <p:cNvSpPr/>
            <p:nvPr/>
          </p:nvSpPr>
          <p:spPr>
            <a:xfrm>
              <a:off x="9631281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9" name="pt1829"/>
            <p:cNvSpPr/>
            <p:nvPr/>
          </p:nvSpPr>
          <p:spPr>
            <a:xfrm>
              <a:off x="9118719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0" name="pt1830"/>
            <p:cNvSpPr/>
            <p:nvPr/>
          </p:nvSpPr>
          <p:spPr>
            <a:xfrm>
              <a:off x="9930276" y="1236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1" name="pt1831"/>
            <p:cNvSpPr/>
            <p:nvPr/>
          </p:nvSpPr>
          <p:spPr>
            <a:xfrm>
              <a:off x="9588568" y="1778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2" name="pt1832"/>
            <p:cNvSpPr/>
            <p:nvPr/>
          </p:nvSpPr>
          <p:spPr>
            <a:xfrm>
              <a:off x="10357411" y="11758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3" name="pt1833"/>
            <p:cNvSpPr/>
            <p:nvPr/>
          </p:nvSpPr>
          <p:spPr>
            <a:xfrm>
              <a:off x="967399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4" name="pt1834"/>
            <p:cNvSpPr/>
            <p:nvPr/>
          </p:nvSpPr>
          <p:spPr>
            <a:xfrm>
              <a:off x="9887562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5" name="pt1835"/>
            <p:cNvSpPr/>
            <p:nvPr/>
          </p:nvSpPr>
          <p:spPr>
            <a:xfrm>
              <a:off x="8734297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6" name="pt1836"/>
            <p:cNvSpPr/>
            <p:nvPr/>
          </p:nvSpPr>
          <p:spPr>
            <a:xfrm>
              <a:off x="9588568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7" name="pt1837"/>
            <p:cNvSpPr/>
            <p:nvPr/>
          </p:nvSpPr>
          <p:spPr>
            <a:xfrm>
              <a:off x="10442838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8" name="pt1838"/>
            <p:cNvSpPr/>
            <p:nvPr/>
          </p:nvSpPr>
          <p:spPr>
            <a:xfrm>
              <a:off x="911871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9" name="pt1839"/>
            <p:cNvSpPr/>
            <p:nvPr/>
          </p:nvSpPr>
          <p:spPr>
            <a:xfrm>
              <a:off x="8947864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0" name="pt1840"/>
            <p:cNvSpPr/>
            <p:nvPr/>
          </p:nvSpPr>
          <p:spPr>
            <a:xfrm>
              <a:off x="8990578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1" name="pt1841"/>
            <p:cNvSpPr/>
            <p:nvPr/>
          </p:nvSpPr>
          <p:spPr>
            <a:xfrm>
              <a:off x="10869974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2" name="pt1842"/>
            <p:cNvSpPr/>
            <p:nvPr/>
          </p:nvSpPr>
          <p:spPr>
            <a:xfrm>
              <a:off x="9887562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3" name="pt1843"/>
            <p:cNvSpPr/>
            <p:nvPr/>
          </p:nvSpPr>
          <p:spPr>
            <a:xfrm>
              <a:off x="9204146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4" name="pt1844"/>
            <p:cNvSpPr/>
            <p:nvPr/>
          </p:nvSpPr>
          <p:spPr>
            <a:xfrm>
              <a:off x="8648870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5" name="pt1845"/>
            <p:cNvSpPr/>
            <p:nvPr/>
          </p:nvSpPr>
          <p:spPr>
            <a:xfrm>
              <a:off x="9375000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6" name="pt1846"/>
            <p:cNvSpPr/>
            <p:nvPr/>
          </p:nvSpPr>
          <p:spPr>
            <a:xfrm>
              <a:off x="9417713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7" name="pt1847"/>
            <p:cNvSpPr/>
            <p:nvPr/>
          </p:nvSpPr>
          <p:spPr>
            <a:xfrm>
              <a:off x="9802135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8" name="pt1848"/>
            <p:cNvSpPr/>
            <p:nvPr/>
          </p:nvSpPr>
          <p:spPr>
            <a:xfrm>
              <a:off x="9161432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9" name="pt1849"/>
            <p:cNvSpPr/>
            <p:nvPr/>
          </p:nvSpPr>
          <p:spPr>
            <a:xfrm>
              <a:off x="9759422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0" name="pt1850"/>
            <p:cNvSpPr/>
            <p:nvPr/>
          </p:nvSpPr>
          <p:spPr>
            <a:xfrm>
              <a:off x="10143844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1" name="pt1851"/>
            <p:cNvSpPr/>
            <p:nvPr/>
          </p:nvSpPr>
          <p:spPr>
            <a:xfrm>
              <a:off x="10955401" y="79396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2" name="pt1852"/>
            <p:cNvSpPr/>
            <p:nvPr/>
          </p:nvSpPr>
          <p:spPr>
            <a:xfrm>
              <a:off x="9716708" y="139689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3" name="pt1853"/>
            <p:cNvSpPr/>
            <p:nvPr/>
          </p:nvSpPr>
          <p:spPr>
            <a:xfrm>
              <a:off x="10015703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4" name="pt1854"/>
            <p:cNvSpPr/>
            <p:nvPr/>
          </p:nvSpPr>
          <p:spPr>
            <a:xfrm>
              <a:off x="8905151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5" name="pt1855"/>
            <p:cNvSpPr/>
            <p:nvPr/>
          </p:nvSpPr>
          <p:spPr>
            <a:xfrm>
              <a:off x="9246859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6" name="pt1856"/>
            <p:cNvSpPr/>
            <p:nvPr/>
          </p:nvSpPr>
          <p:spPr>
            <a:xfrm>
              <a:off x="10442838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7" name="pt1857"/>
            <p:cNvSpPr/>
            <p:nvPr/>
          </p:nvSpPr>
          <p:spPr>
            <a:xfrm>
              <a:off x="10058417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8" name="pt1858"/>
            <p:cNvSpPr/>
            <p:nvPr/>
          </p:nvSpPr>
          <p:spPr>
            <a:xfrm>
              <a:off x="11638818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9" name="pt1859"/>
            <p:cNvSpPr/>
            <p:nvPr/>
          </p:nvSpPr>
          <p:spPr>
            <a:xfrm>
              <a:off x="8905151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0" name="pt1860"/>
            <p:cNvSpPr/>
            <p:nvPr/>
          </p:nvSpPr>
          <p:spPr>
            <a:xfrm>
              <a:off x="9332286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1" name="pt1861"/>
            <p:cNvSpPr/>
            <p:nvPr/>
          </p:nvSpPr>
          <p:spPr>
            <a:xfrm>
              <a:off x="9417713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2" name="pt1862"/>
            <p:cNvSpPr/>
            <p:nvPr/>
          </p:nvSpPr>
          <p:spPr>
            <a:xfrm>
              <a:off x="869158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3" name="pt1863"/>
            <p:cNvSpPr/>
            <p:nvPr/>
          </p:nvSpPr>
          <p:spPr>
            <a:xfrm>
              <a:off x="9503141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4" name="pt1864"/>
            <p:cNvSpPr/>
            <p:nvPr/>
          </p:nvSpPr>
          <p:spPr>
            <a:xfrm>
              <a:off x="9673995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5" name="pt1865"/>
            <p:cNvSpPr/>
            <p:nvPr/>
          </p:nvSpPr>
          <p:spPr>
            <a:xfrm>
              <a:off x="8862437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6" name="pt1866"/>
            <p:cNvSpPr/>
            <p:nvPr/>
          </p:nvSpPr>
          <p:spPr>
            <a:xfrm>
              <a:off x="9161432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7" name="pt1867"/>
            <p:cNvSpPr/>
            <p:nvPr/>
          </p:nvSpPr>
          <p:spPr>
            <a:xfrm>
              <a:off x="9375000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8" name="pt1868"/>
            <p:cNvSpPr/>
            <p:nvPr/>
          </p:nvSpPr>
          <p:spPr>
            <a:xfrm>
              <a:off x="8905151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9" name="pt1869"/>
            <p:cNvSpPr/>
            <p:nvPr/>
          </p:nvSpPr>
          <p:spPr>
            <a:xfrm>
              <a:off x="8947864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0" name="pt1870"/>
            <p:cNvSpPr/>
            <p:nvPr/>
          </p:nvSpPr>
          <p:spPr>
            <a:xfrm>
              <a:off x="852072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1" name="pt1871"/>
            <p:cNvSpPr/>
            <p:nvPr/>
          </p:nvSpPr>
          <p:spPr>
            <a:xfrm>
              <a:off x="9503141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2" name="pt1872"/>
            <p:cNvSpPr/>
            <p:nvPr/>
          </p:nvSpPr>
          <p:spPr>
            <a:xfrm>
              <a:off x="9375000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3" name="pt1873"/>
            <p:cNvSpPr/>
            <p:nvPr/>
          </p:nvSpPr>
          <p:spPr>
            <a:xfrm>
              <a:off x="9844849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4" name="pt1874"/>
            <p:cNvSpPr/>
            <p:nvPr/>
          </p:nvSpPr>
          <p:spPr>
            <a:xfrm>
              <a:off x="886243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5" name="pt1875"/>
            <p:cNvSpPr/>
            <p:nvPr/>
          </p:nvSpPr>
          <p:spPr>
            <a:xfrm>
              <a:off x="8648870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6" name="pt1876"/>
            <p:cNvSpPr/>
            <p:nvPr/>
          </p:nvSpPr>
          <p:spPr>
            <a:xfrm>
              <a:off x="9503141" y="12160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7" name="pt1877"/>
            <p:cNvSpPr/>
            <p:nvPr/>
          </p:nvSpPr>
          <p:spPr>
            <a:xfrm>
              <a:off x="907600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8" name="pt1878"/>
            <p:cNvSpPr/>
            <p:nvPr/>
          </p:nvSpPr>
          <p:spPr>
            <a:xfrm>
              <a:off x="9417713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9" name="pt1879"/>
            <p:cNvSpPr/>
            <p:nvPr/>
          </p:nvSpPr>
          <p:spPr>
            <a:xfrm>
              <a:off x="9545854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0" name="pt1880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1" name="pt1881"/>
            <p:cNvSpPr/>
            <p:nvPr/>
          </p:nvSpPr>
          <p:spPr>
            <a:xfrm>
              <a:off x="8606156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2" name="pt1882"/>
            <p:cNvSpPr/>
            <p:nvPr/>
          </p:nvSpPr>
          <p:spPr>
            <a:xfrm>
              <a:off x="869158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3" name="pt1883"/>
            <p:cNvSpPr/>
            <p:nvPr/>
          </p:nvSpPr>
          <p:spPr>
            <a:xfrm>
              <a:off x="9588568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4" name="pt1884"/>
            <p:cNvSpPr/>
            <p:nvPr/>
          </p:nvSpPr>
          <p:spPr>
            <a:xfrm>
              <a:off x="877701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5" name="pt1885"/>
            <p:cNvSpPr/>
            <p:nvPr/>
          </p:nvSpPr>
          <p:spPr>
            <a:xfrm>
              <a:off x="8947864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6" name="pt1886"/>
            <p:cNvSpPr/>
            <p:nvPr/>
          </p:nvSpPr>
          <p:spPr>
            <a:xfrm>
              <a:off x="9118719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7" name="pt1887"/>
            <p:cNvSpPr/>
            <p:nvPr/>
          </p:nvSpPr>
          <p:spPr>
            <a:xfrm>
              <a:off x="8648870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8" name="pt1888"/>
            <p:cNvSpPr/>
            <p:nvPr/>
          </p:nvSpPr>
          <p:spPr>
            <a:xfrm>
              <a:off x="10827260" y="974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9" name="pt1889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0" name="pt1890"/>
            <p:cNvSpPr/>
            <p:nvPr/>
          </p:nvSpPr>
          <p:spPr>
            <a:xfrm>
              <a:off x="950314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1" name="pt1891"/>
            <p:cNvSpPr/>
            <p:nvPr/>
          </p:nvSpPr>
          <p:spPr>
            <a:xfrm>
              <a:off x="8990578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2" name="pt1892"/>
            <p:cNvSpPr/>
            <p:nvPr/>
          </p:nvSpPr>
          <p:spPr>
            <a:xfrm>
              <a:off x="9930276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3" name="pt1893"/>
            <p:cNvSpPr/>
            <p:nvPr/>
          </p:nvSpPr>
          <p:spPr>
            <a:xfrm>
              <a:off x="8648870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4" name="pt1894"/>
            <p:cNvSpPr/>
            <p:nvPr/>
          </p:nvSpPr>
          <p:spPr>
            <a:xfrm>
              <a:off x="8563443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5" name="pt1895"/>
            <p:cNvSpPr/>
            <p:nvPr/>
          </p:nvSpPr>
          <p:spPr>
            <a:xfrm>
              <a:off x="852072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6" name="pt1896"/>
            <p:cNvSpPr/>
            <p:nvPr/>
          </p:nvSpPr>
          <p:spPr>
            <a:xfrm>
              <a:off x="9545854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7" name="pt1897"/>
            <p:cNvSpPr/>
            <p:nvPr/>
          </p:nvSpPr>
          <p:spPr>
            <a:xfrm>
              <a:off x="8478015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8" name="pt1898"/>
            <p:cNvSpPr/>
            <p:nvPr/>
          </p:nvSpPr>
          <p:spPr>
            <a:xfrm>
              <a:off x="8606156" y="27635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9" name="pt1899"/>
            <p:cNvSpPr/>
            <p:nvPr/>
          </p:nvSpPr>
          <p:spPr>
            <a:xfrm>
              <a:off x="9332286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0" name="pt1900"/>
            <p:cNvSpPr/>
            <p:nvPr/>
          </p:nvSpPr>
          <p:spPr>
            <a:xfrm>
              <a:off x="9631281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1" name="pt1901"/>
            <p:cNvSpPr/>
            <p:nvPr/>
          </p:nvSpPr>
          <p:spPr>
            <a:xfrm>
              <a:off x="890515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2" name="pt1902"/>
            <p:cNvSpPr/>
            <p:nvPr/>
          </p:nvSpPr>
          <p:spPr>
            <a:xfrm>
              <a:off x="9716708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3" name="pt1903"/>
            <p:cNvSpPr/>
            <p:nvPr/>
          </p:nvSpPr>
          <p:spPr>
            <a:xfrm>
              <a:off x="928957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4" name="pt1904"/>
            <p:cNvSpPr/>
            <p:nvPr/>
          </p:nvSpPr>
          <p:spPr>
            <a:xfrm>
              <a:off x="8563443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5" name="pt1905"/>
            <p:cNvSpPr/>
            <p:nvPr/>
          </p:nvSpPr>
          <p:spPr>
            <a:xfrm>
              <a:off x="9118719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6" name="pt1906"/>
            <p:cNvSpPr/>
            <p:nvPr/>
          </p:nvSpPr>
          <p:spPr>
            <a:xfrm>
              <a:off x="8947864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7" name="pt1907"/>
            <p:cNvSpPr/>
            <p:nvPr/>
          </p:nvSpPr>
          <p:spPr>
            <a:xfrm>
              <a:off x="9118719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8" name="pt1908"/>
            <p:cNvSpPr/>
            <p:nvPr/>
          </p:nvSpPr>
          <p:spPr>
            <a:xfrm>
              <a:off x="8947864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9" name="pt1909"/>
            <p:cNvSpPr/>
            <p:nvPr/>
          </p:nvSpPr>
          <p:spPr>
            <a:xfrm>
              <a:off x="9844849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0" name="pt1910"/>
            <p:cNvSpPr/>
            <p:nvPr/>
          </p:nvSpPr>
          <p:spPr>
            <a:xfrm>
              <a:off x="9588568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1" name="pt1911"/>
            <p:cNvSpPr/>
            <p:nvPr/>
          </p:nvSpPr>
          <p:spPr>
            <a:xfrm>
              <a:off x="8478015" y="28238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2" name="pt1912"/>
            <p:cNvSpPr/>
            <p:nvPr/>
          </p:nvSpPr>
          <p:spPr>
            <a:xfrm>
              <a:off x="8819724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3" name="pt1913"/>
            <p:cNvSpPr/>
            <p:nvPr/>
          </p:nvSpPr>
          <p:spPr>
            <a:xfrm>
              <a:off x="10442838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4" name="pt1914"/>
            <p:cNvSpPr/>
            <p:nvPr/>
          </p:nvSpPr>
          <p:spPr>
            <a:xfrm>
              <a:off x="8648870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5" name="pt1915"/>
            <p:cNvSpPr/>
            <p:nvPr/>
          </p:nvSpPr>
          <p:spPr>
            <a:xfrm>
              <a:off x="9503141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6" name="pt1916"/>
            <p:cNvSpPr/>
            <p:nvPr/>
          </p:nvSpPr>
          <p:spPr>
            <a:xfrm>
              <a:off x="10143844" y="16581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7" name="pt1917"/>
            <p:cNvSpPr/>
            <p:nvPr/>
          </p:nvSpPr>
          <p:spPr>
            <a:xfrm>
              <a:off x="9204146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8" name="pt1918"/>
            <p:cNvSpPr/>
            <p:nvPr/>
          </p:nvSpPr>
          <p:spPr>
            <a:xfrm>
              <a:off x="10528266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9" name="pt1919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0" name="pt1920"/>
            <p:cNvSpPr/>
            <p:nvPr/>
          </p:nvSpPr>
          <p:spPr>
            <a:xfrm>
              <a:off x="8947864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1" name="pt1921"/>
            <p:cNvSpPr/>
            <p:nvPr/>
          </p:nvSpPr>
          <p:spPr>
            <a:xfrm>
              <a:off x="10869974" y="914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2" name="pt1922"/>
            <p:cNvSpPr/>
            <p:nvPr/>
          </p:nvSpPr>
          <p:spPr>
            <a:xfrm>
              <a:off x="9844849" y="1457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3" name="pt1923"/>
            <p:cNvSpPr/>
            <p:nvPr/>
          </p:nvSpPr>
          <p:spPr>
            <a:xfrm>
              <a:off x="856344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4" name="pt1924"/>
            <p:cNvSpPr/>
            <p:nvPr/>
          </p:nvSpPr>
          <p:spPr>
            <a:xfrm>
              <a:off x="9204146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5" name="pt1925"/>
            <p:cNvSpPr/>
            <p:nvPr/>
          </p:nvSpPr>
          <p:spPr>
            <a:xfrm>
              <a:off x="9332286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6" name="pt1926"/>
            <p:cNvSpPr/>
            <p:nvPr/>
          </p:nvSpPr>
          <p:spPr>
            <a:xfrm>
              <a:off x="907600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7" name="pt1927"/>
            <p:cNvSpPr/>
            <p:nvPr/>
          </p:nvSpPr>
          <p:spPr>
            <a:xfrm>
              <a:off x="9246859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8" name="pt1928"/>
            <p:cNvSpPr/>
            <p:nvPr/>
          </p:nvSpPr>
          <p:spPr>
            <a:xfrm>
              <a:off x="10570979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9" name="pt1929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0" name="pt1930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1" name="pt1931"/>
            <p:cNvSpPr/>
            <p:nvPr/>
          </p:nvSpPr>
          <p:spPr>
            <a:xfrm>
              <a:off x="10186557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2" name="pt1932"/>
            <p:cNvSpPr/>
            <p:nvPr/>
          </p:nvSpPr>
          <p:spPr>
            <a:xfrm>
              <a:off x="9503141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3" name="pt1933"/>
            <p:cNvSpPr/>
            <p:nvPr/>
          </p:nvSpPr>
          <p:spPr>
            <a:xfrm>
              <a:off x="9844849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4" name="pt1934"/>
            <p:cNvSpPr/>
            <p:nvPr/>
          </p:nvSpPr>
          <p:spPr>
            <a:xfrm>
              <a:off x="9417713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5" name="pt1935"/>
            <p:cNvSpPr/>
            <p:nvPr/>
          </p:nvSpPr>
          <p:spPr>
            <a:xfrm>
              <a:off x="9716708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6" name="pt1936"/>
            <p:cNvSpPr/>
            <p:nvPr/>
          </p:nvSpPr>
          <p:spPr>
            <a:xfrm>
              <a:off x="9588568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7" name="pt1937"/>
            <p:cNvSpPr/>
            <p:nvPr/>
          </p:nvSpPr>
          <p:spPr>
            <a:xfrm>
              <a:off x="924685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8" name="pt1938"/>
            <p:cNvSpPr/>
            <p:nvPr/>
          </p:nvSpPr>
          <p:spPr>
            <a:xfrm>
              <a:off x="9033292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9" name="pt1939"/>
            <p:cNvSpPr/>
            <p:nvPr/>
          </p:nvSpPr>
          <p:spPr>
            <a:xfrm>
              <a:off x="9802135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0" name="pt1940"/>
            <p:cNvSpPr/>
            <p:nvPr/>
          </p:nvSpPr>
          <p:spPr>
            <a:xfrm>
              <a:off x="10143844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1" name="pt1941"/>
            <p:cNvSpPr/>
            <p:nvPr/>
          </p:nvSpPr>
          <p:spPr>
            <a:xfrm>
              <a:off x="10271984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2" name="pt1942"/>
            <p:cNvSpPr/>
            <p:nvPr/>
          </p:nvSpPr>
          <p:spPr>
            <a:xfrm>
              <a:off x="907600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3" name="pt1943"/>
            <p:cNvSpPr/>
            <p:nvPr/>
          </p:nvSpPr>
          <p:spPr>
            <a:xfrm>
              <a:off x="9716708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4" name="pt1944"/>
            <p:cNvSpPr/>
            <p:nvPr/>
          </p:nvSpPr>
          <p:spPr>
            <a:xfrm>
              <a:off x="869158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5" name="pt1945"/>
            <p:cNvSpPr/>
            <p:nvPr/>
          </p:nvSpPr>
          <p:spPr>
            <a:xfrm>
              <a:off x="9332286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6" name="pt1946"/>
            <p:cNvSpPr/>
            <p:nvPr/>
          </p:nvSpPr>
          <p:spPr>
            <a:xfrm>
              <a:off x="9460427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7" name="pt1947"/>
            <p:cNvSpPr/>
            <p:nvPr/>
          </p:nvSpPr>
          <p:spPr>
            <a:xfrm>
              <a:off x="10741833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8" name="pt1948"/>
            <p:cNvSpPr/>
            <p:nvPr/>
          </p:nvSpPr>
          <p:spPr>
            <a:xfrm>
              <a:off x="9460427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9" name="pt1949"/>
            <p:cNvSpPr/>
            <p:nvPr/>
          </p:nvSpPr>
          <p:spPr>
            <a:xfrm>
              <a:off x="8862437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0" name="pt1950"/>
            <p:cNvSpPr/>
            <p:nvPr/>
          </p:nvSpPr>
          <p:spPr>
            <a:xfrm>
              <a:off x="9716708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1" name="pt1951"/>
            <p:cNvSpPr/>
            <p:nvPr/>
          </p:nvSpPr>
          <p:spPr>
            <a:xfrm>
              <a:off x="924685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2" name="pt1952"/>
            <p:cNvSpPr/>
            <p:nvPr/>
          </p:nvSpPr>
          <p:spPr>
            <a:xfrm>
              <a:off x="9417713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3" name="pt1953"/>
            <p:cNvSpPr/>
            <p:nvPr/>
          </p:nvSpPr>
          <p:spPr>
            <a:xfrm>
              <a:off x="886243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4" name="pt1954"/>
            <p:cNvSpPr/>
            <p:nvPr/>
          </p:nvSpPr>
          <p:spPr>
            <a:xfrm>
              <a:off x="9802135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5" name="pt1955"/>
            <p:cNvSpPr/>
            <p:nvPr/>
          </p:nvSpPr>
          <p:spPr>
            <a:xfrm>
              <a:off x="9716708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6" name="pt1956"/>
            <p:cNvSpPr/>
            <p:nvPr/>
          </p:nvSpPr>
          <p:spPr>
            <a:xfrm>
              <a:off x="9332286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7" name="pt1957"/>
            <p:cNvSpPr/>
            <p:nvPr/>
          </p:nvSpPr>
          <p:spPr>
            <a:xfrm>
              <a:off x="9246859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8" name="pt1958"/>
            <p:cNvSpPr/>
            <p:nvPr/>
          </p:nvSpPr>
          <p:spPr>
            <a:xfrm>
              <a:off x="9588568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9" name="pt1959"/>
            <p:cNvSpPr/>
            <p:nvPr/>
          </p:nvSpPr>
          <p:spPr>
            <a:xfrm>
              <a:off x="10058417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0" name="pt1960"/>
            <p:cNvSpPr/>
            <p:nvPr/>
          </p:nvSpPr>
          <p:spPr>
            <a:xfrm>
              <a:off x="928957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1" name="pt1961"/>
            <p:cNvSpPr/>
            <p:nvPr/>
          </p:nvSpPr>
          <p:spPr>
            <a:xfrm>
              <a:off x="9716708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2" name="pt1962"/>
            <p:cNvSpPr/>
            <p:nvPr/>
          </p:nvSpPr>
          <p:spPr>
            <a:xfrm>
              <a:off x="946042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3" name="pt1963"/>
            <p:cNvSpPr/>
            <p:nvPr/>
          </p:nvSpPr>
          <p:spPr>
            <a:xfrm>
              <a:off x="9802135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4" name="pt1964"/>
            <p:cNvSpPr/>
            <p:nvPr/>
          </p:nvSpPr>
          <p:spPr>
            <a:xfrm>
              <a:off x="9204146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5" name="pt1965"/>
            <p:cNvSpPr/>
            <p:nvPr/>
          </p:nvSpPr>
          <p:spPr>
            <a:xfrm>
              <a:off x="9887562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6" name="pt1966"/>
            <p:cNvSpPr/>
            <p:nvPr/>
          </p:nvSpPr>
          <p:spPr>
            <a:xfrm>
              <a:off x="928957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7" name="pt1967"/>
            <p:cNvSpPr/>
            <p:nvPr/>
          </p:nvSpPr>
          <p:spPr>
            <a:xfrm>
              <a:off x="9204146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8" name="pt1968"/>
            <p:cNvSpPr/>
            <p:nvPr/>
          </p:nvSpPr>
          <p:spPr>
            <a:xfrm>
              <a:off x="890515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9" name="pt1969"/>
            <p:cNvSpPr/>
            <p:nvPr/>
          </p:nvSpPr>
          <p:spPr>
            <a:xfrm>
              <a:off x="9631281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0" name="pt1970"/>
            <p:cNvSpPr/>
            <p:nvPr/>
          </p:nvSpPr>
          <p:spPr>
            <a:xfrm>
              <a:off x="890515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1" name="pt1971"/>
            <p:cNvSpPr/>
            <p:nvPr/>
          </p:nvSpPr>
          <p:spPr>
            <a:xfrm>
              <a:off x="9033292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2" name="pt1972"/>
            <p:cNvSpPr/>
            <p:nvPr/>
          </p:nvSpPr>
          <p:spPr>
            <a:xfrm>
              <a:off x="8606156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3" name="pt1973"/>
            <p:cNvSpPr/>
            <p:nvPr/>
          </p:nvSpPr>
          <p:spPr>
            <a:xfrm>
              <a:off x="9246859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4" name="pt1974"/>
            <p:cNvSpPr/>
            <p:nvPr/>
          </p:nvSpPr>
          <p:spPr>
            <a:xfrm>
              <a:off x="10442838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5" name="pt1975"/>
            <p:cNvSpPr/>
            <p:nvPr/>
          </p:nvSpPr>
          <p:spPr>
            <a:xfrm>
              <a:off x="9460427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6" name="pt1976"/>
            <p:cNvSpPr/>
            <p:nvPr/>
          </p:nvSpPr>
          <p:spPr>
            <a:xfrm>
              <a:off x="8563443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7" name="pt1977"/>
            <p:cNvSpPr/>
            <p:nvPr/>
          </p:nvSpPr>
          <p:spPr>
            <a:xfrm>
              <a:off x="941771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8" name="pt1978"/>
            <p:cNvSpPr/>
            <p:nvPr/>
          </p:nvSpPr>
          <p:spPr>
            <a:xfrm>
              <a:off x="9972990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9" name="pt1979"/>
            <p:cNvSpPr/>
            <p:nvPr/>
          </p:nvSpPr>
          <p:spPr>
            <a:xfrm>
              <a:off x="9033292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0" name="pt1980"/>
            <p:cNvSpPr/>
            <p:nvPr/>
          </p:nvSpPr>
          <p:spPr>
            <a:xfrm>
              <a:off x="8648870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1" name="pt1981"/>
            <p:cNvSpPr/>
            <p:nvPr/>
          </p:nvSpPr>
          <p:spPr>
            <a:xfrm>
              <a:off x="8947864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2" name="pt1982"/>
            <p:cNvSpPr/>
            <p:nvPr/>
          </p:nvSpPr>
          <p:spPr>
            <a:xfrm>
              <a:off x="856344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3" name="pt1983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4" name="pt1984"/>
            <p:cNvSpPr/>
            <p:nvPr/>
          </p:nvSpPr>
          <p:spPr>
            <a:xfrm>
              <a:off x="9118719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5" name="pt1985"/>
            <p:cNvSpPr/>
            <p:nvPr/>
          </p:nvSpPr>
          <p:spPr>
            <a:xfrm>
              <a:off x="9375000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6" name="pt1986"/>
            <p:cNvSpPr/>
            <p:nvPr/>
          </p:nvSpPr>
          <p:spPr>
            <a:xfrm>
              <a:off x="8734297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7" name="pt1987"/>
            <p:cNvSpPr/>
            <p:nvPr/>
          </p:nvSpPr>
          <p:spPr>
            <a:xfrm>
              <a:off x="8563443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8" name="pt1988"/>
            <p:cNvSpPr/>
            <p:nvPr/>
          </p:nvSpPr>
          <p:spPr>
            <a:xfrm>
              <a:off x="10271984" y="1035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9" name="pt1989"/>
            <p:cNvSpPr/>
            <p:nvPr/>
          </p:nvSpPr>
          <p:spPr>
            <a:xfrm>
              <a:off x="11126255" y="854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0" name="pt1990"/>
            <p:cNvSpPr/>
            <p:nvPr/>
          </p:nvSpPr>
          <p:spPr>
            <a:xfrm>
              <a:off x="9503141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1" name="pt1991"/>
            <p:cNvSpPr/>
            <p:nvPr/>
          </p:nvSpPr>
          <p:spPr>
            <a:xfrm>
              <a:off x="11211682" y="914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2" name="pt1992"/>
            <p:cNvSpPr/>
            <p:nvPr/>
          </p:nvSpPr>
          <p:spPr>
            <a:xfrm>
              <a:off x="8563443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3" name="pt1993"/>
            <p:cNvSpPr/>
            <p:nvPr/>
          </p:nvSpPr>
          <p:spPr>
            <a:xfrm>
              <a:off x="924685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4" name="pt1994"/>
            <p:cNvSpPr/>
            <p:nvPr/>
          </p:nvSpPr>
          <p:spPr>
            <a:xfrm>
              <a:off x="9759422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5" name="pt1995"/>
            <p:cNvSpPr/>
            <p:nvPr/>
          </p:nvSpPr>
          <p:spPr>
            <a:xfrm>
              <a:off x="9588568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6" name="pt1996"/>
            <p:cNvSpPr/>
            <p:nvPr/>
          </p:nvSpPr>
          <p:spPr>
            <a:xfrm>
              <a:off x="911871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7" name="pt1997"/>
            <p:cNvSpPr/>
            <p:nvPr/>
          </p:nvSpPr>
          <p:spPr>
            <a:xfrm>
              <a:off x="8691583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8" name="pt1998"/>
            <p:cNvSpPr/>
            <p:nvPr/>
          </p:nvSpPr>
          <p:spPr>
            <a:xfrm>
              <a:off x="9887562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9" name="pt1999"/>
            <p:cNvSpPr/>
            <p:nvPr/>
          </p:nvSpPr>
          <p:spPr>
            <a:xfrm>
              <a:off x="10101130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0" name="pt2000"/>
            <p:cNvSpPr/>
            <p:nvPr/>
          </p:nvSpPr>
          <p:spPr>
            <a:xfrm>
              <a:off x="8947864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1" name="pt2001"/>
            <p:cNvSpPr/>
            <p:nvPr/>
          </p:nvSpPr>
          <p:spPr>
            <a:xfrm>
              <a:off x="9460427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2" name="pt2002"/>
            <p:cNvSpPr/>
            <p:nvPr/>
          </p:nvSpPr>
          <p:spPr>
            <a:xfrm>
              <a:off x="946042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3" name="pt2003"/>
            <p:cNvSpPr/>
            <p:nvPr/>
          </p:nvSpPr>
          <p:spPr>
            <a:xfrm>
              <a:off x="10229271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4" name="pt2004"/>
            <p:cNvSpPr/>
            <p:nvPr/>
          </p:nvSpPr>
          <p:spPr>
            <a:xfrm>
              <a:off x="9930276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5" name="pt2005"/>
            <p:cNvSpPr/>
            <p:nvPr/>
          </p:nvSpPr>
          <p:spPr>
            <a:xfrm>
              <a:off x="9332286" y="2160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6" name="pt2006"/>
            <p:cNvSpPr/>
            <p:nvPr/>
          </p:nvSpPr>
          <p:spPr>
            <a:xfrm>
              <a:off x="10613693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7" name="pt2007"/>
            <p:cNvSpPr/>
            <p:nvPr/>
          </p:nvSpPr>
          <p:spPr>
            <a:xfrm>
              <a:off x="8734297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8" name="pt2008"/>
            <p:cNvSpPr/>
            <p:nvPr/>
          </p:nvSpPr>
          <p:spPr>
            <a:xfrm>
              <a:off x="8990578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9" name="pt2009"/>
            <p:cNvSpPr/>
            <p:nvPr/>
          </p:nvSpPr>
          <p:spPr>
            <a:xfrm>
              <a:off x="10186557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0" name="pt2010"/>
            <p:cNvSpPr/>
            <p:nvPr/>
          </p:nvSpPr>
          <p:spPr>
            <a:xfrm>
              <a:off x="9033292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1" name="pt2011"/>
            <p:cNvSpPr/>
            <p:nvPr/>
          </p:nvSpPr>
          <p:spPr>
            <a:xfrm>
              <a:off x="9972990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2" name="pt2012"/>
            <p:cNvSpPr/>
            <p:nvPr/>
          </p:nvSpPr>
          <p:spPr>
            <a:xfrm>
              <a:off x="8862437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3" name="pt2013"/>
            <p:cNvSpPr/>
            <p:nvPr/>
          </p:nvSpPr>
          <p:spPr>
            <a:xfrm>
              <a:off x="8905151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4" name="pt2014"/>
            <p:cNvSpPr/>
            <p:nvPr/>
          </p:nvSpPr>
          <p:spPr>
            <a:xfrm>
              <a:off x="8648870" y="28640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5" name="pt2015"/>
            <p:cNvSpPr/>
            <p:nvPr/>
          </p:nvSpPr>
          <p:spPr>
            <a:xfrm>
              <a:off x="8478015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6" name="pt2016"/>
            <p:cNvSpPr/>
            <p:nvPr/>
          </p:nvSpPr>
          <p:spPr>
            <a:xfrm>
              <a:off x="9246859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7" name="pt2017"/>
            <p:cNvSpPr/>
            <p:nvPr/>
          </p:nvSpPr>
          <p:spPr>
            <a:xfrm>
              <a:off x="9503141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8" name="pt2018"/>
            <p:cNvSpPr/>
            <p:nvPr/>
          </p:nvSpPr>
          <p:spPr>
            <a:xfrm>
              <a:off x="9503141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9" name="pt2019"/>
            <p:cNvSpPr/>
            <p:nvPr/>
          </p:nvSpPr>
          <p:spPr>
            <a:xfrm>
              <a:off x="8648870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0" name="pt2020"/>
            <p:cNvSpPr/>
            <p:nvPr/>
          </p:nvSpPr>
          <p:spPr>
            <a:xfrm>
              <a:off x="9332286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1" name="pt2021"/>
            <p:cNvSpPr/>
            <p:nvPr/>
          </p:nvSpPr>
          <p:spPr>
            <a:xfrm>
              <a:off x="9375000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2" name="pt2022"/>
            <p:cNvSpPr/>
            <p:nvPr/>
          </p:nvSpPr>
          <p:spPr>
            <a:xfrm>
              <a:off x="869158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3" name="pt2023"/>
            <p:cNvSpPr/>
            <p:nvPr/>
          </p:nvSpPr>
          <p:spPr>
            <a:xfrm>
              <a:off x="890515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4" name="pt2024"/>
            <p:cNvSpPr/>
            <p:nvPr/>
          </p:nvSpPr>
          <p:spPr>
            <a:xfrm>
              <a:off x="890515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5" name="pt2025"/>
            <p:cNvSpPr/>
            <p:nvPr/>
          </p:nvSpPr>
          <p:spPr>
            <a:xfrm>
              <a:off x="9332286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6" name="pt2026"/>
            <p:cNvSpPr/>
            <p:nvPr/>
          </p:nvSpPr>
          <p:spPr>
            <a:xfrm>
              <a:off x="8478015" y="294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7" name="pt2027"/>
            <p:cNvSpPr/>
            <p:nvPr/>
          </p:nvSpPr>
          <p:spPr>
            <a:xfrm>
              <a:off x="10613693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8" name="pt2028"/>
            <p:cNvSpPr/>
            <p:nvPr/>
          </p:nvSpPr>
          <p:spPr>
            <a:xfrm>
              <a:off x="1057097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9" name="pt2029"/>
            <p:cNvSpPr/>
            <p:nvPr/>
          </p:nvSpPr>
          <p:spPr>
            <a:xfrm>
              <a:off x="10015703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0" name="pt2030"/>
            <p:cNvSpPr/>
            <p:nvPr/>
          </p:nvSpPr>
          <p:spPr>
            <a:xfrm>
              <a:off x="10186557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1" name="pt2031"/>
            <p:cNvSpPr/>
            <p:nvPr/>
          </p:nvSpPr>
          <p:spPr>
            <a:xfrm>
              <a:off x="10101130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2" name="pt2032"/>
            <p:cNvSpPr/>
            <p:nvPr/>
          </p:nvSpPr>
          <p:spPr>
            <a:xfrm>
              <a:off x="856344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3" name="pt2033"/>
            <p:cNvSpPr/>
            <p:nvPr/>
          </p:nvSpPr>
          <p:spPr>
            <a:xfrm>
              <a:off x="10955401" y="914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4" name="pt2034"/>
            <p:cNvSpPr/>
            <p:nvPr/>
          </p:nvSpPr>
          <p:spPr>
            <a:xfrm>
              <a:off x="9844849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5" name="pt2035"/>
            <p:cNvSpPr/>
            <p:nvPr/>
          </p:nvSpPr>
          <p:spPr>
            <a:xfrm>
              <a:off x="9759422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6" name="pt2036"/>
            <p:cNvSpPr/>
            <p:nvPr/>
          </p:nvSpPr>
          <p:spPr>
            <a:xfrm>
              <a:off x="8947864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7" name="pt2037"/>
            <p:cNvSpPr/>
            <p:nvPr/>
          </p:nvSpPr>
          <p:spPr>
            <a:xfrm>
              <a:off x="8905151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8" name="pt2038"/>
            <p:cNvSpPr/>
            <p:nvPr/>
          </p:nvSpPr>
          <p:spPr>
            <a:xfrm>
              <a:off x="852072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9" name="pt2039"/>
            <p:cNvSpPr/>
            <p:nvPr/>
          </p:nvSpPr>
          <p:spPr>
            <a:xfrm>
              <a:off x="8777010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0" name="pt2040"/>
            <p:cNvSpPr/>
            <p:nvPr/>
          </p:nvSpPr>
          <p:spPr>
            <a:xfrm>
              <a:off x="8478015" y="28037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1" name="pt2041"/>
            <p:cNvSpPr/>
            <p:nvPr/>
          </p:nvSpPr>
          <p:spPr>
            <a:xfrm>
              <a:off x="9332286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2" name="pt2042"/>
            <p:cNvSpPr/>
            <p:nvPr/>
          </p:nvSpPr>
          <p:spPr>
            <a:xfrm>
              <a:off x="9204146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3" name="pt2043"/>
            <p:cNvSpPr/>
            <p:nvPr/>
          </p:nvSpPr>
          <p:spPr>
            <a:xfrm>
              <a:off x="8563443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4" name="pt2044"/>
            <p:cNvSpPr/>
            <p:nvPr/>
          </p:nvSpPr>
          <p:spPr>
            <a:xfrm>
              <a:off x="9076005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5" name="tx2045"/>
            <p:cNvSpPr/>
            <p:nvPr/>
          </p:nvSpPr>
          <p:spPr>
            <a:xfrm>
              <a:off x="8519927" y="865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046" name="tx2046"/>
            <p:cNvSpPr/>
            <p:nvPr/>
          </p:nvSpPr>
          <p:spPr>
            <a:xfrm>
              <a:off x="8625279" y="829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47" name="tx2047"/>
            <p:cNvSpPr/>
            <p:nvPr/>
          </p:nvSpPr>
          <p:spPr>
            <a:xfrm>
              <a:off x="8674720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48" name="tx2048"/>
            <p:cNvSpPr/>
            <p:nvPr/>
          </p:nvSpPr>
          <p:spPr>
            <a:xfrm>
              <a:off x="8709509" y="918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049" name="tx2049"/>
            <p:cNvSpPr/>
            <p:nvPr/>
          </p:nvSpPr>
          <p:spPr>
            <a:xfrm>
              <a:off x="8783675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50" name="tx2050"/>
            <p:cNvSpPr/>
            <p:nvPr/>
          </p:nvSpPr>
          <p:spPr>
            <a:xfrm>
              <a:off x="8818464" y="863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2051" name="pl2051"/>
            <p:cNvSpPr/>
            <p:nvPr/>
          </p:nvSpPr>
          <p:spPr>
            <a:xfrm>
              <a:off x="8502841" y="710267"/>
              <a:ext cx="2626588" cy="2054527"/>
            </a:xfrm>
            <a:custGeom>
              <a:avLst/>
              <a:gdLst/>
              <a:ahLst/>
              <a:cxnLst/>
              <a:rect l="0" t="0" r="0" b="0"/>
              <a:pathLst>
                <a:path w="2626588" h="2054527">
                  <a:moveTo>
                    <a:pt x="0" y="2054527"/>
                  </a:moveTo>
                  <a:lnTo>
                    <a:pt x="40010" y="2023231"/>
                  </a:lnTo>
                  <a:lnTo>
                    <a:pt x="80020" y="1991935"/>
                  </a:lnTo>
                  <a:lnTo>
                    <a:pt x="120030" y="1960639"/>
                  </a:lnTo>
                  <a:lnTo>
                    <a:pt x="160040" y="1929343"/>
                  </a:lnTo>
                  <a:lnTo>
                    <a:pt x="200050" y="1898046"/>
                  </a:lnTo>
                  <a:lnTo>
                    <a:pt x="240060" y="1866750"/>
                  </a:lnTo>
                  <a:lnTo>
                    <a:pt x="280071" y="1835454"/>
                  </a:lnTo>
                  <a:lnTo>
                    <a:pt x="320081" y="1804158"/>
                  </a:lnTo>
                  <a:lnTo>
                    <a:pt x="360091" y="1772862"/>
                  </a:lnTo>
                  <a:lnTo>
                    <a:pt x="400101" y="1741566"/>
                  </a:lnTo>
                  <a:lnTo>
                    <a:pt x="440111" y="1710270"/>
                  </a:lnTo>
                  <a:lnTo>
                    <a:pt x="480121" y="1678974"/>
                  </a:lnTo>
                  <a:lnTo>
                    <a:pt x="520132" y="1647678"/>
                  </a:lnTo>
                  <a:lnTo>
                    <a:pt x="560142" y="1616382"/>
                  </a:lnTo>
                  <a:lnTo>
                    <a:pt x="600152" y="1585085"/>
                  </a:lnTo>
                  <a:lnTo>
                    <a:pt x="640162" y="1553789"/>
                  </a:lnTo>
                  <a:lnTo>
                    <a:pt x="680172" y="1522493"/>
                  </a:lnTo>
                  <a:lnTo>
                    <a:pt x="720182" y="1491197"/>
                  </a:lnTo>
                  <a:lnTo>
                    <a:pt x="760192" y="1459901"/>
                  </a:lnTo>
                  <a:lnTo>
                    <a:pt x="800203" y="1428605"/>
                  </a:lnTo>
                  <a:lnTo>
                    <a:pt x="840213" y="1397309"/>
                  </a:lnTo>
                  <a:lnTo>
                    <a:pt x="880223" y="1366013"/>
                  </a:lnTo>
                  <a:lnTo>
                    <a:pt x="920233" y="1334717"/>
                  </a:lnTo>
                  <a:lnTo>
                    <a:pt x="960243" y="1303421"/>
                  </a:lnTo>
                  <a:lnTo>
                    <a:pt x="1000253" y="1272124"/>
                  </a:lnTo>
                  <a:lnTo>
                    <a:pt x="1040264" y="1240828"/>
                  </a:lnTo>
                  <a:lnTo>
                    <a:pt x="1080274" y="1209532"/>
                  </a:lnTo>
                  <a:lnTo>
                    <a:pt x="1120284" y="1178236"/>
                  </a:lnTo>
                  <a:lnTo>
                    <a:pt x="1160294" y="1146940"/>
                  </a:lnTo>
                  <a:lnTo>
                    <a:pt x="1200304" y="1115644"/>
                  </a:lnTo>
                  <a:lnTo>
                    <a:pt x="1240314" y="1084348"/>
                  </a:lnTo>
                  <a:lnTo>
                    <a:pt x="1280324" y="1053052"/>
                  </a:lnTo>
                  <a:lnTo>
                    <a:pt x="1320335" y="1021756"/>
                  </a:lnTo>
                  <a:lnTo>
                    <a:pt x="1360345" y="990460"/>
                  </a:lnTo>
                  <a:lnTo>
                    <a:pt x="1400355" y="959163"/>
                  </a:lnTo>
                  <a:lnTo>
                    <a:pt x="1440365" y="927867"/>
                  </a:lnTo>
                  <a:lnTo>
                    <a:pt x="1480375" y="896571"/>
                  </a:lnTo>
                  <a:lnTo>
                    <a:pt x="1520385" y="865275"/>
                  </a:lnTo>
                  <a:lnTo>
                    <a:pt x="1560396" y="833979"/>
                  </a:lnTo>
                  <a:lnTo>
                    <a:pt x="1600406" y="802683"/>
                  </a:lnTo>
                  <a:lnTo>
                    <a:pt x="1640416" y="771387"/>
                  </a:lnTo>
                  <a:lnTo>
                    <a:pt x="1680426" y="740091"/>
                  </a:lnTo>
                  <a:lnTo>
                    <a:pt x="1720436" y="708795"/>
                  </a:lnTo>
                  <a:lnTo>
                    <a:pt x="1760446" y="677499"/>
                  </a:lnTo>
                  <a:lnTo>
                    <a:pt x="1800456" y="646202"/>
                  </a:lnTo>
                  <a:lnTo>
                    <a:pt x="1840467" y="614906"/>
                  </a:lnTo>
                  <a:lnTo>
                    <a:pt x="1880477" y="583610"/>
                  </a:lnTo>
                  <a:lnTo>
                    <a:pt x="1920487" y="552314"/>
                  </a:lnTo>
                  <a:lnTo>
                    <a:pt x="1960497" y="521018"/>
                  </a:lnTo>
                  <a:lnTo>
                    <a:pt x="2000507" y="489722"/>
                  </a:lnTo>
                  <a:lnTo>
                    <a:pt x="2040517" y="458426"/>
                  </a:lnTo>
                  <a:lnTo>
                    <a:pt x="2080528" y="427130"/>
                  </a:lnTo>
                  <a:lnTo>
                    <a:pt x="2120538" y="395834"/>
                  </a:lnTo>
                  <a:lnTo>
                    <a:pt x="2160548" y="364538"/>
                  </a:lnTo>
                  <a:lnTo>
                    <a:pt x="2200558" y="333241"/>
                  </a:lnTo>
                  <a:lnTo>
                    <a:pt x="2240568" y="301945"/>
                  </a:lnTo>
                  <a:lnTo>
                    <a:pt x="2280578" y="270649"/>
                  </a:lnTo>
                  <a:lnTo>
                    <a:pt x="2320588" y="239353"/>
                  </a:lnTo>
                  <a:lnTo>
                    <a:pt x="2360599" y="208057"/>
                  </a:lnTo>
                  <a:lnTo>
                    <a:pt x="2400609" y="176761"/>
                  </a:lnTo>
                  <a:lnTo>
                    <a:pt x="2440619" y="145465"/>
                  </a:lnTo>
                  <a:lnTo>
                    <a:pt x="2480629" y="114169"/>
                  </a:lnTo>
                  <a:lnTo>
                    <a:pt x="2520639" y="82873"/>
                  </a:lnTo>
                  <a:lnTo>
                    <a:pt x="2560649" y="51577"/>
                  </a:lnTo>
                  <a:lnTo>
                    <a:pt x="2600660" y="20281"/>
                  </a:lnTo>
                  <a:lnTo>
                    <a:pt x="2626588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2" name="pl2052"/>
            <p:cNvSpPr/>
            <p:nvPr/>
          </p:nvSpPr>
          <p:spPr>
            <a:xfrm>
              <a:off x="9741534" y="710267"/>
              <a:ext cx="2096811" cy="649284"/>
            </a:xfrm>
            <a:custGeom>
              <a:avLst/>
              <a:gdLst/>
              <a:ahLst/>
              <a:cxnLst/>
              <a:rect l="0" t="0" r="0" b="0"/>
              <a:pathLst>
                <a:path w="2096811" h="649284">
                  <a:moveTo>
                    <a:pt x="0" y="649284"/>
                  </a:moveTo>
                  <a:lnTo>
                    <a:pt x="27574" y="640746"/>
                  </a:lnTo>
                  <a:lnTo>
                    <a:pt x="55149" y="632207"/>
                  </a:lnTo>
                  <a:lnTo>
                    <a:pt x="82723" y="623669"/>
                  </a:lnTo>
                  <a:lnTo>
                    <a:pt x="110298" y="615130"/>
                  </a:lnTo>
                  <a:lnTo>
                    <a:pt x="137872" y="606591"/>
                  </a:lnTo>
                  <a:lnTo>
                    <a:pt x="165447" y="598053"/>
                  </a:lnTo>
                  <a:lnTo>
                    <a:pt x="193021" y="589514"/>
                  </a:lnTo>
                  <a:lnTo>
                    <a:pt x="220596" y="580976"/>
                  </a:lnTo>
                  <a:lnTo>
                    <a:pt x="248171" y="572437"/>
                  </a:lnTo>
                  <a:lnTo>
                    <a:pt x="275745" y="563899"/>
                  </a:lnTo>
                  <a:lnTo>
                    <a:pt x="303320" y="555360"/>
                  </a:lnTo>
                  <a:lnTo>
                    <a:pt x="330894" y="546822"/>
                  </a:lnTo>
                  <a:lnTo>
                    <a:pt x="358469" y="538283"/>
                  </a:lnTo>
                  <a:lnTo>
                    <a:pt x="386043" y="529744"/>
                  </a:lnTo>
                  <a:lnTo>
                    <a:pt x="413618" y="521206"/>
                  </a:lnTo>
                  <a:lnTo>
                    <a:pt x="441193" y="512667"/>
                  </a:lnTo>
                  <a:lnTo>
                    <a:pt x="468767" y="504129"/>
                  </a:lnTo>
                  <a:lnTo>
                    <a:pt x="496342" y="495590"/>
                  </a:lnTo>
                  <a:lnTo>
                    <a:pt x="523916" y="487052"/>
                  </a:lnTo>
                  <a:lnTo>
                    <a:pt x="551491" y="478513"/>
                  </a:lnTo>
                  <a:lnTo>
                    <a:pt x="579065" y="469975"/>
                  </a:lnTo>
                  <a:lnTo>
                    <a:pt x="606640" y="461436"/>
                  </a:lnTo>
                  <a:lnTo>
                    <a:pt x="634215" y="452897"/>
                  </a:lnTo>
                  <a:lnTo>
                    <a:pt x="661789" y="444359"/>
                  </a:lnTo>
                  <a:lnTo>
                    <a:pt x="689364" y="435820"/>
                  </a:lnTo>
                  <a:lnTo>
                    <a:pt x="716938" y="427282"/>
                  </a:lnTo>
                  <a:lnTo>
                    <a:pt x="744513" y="418743"/>
                  </a:lnTo>
                  <a:lnTo>
                    <a:pt x="772087" y="410205"/>
                  </a:lnTo>
                  <a:lnTo>
                    <a:pt x="799662" y="401666"/>
                  </a:lnTo>
                  <a:lnTo>
                    <a:pt x="827236" y="393128"/>
                  </a:lnTo>
                  <a:lnTo>
                    <a:pt x="854811" y="384589"/>
                  </a:lnTo>
                  <a:lnTo>
                    <a:pt x="882386" y="376050"/>
                  </a:lnTo>
                  <a:lnTo>
                    <a:pt x="909960" y="367512"/>
                  </a:lnTo>
                  <a:lnTo>
                    <a:pt x="937535" y="358973"/>
                  </a:lnTo>
                  <a:lnTo>
                    <a:pt x="965109" y="350435"/>
                  </a:lnTo>
                  <a:lnTo>
                    <a:pt x="992684" y="341896"/>
                  </a:lnTo>
                  <a:lnTo>
                    <a:pt x="1020258" y="333358"/>
                  </a:lnTo>
                  <a:lnTo>
                    <a:pt x="1047833" y="324819"/>
                  </a:lnTo>
                  <a:lnTo>
                    <a:pt x="1075408" y="316281"/>
                  </a:lnTo>
                  <a:lnTo>
                    <a:pt x="1102982" y="307742"/>
                  </a:lnTo>
                  <a:lnTo>
                    <a:pt x="1130557" y="299203"/>
                  </a:lnTo>
                  <a:lnTo>
                    <a:pt x="1158131" y="290665"/>
                  </a:lnTo>
                  <a:lnTo>
                    <a:pt x="1185706" y="282126"/>
                  </a:lnTo>
                  <a:lnTo>
                    <a:pt x="1213280" y="273588"/>
                  </a:lnTo>
                  <a:lnTo>
                    <a:pt x="1240855" y="265049"/>
                  </a:lnTo>
                  <a:lnTo>
                    <a:pt x="1268430" y="256511"/>
                  </a:lnTo>
                  <a:lnTo>
                    <a:pt x="1296004" y="247972"/>
                  </a:lnTo>
                  <a:lnTo>
                    <a:pt x="1323579" y="239434"/>
                  </a:lnTo>
                  <a:lnTo>
                    <a:pt x="1351153" y="230895"/>
                  </a:lnTo>
                  <a:lnTo>
                    <a:pt x="1378728" y="222356"/>
                  </a:lnTo>
                  <a:lnTo>
                    <a:pt x="1406302" y="213818"/>
                  </a:lnTo>
                  <a:lnTo>
                    <a:pt x="1433877" y="205279"/>
                  </a:lnTo>
                  <a:lnTo>
                    <a:pt x="1461452" y="196741"/>
                  </a:lnTo>
                  <a:lnTo>
                    <a:pt x="1489026" y="188202"/>
                  </a:lnTo>
                  <a:lnTo>
                    <a:pt x="1516601" y="179664"/>
                  </a:lnTo>
                  <a:lnTo>
                    <a:pt x="1544175" y="171125"/>
                  </a:lnTo>
                  <a:lnTo>
                    <a:pt x="1571750" y="162587"/>
                  </a:lnTo>
                  <a:lnTo>
                    <a:pt x="1599324" y="154048"/>
                  </a:lnTo>
                  <a:lnTo>
                    <a:pt x="1626899" y="145509"/>
                  </a:lnTo>
                  <a:lnTo>
                    <a:pt x="1654473" y="136971"/>
                  </a:lnTo>
                  <a:lnTo>
                    <a:pt x="1682048" y="128432"/>
                  </a:lnTo>
                  <a:lnTo>
                    <a:pt x="1709623" y="119894"/>
                  </a:lnTo>
                  <a:lnTo>
                    <a:pt x="1737197" y="111355"/>
                  </a:lnTo>
                  <a:lnTo>
                    <a:pt x="1764772" y="102817"/>
                  </a:lnTo>
                  <a:lnTo>
                    <a:pt x="1792346" y="94278"/>
                  </a:lnTo>
                  <a:lnTo>
                    <a:pt x="1819921" y="85740"/>
                  </a:lnTo>
                  <a:lnTo>
                    <a:pt x="1847495" y="77201"/>
                  </a:lnTo>
                  <a:lnTo>
                    <a:pt x="1875070" y="68662"/>
                  </a:lnTo>
                  <a:lnTo>
                    <a:pt x="1902645" y="60124"/>
                  </a:lnTo>
                  <a:lnTo>
                    <a:pt x="1930219" y="51585"/>
                  </a:lnTo>
                  <a:lnTo>
                    <a:pt x="1957794" y="43047"/>
                  </a:lnTo>
                  <a:lnTo>
                    <a:pt x="1985368" y="34508"/>
                  </a:lnTo>
                  <a:lnTo>
                    <a:pt x="2012943" y="25970"/>
                  </a:lnTo>
                  <a:lnTo>
                    <a:pt x="2040517" y="17431"/>
                  </a:lnTo>
                  <a:lnTo>
                    <a:pt x="2068092" y="8893"/>
                  </a:lnTo>
                  <a:lnTo>
                    <a:pt x="2095667" y="354"/>
                  </a:lnTo>
                  <a:lnTo>
                    <a:pt x="2096811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3" name="pl2053"/>
            <p:cNvSpPr/>
            <p:nvPr/>
          </p:nvSpPr>
          <p:spPr>
            <a:xfrm>
              <a:off x="8331987" y="573085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4" name="pl2054"/>
            <p:cNvSpPr/>
            <p:nvPr/>
          </p:nvSpPr>
          <p:spPr>
            <a:xfrm>
              <a:off x="8331987" y="5127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5" name="pl2055"/>
            <p:cNvSpPr/>
            <p:nvPr/>
          </p:nvSpPr>
          <p:spPr>
            <a:xfrm>
              <a:off x="8331987" y="4525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6" name="pl2056"/>
            <p:cNvSpPr/>
            <p:nvPr/>
          </p:nvSpPr>
          <p:spPr>
            <a:xfrm>
              <a:off x="8331987" y="3922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7" name="pl2057"/>
            <p:cNvSpPr/>
            <p:nvPr/>
          </p:nvSpPr>
          <p:spPr>
            <a:xfrm>
              <a:off x="8929977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8" name="pl2058"/>
            <p:cNvSpPr/>
            <p:nvPr/>
          </p:nvSpPr>
          <p:spPr>
            <a:xfrm>
              <a:off x="9784248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9" name="pl2059"/>
            <p:cNvSpPr/>
            <p:nvPr/>
          </p:nvSpPr>
          <p:spPr>
            <a:xfrm>
              <a:off x="10638519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0" name="pl2060"/>
            <p:cNvSpPr/>
            <p:nvPr/>
          </p:nvSpPr>
          <p:spPr>
            <a:xfrm>
              <a:off x="11492789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1" name="pl2061"/>
            <p:cNvSpPr/>
            <p:nvPr/>
          </p:nvSpPr>
          <p:spPr>
            <a:xfrm>
              <a:off x="8331987" y="6032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2" name="pl2062"/>
            <p:cNvSpPr/>
            <p:nvPr/>
          </p:nvSpPr>
          <p:spPr>
            <a:xfrm>
              <a:off x="8331987" y="542939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3" name="pl2063"/>
            <p:cNvSpPr/>
            <p:nvPr/>
          </p:nvSpPr>
          <p:spPr>
            <a:xfrm>
              <a:off x="8331987" y="4826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4" name="pl2064"/>
            <p:cNvSpPr/>
            <p:nvPr/>
          </p:nvSpPr>
          <p:spPr>
            <a:xfrm>
              <a:off x="8331987" y="4223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5" name="pl2065"/>
            <p:cNvSpPr/>
            <p:nvPr/>
          </p:nvSpPr>
          <p:spPr>
            <a:xfrm>
              <a:off x="8502841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6" name="pl2066"/>
            <p:cNvSpPr/>
            <p:nvPr/>
          </p:nvSpPr>
          <p:spPr>
            <a:xfrm>
              <a:off x="9357112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7" name="pl2067"/>
            <p:cNvSpPr/>
            <p:nvPr/>
          </p:nvSpPr>
          <p:spPr>
            <a:xfrm>
              <a:off x="10211383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8" name="pl2068"/>
            <p:cNvSpPr/>
            <p:nvPr/>
          </p:nvSpPr>
          <p:spPr>
            <a:xfrm>
              <a:off x="11065654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9" name="pl2069"/>
            <p:cNvSpPr/>
            <p:nvPr/>
          </p:nvSpPr>
          <p:spPr>
            <a:xfrm>
              <a:off x="11919925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0" name="pt2070"/>
            <p:cNvSpPr/>
            <p:nvPr/>
          </p:nvSpPr>
          <p:spPr>
            <a:xfrm>
              <a:off x="1091268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1" name="pt2071"/>
            <p:cNvSpPr/>
            <p:nvPr/>
          </p:nvSpPr>
          <p:spPr>
            <a:xfrm>
              <a:off x="1086997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2" name="pt2072"/>
            <p:cNvSpPr/>
            <p:nvPr/>
          </p:nvSpPr>
          <p:spPr>
            <a:xfrm>
              <a:off x="9930276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3" name="pt2073"/>
            <p:cNvSpPr/>
            <p:nvPr/>
          </p:nvSpPr>
          <p:spPr>
            <a:xfrm>
              <a:off x="1052826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4" name="pt2074"/>
            <p:cNvSpPr/>
            <p:nvPr/>
          </p:nvSpPr>
          <p:spPr>
            <a:xfrm>
              <a:off x="1104082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5" name="pt2075"/>
            <p:cNvSpPr/>
            <p:nvPr/>
          </p:nvSpPr>
          <p:spPr>
            <a:xfrm>
              <a:off x="1057097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6" name="pt2076"/>
            <p:cNvSpPr/>
            <p:nvPr/>
          </p:nvSpPr>
          <p:spPr>
            <a:xfrm>
              <a:off x="10101130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7" name="pt2077"/>
            <p:cNvSpPr/>
            <p:nvPr/>
          </p:nvSpPr>
          <p:spPr>
            <a:xfrm>
              <a:off x="1065640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8" name="pt2078"/>
            <p:cNvSpPr/>
            <p:nvPr/>
          </p:nvSpPr>
          <p:spPr>
            <a:xfrm>
              <a:off x="1116896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9" name="pt2079"/>
            <p:cNvSpPr/>
            <p:nvPr/>
          </p:nvSpPr>
          <p:spPr>
            <a:xfrm>
              <a:off x="9716708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0" name="pt2080"/>
            <p:cNvSpPr/>
            <p:nvPr/>
          </p:nvSpPr>
          <p:spPr>
            <a:xfrm>
              <a:off x="10741833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1" name="pt2081"/>
            <p:cNvSpPr/>
            <p:nvPr/>
          </p:nvSpPr>
          <p:spPr>
            <a:xfrm>
              <a:off x="9887562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2" name="pt2082"/>
            <p:cNvSpPr/>
            <p:nvPr/>
          </p:nvSpPr>
          <p:spPr>
            <a:xfrm>
              <a:off x="1061369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3" name="pt2083"/>
            <p:cNvSpPr/>
            <p:nvPr/>
          </p:nvSpPr>
          <p:spPr>
            <a:xfrm>
              <a:off x="9588568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4" name="pt2084"/>
            <p:cNvSpPr/>
            <p:nvPr/>
          </p:nvSpPr>
          <p:spPr>
            <a:xfrm>
              <a:off x="9759422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5" name="pt2085"/>
            <p:cNvSpPr/>
            <p:nvPr/>
          </p:nvSpPr>
          <p:spPr>
            <a:xfrm>
              <a:off x="1069912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6" name="pt2086"/>
            <p:cNvSpPr/>
            <p:nvPr/>
          </p:nvSpPr>
          <p:spPr>
            <a:xfrm>
              <a:off x="1078454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7" name="pt2087"/>
            <p:cNvSpPr/>
            <p:nvPr/>
          </p:nvSpPr>
          <p:spPr>
            <a:xfrm>
              <a:off x="1069912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8" name="pt2088"/>
            <p:cNvSpPr/>
            <p:nvPr/>
          </p:nvSpPr>
          <p:spPr>
            <a:xfrm>
              <a:off x="1108354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9" name="pt2089"/>
            <p:cNvSpPr/>
            <p:nvPr/>
          </p:nvSpPr>
          <p:spPr>
            <a:xfrm>
              <a:off x="9375000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0" name="pt2090"/>
            <p:cNvSpPr/>
            <p:nvPr/>
          </p:nvSpPr>
          <p:spPr>
            <a:xfrm>
              <a:off x="10570979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1" name="pt2091"/>
            <p:cNvSpPr/>
            <p:nvPr/>
          </p:nvSpPr>
          <p:spPr>
            <a:xfrm>
              <a:off x="1151067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2" name="pt2092"/>
            <p:cNvSpPr/>
            <p:nvPr/>
          </p:nvSpPr>
          <p:spPr>
            <a:xfrm>
              <a:off x="1018655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3" name="pt2093"/>
            <p:cNvSpPr/>
            <p:nvPr/>
          </p:nvSpPr>
          <p:spPr>
            <a:xfrm>
              <a:off x="1155339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4" name="pt2094"/>
            <p:cNvSpPr/>
            <p:nvPr/>
          </p:nvSpPr>
          <p:spPr>
            <a:xfrm>
              <a:off x="9887562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5" name="pt2095"/>
            <p:cNvSpPr/>
            <p:nvPr/>
          </p:nvSpPr>
          <p:spPr>
            <a:xfrm>
              <a:off x="9289573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6" name="pt2096"/>
            <p:cNvSpPr/>
            <p:nvPr/>
          </p:nvSpPr>
          <p:spPr>
            <a:xfrm>
              <a:off x="9716708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7" name="pt2097"/>
            <p:cNvSpPr/>
            <p:nvPr/>
          </p:nvSpPr>
          <p:spPr>
            <a:xfrm>
              <a:off x="1061369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8" name="pt2098"/>
            <p:cNvSpPr/>
            <p:nvPr/>
          </p:nvSpPr>
          <p:spPr>
            <a:xfrm>
              <a:off x="1027198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9" name="pt2099"/>
            <p:cNvSpPr/>
            <p:nvPr/>
          </p:nvSpPr>
          <p:spPr>
            <a:xfrm>
              <a:off x="9759422" y="4640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0" name="pt2100"/>
            <p:cNvSpPr/>
            <p:nvPr/>
          </p:nvSpPr>
          <p:spPr>
            <a:xfrm>
              <a:off x="9844849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1" name="pt2101"/>
            <p:cNvSpPr/>
            <p:nvPr/>
          </p:nvSpPr>
          <p:spPr>
            <a:xfrm>
              <a:off x="11254396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2" name="pt2102"/>
            <p:cNvSpPr/>
            <p:nvPr/>
          </p:nvSpPr>
          <p:spPr>
            <a:xfrm>
              <a:off x="1095540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3" name="pt2103"/>
            <p:cNvSpPr/>
            <p:nvPr/>
          </p:nvSpPr>
          <p:spPr>
            <a:xfrm>
              <a:off x="11040828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4" name="pt2104"/>
            <p:cNvSpPr/>
            <p:nvPr/>
          </p:nvSpPr>
          <p:spPr>
            <a:xfrm>
              <a:off x="10485552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5" name="pt2105"/>
            <p:cNvSpPr/>
            <p:nvPr/>
          </p:nvSpPr>
          <p:spPr>
            <a:xfrm>
              <a:off x="1189509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6" name="pt2106"/>
            <p:cNvSpPr/>
            <p:nvPr/>
          </p:nvSpPr>
          <p:spPr>
            <a:xfrm>
              <a:off x="1180967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7" name="pt2107"/>
            <p:cNvSpPr/>
            <p:nvPr/>
          </p:nvSpPr>
          <p:spPr>
            <a:xfrm>
              <a:off x="9332286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8" name="pt2108"/>
            <p:cNvSpPr/>
            <p:nvPr/>
          </p:nvSpPr>
          <p:spPr>
            <a:xfrm>
              <a:off x="1018655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9" name="pt2109"/>
            <p:cNvSpPr/>
            <p:nvPr/>
          </p:nvSpPr>
          <p:spPr>
            <a:xfrm>
              <a:off x="1078454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0" name="pt2110"/>
            <p:cNvSpPr/>
            <p:nvPr/>
          </p:nvSpPr>
          <p:spPr>
            <a:xfrm>
              <a:off x="1074183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1" name="pt2111"/>
            <p:cNvSpPr/>
            <p:nvPr/>
          </p:nvSpPr>
          <p:spPr>
            <a:xfrm>
              <a:off x="10528266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2" name="pt2112"/>
            <p:cNvSpPr/>
            <p:nvPr/>
          </p:nvSpPr>
          <p:spPr>
            <a:xfrm>
              <a:off x="1108354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3" name="pt2113"/>
            <p:cNvSpPr/>
            <p:nvPr/>
          </p:nvSpPr>
          <p:spPr>
            <a:xfrm>
              <a:off x="1172424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4" name="pt2114"/>
            <p:cNvSpPr/>
            <p:nvPr/>
          </p:nvSpPr>
          <p:spPr>
            <a:xfrm>
              <a:off x="1027198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5" name="pt2115"/>
            <p:cNvSpPr/>
            <p:nvPr/>
          </p:nvSpPr>
          <p:spPr>
            <a:xfrm>
              <a:off x="1095540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6" name="pt2116"/>
            <p:cNvSpPr/>
            <p:nvPr/>
          </p:nvSpPr>
          <p:spPr>
            <a:xfrm>
              <a:off x="10015703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7" name="pt2117"/>
            <p:cNvSpPr/>
            <p:nvPr/>
          </p:nvSpPr>
          <p:spPr>
            <a:xfrm>
              <a:off x="1086997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8" name="pt2118"/>
            <p:cNvSpPr/>
            <p:nvPr/>
          </p:nvSpPr>
          <p:spPr>
            <a:xfrm>
              <a:off x="10271984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9" name="pt2119"/>
            <p:cNvSpPr/>
            <p:nvPr/>
          </p:nvSpPr>
          <p:spPr>
            <a:xfrm>
              <a:off x="1180967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0" name="pt2120"/>
            <p:cNvSpPr/>
            <p:nvPr/>
          </p:nvSpPr>
          <p:spPr>
            <a:xfrm>
              <a:off x="1180967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1" name="pt2121"/>
            <p:cNvSpPr/>
            <p:nvPr/>
          </p:nvSpPr>
          <p:spPr>
            <a:xfrm>
              <a:off x="11040828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2" name="pt2122"/>
            <p:cNvSpPr/>
            <p:nvPr/>
          </p:nvSpPr>
          <p:spPr>
            <a:xfrm>
              <a:off x="1121168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3" name="pt2123"/>
            <p:cNvSpPr/>
            <p:nvPr/>
          </p:nvSpPr>
          <p:spPr>
            <a:xfrm>
              <a:off x="9930276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4" name="pt2124"/>
            <p:cNvSpPr/>
            <p:nvPr/>
          </p:nvSpPr>
          <p:spPr>
            <a:xfrm>
              <a:off x="10912687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5" name="pt2125"/>
            <p:cNvSpPr/>
            <p:nvPr/>
          </p:nvSpPr>
          <p:spPr>
            <a:xfrm>
              <a:off x="10314698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6" name="pt2126"/>
            <p:cNvSpPr/>
            <p:nvPr/>
          </p:nvSpPr>
          <p:spPr>
            <a:xfrm>
              <a:off x="9844849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7" name="pt2127"/>
            <p:cNvSpPr/>
            <p:nvPr/>
          </p:nvSpPr>
          <p:spPr>
            <a:xfrm>
              <a:off x="1035741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8" name="pt2128"/>
            <p:cNvSpPr/>
            <p:nvPr/>
          </p:nvSpPr>
          <p:spPr>
            <a:xfrm>
              <a:off x="9887562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9" name="pt2129"/>
            <p:cNvSpPr/>
            <p:nvPr/>
          </p:nvSpPr>
          <p:spPr>
            <a:xfrm>
              <a:off x="10485552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0" name="pt2130"/>
            <p:cNvSpPr/>
            <p:nvPr/>
          </p:nvSpPr>
          <p:spPr>
            <a:xfrm>
              <a:off x="1069912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1" name="pt2131"/>
            <p:cNvSpPr/>
            <p:nvPr/>
          </p:nvSpPr>
          <p:spPr>
            <a:xfrm>
              <a:off x="9716708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2" name="pt2132"/>
            <p:cNvSpPr/>
            <p:nvPr/>
          </p:nvSpPr>
          <p:spPr>
            <a:xfrm>
              <a:off x="10955401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3" name="pt2133"/>
            <p:cNvSpPr/>
            <p:nvPr/>
          </p:nvSpPr>
          <p:spPr>
            <a:xfrm>
              <a:off x="9802135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4" name="pt2134"/>
            <p:cNvSpPr/>
            <p:nvPr/>
          </p:nvSpPr>
          <p:spPr>
            <a:xfrm>
              <a:off x="1010113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5" name="pt2135"/>
            <p:cNvSpPr/>
            <p:nvPr/>
          </p:nvSpPr>
          <p:spPr>
            <a:xfrm>
              <a:off x="9972990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6" name="pt2136"/>
            <p:cNvSpPr/>
            <p:nvPr/>
          </p:nvSpPr>
          <p:spPr>
            <a:xfrm>
              <a:off x="9375000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7" name="pt2137"/>
            <p:cNvSpPr/>
            <p:nvPr/>
          </p:nvSpPr>
          <p:spPr>
            <a:xfrm>
              <a:off x="1146796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8" name="pt2138"/>
            <p:cNvSpPr/>
            <p:nvPr/>
          </p:nvSpPr>
          <p:spPr>
            <a:xfrm>
              <a:off x="10442838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9" name="pt2139"/>
            <p:cNvSpPr/>
            <p:nvPr/>
          </p:nvSpPr>
          <p:spPr>
            <a:xfrm>
              <a:off x="9716708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0" name="pt2140"/>
            <p:cNvSpPr/>
            <p:nvPr/>
          </p:nvSpPr>
          <p:spPr>
            <a:xfrm>
              <a:off x="10015703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1" name="pt2141"/>
            <p:cNvSpPr/>
            <p:nvPr/>
          </p:nvSpPr>
          <p:spPr>
            <a:xfrm>
              <a:off x="10699120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2" name="pt2142"/>
            <p:cNvSpPr/>
            <p:nvPr/>
          </p:nvSpPr>
          <p:spPr>
            <a:xfrm>
              <a:off x="10314698" y="42992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3" name="pt2143"/>
            <p:cNvSpPr/>
            <p:nvPr/>
          </p:nvSpPr>
          <p:spPr>
            <a:xfrm>
              <a:off x="1044283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4" name="pt2144"/>
            <p:cNvSpPr/>
            <p:nvPr/>
          </p:nvSpPr>
          <p:spPr>
            <a:xfrm>
              <a:off x="8905151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5" name="pt2145"/>
            <p:cNvSpPr/>
            <p:nvPr/>
          </p:nvSpPr>
          <p:spPr>
            <a:xfrm>
              <a:off x="9972990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6" name="pt2146"/>
            <p:cNvSpPr/>
            <p:nvPr/>
          </p:nvSpPr>
          <p:spPr>
            <a:xfrm>
              <a:off x="9417713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7" name="pt2147"/>
            <p:cNvSpPr/>
            <p:nvPr/>
          </p:nvSpPr>
          <p:spPr>
            <a:xfrm>
              <a:off x="9930276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8" name="pt2148"/>
            <p:cNvSpPr/>
            <p:nvPr/>
          </p:nvSpPr>
          <p:spPr>
            <a:xfrm>
              <a:off x="9204146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9" name="pt2149"/>
            <p:cNvSpPr/>
            <p:nvPr/>
          </p:nvSpPr>
          <p:spPr>
            <a:xfrm>
              <a:off x="8947864" y="54447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0" name="pt2150"/>
            <p:cNvSpPr/>
            <p:nvPr/>
          </p:nvSpPr>
          <p:spPr>
            <a:xfrm>
              <a:off x="9246859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1" name="pt2151"/>
            <p:cNvSpPr/>
            <p:nvPr/>
          </p:nvSpPr>
          <p:spPr>
            <a:xfrm>
              <a:off x="8478015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2" name="pt2152"/>
            <p:cNvSpPr/>
            <p:nvPr/>
          </p:nvSpPr>
          <p:spPr>
            <a:xfrm>
              <a:off x="8478015" y="59673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3" name="pt2153"/>
            <p:cNvSpPr/>
            <p:nvPr/>
          </p:nvSpPr>
          <p:spPr>
            <a:xfrm>
              <a:off x="8478015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4" name="pt2154"/>
            <p:cNvSpPr/>
            <p:nvPr/>
          </p:nvSpPr>
          <p:spPr>
            <a:xfrm>
              <a:off x="8478015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5" name="pt2155"/>
            <p:cNvSpPr/>
            <p:nvPr/>
          </p:nvSpPr>
          <p:spPr>
            <a:xfrm>
              <a:off x="9759422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6" name="pt2156"/>
            <p:cNvSpPr/>
            <p:nvPr/>
          </p:nvSpPr>
          <p:spPr>
            <a:xfrm>
              <a:off x="9161432" y="50227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7" name="pt2157"/>
            <p:cNvSpPr/>
            <p:nvPr/>
          </p:nvSpPr>
          <p:spPr>
            <a:xfrm>
              <a:off x="9588568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8" name="pt2158"/>
            <p:cNvSpPr/>
            <p:nvPr/>
          </p:nvSpPr>
          <p:spPr>
            <a:xfrm>
              <a:off x="10314698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9" name="pt2159"/>
            <p:cNvSpPr/>
            <p:nvPr/>
          </p:nvSpPr>
          <p:spPr>
            <a:xfrm>
              <a:off x="8478015" y="5927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0" name="pt2160"/>
            <p:cNvSpPr/>
            <p:nvPr/>
          </p:nvSpPr>
          <p:spPr>
            <a:xfrm>
              <a:off x="9588568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1" name="pt2161"/>
            <p:cNvSpPr/>
            <p:nvPr/>
          </p:nvSpPr>
          <p:spPr>
            <a:xfrm>
              <a:off x="8520729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2" name="pt2162"/>
            <p:cNvSpPr/>
            <p:nvPr/>
          </p:nvSpPr>
          <p:spPr>
            <a:xfrm>
              <a:off x="9503141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3" name="pt2163"/>
            <p:cNvSpPr/>
            <p:nvPr/>
          </p:nvSpPr>
          <p:spPr>
            <a:xfrm>
              <a:off x="980213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4" name="pt2164"/>
            <p:cNvSpPr/>
            <p:nvPr/>
          </p:nvSpPr>
          <p:spPr>
            <a:xfrm>
              <a:off x="1078454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5" name="pt2165"/>
            <p:cNvSpPr/>
            <p:nvPr/>
          </p:nvSpPr>
          <p:spPr>
            <a:xfrm>
              <a:off x="1061369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6" name="pt2166"/>
            <p:cNvSpPr/>
            <p:nvPr/>
          </p:nvSpPr>
          <p:spPr>
            <a:xfrm>
              <a:off x="8990578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7" name="pt2167"/>
            <p:cNvSpPr/>
            <p:nvPr/>
          </p:nvSpPr>
          <p:spPr>
            <a:xfrm>
              <a:off x="8478015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8" name="pt2168"/>
            <p:cNvSpPr/>
            <p:nvPr/>
          </p:nvSpPr>
          <p:spPr>
            <a:xfrm>
              <a:off x="9588568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9" name="pt2169"/>
            <p:cNvSpPr/>
            <p:nvPr/>
          </p:nvSpPr>
          <p:spPr>
            <a:xfrm>
              <a:off x="1095540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0" name="pt2170"/>
            <p:cNvSpPr/>
            <p:nvPr/>
          </p:nvSpPr>
          <p:spPr>
            <a:xfrm>
              <a:off x="1104082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1" name="pt2171"/>
            <p:cNvSpPr/>
            <p:nvPr/>
          </p:nvSpPr>
          <p:spPr>
            <a:xfrm>
              <a:off x="9503141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2" name="pt2172"/>
            <p:cNvSpPr/>
            <p:nvPr/>
          </p:nvSpPr>
          <p:spPr>
            <a:xfrm>
              <a:off x="9204146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3" name="pt2173"/>
            <p:cNvSpPr/>
            <p:nvPr/>
          </p:nvSpPr>
          <p:spPr>
            <a:xfrm>
              <a:off x="1099811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4" name="pt2174"/>
            <p:cNvSpPr/>
            <p:nvPr/>
          </p:nvSpPr>
          <p:spPr>
            <a:xfrm>
              <a:off x="1031469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5" name="pt2175"/>
            <p:cNvSpPr/>
            <p:nvPr/>
          </p:nvSpPr>
          <p:spPr>
            <a:xfrm>
              <a:off x="10271984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6" name="pt2176"/>
            <p:cNvSpPr/>
            <p:nvPr/>
          </p:nvSpPr>
          <p:spPr>
            <a:xfrm>
              <a:off x="9503141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7" name="pt2177"/>
            <p:cNvSpPr/>
            <p:nvPr/>
          </p:nvSpPr>
          <p:spPr>
            <a:xfrm>
              <a:off x="11040828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8" name="pt2178"/>
            <p:cNvSpPr/>
            <p:nvPr/>
          </p:nvSpPr>
          <p:spPr>
            <a:xfrm>
              <a:off x="1091268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9" name="pt2179"/>
            <p:cNvSpPr/>
            <p:nvPr/>
          </p:nvSpPr>
          <p:spPr>
            <a:xfrm>
              <a:off x="10357411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0" name="pt2180"/>
            <p:cNvSpPr/>
            <p:nvPr/>
          </p:nvSpPr>
          <p:spPr>
            <a:xfrm>
              <a:off x="11211682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1" name="pt2181"/>
            <p:cNvSpPr/>
            <p:nvPr/>
          </p:nvSpPr>
          <p:spPr>
            <a:xfrm>
              <a:off x="1121168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2" name="pt2182"/>
            <p:cNvSpPr/>
            <p:nvPr/>
          </p:nvSpPr>
          <p:spPr>
            <a:xfrm>
              <a:off x="11425250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3" name="pt2183"/>
            <p:cNvSpPr/>
            <p:nvPr/>
          </p:nvSpPr>
          <p:spPr>
            <a:xfrm>
              <a:off x="1121168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4" name="pt2184"/>
            <p:cNvSpPr/>
            <p:nvPr/>
          </p:nvSpPr>
          <p:spPr>
            <a:xfrm>
              <a:off x="1155339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5" name="pt2185"/>
            <p:cNvSpPr/>
            <p:nvPr/>
          </p:nvSpPr>
          <p:spPr>
            <a:xfrm>
              <a:off x="1146796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6" name="pt2186"/>
            <p:cNvSpPr/>
            <p:nvPr/>
          </p:nvSpPr>
          <p:spPr>
            <a:xfrm>
              <a:off x="10271984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7" name="pt2187"/>
            <p:cNvSpPr/>
            <p:nvPr/>
          </p:nvSpPr>
          <p:spPr>
            <a:xfrm>
              <a:off x="1099811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8" name="pt2188"/>
            <p:cNvSpPr/>
            <p:nvPr/>
          </p:nvSpPr>
          <p:spPr>
            <a:xfrm>
              <a:off x="11083542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9" name="pt2189"/>
            <p:cNvSpPr/>
            <p:nvPr/>
          </p:nvSpPr>
          <p:spPr>
            <a:xfrm>
              <a:off x="1121168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0" name="pt2190"/>
            <p:cNvSpPr/>
            <p:nvPr/>
          </p:nvSpPr>
          <p:spPr>
            <a:xfrm>
              <a:off x="10741833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1" name="pt2191"/>
            <p:cNvSpPr/>
            <p:nvPr/>
          </p:nvSpPr>
          <p:spPr>
            <a:xfrm>
              <a:off x="1121168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2" name="pt2192"/>
            <p:cNvSpPr/>
            <p:nvPr/>
          </p:nvSpPr>
          <p:spPr>
            <a:xfrm>
              <a:off x="1172424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3" name="pt2193"/>
            <p:cNvSpPr/>
            <p:nvPr/>
          </p:nvSpPr>
          <p:spPr>
            <a:xfrm>
              <a:off x="1180967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4" name="pt2194"/>
            <p:cNvSpPr/>
            <p:nvPr/>
          </p:nvSpPr>
          <p:spPr>
            <a:xfrm>
              <a:off x="1091268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5" name="pt2195"/>
            <p:cNvSpPr/>
            <p:nvPr/>
          </p:nvSpPr>
          <p:spPr>
            <a:xfrm>
              <a:off x="1168153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6" name="pt2196"/>
            <p:cNvSpPr/>
            <p:nvPr/>
          </p:nvSpPr>
          <p:spPr>
            <a:xfrm>
              <a:off x="10528266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7" name="pt2197"/>
            <p:cNvSpPr/>
            <p:nvPr/>
          </p:nvSpPr>
          <p:spPr>
            <a:xfrm>
              <a:off x="10998115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8" name="pt2198"/>
            <p:cNvSpPr/>
            <p:nvPr/>
          </p:nvSpPr>
          <p:spPr>
            <a:xfrm>
              <a:off x="11083542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9" name="pt2199"/>
            <p:cNvSpPr/>
            <p:nvPr/>
          </p:nvSpPr>
          <p:spPr>
            <a:xfrm>
              <a:off x="9930276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0" name="pt2200"/>
            <p:cNvSpPr/>
            <p:nvPr/>
          </p:nvSpPr>
          <p:spPr>
            <a:xfrm>
              <a:off x="1099811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1" name="pt2201"/>
            <p:cNvSpPr/>
            <p:nvPr/>
          </p:nvSpPr>
          <p:spPr>
            <a:xfrm>
              <a:off x="10955401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2" name="pt2202"/>
            <p:cNvSpPr/>
            <p:nvPr/>
          </p:nvSpPr>
          <p:spPr>
            <a:xfrm>
              <a:off x="11638818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3" name="pt2203"/>
            <p:cNvSpPr/>
            <p:nvPr/>
          </p:nvSpPr>
          <p:spPr>
            <a:xfrm>
              <a:off x="1180967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4" name="pt2204"/>
            <p:cNvSpPr/>
            <p:nvPr/>
          </p:nvSpPr>
          <p:spPr>
            <a:xfrm>
              <a:off x="9289573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5" name="pt2205"/>
            <p:cNvSpPr/>
            <p:nvPr/>
          </p:nvSpPr>
          <p:spPr>
            <a:xfrm>
              <a:off x="1108354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6" name="pt2206"/>
            <p:cNvSpPr/>
            <p:nvPr/>
          </p:nvSpPr>
          <p:spPr>
            <a:xfrm>
              <a:off x="1172424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7" name="pt2207"/>
            <p:cNvSpPr/>
            <p:nvPr/>
          </p:nvSpPr>
          <p:spPr>
            <a:xfrm>
              <a:off x="1108354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8" name="pt2208"/>
            <p:cNvSpPr/>
            <p:nvPr/>
          </p:nvSpPr>
          <p:spPr>
            <a:xfrm>
              <a:off x="10015703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9" name="pt2209"/>
            <p:cNvSpPr/>
            <p:nvPr/>
          </p:nvSpPr>
          <p:spPr>
            <a:xfrm>
              <a:off x="1180967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0" name="pt2210"/>
            <p:cNvSpPr/>
            <p:nvPr/>
          </p:nvSpPr>
          <p:spPr>
            <a:xfrm>
              <a:off x="10101130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1" name="pt2211"/>
            <p:cNvSpPr/>
            <p:nvPr/>
          </p:nvSpPr>
          <p:spPr>
            <a:xfrm>
              <a:off x="1040012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2" name="pt2212"/>
            <p:cNvSpPr/>
            <p:nvPr/>
          </p:nvSpPr>
          <p:spPr>
            <a:xfrm>
              <a:off x="1091268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3" name="pt2213"/>
            <p:cNvSpPr/>
            <p:nvPr/>
          </p:nvSpPr>
          <p:spPr>
            <a:xfrm>
              <a:off x="9673995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4" name="pt2214"/>
            <p:cNvSpPr/>
            <p:nvPr/>
          </p:nvSpPr>
          <p:spPr>
            <a:xfrm>
              <a:off x="1065640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5" name="pt2215"/>
            <p:cNvSpPr/>
            <p:nvPr/>
          </p:nvSpPr>
          <p:spPr>
            <a:xfrm>
              <a:off x="1057097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6" name="pt2216"/>
            <p:cNvSpPr/>
            <p:nvPr/>
          </p:nvSpPr>
          <p:spPr>
            <a:xfrm>
              <a:off x="10656406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7" name="pt2217"/>
            <p:cNvSpPr/>
            <p:nvPr/>
          </p:nvSpPr>
          <p:spPr>
            <a:xfrm>
              <a:off x="11467964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8" name="pt2218"/>
            <p:cNvSpPr/>
            <p:nvPr/>
          </p:nvSpPr>
          <p:spPr>
            <a:xfrm>
              <a:off x="9844849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9" name="pt2219"/>
            <p:cNvSpPr/>
            <p:nvPr/>
          </p:nvSpPr>
          <p:spPr>
            <a:xfrm>
              <a:off x="1116896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0" name="pt2220"/>
            <p:cNvSpPr/>
            <p:nvPr/>
          </p:nvSpPr>
          <p:spPr>
            <a:xfrm>
              <a:off x="1086997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1" name="pt2221"/>
            <p:cNvSpPr/>
            <p:nvPr/>
          </p:nvSpPr>
          <p:spPr>
            <a:xfrm>
              <a:off x="1074183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2" name="pt2222"/>
            <p:cNvSpPr/>
            <p:nvPr/>
          </p:nvSpPr>
          <p:spPr>
            <a:xfrm>
              <a:off x="10570979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3" name="pt2223"/>
            <p:cNvSpPr/>
            <p:nvPr/>
          </p:nvSpPr>
          <p:spPr>
            <a:xfrm>
              <a:off x="1086997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4" name="pt2224"/>
            <p:cNvSpPr/>
            <p:nvPr/>
          </p:nvSpPr>
          <p:spPr>
            <a:xfrm>
              <a:off x="1044283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5" name="pt2225"/>
            <p:cNvSpPr/>
            <p:nvPr/>
          </p:nvSpPr>
          <p:spPr>
            <a:xfrm>
              <a:off x="1069912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6" name="pt2226"/>
            <p:cNvSpPr/>
            <p:nvPr/>
          </p:nvSpPr>
          <p:spPr>
            <a:xfrm>
              <a:off x="11510677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7" name="pt2227"/>
            <p:cNvSpPr/>
            <p:nvPr/>
          </p:nvSpPr>
          <p:spPr>
            <a:xfrm>
              <a:off x="1095540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8" name="pt2228"/>
            <p:cNvSpPr/>
            <p:nvPr/>
          </p:nvSpPr>
          <p:spPr>
            <a:xfrm>
              <a:off x="10869974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9" name="pt2229"/>
            <p:cNvSpPr/>
            <p:nvPr/>
          </p:nvSpPr>
          <p:spPr>
            <a:xfrm>
              <a:off x="9716708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0" name="pt2230"/>
            <p:cNvSpPr/>
            <p:nvPr/>
          </p:nvSpPr>
          <p:spPr>
            <a:xfrm>
              <a:off x="980213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1" name="pt2231"/>
            <p:cNvSpPr/>
            <p:nvPr/>
          </p:nvSpPr>
          <p:spPr>
            <a:xfrm>
              <a:off x="1082726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2" name="pt2232"/>
            <p:cNvSpPr/>
            <p:nvPr/>
          </p:nvSpPr>
          <p:spPr>
            <a:xfrm>
              <a:off x="1061369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3" name="pt2233"/>
            <p:cNvSpPr/>
            <p:nvPr/>
          </p:nvSpPr>
          <p:spPr>
            <a:xfrm>
              <a:off x="9289573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4" name="pt2234"/>
            <p:cNvSpPr/>
            <p:nvPr/>
          </p:nvSpPr>
          <p:spPr>
            <a:xfrm>
              <a:off x="10271984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5" name="pt2235"/>
            <p:cNvSpPr/>
            <p:nvPr/>
          </p:nvSpPr>
          <p:spPr>
            <a:xfrm>
              <a:off x="1108354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6" name="pt2236"/>
            <p:cNvSpPr/>
            <p:nvPr/>
          </p:nvSpPr>
          <p:spPr>
            <a:xfrm>
              <a:off x="11083542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7" name="pt2237"/>
            <p:cNvSpPr/>
            <p:nvPr/>
          </p:nvSpPr>
          <p:spPr>
            <a:xfrm>
              <a:off x="10271984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8" name="pt2238"/>
            <p:cNvSpPr/>
            <p:nvPr/>
          </p:nvSpPr>
          <p:spPr>
            <a:xfrm>
              <a:off x="1091268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9" name="pt2239"/>
            <p:cNvSpPr/>
            <p:nvPr/>
          </p:nvSpPr>
          <p:spPr>
            <a:xfrm>
              <a:off x="9588568" y="41384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0" name="pt2240"/>
            <p:cNvSpPr/>
            <p:nvPr/>
          </p:nvSpPr>
          <p:spPr>
            <a:xfrm>
              <a:off x="10656406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1" name="pt2241"/>
            <p:cNvSpPr/>
            <p:nvPr/>
          </p:nvSpPr>
          <p:spPr>
            <a:xfrm>
              <a:off x="10271984" y="4238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2" name="pt2242"/>
            <p:cNvSpPr/>
            <p:nvPr/>
          </p:nvSpPr>
          <p:spPr>
            <a:xfrm>
              <a:off x="8819724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3" name="pt2243"/>
            <p:cNvSpPr/>
            <p:nvPr/>
          </p:nvSpPr>
          <p:spPr>
            <a:xfrm>
              <a:off x="10186557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4" name="pt2244"/>
            <p:cNvSpPr/>
            <p:nvPr/>
          </p:nvSpPr>
          <p:spPr>
            <a:xfrm>
              <a:off x="9759422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5" name="pt2245"/>
            <p:cNvSpPr/>
            <p:nvPr/>
          </p:nvSpPr>
          <p:spPr>
            <a:xfrm>
              <a:off x="11425250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6" name="pt2246"/>
            <p:cNvSpPr/>
            <p:nvPr/>
          </p:nvSpPr>
          <p:spPr>
            <a:xfrm>
              <a:off x="9375000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7" name="pt2247"/>
            <p:cNvSpPr/>
            <p:nvPr/>
          </p:nvSpPr>
          <p:spPr>
            <a:xfrm>
              <a:off x="1108354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8" name="pt2248"/>
            <p:cNvSpPr/>
            <p:nvPr/>
          </p:nvSpPr>
          <p:spPr>
            <a:xfrm>
              <a:off x="8563443" y="58668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9" name="pt2249"/>
            <p:cNvSpPr/>
            <p:nvPr/>
          </p:nvSpPr>
          <p:spPr>
            <a:xfrm>
              <a:off x="1095540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0" name="pt2250"/>
            <p:cNvSpPr/>
            <p:nvPr/>
          </p:nvSpPr>
          <p:spPr>
            <a:xfrm>
              <a:off x="9375000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1" name="pt2251"/>
            <p:cNvSpPr/>
            <p:nvPr/>
          </p:nvSpPr>
          <p:spPr>
            <a:xfrm>
              <a:off x="1108354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2" name="pt2252"/>
            <p:cNvSpPr/>
            <p:nvPr/>
          </p:nvSpPr>
          <p:spPr>
            <a:xfrm>
              <a:off x="1022927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3" name="pt2253"/>
            <p:cNvSpPr/>
            <p:nvPr/>
          </p:nvSpPr>
          <p:spPr>
            <a:xfrm>
              <a:off x="1116896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4" name="pt2254"/>
            <p:cNvSpPr/>
            <p:nvPr/>
          </p:nvSpPr>
          <p:spPr>
            <a:xfrm>
              <a:off x="11297109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5" name="pt2255"/>
            <p:cNvSpPr/>
            <p:nvPr/>
          </p:nvSpPr>
          <p:spPr>
            <a:xfrm>
              <a:off x="10528266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6" name="pt2256"/>
            <p:cNvSpPr/>
            <p:nvPr/>
          </p:nvSpPr>
          <p:spPr>
            <a:xfrm>
              <a:off x="9204146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7" name="pt2257"/>
            <p:cNvSpPr/>
            <p:nvPr/>
          </p:nvSpPr>
          <p:spPr>
            <a:xfrm>
              <a:off x="10101130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8" name="pt2258"/>
            <p:cNvSpPr/>
            <p:nvPr/>
          </p:nvSpPr>
          <p:spPr>
            <a:xfrm>
              <a:off x="9033292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9" name="pt2259"/>
            <p:cNvSpPr/>
            <p:nvPr/>
          </p:nvSpPr>
          <p:spPr>
            <a:xfrm>
              <a:off x="1061369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0" name="pt2260"/>
            <p:cNvSpPr/>
            <p:nvPr/>
          </p:nvSpPr>
          <p:spPr>
            <a:xfrm>
              <a:off x="10229271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1" name="pt2261"/>
            <p:cNvSpPr/>
            <p:nvPr/>
          </p:nvSpPr>
          <p:spPr>
            <a:xfrm>
              <a:off x="1044283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2" name="pt2262"/>
            <p:cNvSpPr/>
            <p:nvPr/>
          </p:nvSpPr>
          <p:spPr>
            <a:xfrm>
              <a:off x="1052826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3" name="pt2263"/>
            <p:cNvSpPr/>
            <p:nvPr/>
          </p:nvSpPr>
          <p:spPr>
            <a:xfrm>
              <a:off x="1099811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4" name="pt2264"/>
            <p:cNvSpPr/>
            <p:nvPr/>
          </p:nvSpPr>
          <p:spPr>
            <a:xfrm>
              <a:off x="1116896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5" name="pt2265"/>
            <p:cNvSpPr/>
            <p:nvPr/>
          </p:nvSpPr>
          <p:spPr>
            <a:xfrm>
              <a:off x="1129710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6" name="pt2266"/>
            <p:cNvSpPr/>
            <p:nvPr/>
          </p:nvSpPr>
          <p:spPr>
            <a:xfrm>
              <a:off x="1104082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7" name="pt2267"/>
            <p:cNvSpPr/>
            <p:nvPr/>
          </p:nvSpPr>
          <p:spPr>
            <a:xfrm>
              <a:off x="1104082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8" name="pt2268"/>
            <p:cNvSpPr/>
            <p:nvPr/>
          </p:nvSpPr>
          <p:spPr>
            <a:xfrm>
              <a:off x="980213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9" name="pt2269"/>
            <p:cNvSpPr/>
            <p:nvPr/>
          </p:nvSpPr>
          <p:spPr>
            <a:xfrm>
              <a:off x="10869974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0" name="pt2270"/>
            <p:cNvSpPr/>
            <p:nvPr/>
          </p:nvSpPr>
          <p:spPr>
            <a:xfrm>
              <a:off x="10314698" y="42590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1" name="pt2271"/>
            <p:cNvSpPr/>
            <p:nvPr/>
          </p:nvSpPr>
          <p:spPr>
            <a:xfrm>
              <a:off x="10143844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2" name="pt2272"/>
            <p:cNvSpPr/>
            <p:nvPr/>
          </p:nvSpPr>
          <p:spPr>
            <a:xfrm>
              <a:off x="9631281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3" name="pt2273"/>
            <p:cNvSpPr/>
            <p:nvPr/>
          </p:nvSpPr>
          <p:spPr>
            <a:xfrm>
              <a:off x="10485552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4" name="pt2274"/>
            <p:cNvSpPr/>
            <p:nvPr/>
          </p:nvSpPr>
          <p:spPr>
            <a:xfrm>
              <a:off x="9588568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5" name="pt2275"/>
            <p:cNvSpPr/>
            <p:nvPr/>
          </p:nvSpPr>
          <p:spPr>
            <a:xfrm>
              <a:off x="10912687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6" name="pt2276"/>
            <p:cNvSpPr/>
            <p:nvPr/>
          </p:nvSpPr>
          <p:spPr>
            <a:xfrm>
              <a:off x="9802135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7" name="pt2277"/>
            <p:cNvSpPr/>
            <p:nvPr/>
          </p:nvSpPr>
          <p:spPr>
            <a:xfrm>
              <a:off x="950314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8" name="pt2278"/>
            <p:cNvSpPr/>
            <p:nvPr/>
          </p:nvSpPr>
          <p:spPr>
            <a:xfrm>
              <a:off x="9972990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9" name="pt2279"/>
            <p:cNvSpPr/>
            <p:nvPr/>
          </p:nvSpPr>
          <p:spPr>
            <a:xfrm>
              <a:off x="1180967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0" name="pt2280"/>
            <p:cNvSpPr/>
            <p:nvPr/>
          </p:nvSpPr>
          <p:spPr>
            <a:xfrm>
              <a:off x="11638818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1" name="pt2281"/>
            <p:cNvSpPr/>
            <p:nvPr/>
          </p:nvSpPr>
          <p:spPr>
            <a:xfrm>
              <a:off x="9716708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2" name="pt2282"/>
            <p:cNvSpPr/>
            <p:nvPr/>
          </p:nvSpPr>
          <p:spPr>
            <a:xfrm>
              <a:off x="9076005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3" name="pt2283"/>
            <p:cNvSpPr/>
            <p:nvPr/>
          </p:nvSpPr>
          <p:spPr>
            <a:xfrm>
              <a:off x="9545854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4" name="pt2284"/>
            <p:cNvSpPr/>
            <p:nvPr/>
          </p:nvSpPr>
          <p:spPr>
            <a:xfrm>
              <a:off x="1129710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5" name="pt2285"/>
            <p:cNvSpPr/>
            <p:nvPr/>
          </p:nvSpPr>
          <p:spPr>
            <a:xfrm>
              <a:off x="10869974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6" name="pt2286"/>
            <p:cNvSpPr/>
            <p:nvPr/>
          </p:nvSpPr>
          <p:spPr>
            <a:xfrm>
              <a:off x="1078454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7" name="pt2287"/>
            <p:cNvSpPr/>
            <p:nvPr/>
          </p:nvSpPr>
          <p:spPr>
            <a:xfrm>
              <a:off x="1027198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8" name="pt2288"/>
            <p:cNvSpPr/>
            <p:nvPr/>
          </p:nvSpPr>
          <p:spPr>
            <a:xfrm>
              <a:off x="10400125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9" name="pt2289"/>
            <p:cNvSpPr/>
            <p:nvPr/>
          </p:nvSpPr>
          <p:spPr>
            <a:xfrm>
              <a:off x="9503141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0" name="pt2290"/>
            <p:cNvSpPr/>
            <p:nvPr/>
          </p:nvSpPr>
          <p:spPr>
            <a:xfrm>
              <a:off x="11339823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1" name="pt2291"/>
            <p:cNvSpPr/>
            <p:nvPr/>
          </p:nvSpPr>
          <p:spPr>
            <a:xfrm>
              <a:off x="9673995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2" name="pt2292"/>
            <p:cNvSpPr/>
            <p:nvPr/>
          </p:nvSpPr>
          <p:spPr>
            <a:xfrm>
              <a:off x="9716708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3" name="pt2293"/>
            <p:cNvSpPr/>
            <p:nvPr/>
          </p:nvSpPr>
          <p:spPr>
            <a:xfrm>
              <a:off x="967399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4" name="pt2294"/>
            <p:cNvSpPr/>
            <p:nvPr/>
          </p:nvSpPr>
          <p:spPr>
            <a:xfrm>
              <a:off x="1121168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5" name="pt2295"/>
            <p:cNvSpPr/>
            <p:nvPr/>
          </p:nvSpPr>
          <p:spPr>
            <a:xfrm>
              <a:off x="1091268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6" name="pt2296"/>
            <p:cNvSpPr/>
            <p:nvPr/>
          </p:nvSpPr>
          <p:spPr>
            <a:xfrm>
              <a:off x="1044283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7" name="pt2297"/>
            <p:cNvSpPr/>
            <p:nvPr/>
          </p:nvSpPr>
          <p:spPr>
            <a:xfrm>
              <a:off x="10400125" y="4098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8" name="pt2298"/>
            <p:cNvSpPr/>
            <p:nvPr/>
          </p:nvSpPr>
          <p:spPr>
            <a:xfrm>
              <a:off x="1155339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9" name="pt2299"/>
            <p:cNvSpPr/>
            <p:nvPr/>
          </p:nvSpPr>
          <p:spPr>
            <a:xfrm>
              <a:off x="1022927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0" name="pt2300"/>
            <p:cNvSpPr/>
            <p:nvPr/>
          </p:nvSpPr>
          <p:spPr>
            <a:xfrm>
              <a:off x="1108354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1" name="pt2301"/>
            <p:cNvSpPr/>
            <p:nvPr/>
          </p:nvSpPr>
          <p:spPr>
            <a:xfrm>
              <a:off x="1129710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2" name="pt2302"/>
            <p:cNvSpPr/>
            <p:nvPr/>
          </p:nvSpPr>
          <p:spPr>
            <a:xfrm>
              <a:off x="1116896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3" name="pt2303"/>
            <p:cNvSpPr/>
            <p:nvPr/>
          </p:nvSpPr>
          <p:spPr>
            <a:xfrm>
              <a:off x="9460427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4" name="pt2304"/>
            <p:cNvSpPr/>
            <p:nvPr/>
          </p:nvSpPr>
          <p:spPr>
            <a:xfrm>
              <a:off x="1074183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5" name="pt2305"/>
            <p:cNvSpPr/>
            <p:nvPr/>
          </p:nvSpPr>
          <p:spPr>
            <a:xfrm>
              <a:off x="1116896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6" name="pt2306"/>
            <p:cNvSpPr/>
            <p:nvPr/>
          </p:nvSpPr>
          <p:spPr>
            <a:xfrm>
              <a:off x="1069912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7" name="pt2307"/>
            <p:cNvSpPr/>
            <p:nvPr/>
          </p:nvSpPr>
          <p:spPr>
            <a:xfrm>
              <a:off x="11211682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8" name="pt2308"/>
            <p:cNvSpPr/>
            <p:nvPr/>
          </p:nvSpPr>
          <p:spPr>
            <a:xfrm>
              <a:off x="9631281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9" name="pt2309"/>
            <p:cNvSpPr/>
            <p:nvPr/>
          </p:nvSpPr>
          <p:spPr>
            <a:xfrm>
              <a:off x="1069912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0" name="pt2310"/>
            <p:cNvSpPr/>
            <p:nvPr/>
          </p:nvSpPr>
          <p:spPr>
            <a:xfrm>
              <a:off x="1129710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1" name="pt2311"/>
            <p:cNvSpPr/>
            <p:nvPr/>
          </p:nvSpPr>
          <p:spPr>
            <a:xfrm>
              <a:off x="9076005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2" name="pt2312"/>
            <p:cNvSpPr/>
            <p:nvPr/>
          </p:nvSpPr>
          <p:spPr>
            <a:xfrm>
              <a:off x="9161432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3" name="pt2313"/>
            <p:cNvSpPr/>
            <p:nvPr/>
          </p:nvSpPr>
          <p:spPr>
            <a:xfrm>
              <a:off x="1069912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4" name="pt2314"/>
            <p:cNvSpPr/>
            <p:nvPr/>
          </p:nvSpPr>
          <p:spPr>
            <a:xfrm>
              <a:off x="9716708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5" name="pt2315"/>
            <p:cNvSpPr/>
            <p:nvPr/>
          </p:nvSpPr>
          <p:spPr>
            <a:xfrm>
              <a:off x="9545854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6" name="pt2316"/>
            <p:cNvSpPr/>
            <p:nvPr/>
          </p:nvSpPr>
          <p:spPr>
            <a:xfrm>
              <a:off x="1146796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7" name="pt2317"/>
            <p:cNvSpPr/>
            <p:nvPr/>
          </p:nvSpPr>
          <p:spPr>
            <a:xfrm>
              <a:off x="1172424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8" name="pt2318"/>
            <p:cNvSpPr/>
            <p:nvPr/>
          </p:nvSpPr>
          <p:spPr>
            <a:xfrm>
              <a:off x="11083542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9" name="pt2319"/>
            <p:cNvSpPr/>
            <p:nvPr/>
          </p:nvSpPr>
          <p:spPr>
            <a:xfrm>
              <a:off x="1104082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0" name="pt2320"/>
            <p:cNvSpPr/>
            <p:nvPr/>
          </p:nvSpPr>
          <p:spPr>
            <a:xfrm>
              <a:off x="1121168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1" name="pt2321"/>
            <p:cNvSpPr/>
            <p:nvPr/>
          </p:nvSpPr>
          <p:spPr>
            <a:xfrm>
              <a:off x="10101130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2" name="pt2322"/>
            <p:cNvSpPr/>
            <p:nvPr/>
          </p:nvSpPr>
          <p:spPr>
            <a:xfrm>
              <a:off x="1086997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3" name="pt2323"/>
            <p:cNvSpPr/>
            <p:nvPr/>
          </p:nvSpPr>
          <p:spPr>
            <a:xfrm>
              <a:off x="107845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4" name="pt2324"/>
            <p:cNvSpPr/>
            <p:nvPr/>
          </p:nvSpPr>
          <p:spPr>
            <a:xfrm>
              <a:off x="1086997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5" name="pt2325"/>
            <p:cNvSpPr/>
            <p:nvPr/>
          </p:nvSpPr>
          <p:spPr>
            <a:xfrm>
              <a:off x="9460427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6" name="pt2326"/>
            <p:cNvSpPr/>
            <p:nvPr/>
          </p:nvSpPr>
          <p:spPr>
            <a:xfrm>
              <a:off x="1069912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7" name="pt2327"/>
            <p:cNvSpPr/>
            <p:nvPr/>
          </p:nvSpPr>
          <p:spPr>
            <a:xfrm>
              <a:off x="1057097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8" name="pt2328"/>
            <p:cNvSpPr/>
            <p:nvPr/>
          </p:nvSpPr>
          <p:spPr>
            <a:xfrm>
              <a:off x="928957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9" name="pt2329"/>
            <p:cNvSpPr/>
            <p:nvPr/>
          </p:nvSpPr>
          <p:spPr>
            <a:xfrm>
              <a:off x="1061369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0" name="pt2330"/>
            <p:cNvSpPr/>
            <p:nvPr/>
          </p:nvSpPr>
          <p:spPr>
            <a:xfrm>
              <a:off x="11040828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1" name="pt2331"/>
            <p:cNvSpPr/>
            <p:nvPr/>
          </p:nvSpPr>
          <p:spPr>
            <a:xfrm>
              <a:off x="9759422" y="4359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2" name="pt2332"/>
            <p:cNvSpPr/>
            <p:nvPr/>
          </p:nvSpPr>
          <p:spPr>
            <a:xfrm>
              <a:off x="1121168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3" name="pt2333"/>
            <p:cNvSpPr/>
            <p:nvPr/>
          </p:nvSpPr>
          <p:spPr>
            <a:xfrm>
              <a:off x="8947864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4" name="pt2334"/>
            <p:cNvSpPr/>
            <p:nvPr/>
          </p:nvSpPr>
          <p:spPr>
            <a:xfrm>
              <a:off x="1086997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5" name="pt2335"/>
            <p:cNvSpPr/>
            <p:nvPr/>
          </p:nvSpPr>
          <p:spPr>
            <a:xfrm>
              <a:off x="9503141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6" name="pt2336"/>
            <p:cNvSpPr/>
            <p:nvPr/>
          </p:nvSpPr>
          <p:spPr>
            <a:xfrm>
              <a:off x="9545854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7" name="pt2337"/>
            <p:cNvSpPr/>
            <p:nvPr/>
          </p:nvSpPr>
          <p:spPr>
            <a:xfrm>
              <a:off x="10869974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8" name="pt2338"/>
            <p:cNvSpPr/>
            <p:nvPr/>
          </p:nvSpPr>
          <p:spPr>
            <a:xfrm>
              <a:off x="11382536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9" name="pt2339"/>
            <p:cNvSpPr/>
            <p:nvPr/>
          </p:nvSpPr>
          <p:spPr>
            <a:xfrm>
              <a:off x="9972990" y="42590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0" name="pt2340"/>
            <p:cNvSpPr/>
            <p:nvPr/>
          </p:nvSpPr>
          <p:spPr>
            <a:xfrm>
              <a:off x="1005841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1" name="pt2341"/>
            <p:cNvSpPr/>
            <p:nvPr/>
          </p:nvSpPr>
          <p:spPr>
            <a:xfrm>
              <a:off x="9289573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2" name="pt2342"/>
            <p:cNvSpPr/>
            <p:nvPr/>
          </p:nvSpPr>
          <p:spPr>
            <a:xfrm>
              <a:off x="9161432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3" name="pt2343"/>
            <p:cNvSpPr/>
            <p:nvPr/>
          </p:nvSpPr>
          <p:spPr>
            <a:xfrm>
              <a:off x="9844849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4" name="pt2344"/>
            <p:cNvSpPr/>
            <p:nvPr/>
          </p:nvSpPr>
          <p:spPr>
            <a:xfrm>
              <a:off x="9033292" y="50227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5" name="pt2345"/>
            <p:cNvSpPr/>
            <p:nvPr/>
          </p:nvSpPr>
          <p:spPr>
            <a:xfrm>
              <a:off x="9972990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6" name="pt2346"/>
            <p:cNvSpPr/>
            <p:nvPr/>
          </p:nvSpPr>
          <p:spPr>
            <a:xfrm>
              <a:off x="9375000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7" name="pt2347"/>
            <p:cNvSpPr/>
            <p:nvPr/>
          </p:nvSpPr>
          <p:spPr>
            <a:xfrm>
              <a:off x="1121168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8" name="pt2348"/>
            <p:cNvSpPr/>
            <p:nvPr/>
          </p:nvSpPr>
          <p:spPr>
            <a:xfrm>
              <a:off x="10271984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9" name="pt2349"/>
            <p:cNvSpPr/>
            <p:nvPr/>
          </p:nvSpPr>
          <p:spPr>
            <a:xfrm>
              <a:off x="8606156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0" name="pt2350"/>
            <p:cNvSpPr/>
            <p:nvPr/>
          </p:nvSpPr>
          <p:spPr>
            <a:xfrm>
              <a:off x="9503141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1" name="pt2351"/>
            <p:cNvSpPr/>
            <p:nvPr/>
          </p:nvSpPr>
          <p:spPr>
            <a:xfrm>
              <a:off x="8691583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2" name="pt2352"/>
            <p:cNvSpPr/>
            <p:nvPr/>
          </p:nvSpPr>
          <p:spPr>
            <a:xfrm>
              <a:off x="9076005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3" name="pt2353"/>
            <p:cNvSpPr/>
            <p:nvPr/>
          </p:nvSpPr>
          <p:spPr>
            <a:xfrm>
              <a:off x="9375000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4" name="pt2354"/>
            <p:cNvSpPr/>
            <p:nvPr/>
          </p:nvSpPr>
          <p:spPr>
            <a:xfrm>
              <a:off x="9161432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5" name="pt2355"/>
            <p:cNvSpPr/>
            <p:nvPr/>
          </p:nvSpPr>
          <p:spPr>
            <a:xfrm>
              <a:off x="9118719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6" name="pt2356"/>
            <p:cNvSpPr/>
            <p:nvPr/>
          </p:nvSpPr>
          <p:spPr>
            <a:xfrm>
              <a:off x="8990578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7" name="pt2357"/>
            <p:cNvSpPr/>
            <p:nvPr/>
          </p:nvSpPr>
          <p:spPr>
            <a:xfrm>
              <a:off x="10101130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8" name="pt2358"/>
            <p:cNvSpPr/>
            <p:nvPr/>
          </p:nvSpPr>
          <p:spPr>
            <a:xfrm>
              <a:off x="1061369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9" name="pt2359"/>
            <p:cNvSpPr/>
            <p:nvPr/>
          </p:nvSpPr>
          <p:spPr>
            <a:xfrm>
              <a:off x="924685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0" name="pt2360"/>
            <p:cNvSpPr/>
            <p:nvPr/>
          </p:nvSpPr>
          <p:spPr>
            <a:xfrm>
              <a:off x="911871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1" name="pt2361"/>
            <p:cNvSpPr/>
            <p:nvPr/>
          </p:nvSpPr>
          <p:spPr>
            <a:xfrm>
              <a:off x="1129710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2" name="pt2362"/>
            <p:cNvSpPr/>
            <p:nvPr/>
          </p:nvSpPr>
          <p:spPr>
            <a:xfrm>
              <a:off x="9076005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3" name="pt2363"/>
            <p:cNvSpPr/>
            <p:nvPr/>
          </p:nvSpPr>
          <p:spPr>
            <a:xfrm>
              <a:off x="1069912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4" name="pt2364"/>
            <p:cNvSpPr/>
            <p:nvPr/>
          </p:nvSpPr>
          <p:spPr>
            <a:xfrm>
              <a:off x="9503141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5" name="pt2365"/>
            <p:cNvSpPr/>
            <p:nvPr/>
          </p:nvSpPr>
          <p:spPr>
            <a:xfrm>
              <a:off x="1082726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6" name="pt2366"/>
            <p:cNvSpPr/>
            <p:nvPr/>
          </p:nvSpPr>
          <p:spPr>
            <a:xfrm>
              <a:off x="8862437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7" name="pt2367"/>
            <p:cNvSpPr/>
            <p:nvPr/>
          </p:nvSpPr>
          <p:spPr>
            <a:xfrm>
              <a:off x="10998115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8" name="pt2368"/>
            <p:cNvSpPr/>
            <p:nvPr/>
          </p:nvSpPr>
          <p:spPr>
            <a:xfrm>
              <a:off x="10101130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9" name="pt2369"/>
            <p:cNvSpPr/>
            <p:nvPr/>
          </p:nvSpPr>
          <p:spPr>
            <a:xfrm>
              <a:off x="9033292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0" name="pt2370"/>
            <p:cNvSpPr/>
            <p:nvPr/>
          </p:nvSpPr>
          <p:spPr>
            <a:xfrm>
              <a:off x="9759422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1" name="pt2371"/>
            <p:cNvSpPr/>
            <p:nvPr/>
          </p:nvSpPr>
          <p:spPr>
            <a:xfrm>
              <a:off x="1095540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2" name="pt2372"/>
            <p:cNvSpPr/>
            <p:nvPr/>
          </p:nvSpPr>
          <p:spPr>
            <a:xfrm>
              <a:off x="1125439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3" name="pt2373"/>
            <p:cNvSpPr/>
            <p:nvPr/>
          </p:nvSpPr>
          <p:spPr>
            <a:xfrm>
              <a:off x="1104082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4" name="pt2374"/>
            <p:cNvSpPr/>
            <p:nvPr/>
          </p:nvSpPr>
          <p:spPr>
            <a:xfrm>
              <a:off x="9204146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5" name="pt2375"/>
            <p:cNvSpPr/>
            <p:nvPr/>
          </p:nvSpPr>
          <p:spPr>
            <a:xfrm>
              <a:off x="8606156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6" name="pt2376"/>
            <p:cNvSpPr/>
            <p:nvPr/>
          </p:nvSpPr>
          <p:spPr>
            <a:xfrm>
              <a:off x="9503141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7" name="pt2377"/>
            <p:cNvSpPr/>
            <p:nvPr/>
          </p:nvSpPr>
          <p:spPr>
            <a:xfrm>
              <a:off x="9118719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8" name="pt2378"/>
            <p:cNvSpPr/>
            <p:nvPr/>
          </p:nvSpPr>
          <p:spPr>
            <a:xfrm>
              <a:off x="9204146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9" name="pt2379"/>
            <p:cNvSpPr/>
            <p:nvPr/>
          </p:nvSpPr>
          <p:spPr>
            <a:xfrm>
              <a:off x="1138253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0" name="pt2380"/>
            <p:cNvSpPr/>
            <p:nvPr/>
          </p:nvSpPr>
          <p:spPr>
            <a:xfrm>
              <a:off x="10271984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1" name="pt2381"/>
            <p:cNvSpPr/>
            <p:nvPr/>
          </p:nvSpPr>
          <p:spPr>
            <a:xfrm>
              <a:off x="9033292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2" name="pt2382"/>
            <p:cNvSpPr/>
            <p:nvPr/>
          </p:nvSpPr>
          <p:spPr>
            <a:xfrm>
              <a:off x="11382536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3" name="pt2383"/>
            <p:cNvSpPr/>
            <p:nvPr/>
          </p:nvSpPr>
          <p:spPr>
            <a:xfrm>
              <a:off x="1155339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4" name="pt2384"/>
            <p:cNvSpPr/>
            <p:nvPr/>
          </p:nvSpPr>
          <p:spPr>
            <a:xfrm>
              <a:off x="1172424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5" name="pt2385"/>
            <p:cNvSpPr/>
            <p:nvPr/>
          </p:nvSpPr>
          <p:spPr>
            <a:xfrm>
              <a:off x="1138253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6" name="pt2386"/>
            <p:cNvSpPr/>
            <p:nvPr/>
          </p:nvSpPr>
          <p:spPr>
            <a:xfrm>
              <a:off x="8990578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7" name="pt2387"/>
            <p:cNvSpPr/>
            <p:nvPr/>
          </p:nvSpPr>
          <p:spPr>
            <a:xfrm>
              <a:off x="9161432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8" name="pt2388"/>
            <p:cNvSpPr/>
            <p:nvPr/>
          </p:nvSpPr>
          <p:spPr>
            <a:xfrm>
              <a:off x="9204146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9" name="pt2389"/>
            <p:cNvSpPr/>
            <p:nvPr/>
          </p:nvSpPr>
          <p:spPr>
            <a:xfrm>
              <a:off x="8819724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0" name="pt2390"/>
            <p:cNvSpPr/>
            <p:nvPr/>
          </p:nvSpPr>
          <p:spPr>
            <a:xfrm>
              <a:off x="10869974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1" name="pt2391"/>
            <p:cNvSpPr/>
            <p:nvPr/>
          </p:nvSpPr>
          <p:spPr>
            <a:xfrm>
              <a:off x="1138253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2" name="pt2392"/>
            <p:cNvSpPr/>
            <p:nvPr/>
          </p:nvSpPr>
          <p:spPr>
            <a:xfrm>
              <a:off x="1125439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3" name="pt2393"/>
            <p:cNvSpPr/>
            <p:nvPr/>
          </p:nvSpPr>
          <p:spPr>
            <a:xfrm>
              <a:off x="11083542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4" name="pt2394"/>
            <p:cNvSpPr/>
            <p:nvPr/>
          </p:nvSpPr>
          <p:spPr>
            <a:xfrm>
              <a:off x="9503141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5" name="pt2395"/>
            <p:cNvSpPr/>
            <p:nvPr/>
          </p:nvSpPr>
          <p:spPr>
            <a:xfrm>
              <a:off x="9332286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6" name="pt2396"/>
            <p:cNvSpPr/>
            <p:nvPr/>
          </p:nvSpPr>
          <p:spPr>
            <a:xfrm>
              <a:off x="980213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7" name="pt2397"/>
            <p:cNvSpPr/>
            <p:nvPr/>
          </p:nvSpPr>
          <p:spPr>
            <a:xfrm>
              <a:off x="9076005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8" name="pt2398"/>
            <p:cNvSpPr/>
            <p:nvPr/>
          </p:nvSpPr>
          <p:spPr>
            <a:xfrm>
              <a:off x="9930276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9" name="pt2399"/>
            <p:cNvSpPr/>
            <p:nvPr/>
          </p:nvSpPr>
          <p:spPr>
            <a:xfrm>
              <a:off x="1057097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0" name="pt2400"/>
            <p:cNvSpPr/>
            <p:nvPr/>
          </p:nvSpPr>
          <p:spPr>
            <a:xfrm>
              <a:off x="9204146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1" name="pt2401"/>
            <p:cNvSpPr/>
            <p:nvPr/>
          </p:nvSpPr>
          <p:spPr>
            <a:xfrm>
              <a:off x="9673995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2" name="pt2402"/>
            <p:cNvSpPr/>
            <p:nvPr/>
          </p:nvSpPr>
          <p:spPr>
            <a:xfrm>
              <a:off x="11425250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3" name="pt2403"/>
            <p:cNvSpPr/>
            <p:nvPr/>
          </p:nvSpPr>
          <p:spPr>
            <a:xfrm>
              <a:off x="9289573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4" name="pt2404"/>
            <p:cNvSpPr/>
            <p:nvPr/>
          </p:nvSpPr>
          <p:spPr>
            <a:xfrm>
              <a:off x="1091268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5" name="pt2405"/>
            <p:cNvSpPr/>
            <p:nvPr/>
          </p:nvSpPr>
          <p:spPr>
            <a:xfrm>
              <a:off x="9588568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6" name="pt2406"/>
            <p:cNvSpPr/>
            <p:nvPr/>
          </p:nvSpPr>
          <p:spPr>
            <a:xfrm>
              <a:off x="9289573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7" name="pt2407"/>
            <p:cNvSpPr/>
            <p:nvPr/>
          </p:nvSpPr>
          <p:spPr>
            <a:xfrm>
              <a:off x="9375000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8" name="pt2408"/>
            <p:cNvSpPr/>
            <p:nvPr/>
          </p:nvSpPr>
          <p:spPr>
            <a:xfrm>
              <a:off x="9759422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9" name="pt2409"/>
            <p:cNvSpPr/>
            <p:nvPr/>
          </p:nvSpPr>
          <p:spPr>
            <a:xfrm>
              <a:off x="10827260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0" name="pt2410"/>
            <p:cNvSpPr/>
            <p:nvPr/>
          </p:nvSpPr>
          <p:spPr>
            <a:xfrm>
              <a:off x="1035741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1" name="pt2411"/>
            <p:cNvSpPr/>
            <p:nvPr/>
          </p:nvSpPr>
          <p:spPr>
            <a:xfrm>
              <a:off x="10741833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2" name="pt2412"/>
            <p:cNvSpPr/>
            <p:nvPr/>
          </p:nvSpPr>
          <p:spPr>
            <a:xfrm>
              <a:off x="9716708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3" name="pt2413"/>
            <p:cNvSpPr/>
            <p:nvPr/>
          </p:nvSpPr>
          <p:spPr>
            <a:xfrm>
              <a:off x="9246859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4" name="pt2414"/>
            <p:cNvSpPr/>
            <p:nvPr/>
          </p:nvSpPr>
          <p:spPr>
            <a:xfrm>
              <a:off x="9204146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5" name="pt2415"/>
            <p:cNvSpPr/>
            <p:nvPr/>
          </p:nvSpPr>
          <p:spPr>
            <a:xfrm>
              <a:off x="9844849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6" name="pt2416"/>
            <p:cNvSpPr/>
            <p:nvPr/>
          </p:nvSpPr>
          <p:spPr>
            <a:xfrm>
              <a:off x="8819724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7" name="pt2417"/>
            <p:cNvSpPr/>
            <p:nvPr/>
          </p:nvSpPr>
          <p:spPr>
            <a:xfrm>
              <a:off x="9844849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8" name="pt2418"/>
            <p:cNvSpPr/>
            <p:nvPr/>
          </p:nvSpPr>
          <p:spPr>
            <a:xfrm>
              <a:off x="8990578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9" name="pt2419"/>
            <p:cNvSpPr/>
            <p:nvPr/>
          </p:nvSpPr>
          <p:spPr>
            <a:xfrm>
              <a:off x="9289573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0" name="pt2420"/>
            <p:cNvSpPr/>
            <p:nvPr/>
          </p:nvSpPr>
          <p:spPr>
            <a:xfrm>
              <a:off x="8520729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1" name="pt2421"/>
            <p:cNvSpPr/>
            <p:nvPr/>
          </p:nvSpPr>
          <p:spPr>
            <a:xfrm>
              <a:off x="10998115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2" name="pt2422"/>
            <p:cNvSpPr/>
            <p:nvPr/>
          </p:nvSpPr>
          <p:spPr>
            <a:xfrm>
              <a:off x="1129710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3" name="pt2423"/>
            <p:cNvSpPr/>
            <p:nvPr/>
          </p:nvSpPr>
          <p:spPr>
            <a:xfrm>
              <a:off x="9716708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4" name="pt2424"/>
            <p:cNvSpPr/>
            <p:nvPr/>
          </p:nvSpPr>
          <p:spPr>
            <a:xfrm>
              <a:off x="1138253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5" name="pt2425"/>
            <p:cNvSpPr/>
            <p:nvPr/>
          </p:nvSpPr>
          <p:spPr>
            <a:xfrm>
              <a:off x="10186557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6" name="pt2426"/>
            <p:cNvSpPr/>
            <p:nvPr/>
          </p:nvSpPr>
          <p:spPr>
            <a:xfrm>
              <a:off x="9844849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7" name="pt2427"/>
            <p:cNvSpPr/>
            <p:nvPr/>
          </p:nvSpPr>
          <p:spPr>
            <a:xfrm>
              <a:off x="1031469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8" name="pt2428"/>
            <p:cNvSpPr/>
            <p:nvPr/>
          </p:nvSpPr>
          <p:spPr>
            <a:xfrm>
              <a:off x="8947864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9" name="pt2429"/>
            <p:cNvSpPr/>
            <p:nvPr/>
          </p:nvSpPr>
          <p:spPr>
            <a:xfrm>
              <a:off x="9417713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0" name="pt2430"/>
            <p:cNvSpPr/>
            <p:nvPr/>
          </p:nvSpPr>
          <p:spPr>
            <a:xfrm>
              <a:off x="911871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1" name="pt2431"/>
            <p:cNvSpPr/>
            <p:nvPr/>
          </p:nvSpPr>
          <p:spPr>
            <a:xfrm>
              <a:off x="9588568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2" name="pt2432"/>
            <p:cNvSpPr/>
            <p:nvPr/>
          </p:nvSpPr>
          <p:spPr>
            <a:xfrm>
              <a:off x="10442838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3" name="pt2433"/>
            <p:cNvSpPr/>
            <p:nvPr/>
          </p:nvSpPr>
          <p:spPr>
            <a:xfrm>
              <a:off x="9375000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4" name="pt2434"/>
            <p:cNvSpPr/>
            <p:nvPr/>
          </p:nvSpPr>
          <p:spPr>
            <a:xfrm>
              <a:off x="9076005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5" name="pt2435"/>
            <p:cNvSpPr/>
            <p:nvPr/>
          </p:nvSpPr>
          <p:spPr>
            <a:xfrm>
              <a:off x="11638818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6" name="pt2436"/>
            <p:cNvSpPr/>
            <p:nvPr/>
          </p:nvSpPr>
          <p:spPr>
            <a:xfrm>
              <a:off x="11254396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7" name="pt2437"/>
            <p:cNvSpPr/>
            <p:nvPr/>
          </p:nvSpPr>
          <p:spPr>
            <a:xfrm>
              <a:off x="10143844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8" name="pt2438"/>
            <p:cNvSpPr/>
            <p:nvPr/>
          </p:nvSpPr>
          <p:spPr>
            <a:xfrm>
              <a:off x="10613693" y="39173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9" name="pt2439"/>
            <p:cNvSpPr/>
            <p:nvPr/>
          </p:nvSpPr>
          <p:spPr>
            <a:xfrm>
              <a:off x="11040828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0" name="pt2440"/>
            <p:cNvSpPr/>
            <p:nvPr/>
          </p:nvSpPr>
          <p:spPr>
            <a:xfrm>
              <a:off x="1091268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1" name="pt2441"/>
            <p:cNvSpPr/>
            <p:nvPr/>
          </p:nvSpPr>
          <p:spPr>
            <a:xfrm>
              <a:off x="1091268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2" name="pt2442"/>
            <p:cNvSpPr/>
            <p:nvPr/>
          </p:nvSpPr>
          <p:spPr>
            <a:xfrm>
              <a:off x="1112625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3" name="pt2443"/>
            <p:cNvSpPr/>
            <p:nvPr/>
          </p:nvSpPr>
          <p:spPr>
            <a:xfrm>
              <a:off x="10314698" y="40379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4" name="pt2444"/>
            <p:cNvSpPr/>
            <p:nvPr/>
          </p:nvSpPr>
          <p:spPr>
            <a:xfrm>
              <a:off x="9844849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5" name="pt2445"/>
            <p:cNvSpPr/>
            <p:nvPr/>
          </p:nvSpPr>
          <p:spPr>
            <a:xfrm>
              <a:off x="10528266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6" name="pt2446"/>
            <p:cNvSpPr/>
            <p:nvPr/>
          </p:nvSpPr>
          <p:spPr>
            <a:xfrm>
              <a:off x="11040828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7" name="pt2447"/>
            <p:cNvSpPr/>
            <p:nvPr/>
          </p:nvSpPr>
          <p:spPr>
            <a:xfrm>
              <a:off x="1095540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8" name="pt2448"/>
            <p:cNvSpPr/>
            <p:nvPr/>
          </p:nvSpPr>
          <p:spPr>
            <a:xfrm>
              <a:off x="9844849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9" name="pt2449"/>
            <p:cNvSpPr/>
            <p:nvPr/>
          </p:nvSpPr>
          <p:spPr>
            <a:xfrm>
              <a:off x="9417713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0" name="pt2450"/>
            <p:cNvSpPr/>
            <p:nvPr/>
          </p:nvSpPr>
          <p:spPr>
            <a:xfrm>
              <a:off x="9716708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1" name="pt2451"/>
            <p:cNvSpPr/>
            <p:nvPr/>
          </p:nvSpPr>
          <p:spPr>
            <a:xfrm>
              <a:off x="1001570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2" name="pt2452"/>
            <p:cNvSpPr/>
            <p:nvPr/>
          </p:nvSpPr>
          <p:spPr>
            <a:xfrm>
              <a:off x="1074183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3" name="pt2453"/>
            <p:cNvSpPr/>
            <p:nvPr/>
          </p:nvSpPr>
          <p:spPr>
            <a:xfrm>
              <a:off x="1125439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4" name="pt2454"/>
            <p:cNvSpPr/>
            <p:nvPr/>
          </p:nvSpPr>
          <p:spPr>
            <a:xfrm>
              <a:off x="9246859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5" name="pt2455"/>
            <p:cNvSpPr/>
            <p:nvPr/>
          </p:nvSpPr>
          <p:spPr>
            <a:xfrm>
              <a:off x="997299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6" name="pt2456"/>
            <p:cNvSpPr/>
            <p:nvPr/>
          </p:nvSpPr>
          <p:spPr>
            <a:xfrm>
              <a:off x="9588568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7" name="pt2457"/>
            <p:cNvSpPr/>
            <p:nvPr/>
          </p:nvSpPr>
          <p:spPr>
            <a:xfrm>
              <a:off x="1035741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8" name="pt2458"/>
            <p:cNvSpPr/>
            <p:nvPr/>
          </p:nvSpPr>
          <p:spPr>
            <a:xfrm>
              <a:off x="10101130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9" name="pt2459"/>
            <p:cNvSpPr/>
            <p:nvPr/>
          </p:nvSpPr>
          <p:spPr>
            <a:xfrm>
              <a:off x="1018655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0" name="pt2460"/>
            <p:cNvSpPr/>
            <p:nvPr/>
          </p:nvSpPr>
          <p:spPr>
            <a:xfrm>
              <a:off x="10528266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1" name="pt2461"/>
            <p:cNvSpPr/>
            <p:nvPr/>
          </p:nvSpPr>
          <p:spPr>
            <a:xfrm>
              <a:off x="1112625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2" name="pt2462"/>
            <p:cNvSpPr/>
            <p:nvPr/>
          </p:nvSpPr>
          <p:spPr>
            <a:xfrm>
              <a:off x="1005841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3" name="pt2463"/>
            <p:cNvSpPr/>
            <p:nvPr/>
          </p:nvSpPr>
          <p:spPr>
            <a:xfrm>
              <a:off x="1065640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4" name="pt2464"/>
            <p:cNvSpPr/>
            <p:nvPr/>
          </p:nvSpPr>
          <p:spPr>
            <a:xfrm>
              <a:off x="9930276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5" name="pt2465"/>
            <p:cNvSpPr/>
            <p:nvPr/>
          </p:nvSpPr>
          <p:spPr>
            <a:xfrm>
              <a:off x="9930276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6" name="pt2466"/>
            <p:cNvSpPr/>
            <p:nvPr/>
          </p:nvSpPr>
          <p:spPr>
            <a:xfrm>
              <a:off x="10442838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7" name="pt2467"/>
            <p:cNvSpPr/>
            <p:nvPr/>
          </p:nvSpPr>
          <p:spPr>
            <a:xfrm>
              <a:off x="10570979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8" name="pt2468"/>
            <p:cNvSpPr/>
            <p:nvPr/>
          </p:nvSpPr>
          <p:spPr>
            <a:xfrm>
              <a:off x="10656406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9" name="pt2469"/>
            <p:cNvSpPr/>
            <p:nvPr/>
          </p:nvSpPr>
          <p:spPr>
            <a:xfrm>
              <a:off x="9759422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0" name="pt2470"/>
            <p:cNvSpPr/>
            <p:nvPr/>
          </p:nvSpPr>
          <p:spPr>
            <a:xfrm>
              <a:off x="9246859" y="5203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1" name="pt2471"/>
            <p:cNvSpPr/>
            <p:nvPr/>
          </p:nvSpPr>
          <p:spPr>
            <a:xfrm>
              <a:off x="10869974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2" name="pt2472"/>
            <p:cNvSpPr/>
            <p:nvPr/>
          </p:nvSpPr>
          <p:spPr>
            <a:xfrm>
              <a:off x="10570979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3" name="pt2473"/>
            <p:cNvSpPr/>
            <p:nvPr/>
          </p:nvSpPr>
          <p:spPr>
            <a:xfrm>
              <a:off x="10528266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4" name="pt2474"/>
            <p:cNvSpPr/>
            <p:nvPr/>
          </p:nvSpPr>
          <p:spPr>
            <a:xfrm>
              <a:off x="1086997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5" name="pt2475"/>
            <p:cNvSpPr/>
            <p:nvPr/>
          </p:nvSpPr>
          <p:spPr>
            <a:xfrm>
              <a:off x="9375000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6" name="pt2476"/>
            <p:cNvSpPr/>
            <p:nvPr/>
          </p:nvSpPr>
          <p:spPr>
            <a:xfrm>
              <a:off x="1078454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7" name="pt2477"/>
            <p:cNvSpPr/>
            <p:nvPr/>
          </p:nvSpPr>
          <p:spPr>
            <a:xfrm>
              <a:off x="11211682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8" name="pt2478"/>
            <p:cNvSpPr/>
            <p:nvPr/>
          </p:nvSpPr>
          <p:spPr>
            <a:xfrm>
              <a:off x="10101130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9" name="pt2479"/>
            <p:cNvSpPr/>
            <p:nvPr/>
          </p:nvSpPr>
          <p:spPr>
            <a:xfrm>
              <a:off x="10186557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0" name="pt2480"/>
            <p:cNvSpPr/>
            <p:nvPr/>
          </p:nvSpPr>
          <p:spPr>
            <a:xfrm>
              <a:off x="107845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1" name="pt2481"/>
            <p:cNvSpPr/>
            <p:nvPr/>
          </p:nvSpPr>
          <p:spPr>
            <a:xfrm>
              <a:off x="10186557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2" name="pt2482"/>
            <p:cNvSpPr/>
            <p:nvPr/>
          </p:nvSpPr>
          <p:spPr>
            <a:xfrm>
              <a:off x="1086997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3" name="pt2483"/>
            <p:cNvSpPr/>
            <p:nvPr/>
          </p:nvSpPr>
          <p:spPr>
            <a:xfrm>
              <a:off x="10058417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4" name="pt2484"/>
            <p:cNvSpPr/>
            <p:nvPr/>
          </p:nvSpPr>
          <p:spPr>
            <a:xfrm>
              <a:off x="10229271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5" name="pt2485"/>
            <p:cNvSpPr/>
            <p:nvPr/>
          </p:nvSpPr>
          <p:spPr>
            <a:xfrm>
              <a:off x="11168969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6" name="pt2486"/>
            <p:cNvSpPr/>
            <p:nvPr/>
          </p:nvSpPr>
          <p:spPr>
            <a:xfrm>
              <a:off x="9503141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7" name="pt2487"/>
            <p:cNvSpPr/>
            <p:nvPr/>
          </p:nvSpPr>
          <p:spPr>
            <a:xfrm>
              <a:off x="9417713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8" name="pt2488"/>
            <p:cNvSpPr/>
            <p:nvPr/>
          </p:nvSpPr>
          <p:spPr>
            <a:xfrm>
              <a:off x="10570979" y="407813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9" name="pt2489"/>
            <p:cNvSpPr/>
            <p:nvPr/>
          </p:nvSpPr>
          <p:spPr>
            <a:xfrm>
              <a:off x="9076005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0" name="pt2490"/>
            <p:cNvSpPr/>
            <p:nvPr/>
          </p:nvSpPr>
          <p:spPr>
            <a:xfrm>
              <a:off x="11425250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1" name="pt2491"/>
            <p:cNvSpPr/>
            <p:nvPr/>
          </p:nvSpPr>
          <p:spPr>
            <a:xfrm>
              <a:off x="11553391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2" name="pt2492"/>
            <p:cNvSpPr/>
            <p:nvPr/>
          </p:nvSpPr>
          <p:spPr>
            <a:xfrm>
              <a:off x="9545854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3" name="pt2493"/>
            <p:cNvSpPr/>
            <p:nvPr/>
          </p:nvSpPr>
          <p:spPr>
            <a:xfrm>
              <a:off x="9161432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4" name="pt2494"/>
            <p:cNvSpPr/>
            <p:nvPr/>
          </p:nvSpPr>
          <p:spPr>
            <a:xfrm>
              <a:off x="10485552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5" name="pt2495"/>
            <p:cNvSpPr/>
            <p:nvPr/>
          </p:nvSpPr>
          <p:spPr>
            <a:xfrm>
              <a:off x="9375000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6" name="pt2496"/>
            <p:cNvSpPr/>
            <p:nvPr/>
          </p:nvSpPr>
          <p:spPr>
            <a:xfrm>
              <a:off x="11425250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7" name="pt2497"/>
            <p:cNvSpPr/>
            <p:nvPr/>
          </p:nvSpPr>
          <p:spPr>
            <a:xfrm>
              <a:off x="11553391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8" name="pt2498"/>
            <p:cNvSpPr/>
            <p:nvPr/>
          </p:nvSpPr>
          <p:spPr>
            <a:xfrm>
              <a:off x="11040828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9" name="pt2499"/>
            <p:cNvSpPr/>
            <p:nvPr/>
          </p:nvSpPr>
          <p:spPr>
            <a:xfrm>
              <a:off x="10998115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0" name="pt2500"/>
            <p:cNvSpPr/>
            <p:nvPr/>
          </p:nvSpPr>
          <p:spPr>
            <a:xfrm>
              <a:off x="9716708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1" name="pt2501"/>
            <p:cNvSpPr/>
            <p:nvPr/>
          </p:nvSpPr>
          <p:spPr>
            <a:xfrm>
              <a:off x="1180967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2" name="pt2502"/>
            <p:cNvSpPr/>
            <p:nvPr/>
          </p:nvSpPr>
          <p:spPr>
            <a:xfrm>
              <a:off x="11382536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3" name="pt2503"/>
            <p:cNvSpPr/>
            <p:nvPr/>
          </p:nvSpPr>
          <p:spPr>
            <a:xfrm>
              <a:off x="9759422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4" name="pt2504"/>
            <p:cNvSpPr/>
            <p:nvPr/>
          </p:nvSpPr>
          <p:spPr>
            <a:xfrm>
              <a:off x="10271984" y="397765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5" name="pt2505"/>
            <p:cNvSpPr/>
            <p:nvPr/>
          </p:nvSpPr>
          <p:spPr>
            <a:xfrm>
              <a:off x="1074183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6" name="pt2506"/>
            <p:cNvSpPr/>
            <p:nvPr/>
          </p:nvSpPr>
          <p:spPr>
            <a:xfrm>
              <a:off x="10015703" y="4660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7" name="pt2507"/>
            <p:cNvSpPr/>
            <p:nvPr/>
          </p:nvSpPr>
          <p:spPr>
            <a:xfrm>
              <a:off x="10784547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8" name="pt2508"/>
            <p:cNvSpPr/>
            <p:nvPr/>
          </p:nvSpPr>
          <p:spPr>
            <a:xfrm>
              <a:off x="9417713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9" name="pt2509"/>
            <p:cNvSpPr/>
            <p:nvPr/>
          </p:nvSpPr>
          <p:spPr>
            <a:xfrm>
              <a:off x="9204146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0" name="pt2510"/>
            <p:cNvSpPr/>
            <p:nvPr/>
          </p:nvSpPr>
          <p:spPr>
            <a:xfrm>
              <a:off x="10015703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1" name="pt2511"/>
            <p:cNvSpPr/>
            <p:nvPr/>
          </p:nvSpPr>
          <p:spPr>
            <a:xfrm>
              <a:off x="1052826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2" name="pt2512"/>
            <p:cNvSpPr/>
            <p:nvPr/>
          </p:nvSpPr>
          <p:spPr>
            <a:xfrm>
              <a:off x="9759422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3" name="pt2513"/>
            <p:cNvSpPr/>
            <p:nvPr/>
          </p:nvSpPr>
          <p:spPr>
            <a:xfrm>
              <a:off x="9332286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4" name="pt2514"/>
            <p:cNvSpPr/>
            <p:nvPr/>
          </p:nvSpPr>
          <p:spPr>
            <a:xfrm>
              <a:off x="9375000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5" name="pt2515"/>
            <p:cNvSpPr/>
            <p:nvPr/>
          </p:nvSpPr>
          <p:spPr>
            <a:xfrm>
              <a:off x="9332286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6" name="pt2516"/>
            <p:cNvSpPr/>
            <p:nvPr/>
          </p:nvSpPr>
          <p:spPr>
            <a:xfrm>
              <a:off x="9289573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7" name="pt2517"/>
            <p:cNvSpPr/>
            <p:nvPr/>
          </p:nvSpPr>
          <p:spPr>
            <a:xfrm>
              <a:off x="9118719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8" name="pt2518"/>
            <p:cNvSpPr/>
            <p:nvPr/>
          </p:nvSpPr>
          <p:spPr>
            <a:xfrm>
              <a:off x="9802135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9" name="pt2519"/>
            <p:cNvSpPr/>
            <p:nvPr/>
          </p:nvSpPr>
          <p:spPr>
            <a:xfrm>
              <a:off x="9161432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0" name="pt2520"/>
            <p:cNvSpPr/>
            <p:nvPr/>
          </p:nvSpPr>
          <p:spPr>
            <a:xfrm>
              <a:off x="10485552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1" name="pt2521"/>
            <p:cNvSpPr/>
            <p:nvPr/>
          </p:nvSpPr>
          <p:spPr>
            <a:xfrm>
              <a:off x="9375000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2" name="pt2522"/>
            <p:cNvSpPr/>
            <p:nvPr/>
          </p:nvSpPr>
          <p:spPr>
            <a:xfrm>
              <a:off x="10528266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3" name="pt2523"/>
            <p:cNvSpPr/>
            <p:nvPr/>
          </p:nvSpPr>
          <p:spPr>
            <a:xfrm>
              <a:off x="11040828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4" name="pt2524"/>
            <p:cNvSpPr/>
            <p:nvPr/>
          </p:nvSpPr>
          <p:spPr>
            <a:xfrm>
              <a:off x="8905151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5" name="pt2525"/>
            <p:cNvSpPr/>
            <p:nvPr/>
          </p:nvSpPr>
          <p:spPr>
            <a:xfrm>
              <a:off x="10656406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6" name="pt2526"/>
            <p:cNvSpPr/>
            <p:nvPr/>
          </p:nvSpPr>
          <p:spPr>
            <a:xfrm>
              <a:off x="9332286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7" name="pt2527"/>
            <p:cNvSpPr/>
            <p:nvPr/>
          </p:nvSpPr>
          <p:spPr>
            <a:xfrm>
              <a:off x="1057097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8" name="pt2528"/>
            <p:cNvSpPr/>
            <p:nvPr/>
          </p:nvSpPr>
          <p:spPr>
            <a:xfrm>
              <a:off x="9289573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9" name="pt2529"/>
            <p:cNvSpPr/>
            <p:nvPr/>
          </p:nvSpPr>
          <p:spPr>
            <a:xfrm>
              <a:off x="9460427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0" name="pt2530"/>
            <p:cNvSpPr/>
            <p:nvPr/>
          </p:nvSpPr>
          <p:spPr>
            <a:xfrm>
              <a:off x="9204146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1" name="pt2531"/>
            <p:cNvSpPr/>
            <p:nvPr/>
          </p:nvSpPr>
          <p:spPr>
            <a:xfrm>
              <a:off x="1057097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2" name="pt2532"/>
            <p:cNvSpPr/>
            <p:nvPr/>
          </p:nvSpPr>
          <p:spPr>
            <a:xfrm>
              <a:off x="9332286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3" name="pt2533"/>
            <p:cNvSpPr/>
            <p:nvPr/>
          </p:nvSpPr>
          <p:spPr>
            <a:xfrm>
              <a:off x="9588568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4" name="pt2534"/>
            <p:cNvSpPr/>
            <p:nvPr/>
          </p:nvSpPr>
          <p:spPr>
            <a:xfrm>
              <a:off x="9204146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5" name="pt2535"/>
            <p:cNvSpPr/>
            <p:nvPr/>
          </p:nvSpPr>
          <p:spPr>
            <a:xfrm>
              <a:off x="107845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6" name="pt2536"/>
            <p:cNvSpPr/>
            <p:nvPr/>
          </p:nvSpPr>
          <p:spPr>
            <a:xfrm>
              <a:off x="946042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7" name="pt2537"/>
            <p:cNvSpPr/>
            <p:nvPr/>
          </p:nvSpPr>
          <p:spPr>
            <a:xfrm>
              <a:off x="9972990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8" name="pt2538"/>
            <p:cNvSpPr/>
            <p:nvPr/>
          </p:nvSpPr>
          <p:spPr>
            <a:xfrm>
              <a:off x="9246859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9" name="pt2539"/>
            <p:cNvSpPr/>
            <p:nvPr/>
          </p:nvSpPr>
          <p:spPr>
            <a:xfrm>
              <a:off x="9503141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0" name="pt2540"/>
            <p:cNvSpPr/>
            <p:nvPr/>
          </p:nvSpPr>
          <p:spPr>
            <a:xfrm>
              <a:off x="9802135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1" name="pt2541"/>
            <p:cNvSpPr/>
            <p:nvPr/>
          </p:nvSpPr>
          <p:spPr>
            <a:xfrm>
              <a:off x="11126255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2" name="pt2542"/>
            <p:cNvSpPr/>
            <p:nvPr/>
          </p:nvSpPr>
          <p:spPr>
            <a:xfrm>
              <a:off x="9844849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3" name="pt2543"/>
            <p:cNvSpPr/>
            <p:nvPr/>
          </p:nvSpPr>
          <p:spPr>
            <a:xfrm>
              <a:off x="10143844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4" name="pt2544"/>
            <p:cNvSpPr/>
            <p:nvPr/>
          </p:nvSpPr>
          <p:spPr>
            <a:xfrm>
              <a:off x="9076005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5" name="pt2545"/>
            <p:cNvSpPr/>
            <p:nvPr/>
          </p:nvSpPr>
          <p:spPr>
            <a:xfrm>
              <a:off x="9802135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6" name="pt2546"/>
            <p:cNvSpPr/>
            <p:nvPr/>
          </p:nvSpPr>
          <p:spPr>
            <a:xfrm>
              <a:off x="9332286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7" name="pt2547"/>
            <p:cNvSpPr/>
            <p:nvPr/>
          </p:nvSpPr>
          <p:spPr>
            <a:xfrm>
              <a:off x="11382536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8" name="pt2548"/>
            <p:cNvSpPr/>
            <p:nvPr/>
          </p:nvSpPr>
          <p:spPr>
            <a:xfrm>
              <a:off x="9972990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9" name="pt2549"/>
            <p:cNvSpPr/>
            <p:nvPr/>
          </p:nvSpPr>
          <p:spPr>
            <a:xfrm>
              <a:off x="9503141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0" name="pt2550"/>
            <p:cNvSpPr/>
            <p:nvPr/>
          </p:nvSpPr>
          <p:spPr>
            <a:xfrm>
              <a:off x="941771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1" name="pt2551"/>
            <p:cNvSpPr/>
            <p:nvPr/>
          </p:nvSpPr>
          <p:spPr>
            <a:xfrm>
              <a:off x="9161432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2" name="pt2552"/>
            <p:cNvSpPr/>
            <p:nvPr/>
          </p:nvSpPr>
          <p:spPr>
            <a:xfrm>
              <a:off x="8819724" y="5685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3" name="pt2553"/>
            <p:cNvSpPr/>
            <p:nvPr/>
          </p:nvSpPr>
          <p:spPr>
            <a:xfrm>
              <a:off x="1180967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4" name="pt2554"/>
            <p:cNvSpPr/>
            <p:nvPr/>
          </p:nvSpPr>
          <p:spPr>
            <a:xfrm>
              <a:off x="1099811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5" name="pt2555"/>
            <p:cNvSpPr/>
            <p:nvPr/>
          </p:nvSpPr>
          <p:spPr>
            <a:xfrm>
              <a:off x="1116896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6" name="pt2556"/>
            <p:cNvSpPr/>
            <p:nvPr/>
          </p:nvSpPr>
          <p:spPr>
            <a:xfrm>
              <a:off x="9972990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7" name="pt2557"/>
            <p:cNvSpPr/>
            <p:nvPr/>
          </p:nvSpPr>
          <p:spPr>
            <a:xfrm>
              <a:off x="107845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8" name="pt2558"/>
            <p:cNvSpPr/>
            <p:nvPr/>
          </p:nvSpPr>
          <p:spPr>
            <a:xfrm>
              <a:off x="10357411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9" name="pt2559"/>
            <p:cNvSpPr/>
            <p:nvPr/>
          </p:nvSpPr>
          <p:spPr>
            <a:xfrm>
              <a:off x="9332286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0" name="pt2560"/>
            <p:cNvSpPr/>
            <p:nvPr/>
          </p:nvSpPr>
          <p:spPr>
            <a:xfrm>
              <a:off x="9375000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1" name="pt2561"/>
            <p:cNvSpPr/>
            <p:nvPr/>
          </p:nvSpPr>
          <p:spPr>
            <a:xfrm>
              <a:off x="9802135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2" name="pt2562"/>
            <p:cNvSpPr/>
            <p:nvPr/>
          </p:nvSpPr>
          <p:spPr>
            <a:xfrm>
              <a:off x="1018655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3" name="pt2563"/>
            <p:cNvSpPr/>
            <p:nvPr/>
          </p:nvSpPr>
          <p:spPr>
            <a:xfrm>
              <a:off x="11809672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4" name="pt2564"/>
            <p:cNvSpPr/>
            <p:nvPr/>
          </p:nvSpPr>
          <p:spPr>
            <a:xfrm>
              <a:off x="10784547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5" name="pt2565"/>
            <p:cNvSpPr/>
            <p:nvPr/>
          </p:nvSpPr>
          <p:spPr>
            <a:xfrm>
              <a:off x="9930276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6" name="pt2566"/>
            <p:cNvSpPr/>
            <p:nvPr/>
          </p:nvSpPr>
          <p:spPr>
            <a:xfrm>
              <a:off x="10442838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7" name="pt2567"/>
            <p:cNvSpPr/>
            <p:nvPr/>
          </p:nvSpPr>
          <p:spPr>
            <a:xfrm>
              <a:off x="9588568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8" name="pt2568"/>
            <p:cNvSpPr/>
            <p:nvPr/>
          </p:nvSpPr>
          <p:spPr>
            <a:xfrm>
              <a:off x="9972990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9" name="pt2569"/>
            <p:cNvSpPr/>
            <p:nvPr/>
          </p:nvSpPr>
          <p:spPr>
            <a:xfrm>
              <a:off x="10741833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0" name="pt2570"/>
            <p:cNvSpPr/>
            <p:nvPr/>
          </p:nvSpPr>
          <p:spPr>
            <a:xfrm>
              <a:off x="9631281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1" name="pt2571"/>
            <p:cNvSpPr/>
            <p:nvPr/>
          </p:nvSpPr>
          <p:spPr>
            <a:xfrm>
              <a:off x="9161432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2" name="pt2572"/>
            <p:cNvSpPr/>
            <p:nvPr/>
          </p:nvSpPr>
          <p:spPr>
            <a:xfrm>
              <a:off x="9673995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3" name="pt2573"/>
            <p:cNvSpPr/>
            <p:nvPr/>
          </p:nvSpPr>
          <p:spPr>
            <a:xfrm>
              <a:off x="1172424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4" name="pt2574"/>
            <p:cNvSpPr/>
            <p:nvPr/>
          </p:nvSpPr>
          <p:spPr>
            <a:xfrm>
              <a:off x="10827260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5" name="pt2575"/>
            <p:cNvSpPr/>
            <p:nvPr/>
          </p:nvSpPr>
          <p:spPr>
            <a:xfrm>
              <a:off x="9887562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6" name="pt2576"/>
            <p:cNvSpPr/>
            <p:nvPr/>
          </p:nvSpPr>
          <p:spPr>
            <a:xfrm>
              <a:off x="10485552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7" name="pt2577"/>
            <p:cNvSpPr/>
            <p:nvPr/>
          </p:nvSpPr>
          <p:spPr>
            <a:xfrm>
              <a:off x="9289573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8" name="pt2578"/>
            <p:cNvSpPr/>
            <p:nvPr/>
          </p:nvSpPr>
          <p:spPr>
            <a:xfrm>
              <a:off x="9246859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9" name="pt2579"/>
            <p:cNvSpPr/>
            <p:nvPr/>
          </p:nvSpPr>
          <p:spPr>
            <a:xfrm>
              <a:off x="9076005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0" name="pt2580"/>
            <p:cNvSpPr/>
            <p:nvPr/>
          </p:nvSpPr>
          <p:spPr>
            <a:xfrm>
              <a:off x="10741833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1" name="pt2581"/>
            <p:cNvSpPr/>
            <p:nvPr/>
          </p:nvSpPr>
          <p:spPr>
            <a:xfrm>
              <a:off x="11168969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2" name="pt2582"/>
            <p:cNvSpPr/>
            <p:nvPr/>
          </p:nvSpPr>
          <p:spPr>
            <a:xfrm>
              <a:off x="1031469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3" name="pt2583"/>
            <p:cNvSpPr/>
            <p:nvPr/>
          </p:nvSpPr>
          <p:spPr>
            <a:xfrm>
              <a:off x="8947864" y="5263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4" name="pt2584"/>
            <p:cNvSpPr/>
            <p:nvPr/>
          </p:nvSpPr>
          <p:spPr>
            <a:xfrm>
              <a:off x="9246859" y="5324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5" name="pt2585"/>
            <p:cNvSpPr/>
            <p:nvPr/>
          </p:nvSpPr>
          <p:spPr>
            <a:xfrm>
              <a:off x="1078454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6" name="pt2586"/>
            <p:cNvSpPr/>
            <p:nvPr/>
          </p:nvSpPr>
          <p:spPr>
            <a:xfrm>
              <a:off x="10699120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7" name="pt2587"/>
            <p:cNvSpPr/>
            <p:nvPr/>
          </p:nvSpPr>
          <p:spPr>
            <a:xfrm>
              <a:off x="8819724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8" name="pt2588"/>
            <p:cNvSpPr/>
            <p:nvPr/>
          </p:nvSpPr>
          <p:spPr>
            <a:xfrm>
              <a:off x="10869974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9" name="pt2589"/>
            <p:cNvSpPr/>
            <p:nvPr/>
          </p:nvSpPr>
          <p:spPr>
            <a:xfrm>
              <a:off x="1129710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0" name="pt2590"/>
            <p:cNvSpPr/>
            <p:nvPr/>
          </p:nvSpPr>
          <p:spPr>
            <a:xfrm>
              <a:off x="1052826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1" name="pt2591"/>
            <p:cNvSpPr/>
            <p:nvPr/>
          </p:nvSpPr>
          <p:spPr>
            <a:xfrm>
              <a:off x="9076005" y="56658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2" name="pt2592"/>
            <p:cNvSpPr/>
            <p:nvPr/>
          </p:nvSpPr>
          <p:spPr>
            <a:xfrm>
              <a:off x="10143844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3" name="pt2593"/>
            <p:cNvSpPr/>
            <p:nvPr/>
          </p:nvSpPr>
          <p:spPr>
            <a:xfrm>
              <a:off x="1112625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4" name="pt2594"/>
            <p:cNvSpPr/>
            <p:nvPr/>
          </p:nvSpPr>
          <p:spPr>
            <a:xfrm>
              <a:off x="11168969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5" name="pt2595"/>
            <p:cNvSpPr/>
            <p:nvPr/>
          </p:nvSpPr>
          <p:spPr>
            <a:xfrm>
              <a:off x="11211682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6" name="pt2596"/>
            <p:cNvSpPr/>
            <p:nvPr/>
          </p:nvSpPr>
          <p:spPr>
            <a:xfrm>
              <a:off x="11382536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7" name="pt2597"/>
            <p:cNvSpPr/>
            <p:nvPr/>
          </p:nvSpPr>
          <p:spPr>
            <a:xfrm>
              <a:off x="10101130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8" name="pt2598"/>
            <p:cNvSpPr/>
            <p:nvPr/>
          </p:nvSpPr>
          <p:spPr>
            <a:xfrm>
              <a:off x="11126255" y="3836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9" name="pt2599"/>
            <p:cNvSpPr/>
            <p:nvPr/>
          </p:nvSpPr>
          <p:spPr>
            <a:xfrm>
              <a:off x="10955401" y="39575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0" name="pt2600"/>
            <p:cNvSpPr/>
            <p:nvPr/>
          </p:nvSpPr>
          <p:spPr>
            <a:xfrm>
              <a:off x="9033292" y="51433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1" name="pt2601"/>
            <p:cNvSpPr/>
            <p:nvPr/>
          </p:nvSpPr>
          <p:spPr>
            <a:xfrm>
              <a:off x="10869974" y="38972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2" name="pt2602"/>
            <p:cNvSpPr/>
            <p:nvPr/>
          </p:nvSpPr>
          <p:spPr>
            <a:xfrm>
              <a:off x="9759422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3" name="pt2603"/>
            <p:cNvSpPr/>
            <p:nvPr/>
          </p:nvSpPr>
          <p:spPr>
            <a:xfrm>
              <a:off x="9673995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4" name="pt2604"/>
            <p:cNvSpPr/>
            <p:nvPr/>
          </p:nvSpPr>
          <p:spPr>
            <a:xfrm>
              <a:off x="10784547" y="40178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5" name="tx2605"/>
            <p:cNvSpPr/>
            <p:nvPr/>
          </p:nvSpPr>
          <p:spPr>
            <a:xfrm>
              <a:off x="8519927" y="3908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606" name="tx2606"/>
            <p:cNvSpPr/>
            <p:nvPr/>
          </p:nvSpPr>
          <p:spPr>
            <a:xfrm>
              <a:off x="8625279" y="3872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607" name="tx2607"/>
            <p:cNvSpPr/>
            <p:nvPr/>
          </p:nvSpPr>
          <p:spPr>
            <a:xfrm>
              <a:off x="8674720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608" name="tx2608"/>
            <p:cNvSpPr/>
            <p:nvPr/>
          </p:nvSpPr>
          <p:spPr>
            <a:xfrm>
              <a:off x="8709509" y="3961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609" name="tx2609"/>
            <p:cNvSpPr/>
            <p:nvPr/>
          </p:nvSpPr>
          <p:spPr>
            <a:xfrm>
              <a:off x="8783675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610" name="tx2610"/>
            <p:cNvSpPr/>
            <p:nvPr/>
          </p:nvSpPr>
          <p:spPr>
            <a:xfrm>
              <a:off x="8818464" y="3906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611" name="pl2611"/>
            <p:cNvSpPr/>
            <p:nvPr/>
          </p:nvSpPr>
          <p:spPr>
            <a:xfrm>
              <a:off x="8502841" y="3753267"/>
              <a:ext cx="2504495" cy="1800812"/>
            </a:xfrm>
            <a:custGeom>
              <a:avLst/>
              <a:gdLst/>
              <a:ahLst/>
              <a:cxnLst/>
              <a:rect l="0" t="0" r="0" b="0"/>
              <a:pathLst>
                <a:path w="2504495" h="1800812">
                  <a:moveTo>
                    <a:pt x="0" y="1800812"/>
                  </a:moveTo>
                  <a:lnTo>
                    <a:pt x="35684" y="1775154"/>
                  </a:lnTo>
                  <a:lnTo>
                    <a:pt x="71369" y="1749495"/>
                  </a:lnTo>
                  <a:lnTo>
                    <a:pt x="107054" y="1723837"/>
                  </a:lnTo>
                  <a:lnTo>
                    <a:pt x="142738" y="1698178"/>
                  </a:lnTo>
                  <a:lnTo>
                    <a:pt x="178423" y="1672520"/>
                  </a:lnTo>
                  <a:lnTo>
                    <a:pt x="214108" y="1646861"/>
                  </a:lnTo>
                  <a:lnTo>
                    <a:pt x="249793" y="1621203"/>
                  </a:lnTo>
                  <a:lnTo>
                    <a:pt x="285477" y="1595544"/>
                  </a:lnTo>
                  <a:lnTo>
                    <a:pt x="321162" y="1569886"/>
                  </a:lnTo>
                  <a:lnTo>
                    <a:pt x="356847" y="1544227"/>
                  </a:lnTo>
                  <a:lnTo>
                    <a:pt x="392532" y="1518569"/>
                  </a:lnTo>
                  <a:lnTo>
                    <a:pt x="428216" y="1492910"/>
                  </a:lnTo>
                  <a:lnTo>
                    <a:pt x="463901" y="1467252"/>
                  </a:lnTo>
                  <a:lnTo>
                    <a:pt x="499586" y="1441594"/>
                  </a:lnTo>
                  <a:lnTo>
                    <a:pt x="535270" y="1415935"/>
                  </a:lnTo>
                  <a:lnTo>
                    <a:pt x="570955" y="1390277"/>
                  </a:lnTo>
                  <a:lnTo>
                    <a:pt x="606640" y="1364618"/>
                  </a:lnTo>
                  <a:lnTo>
                    <a:pt x="642325" y="1338960"/>
                  </a:lnTo>
                  <a:lnTo>
                    <a:pt x="678009" y="1313301"/>
                  </a:lnTo>
                  <a:lnTo>
                    <a:pt x="713694" y="1287643"/>
                  </a:lnTo>
                  <a:lnTo>
                    <a:pt x="749379" y="1261984"/>
                  </a:lnTo>
                  <a:lnTo>
                    <a:pt x="785064" y="1236326"/>
                  </a:lnTo>
                  <a:lnTo>
                    <a:pt x="820748" y="1210667"/>
                  </a:lnTo>
                  <a:lnTo>
                    <a:pt x="856433" y="1185009"/>
                  </a:lnTo>
                  <a:lnTo>
                    <a:pt x="892118" y="1159350"/>
                  </a:lnTo>
                  <a:lnTo>
                    <a:pt x="927803" y="1133692"/>
                  </a:lnTo>
                  <a:lnTo>
                    <a:pt x="963487" y="1108033"/>
                  </a:lnTo>
                  <a:lnTo>
                    <a:pt x="999172" y="1082375"/>
                  </a:lnTo>
                  <a:lnTo>
                    <a:pt x="1034857" y="1056716"/>
                  </a:lnTo>
                  <a:lnTo>
                    <a:pt x="1070541" y="1031058"/>
                  </a:lnTo>
                  <a:lnTo>
                    <a:pt x="1106226" y="1005400"/>
                  </a:lnTo>
                  <a:lnTo>
                    <a:pt x="1141911" y="979741"/>
                  </a:lnTo>
                  <a:lnTo>
                    <a:pt x="1177596" y="954083"/>
                  </a:lnTo>
                  <a:lnTo>
                    <a:pt x="1213280" y="928424"/>
                  </a:lnTo>
                  <a:lnTo>
                    <a:pt x="1248965" y="902766"/>
                  </a:lnTo>
                  <a:lnTo>
                    <a:pt x="1284650" y="877107"/>
                  </a:lnTo>
                  <a:lnTo>
                    <a:pt x="1320335" y="851449"/>
                  </a:lnTo>
                  <a:lnTo>
                    <a:pt x="1356019" y="825790"/>
                  </a:lnTo>
                  <a:lnTo>
                    <a:pt x="1391704" y="800132"/>
                  </a:lnTo>
                  <a:lnTo>
                    <a:pt x="1427389" y="774473"/>
                  </a:lnTo>
                  <a:lnTo>
                    <a:pt x="1463074" y="748815"/>
                  </a:lnTo>
                  <a:lnTo>
                    <a:pt x="1498758" y="723156"/>
                  </a:lnTo>
                  <a:lnTo>
                    <a:pt x="1534443" y="697498"/>
                  </a:lnTo>
                  <a:lnTo>
                    <a:pt x="1570128" y="671839"/>
                  </a:lnTo>
                  <a:lnTo>
                    <a:pt x="1605812" y="646181"/>
                  </a:lnTo>
                  <a:lnTo>
                    <a:pt x="1641497" y="620522"/>
                  </a:lnTo>
                  <a:lnTo>
                    <a:pt x="1677182" y="594864"/>
                  </a:lnTo>
                  <a:lnTo>
                    <a:pt x="1712867" y="569206"/>
                  </a:lnTo>
                  <a:lnTo>
                    <a:pt x="1748551" y="543547"/>
                  </a:lnTo>
                  <a:lnTo>
                    <a:pt x="1784236" y="517889"/>
                  </a:lnTo>
                  <a:lnTo>
                    <a:pt x="1819921" y="492230"/>
                  </a:lnTo>
                  <a:lnTo>
                    <a:pt x="1855606" y="466572"/>
                  </a:lnTo>
                  <a:lnTo>
                    <a:pt x="1891290" y="440913"/>
                  </a:lnTo>
                  <a:lnTo>
                    <a:pt x="1926975" y="415255"/>
                  </a:lnTo>
                  <a:lnTo>
                    <a:pt x="1962660" y="389596"/>
                  </a:lnTo>
                  <a:lnTo>
                    <a:pt x="1998345" y="363938"/>
                  </a:lnTo>
                  <a:lnTo>
                    <a:pt x="2034029" y="338279"/>
                  </a:lnTo>
                  <a:lnTo>
                    <a:pt x="2069714" y="312621"/>
                  </a:lnTo>
                  <a:lnTo>
                    <a:pt x="2105399" y="286962"/>
                  </a:lnTo>
                  <a:lnTo>
                    <a:pt x="2141083" y="261304"/>
                  </a:lnTo>
                  <a:lnTo>
                    <a:pt x="2176768" y="235645"/>
                  </a:lnTo>
                  <a:lnTo>
                    <a:pt x="2212453" y="209987"/>
                  </a:lnTo>
                  <a:lnTo>
                    <a:pt x="2248138" y="184328"/>
                  </a:lnTo>
                  <a:lnTo>
                    <a:pt x="2283822" y="158670"/>
                  </a:lnTo>
                  <a:lnTo>
                    <a:pt x="2319507" y="133011"/>
                  </a:lnTo>
                  <a:lnTo>
                    <a:pt x="2355192" y="107353"/>
                  </a:lnTo>
                  <a:lnTo>
                    <a:pt x="2390877" y="81695"/>
                  </a:lnTo>
                  <a:lnTo>
                    <a:pt x="2426561" y="56036"/>
                  </a:lnTo>
                  <a:lnTo>
                    <a:pt x="2462246" y="30378"/>
                  </a:lnTo>
                  <a:lnTo>
                    <a:pt x="2497931" y="4719"/>
                  </a:lnTo>
                  <a:lnTo>
                    <a:pt x="2504495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2" name="pl2612"/>
            <p:cNvSpPr/>
            <p:nvPr/>
          </p:nvSpPr>
          <p:spPr>
            <a:xfrm>
              <a:off x="9399826" y="3837916"/>
              <a:ext cx="2520099" cy="324575"/>
            </a:xfrm>
            <a:custGeom>
              <a:avLst/>
              <a:gdLst/>
              <a:ahLst/>
              <a:cxnLst/>
              <a:rect l="0" t="0" r="0" b="0"/>
              <a:pathLst>
                <a:path w="2520099" h="324575">
                  <a:moveTo>
                    <a:pt x="0" y="324575"/>
                  </a:moveTo>
                  <a:lnTo>
                    <a:pt x="31899" y="320467"/>
                  </a:lnTo>
                  <a:lnTo>
                    <a:pt x="63799" y="316358"/>
                  </a:lnTo>
                  <a:lnTo>
                    <a:pt x="95699" y="312250"/>
                  </a:lnTo>
                  <a:lnTo>
                    <a:pt x="127599" y="308141"/>
                  </a:lnTo>
                  <a:lnTo>
                    <a:pt x="159499" y="304033"/>
                  </a:lnTo>
                  <a:lnTo>
                    <a:pt x="191399" y="299924"/>
                  </a:lnTo>
                  <a:lnTo>
                    <a:pt x="223299" y="295816"/>
                  </a:lnTo>
                  <a:lnTo>
                    <a:pt x="255199" y="291707"/>
                  </a:lnTo>
                  <a:lnTo>
                    <a:pt x="287099" y="287598"/>
                  </a:lnTo>
                  <a:lnTo>
                    <a:pt x="318999" y="283490"/>
                  </a:lnTo>
                  <a:lnTo>
                    <a:pt x="350899" y="279381"/>
                  </a:lnTo>
                  <a:lnTo>
                    <a:pt x="382799" y="275273"/>
                  </a:lnTo>
                  <a:lnTo>
                    <a:pt x="414699" y="271164"/>
                  </a:lnTo>
                  <a:lnTo>
                    <a:pt x="446599" y="267056"/>
                  </a:lnTo>
                  <a:lnTo>
                    <a:pt x="478499" y="262947"/>
                  </a:lnTo>
                  <a:lnTo>
                    <a:pt x="510399" y="258839"/>
                  </a:lnTo>
                  <a:lnTo>
                    <a:pt x="542299" y="254730"/>
                  </a:lnTo>
                  <a:lnTo>
                    <a:pt x="574199" y="250621"/>
                  </a:lnTo>
                  <a:lnTo>
                    <a:pt x="606099" y="246513"/>
                  </a:lnTo>
                  <a:lnTo>
                    <a:pt x="637999" y="242404"/>
                  </a:lnTo>
                  <a:lnTo>
                    <a:pt x="669899" y="238296"/>
                  </a:lnTo>
                  <a:lnTo>
                    <a:pt x="701799" y="234187"/>
                  </a:lnTo>
                  <a:lnTo>
                    <a:pt x="733699" y="230079"/>
                  </a:lnTo>
                  <a:lnTo>
                    <a:pt x="765599" y="225970"/>
                  </a:lnTo>
                  <a:lnTo>
                    <a:pt x="797499" y="221862"/>
                  </a:lnTo>
                  <a:lnTo>
                    <a:pt x="829399" y="217753"/>
                  </a:lnTo>
                  <a:lnTo>
                    <a:pt x="861299" y="213644"/>
                  </a:lnTo>
                  <a:lnTo>
                    <a:pt x="893199" y="209536"/>
                  </a:lnTo>
                  <a:lnTo>
                    <a:pt x="925099" y="205427"/>
                  </a:lnTo>
                  <a:lnTo>
                    <a:pt x="956999" y="201319"/>
                  </a:lnTo>
                  <a:lnTo>
                    <a:pt x="988899" y="197210"/>
                  </a:lnTo>
                  <a:lnTo>
                    <a:pt x="1020799" y="193102"/>
                  </a:lnTo>
                  <a:lnTo>
                    <a:pt x="1052699" y="188993"/>
                  </a:lnTo>
                  <a:lnTo>
                    <a:pt x="1084599" y="184885"/>
                  </a:lnTo>
                  <a:lnTo>
                    <a:pt x="1116499" y="180776"/>
                  </a:lnTo>
                  <a:lnTo>
                    <a:pt x="1148399" y="176667"/>
                  </a:lnTo>
                  <a:lnTo>
                    <a:pt x="1180299" y="172559"/>
                  </a:lnTo>
                  <a:lnTo>
                    <a:pt x="1212199" y="168450"/>
                  </a:lnTo>
                  <a:lnTo>
                    <a:pt x="1244099" y="164342"/>
                  </a:lnTo>
                  <a:lnTo>
                    <a:pt x="1275999" y="160233"/>
                  </a:lnTo>
                  <a:lnTo>
                    <a:pt x="1307899" y="156125"/>
                  </a:lnTo>
                  <a:lnTo>
                    <a:pt x="1339799" y="152016"/>
                  </a:lnTo>
                  <a:lnTo>
                    <a:pt x="1371699" y="147908"/>
                  </a:lnTo>
                  <a:lnTo>
                    <a:pt x="1403599" y="143799"/>
                  </a:lnTo>
                  <a:lnTo>
                    <a:pt x="1435499" y="139690"/>
                  </a:lnTo>
                  <a:lnTo>
                    <a:pt x="1467399" y="135582"/>
                  </a:lnTo>
                  <a:lnTo>
                    <a:pt x="1499299" y="131473"/>
                  </a:lnTo>
                  <a:lnTo>
                    <a:pt x="1531199" y="127365"/>
                  </a:lnTo>
                  <a:lnTo>
                    <a:pt x="1563099" y="123256"/>
                  </a:lnTo>
                  <a:lnTo>
                    <a:pt x="1594999" y="119148"/>
                  </a:lnTo>
                  <a:lnTo>
                    <a:pt x="1626899" y="115039"/>
                  </a:lnTo>
                  <a:lnTo>
                    <a:pt x="1658799" y="110931"/>
                  </a:lnTo>
                  <a:lnTo>
                    <a:pt x="1690699" y="106822"/>
                  </a:lnTo>
                  <a:lnTo>
                    <a:pt x="1722599" y="102713"/>
                  </a:lnTo>
                  <a:lnTo>
                    <a:pt x="1754499" y="98605"/>
                  </a:lnTo>
                  <a:lnTo>
                    <a:pt x="1786399" y="94496"/>
                  </a:lnTo>
                  <a:lnTo>
                    <a:pt x="1818299" y="90388"/>
                  </a:lnTo>
                  <a:lnTo>
                    <a:pt x="1850199" y="86279"/>
                  </a:lnTo>
                  <a:lnTo>
                    <a:pt x="1882099" y="82171"/>
                  </a:lnTo>
                  <a:lnTo>
                    <a:pt x="1913999" y="78062"/>
                  </a:lnTo>
                  <a:lnTo>
                    <a:pt x="1945899" y="73954"/>
                  </a:lnTo>
                  <a:lnTo>
                    <a:pt x="1977799" y="69845"/>
                  </a:lnTo>
                  <a:lnTo>
                    <a:pt x="2009699" y="65736"/>
                  </a:lnTo>
                  <a:lnTo>
                    <a:pt x="2041599" y="61628"/>
                  </a:lnTo>
                  <a:lnTo>
                    <a:pt x="2073499" y="57519"/>
                  </a:lnTo>
                  <a:lnTo>
                    <a:pt x="2105399" y="53411"/>
                  </a:lnTo>
                  <a:lnTo>
                    <a:pt x="2137299" y="49302"/>
                  </a:lnTo>
                  <a:lnTo>
                    <a:pt x="2169199" y="45194"/>
                  </a:lnTo>
                  <a:lnTo>
                    <a:pt x="2201099" y="41085"/>
                  </a:lnTo>
                  <a:lnTo>
                    <a:pt x="2232999" y="36977"/>
                  </a:lnTo>
                  <a:lnTo>
                    <a:pt x="2264899" y="32868"/>
                  </a:lnTo>
                  <a:lnTo>
                    <a:pt x="2296799" y="28759"/>
                  </a:lnTo>
                  <a:lnTo>
                    <a:pt x="2328699" y="24651"/>
                  </a:lnTo>
                  <a:lnTo>
                    <a:pt x="2360599" y="20542"/>
                  </a:lnTo>
                  <a:lnTo>
                    <a:pt x="2392499" y="16434"/>
                  </a:lnTo>
                  <a:lnTo>
                    <a:pt x="2424399" y="12325"/>
                  </a:lnTo>
                  <a:lnTo>
                    <a:pt x="2456299" y="8217"/>
                  </a:lnTo>
                  <a:lnTo>
                    <a:pt x="2488199" y="4108"/>
                  </a:lnTo>
                  <a:lnTo>
                    <a:pt x="2520099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3" name="tx2613"/>
            <p:cNvSpPr/>
            <p:nvPr/>
          </p:nvSpPr>
          <p:spPr>
            <a:xfrm>
              <a:off x="2021657" y="6439202"/>
              <a:ext cx="939403" cy="1393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ADL</a:t>
              </a:r>
            </a:p>
          </p:txBody>
        </p:sp>
        <p:sp>
          <p:nvSpPr>
            <p:cNvPr id="2614" name="tx2614"/>
            <p:cNvSpPr/>
            <p:nvPr/>
          </p:nvSpPr>
          <p:spPr>
            <a:xfrm>
              <a:off x="5795865" y="6437218"/>
              <a:ext cx="111101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fSARA</a:t>
              </a:r>
            </a:p>
          </p:txBody>
        </p:sp>
        <p:sp>
          <p:nvSpPr>
            <p:cNvPr id="2615" name="tx2615"/>
            <p:cNvSpPr/>
            <p:nvPr/>
          </p:nvSpPr>
          <p:spPr>
            <a:xfrm>
              <a:off x="9678459" y="6437218"/>
              <a:ext cx="1065847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SARA</a:t>
              </a:r>
            </a:p>
          </p:txBody>
        </p:sp>
        <p:sp>
          <p:nvSpPr>
            <p:cNvPr id="2616" name="tx2616"/>
            <p:cNvSpPr/>
            <p:nvPr/>
          </p:nvSpPr>
          <p:spPr>
            <a:xfrm>
              <a:off x="1944862" y="3394218"/>
              <a:ext cx="1092993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ADL</a:t>
              </a:r>
            </a:p>
          </p:txBody>
        </p:sp>
        <p:sp>
          <p:nvSpPr>
            <p:cNvPr id="2617" name="tx2617"/>
            <p:cNvSpPr/>
            <p:nvPr/>
          </p:nvSpPr>
          <p:spPr>
            <a:xfrm>
              <a:off x="5719070" y="3394218"/>
              <a:ext cx="1264602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fSARA</a:t>
              </a:r>
            </a:p>
          </p:txBody>
        </p:sp>
        <p:sp>
          <p:nvSpPr>
            <p:cNvPr id="2618" name="tx2618"/>
            <p:cNvSpPr/>
            <p:nvPr/>
          </p:nvSpPr>
          <p:spPr>
            <a:xfrm>
              <a:off x="9601664" y="3394218"/>
              <a:ext cx="1219438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SARA</a:t>
              </a:r>
            </a:p>
          </p:txBody>
        </p:sp>
        <p:sp>
          <p:nvSpPr>
            <p:cNvPr id="2619" name="tx2619"/>
            <p:cNvSpPr/>
            <p:nvPr/>
          </p:nvSpPr>
          <p:spPr>
            <a:xfrm>
              <a:off x="737613" y="6229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20" name="tx2620"/>
            <p:cNvSpPr/>
            <p:nvPr/>
          </p:nvSpPr>
          <p:spPr>
            <a:xfrm>
              <a:off x="1727889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21" name="tx2621"/>
            <p:cNvSpPr/>
            <p:nvPr/>
          </p:nvSpPr>
          <p:spPr>
            <a:xfrm>
              <a:off x="2763368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622" name="tx2622"/>
            <p:cNvSpPr/>
            <p:nvPr/>
          </p:nvSpPr>
          <p:spPr>
            <a:xfrm>
              <a:off x="3798848" y="622940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623" name="tx2623"/>
            <p:cNvSpPr/>
            <p:nvPr/>
          </p:nvSpPr>
          <p:spPr>
            <a:xfrm>
              <a:off x="4597625" y="6229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24" name="tx2624"/>
            <p:cNvSpPr/>
            <p:nvPr/>
          </p:nvSpPr>
          <p:spPr>
            <a:xfrm>
              <a:off x="5665464" y="6231549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625" name="tx2625"/>
            <p:cNvSpPr/>
            <p:nvPr/>
          </p:nvSpPr>
          <p:spPr>
            <a:xfrm>
              <a:off x="6688098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26" name="tx2626"/>
            <p:cNvSpPr/>
            <p:nvPr/>
          </p:nvSpPr>
          <p:spPr>
            <a:xfrm>
              <a:off x="7755937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627" name="tx2627"/>
            <p:cNvSpPr/>
            <p:nvPr/>
          </p:nvSpPr>
          <p:spPr>
            <a:xfrm>
              <a:off x="8457637" y="6229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28" name="tx2628"/>
            <p:cNvSpPr/>
            <p:nvPr/>
          </p:nvSpPr>
          <p:spPr>
            <a:xfrm>
              <a:off x="9266704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29" name="tx2629"/>
            <p:cNvSpPr/>
            <p:nvPr/>
          </p:nvSpPr>
          <p:spPr>
            <a:xfrm>
              <a:off x="10120975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630" name="tx2630"/>
            <p:cNvSpPr/>
            <p:nvPr/>
          </p:nvSpPr>
          <p:spPr>
            <a:xfrm>
              <a:off x="10975246" y="622940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631" name="tx2631"/>
            <p:cNvSpPr/>
            <p:nvPr/>
          </p:nvSpPr>
          <p:spPr>
            <a:xfrm>
              <a:off x="11829517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632" name="tx2632"/>
            <p:cNvSpPr/>
            <p:nvPr/>
          </p:nvSpPr>
          <p:spPr>
            <a:xfrm>
              <a:off x="737613" y="3186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33" name="tx2633"/>
            <p:cNvSpPr/>
            <p:nvPr/>
          </p:nvSpPr>
          <p:spPr>
            <a:xfrm>
              <a:off x="1727889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34" name="tx2634"/>
            <p:cNvSpPr/>
            <p:nvPr/>
          </p:nvSpPr>
          <p:spPr>
            <a:xfrm>
              <a:off x="2763368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635" name="tx2635"/>
            <p:cNvSpPr/>
            <p:nvPr/>
          </p:nvSpPr>
          <p:spPr>
            <a:xfrm>
              <a:off x="3798848" y="318640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636" name="tx2636"/>
            <p:cNvSpPr/>
            <p:nvPr/>
          </p:nvSpPr>
          <p:spPr>
            <a:xfrm>
              <a:off x="4597625" y="3186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37" name="tx2637"/>
            <p:cNvSpPr/>
            <p:nvPr/>
          </p:nvSpPr>
          <p:spPr>
            <a:xfrm>
              <a:off x="5665464" y="3188548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638" name="tx2638"/>
            <p:cNvSpPr/>
            <p:nvPr/>
          </p:nvSpPr>
          <p:spPr>
            <a:xfrm>
              <a:off x="6688098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39" name="tx2639"/>
            <p:cNvSpPr/>
            <p:nvPr/>
          </p:nvSpPr>
          <p:spPr>
            <a:xfrm>
              <a:off x="7755937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640" name="tx2640"/>
            <p:cNvSpPr/>
            <p:nvPr/>
          </p:nvSpPr>
          <p:spPr>
            <a:xfrm>
              <a:off x="8457637" y="3186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41" name="tx2641"/>
            <p:cNvSpPr/>
            <p:nvPr/>
          </p:nvSpPr>
          <p:spPr>
            <a:xfrm>
              <a:off x="9266704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42" name="tx2642"/>
            <p:cNvSpPr/>
            <p:nvPr/>
          </p:nvSpPr>
          <p:spPr>
            <a:xfrm>
              <a:off x="10120975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643" name="tx2643"/>
            <p:cNvSpPr/>
            <p:nvPr/>
          </p:nvSpPr>
          <p:spPr>
            <a:xfrm>
              <a:off x="10975246" y="318640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644" name="tx2644"/>
            <p:cNvSpPr/>
            <p:nvPr/>
          </p:nvSpPr>
          <p:spPr>
            <a:xfrm>
              <a:off x="11829517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645" name="tx2645"/>
            <p:cNvSpPr/>
            <p:nvPr/>
          </p:nvSpPr>
          <p:spPr>
            <a:xfrm>
              <a:off x="430456" y="2928678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46" name="tx2646"/>
            <p:cNvSpPr/>
            <p:nvPr/>
          </p:nvSpPr>
          <p:spPr>
            <a:xfrm>
              <a:off x="340048" y="2325754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47" name="tx2647"/>
            <p:cNvSpPr/>
            <p:nvPr/>
          </p:nvSpPr>
          <p:spPr>
            <a:xfrm>
              <a:off x="340048" y="172283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648" name="tx2648"/>
            <p:cNvSpPr/>
            <p:nvPr/>
          </p:nvSpPr>
          <p:spPr>
            <a:xfrm>
              <a:off x="340048" y="1119826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649" name="tx2649"/>
            <p:cNvSpPr/>
            <p:nvPr/>
          </p:nvSpPr>
          <p:spPr>
            <a:xfrm>
              <a:off x="430456" y="5971678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50" name="tx2650"/>
            <p:cNvSpPr/>
            <p:nvPr/>
          </p:nvSpPr>
          <p:spPr>
            <a:xfrm>
              <a:off x="340048" y="5368754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51" name="tx2651"/>
            <p:cNvSpPr/>
            <p:nvPr/>
          </p:nvSpPr>
          <p:spPr>
            <a:xfrm>
              <a:off x="340048" y="476583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652" name="tx2652"/>
            <p:cNvSpPr/>
            <p:nvPr/>
          </p:nvSpPr>
          <p:spPr>
            <a:xfrm>
              <a:off x="340048" y="4162826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653" name="tx2653"/>
            <p:cNvSpPr/>
            <p:nvPr/>
          </p:nvSpPr>
          <p:spPr>
            <a:xfrm>
              <a:off x="6164988" y="6430749"/>
              <a:ext cx="372764" cy="1478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aval</a:t>
              </a:r>
            </a:p>
          </p:txBody>
        </p:sp>
        <p:sp>
          <p:nvSpPr>
            <p:cNvPr id="2654" name="tx2654"/>
            <p:cNvSpPr/>
            <p:nvPr/>
          </p:nvSpPr>
          <p:spPr>
            <a:xfrm rot="-5400000">
              <a:off x="-853809" y="3330208"/>
              <a:ext cx="2010271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Upright Stability Score</a:t>
              </a:r>
            </a:p>
          </p:txBody>
        </p:sp>
      </p:grpSp>
      <p:sp>
        <p:nvSpPr>
          <p:cNvPr id="2655" name="Title 1"/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/>
          <a:lstStyle/>
          <a:p>
            <a:r>
              <a:t>USS vs ADL, SARA, f-SARA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103</Words>
  <Application>Microsoft Office PowerPoint</Application>
  <PresentationFormat>Widescreen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Tenorite</vt:lpstr>
      <vt:lpstr>Symbol</vt:lpstr>
      <vt:lpstr>CR</vt:lpstr>
      <vt:lpstr>USS vs ADL, SARA, f-SARA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2025-08-20T16:41:57Z</dcterms:modified>
</cp:coreProperties>
</file>
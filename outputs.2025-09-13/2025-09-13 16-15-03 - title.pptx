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2025-09-13 16-15-03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notesSlide" Target="../notesSlides/notesSlide1.xml"/>
<Relationship Id="rId3" Type="http://schemas.openxmlformats.org/officeDocument/2006/relationships/image" Target="../media/9b89ce07f6f93555dd28dd0676305ffcbdeb241d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5183188" y="142929"/>
            <a:ext cx="6770187" cy="6606360"/>
            <a:chOff x="5183188" y="142929"/>
            <a:chExt cx="6770187" cy="6606360"/>
          </a:xfrm>
        </p:grpSpPr>
        <p:sp>
          <p:nvSpPr>
            <p:cNvPr id="3" name="rc3"/>
            <p:cNvSpPr/>
            <p:nvPr/>
          </p:nvSpPr>
          <p:spPr>
            <a:xfrm>
              <a:off x="5183187" y="142929"/>
              <a:ext cx="6770187" cy="66063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5183188" y="722147"/>
              <a:ext cx="6770187" cy="54479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933627" y="5191199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933627" y="4600268"/>
              <a:ext cx="590930" cy="590930"/>
            </a:xfrm>
            <a:prstGeom prst="rect">
              <a:avLst/>
            </a:prstGeom>
            <a:solidFill>
              <a:srgbClr val="4B9BD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5933627" y="3418408"/>
              <a:ext cx="590930" cy="590930"/>
            </a:xfrm>
            <a:prstGeom prst="rect">
              <a:avLst/>
            </a:prstGeom>
            <a:solidFill>
              <a:srgbClr val="356E9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5933627" y="2827478"/>
              <a:ext cx="590930" cy="590930"/>
            </a:xfrm>
            <a:prstGeom prst="rect">
              <a:avLst/>
            </a:prstGeom>
            <a:solidFill>
              <a:srgbClr val="2D5F8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5933627" y="1645617"/>
              <a:ext cx="590930" cy="590930"/>
            </a:xfrm>
            <a:prstGeom prst="rect">
              <a:avLst/>
            </a:prstGeom>
            <a:solidFill>
              <a:srgbClr val="132B4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933627" y="4009338"/>
              <a:ext cx="590930" cy="590930"/>
            </a:xfrm>
            <a:prstGeom prst="rect">
              <a:avLst/>
            </a:prstGeom>
            <a:solidFill>
              <a:srgbClr val="3A78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5933627" y="1054687"/>
              <a:ext cx="590930" cy="590930"/>
            </a:xfrm>
            <a:prstGeom prst="rect">
              <a:avLst/>
            </a:prstGeom>
            <a:solidFill>
              <a:srgbClr val="1E40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5933627" y="2236547"/>
              <a:ext cx="590930" cy="590930"/>
            </a:xfrm>
            <a:prstGeom prst="rect">
              <a:avLst/>
            </a:prstGeom>
            <a:solidFill>
              <a:srgbClr val="3269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6524557" y="5191199"/>
              <a:ext cx="590930" cy="590930"/>
            </a:xfrm>
            <a:prstGeom prst="rect">
              <a:avLst/>
            </a:prstGeom>
            <a:solidFill>
              <a:srgbClr val="4B9BD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6524557" y="4600268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6524557" y="3418408"/>
              <a:ext cx="590930" cy="590930"/>
            </a:xfrm>
            <a:prstGeom prst="rect">
              <a:avLst/>
            </a:prstGeom>
            <a:solidFill>
              <a:srgbClr val="346D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6524557" y="2827478"/>
              <a:ext cx="590930" cy="590930"/>
            </a:xfrm>
            <a:prstGeom prst="rect">
              <a:avLst/>
            </a:prstGeom>
            <a:solidFill>
              <a:srgbClr val="2D5E8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6524557" y="1645617"/>
              <a:ext cx="590930" cy="590930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524557" y="4009338"/>
              <a:ext cx="590930" cy="590930"/>
            </a:xfrm>
            <a:prstGeom prst="rect">
              <a:avLst/>
            </a:prstGeom>
            <a:solidFill>
              <a:srgbClr val="3E81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524557" y="1054687"/>
              <a:ext cx="590930" cy="590930"/>
            </a:xfrm>
            <a:prstGeom prst="rect">
              <a:avLst/>
            </a:prstGeom>
            <a:solidFill>
              <a:srgbClr val="234A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524557" y="2236547"/>
              <a:ext cx="590930" cy="590930"/>
            </a:xfrm>
            <a:prstGeom prst="rect">
              <a:avLst/>
            </a:prstGeom>
            <a:solidFill>
              <a:srgbClr val="3166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7706418" y="5191199"/>
              <a:ext cx="590930" cy="590930"/>
            </a:xfrm>
            <a:prstGeom prst="rect">
              <a:avLst/>
            </a:prstGeom>
            <a:solidFill>
              <a:srgbClr val="356E9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7706418" y="4600268"/>
              <a:ext cx="590930" cy="590930"/>
            </a:xfrm>
            <a:prstGeom prst="rect">
              <a:avLst/>
            </a:prstGeom>
            <a:solidFill>
              <a:srgbClr val="346D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7706418" y="3418408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7706418" y="2827478"/>
              <a:ext cx="590930" cy="590930"/>
            </a:xfrm>
            <a:prstGeom prst="rect">
              <a:avLst/>
            </a:prstGeom>
            <a:solidFill>
              <a:srgbClr val="50A5E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7706418" y="1645617"/>
              <a:ext cx="590930" cy="590930"/>
            </a:xfrm>
            <a:prstGeom prst="rect">
              <a:avLst/>
            </a:prstGeom>
            <a:solidFill>
              <a:srgbClr val="1632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7706418" y="4009338"/>
              <a:ext cx="590930" cy="590930"/>
            </a:xfrm>
            <a:prstGeom prst="rect">
              <a:avLst/>
            </a:prstGeom>
            <a:solidFill>
              <a:srgbClr val="2650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7706418" y="1054687"/>
              <a:ext cx="590930" cy="590930"/>
            </a:xfrm>
            <a:prstGeom prst="rect">
              <a:avLst/>
            </a:prstGeom>
            <a:solidFill>
              <a:srgbClr val="1B3A5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7706418" y="2236547"/>
              <a:ext cx="590930" cy="590930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8297348" y="5191199"/>
              <a:ext cx="590930" cy="590930"/>
            </a:xfrm>
            <a:prstGeom prst="rect">
              <a:avLst/>
            </a:prstGeom>
            <a:solidFill>
              <a:srgbClr val="2D5F8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8297348" y="4600268"/>
              <a:ext cx="590930" cy="590930"/>
            </a:xfrm>
            <a:prstGeom prst="rect">
              <a:avLst/>
            </a:prstGeom>
            <a:solidFill>
              <a:srgbClr val="2D5E8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8297348" y="3418408"/>
              <a:ext cx="590930" cy="590930"/>
            </a:xfrm>
            <a:prstGeom prst="rect">
              <a:avLst/>
            </a:prstGeom>
            <a:solidFill>
              <a:srgbClr val="50A5E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8297348" y="2827478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8297348" y="1645617"/>
              <a:ext cx="590930" cy="590930"/>
            </a:xfrm>
            <a:prstGeom prst="rect">
              <a:avLst/>
            </a:prstGeom>
            <a:solidFill>
              <a:srgbClr val="152F4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8297348" y="4009338"/>
              <a:ext cx="590930" cy="590930"/>
            </a:xfrm>
            <a:prstGeom prst="rect">
              <a:avLst/>
            </a:prstGeom>
            <a:solidFill>
              <a:srgbClr val="20446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8297348" y="1054687"/>
              <a:ext cx="590930" cy="590930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8297348" y="2236547"/>
              <a:ext cx="590930" cy="590930"/>
            </a:xfrm>
            <a:prstGeom prst="rect">
              <a:avLst/>
            </a:prstGeom>
            <a:solidFill>
              <a:srgbClr val="2D5E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9479209" y="5191199"/>
              <a:ext cx="590930" cy="590930"/>
            </a:xfrm>
            <a:prstGeom prst="rect">
              <a:avLst/>
            </a:prstGeom>
            <a:solidFill>
              <a:srgbClr val="132B4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9479209" y="4600268"/>
              <a:ext cx="590930" cy="590930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9479209" y="3418408"/>
              <a:ext cx="590930" cy="590930"/>
            </a:xfrm>
            <a:prstGeom prst="rect">
              <a:avLst/>
            </a:prstGeom>
            <a:solidFill>
              <a:srgbClr val="1632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9479209" y="2827478"/>
              <a:ext cx="590930" cy="590930"/>
            </a:xfrm>
            <a:prstGeom prst="rect">
              <a:avLst/>
            </a:prstGeom>
            <a:solidFill>
              <a:srgbClr val="152F4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9479209" y="1645617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9479209" y="4009338"/>
              <a:ext cx="590930" cy="590930"/>
            </a:xfrm>
            <a:prstGeom prst="rect">
              <a:avLst/>
            </a:prstGeom>
            <a:solidFill>
              <a:srgbClr val="1C3C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9479209" y="1054687"/>
              <a:ext cx="590930" cy="590930"/>
            </a:xfrm>
            <a:prstGeom prst="rect">
              <a:avLst/>
            </a:prstGeom>
            <a:solidFill>
              <a:srgbClr val="1C3D5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9479209" y="2236547"/>
              <a:ext cx="590930" cy="590930"/>
            </a:xfrm>
            <a:prstGeom prst="rect">
              <a:avLst/>
            </a:prstGeom>
            <a:solidFill>
              <a:srgbClr val="1A385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115488" y="5191199"/>
              <a:ext cx="590930" cy="590930"/>
            </a:xfrm>
            <a:prstGeom prst="rect">
              <a:avLst/>
            </a:prstGeom>
            <a:solidFill>
              <a:srgbClr val="3A78A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115488" y="4600268"/>
              <a:ext cx="590930" cy="590930"/>
            </a:xfrm>
            <a:prstGeom prst="rect">
              <a:avLst/>
            </a:prstGeom>
            <a:solidFill>
              <a:srgbClr val="3E81B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7115488" y="3418408"/>
              <a:ext cx="590930" cy="590930"/>
            </a:xfrm>
            <a:prstGeom prst="rect">
              <a:avLst/>
            </a:prstGeom>
            <a:solidFill>
              <a:srgbClr val="2650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7115488" y="2827478"/>
              <a:ext cx="590930" cy="590930"/>
            </a:xfrm>
            <a:prstGeom prst="rect">
              <a:avLst/>
            </a:prstGeom>
            <a:solidFill>
              <a:srgbClr val="20446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7115488" y="1645617"/>
              <a:ext cx="590930" cy="590930"/>
            </a:xfrm>
            <a:prstGeom prst="rect">
              <a:avLst/>
            </a:prstGeom>
            <a:solidFill>
              <a:srgbClr val="1C3C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7115488" y="4009338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7115488" y="1054687"/>
              <a:ext cx="590930" cy="590930"/>
            </a:xfrm>
            <a:prstGeom prst="rect">
              <a:avLst/>
            </a:prstGeom>
            <a:solidFill>
              <a:srgbClr val="254F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7115488" y="2236547"/>
              <a:ext cx="590930" cy="590930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10070139" y="5191199"/>
              <a:ext cx="590930" cy="590930"/>
            </a:xfrm>
            <a:prstGeom prst="rect">
              <a:avLst/>
            </a:prstGeom>
            <a:solidFill>
              <a:srgbClr val="1E406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10070139" y="4600268"/>
              <a:ext cx="590930" cy="590930"/>
            </a:xfrm>
            <a:prstGeom prst="rect">
              <a:avLst/>
            </a:prstGeom>
            <a:solidFill>
              <a:srgbClr val="234A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10070139" y="3418408"/>
              <a:ext cx="590930" cy="590930"/>
            </a:xfrm>
            <a:prstGeom prst="rect">
              <a:avLst/>
            </a:prstGeom>
            <a:solidFill>
              <a:srgbClr val="1B3A5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10070139" y="2827478"/>
              <a:ext cx="590930" cy="590930"/>
            </a:xfrm>
            <a:prstGeom prst="rect">
              <a:avLst/>
            </a:prstGeom>
            <a:solidFill>
              <a:srgbClr val="17334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10070139" y="1645617"/>
              <a:ext cx="590930" cy="590930"/>
            </a:xfrm>
            <a:prstGeom prst="rect">
              <a:avLst/>
            </a:prstGeom>
            <a:solidFill>
              <a:srgbClr val="1C3D5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0070139" y="4009338"/>
              <a:ext cx="590930" cy="590930"/>
            </a:xfrm>
            <a:prstGeom prst="rect">
              <a:avLst/>
            </a:prstGeom>
            <a:solidFill>
              <a:srgbClr val="254F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0070139" y="1054687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0070139" y="2236547"/>
              <a:ext cx="590930" cy="590930"/>
            </a:xfrm>
            <a:prstGeom prst="rect">
              <a:avLst/>
            </a:prstGeom>
            <a:solidFill>
              <a:srgbClr val="224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8888279" y="5191199"/>
              <a:ext cx="590930" cy="590930"/>
            </a:xfrm>
            <a:prstGeom prst="rect">
              <a:avLst/>
            </a:prstGeom>
            <a:solidFill>
              <a:srgbClr val="3269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8888279" y="4600268"/>
              <a:ext cx="590930" cy="590930"/>
            </a:xfrm>
            <a:prstGeom prst="rect">
              <a:avLst/>
            </a:prstGeom>
            <a:solidFill>
              <a:srgbClr val="3166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8888279" y="3418408"/>
              <a:ext cx="590930" cy="590930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8888279" y="2827478"/>
              <a:ext cx="590930" cy="590930"/>
            </a:xfrm>
            <a:prstGeom prst="rect">
              <a:avLst/>
            </a:prstGeom>
            <a:solidFill>
              <a:srgbClr val="2D5E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8888279" y="1645617"/>
              <a:ext cx="590930" cy="590930"/>
            </a:xfrm>
            <a:prstGeom prst="rect">
              <a:avLst/>
            </a:prstGeom>
            <a:solidFill>
              <a:srgbClr val="1A385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8888279" y="4009338"/>
              <a:ext cx="590930" cy="590930"/>
            </a:xfrm>
            <a:prstGeom prst="rect">
              <a:avLst/>
            </a:prstGeom>
            <a:solidFill>
              <a:srgbClr val="31669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8888279" y="1054687"/>
              <a:ext cx="590930" cy="590930"/>
            </a:xfrm>
            <a:prstGeom prst="rect">
              <a:avLst/>
            </a:prstGeom>
            <a:solidFill>
              <a:srgbClr val="224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8888279" y="2236547"/>
              <a:ext cx="590930" cy="590930"/>
            </a:xfrm>
            <a:prstGeom prst="rect">
              <a:avLst/>
            </a:prstGeom>
            <a:solidFill>
              <a:srgbClr val="56B1F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tx69"/>
            <p:cNvSpPr/>
            <p:nvPr/>
          </p:nvSpPr>
          <p:spPr>
            <a:xfrm>
              <a:off x="6123599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123599" y="485529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123599" y="367343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6123599" y="308250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123599" y="190058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6123599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123599" y="130971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123599" y="249157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714529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714529" y="485529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6714529" y="367343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6714529" y="308250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6714529" y="190058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6714529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6714529" y="130971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6714529" y="249151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896389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7896389" y="485529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0.67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7896389" y="367343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7896389" y="308250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0.94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7896389" y="190058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7896389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896389" y="130965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7896389" y="249151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8487320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8487320" y="485529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0.59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487320" y="367343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0.94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487320" y="308250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8487320" y="190058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8487320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487320" y="130965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487320" y="249157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9669180" y="5446171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9669180" y="485524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0.35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9669180" y="367338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9669180" y="308245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0.32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9669180" y="190064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9669180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9669180" y="130971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9669180" y="249151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7305459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0.72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7305459" y="485529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0.77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305459" y="367343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7305459" y="308250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0.45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7305459" y="190064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0.40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7305459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7305459" y="130971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7305459" y="249151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10260110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10260110" y="485529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0.48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0260110" y="367338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0.39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0260110" y="308245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10260110" y="190064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0.41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0260110" y="426436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0.51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0260110" y="130971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10260110" y="249157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9078250" y="5446224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0.65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9078250" y="485524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9078250" y="367338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9078250" y="3082503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0.58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9078250" y="1900589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0.38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9078250" y="4264310"/>
              <a:ext cx="210987" cy="792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0.63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9078250" y="130971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9078250" y="2491572"/>
              <a:ext cx="210987" cy="792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FFFFFF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582108" y="5443935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358479" y="4853005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5296378" y="4263494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395805" y="3671144"/>
              <a:ext cx="4160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5358479" y="3080214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5277606" y="2469802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5252777" y="1899772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5308711" y="1308842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6114194" y="5901124"/>
              <a:ext cx="22979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USS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593310" y="5901124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SARA.ax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7153190" y="5902542"/>
              <a:ext cx="515525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ADL.lower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7793834" y="5901124"/>
              <a:ext cx="4160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SARA.ki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8366101" y="5901124"/>
              <a:ext cx="453424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SARA.ku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8916595" y="5881642"/>
              <a:ext cx="534297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ADL.upper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9495110" y="5902542"/>
              <a:ext cx="55912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ADL.bulbar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0114008" y="5902542"/>
              <a:ext cx="503192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ADL.other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0928930" y="2755505"/>
              <a:ext cx="885266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Spearman rho</a:t>
              </a:r>
            </a:p>
          </p:txBody>
        </p:sp>
        <p:pic>
          <p:nvPicPr>
            <p:cNvPr id="150" name="pic15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8930" y="2969262"/>
              <a:ext cx="219455" cy="1097280"/>
            </a:xfrm>
            <a:prstGeom prst="rect">
              <a:avLst/>
            </a:prstGeom>
          </p:spPr>
        </p:pic>
        <p:sp>
          <p:nvSpPr>
            <p:cNvPr id="151" name="pl151"/>
            <p:cNvSpPr/>
            <p:nvPr/>
          </p:nvSpPr>
          <p:spPr>
            <a:xfrm>
              <a:off x="11104494" y="390846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1104494" y="359600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11104494" y="328354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11104494" y="297109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10928930" y="390846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10928930" y="359600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10928930" y="328354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0928930" y="297109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11217975" y="3866773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1217975" y="355431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1217975" y="3241857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1217975" y="292939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</p:grpSp>
      <p:sp>
        <p:nvSpPr>
          <p:cNvPr id="163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/>
          <a:lstStyle/>
          <a:p>
            <a:r>
              <a:rPr/>
              <a:t>title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2025-09-13T16:15:03Z</dcterms:modified>
</cp:coreProperties>
</file>
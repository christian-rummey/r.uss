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Tenorite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0E27B-6392-4E81-A174-A3E42927B541}" v="3" dt="2025-09-13T14:24:33.6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4" d="100"/>
          <a:sy n="114" d="100"/>
        </p:scale>
        <p:origin x="632" y="296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undo custSel modSld">
      <pc:chgData name="Christian Rummey" userId="1616f22b-5705-4d11-a330-2855031cc605" providerId="ADAL" clId="{8AFA1528-CF22-4F7C-B96F-03281A2A1DDB}" dt="2025-09-13T14:26:08.203" v="30" actId="113"/>
      <pc:docMkLst>
        <pc:docMk/>
      </pc:docMkLst>
      <pc:sldChg chg="addSp delSp modSp mod">
        <pc:chgData name="Christian Rummey" userId="1616f22b-5705-4d11-a330-2855031cc605" providerId="ADAL" clId="{8AFA1528-CF22-4F7C-B96F-03281A2A1DDB}" dt="2025-09-13T14:26:08.203" v="30" actId="113"/>
        <pc:sldMkLst>
          <pc:docMk/>
          <pc:sldMk cId="0" sldId="256"/>
        </pc:sldMkLst>
        <pc:spChg chg="del">
          <ac:chgData name="Christian Rummey" userId="1616f22b-5705-4d11-a330-2855031cc605" providerId="ADAL" clId="{8AFA1528-CF22-4F7C-B96F-03281A2A1DDB}" dt="2025-09-13T14:24:07.944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3T14:24:05.853" v="0" actId="478"/>
          <ac:spMkLst>
            <pc:docMk/>
            <pc:sldMk cId="0" sldId="256"/>
            <ac:spMk id="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12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17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2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6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0.392" v="3" actId="113"/>
          <ac:spMkLst>
            <pc:docMk/>
            <pc:sldMk cId="0" sldId="256"/>
            <ac:spMk id="7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7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8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8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9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10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11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2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2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3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3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4.160" v="29" actId="113"/>
          <ac:spMkLst>
            <pc:docMk/>
            <pc:sldMk cId="0" sldId="256"/>
            <ac:spMk id="132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19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19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19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200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20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20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21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1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51.209" v="12" actId="113"/>
          <ac:spMkLst>
            <pc:docMk/>
            <pc:sldMk cId="0" sldId="256"/>
            <ac:spMk id="220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5:00.658" v="14" actId="207"/>
          <ac:spMkLst>
            <pc:docMk/>
            <pc:sldMk cId="0" sldId="256"/>
            <ac:spMk id="22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0.658" v="14" actId="207"/>
          <ac:spMkLst>
            <pc:docMk/>
            <pc:sldMk cId="0" sldId="256"/>
            <ac:spMk id="22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0.658" v="14" actId="207"/>
          <ac:spMkLst>
            <pc:docMk/>
            <pc:sldMk cId="0" sldId="256"/>
            <ac:spMk id="223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22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0.658" v="14" actId="207"/>
          <ac:spMkLst>
            <pc:docMk/>
            <pc:sldMk cId="0" sldId="256"/>
            <ac:spMk id="22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0.658" v="14" actId="207"/>
          <ac:spMkLst>
            <pc:docMk/>
            <pc:sldMk cId="0" sldId="256"/>
            <ac:spMk id="22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0.658" v="14" actId="207"/>
          <ac:spMkLst>
            <pc:docMk/>
            <pc:sldMk cId="0" sldId="256"/>
            <ac:spMk id="22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228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23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24:15.407" v="2" actId="165"/>
          <ac:spMkLst>
            <pc:docMk/>
            <pc:sldMk cId="0" sldId="256"/>
            <ac:spMk id="23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23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23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24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24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24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06.608" v="16" actId="207"/>
          <ac:spMkLst>
            <pc:docMk/>
            <pc:sldMk cId="0" sldId="256"/>
            <ac:spMk id="24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5:37.419" v="24" actId="207"/>
          <ac:spMkLst>
            <pc:docMk/>
            <pc:sldMk cId="0" sldId="256"/>
            <ac:spMk id="25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5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6:08.203" v="30" actId="113"/>
          <ac:spMkLst>
            <pc:docMk/>
            <pc:sldMk cId="0" sldId="256"/>
            <ac:spMk id="26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6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6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6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6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6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7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7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7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7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37.466" v="8" actId="1076"/>
          <ac:spMkLst>
            <pc:docMk/>
            <pc:sldMk cId="0" sldId="256"/>
            <ac:spMk id="27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24:24.831" v="4" actId="113"/>
          <ac:spMkLst>
            <pc:docMk/>
            <pc:sldMk cId="0" sldId="256"/>
            <ac:spMk id="279" creationId="{00000000-0000-0000-0000-000000000000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07" creationId="{69BF6E61-40C7-74B2-2FCA-A933F021C67F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08" creationId="{F7C08A19-55F6-B8AC-94A3-411F4AD7B809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1" creationId="{F2CC8A17-55B1-BEC8-0B89-F8D3523A05BD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2" creationId="{866A732F-134D-FCAA-2F32-A0DAACEA532D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3" creationId="{FEFEB181-3824-8346-4660-94A7E4611038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4" creationId="{0477603B-8D8C-8453-8280-D87ECD6FA6BC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5" creationId="{E786655D-2787-7E6B-DDE1-1DCC3106899F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6" creationId="{74732F44-2729-095B-E8B8-F9FA6B58D001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19" creationId="{ED3F512E-698C-6E6A-8CFA-2DBB24505D89}"/>
          </ac:spMkLst>
        </pc:spChg>
        <pc:spChg chg="add mod">
          <ac:chgData name="Christian Rummey" userId="1616f22b-5705-4d11-a330-2855031cc605" providerId="ADAL" clId="{8AFA1528-CF22-4F7C-B96F-03281A2A1DDB}" dt="2025-09-13T14:24:33.623" v="6" actId="571"/>
          <ac:spMkLst>
            <pc:docMk/>
            <pc:sldMk cId="0" sldId="256"/>
            <ac:spMk id="320" creationId="{A13AA27A-F201-C072-BCED-D2B3C15AE6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2025-09-13 16-23-38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c5"/>
          <p:cNvSpPr/>
          <p:nvPr/>
        </p:nvSpPr>
        <p:spPr>
          <a:xfrm>
            <a:off x="2035274" y="5562221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" name="rc6"/>
          <p:cNvSpPr/>
          <p:nvPr/>
        </p:nvSpPr>
        <p:spPr>
          <a:xfrm>
            <a:off x="2035274" y="5098829"/>
            <a:ext cx="463391" cy="463391"/>
          </a:xfrm>
          <a:prstGeom prst="rect">
            <a:avLst/>
          </a:prstGeom>
          <a:solidFill>
            <a:srgbClr val="2A1B9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rc7"/>
          <p:cNvSpPr/>
          <p:nvPr/>
        </p:nvSpPr>
        <p:spPr>
          <a:xfrm>
            <a:off x="2035274" y="4635437"/>
            <a:ext cx="463391" cy="463391"/>
          </a:xfrm>
          <a:prstGeom prst="rect">
            <a:avLst/>
          </a:prstGeom>
          <a:solidFill>
            <a:srgbClr val="584DA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" name="rc8"/>
          <p:cNvSpPr/>
          <p:nvPr/>
        </p:nvSpPr>
        <p:spPr>
          <a:xfrm>
            <a:off x="2035274" y="4172045"/>
            <a:ext cx="463391" cy="463391"/>
          </a:xfrm>
          <a:prstGeom prst="rect">
            <a:avLst/>
          </a:prstGeom>
          <a:solidFill>
            <a:srgbClr val="564BA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" name="rc9"/>
          <p:cNvSpPr/>
          <p:nvPr/>
        </p:nvSpPr>
        <p:spPr>
          <a:xfrm>
            <a:off x="2035274" y="3708653"/>
            <a:ext cx="463391" cy="463391"/>
          </a:xfrm>
          <a:prstGeom prst="rect">
            <a:avLst/>
          </a:prstGeom>
          <a:solidFill>
            <a:srgbClr val="7272B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0" name="rc10"/>
          <p:cNvSpPr/>
          <p:nvPr/>
        </p:nvSpPr>
        <p:spPr>
          <a:xfrm>
            <a:off x="2035274" y="3245261"/>
            <a:ext cx="463391" cy="463391"/>
          </a:xfrm>
          <a:prstGeom prst="rect">
            <a:avLst/>
          </a:prstGeom>
          <a:solidFill>
            <a:srgbClr val="4F42A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1" name="rc11"/>
          <p:cNvSpPr/>
          <p:nvPr/>
        </p:nvSpPr>
        <p:spPr>
          <a:xfrm>
            <a:off x="2035274" y="2781869"/>
            <a:ext cx="463391" cy="463391"/>
          </a:xfrm>
          <a:prstGeom prst="rect">
            <a:avLst/>
          </a:prstGeom>
          <a:solidFill>
            <a:srgbClr val="7C81C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" name="rc12"/>
          <p:cNvSpPr/>
          <p:nvPr/>
        </p:nvSpPr>
        <p:spPr>
          <a:xfrm>
            <a:off x="2035274" y="2318478"/>
            <a:ext cx="463391" cy="463391"/>
          </a:xfrm>
          <a:prstGeom prst="rect">
            <a:avLst/>
          </a:prstGeom>
          <a:solidFill>
            <a:srgbClr val="5D54A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" name="rc13"/>
          <p:cNvSpPr/>
          <p:nvPr/>
        </p:nvSpPr>
        <p:spPr>
          <a:xfrm>
            <a:off x="2498666" y="5562221"/>
            <a:ext cx="463391" cy="463391"/>
          </a:xfrm>
          <a:prstGeom prst="rect">
            <a:avLst/>
          </a:prstGeom>
          <a:solidFill>
            <a:srgbClr val="2A1B9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" name="rc14"/>
          <p:cNvSpPr/>
          <p:nvPr/>
        </p:nvSpPr>
        <p:spPr>
          <a:xfrm>
            <a:off x="2498666" y="5098829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" name="rc15"/>
          <p:cNvSpPr/>
          <p:nvPr/>
        </p:nvSpPr>
        <p:spPr>
          <a:xfrm>
            <a:off x="2498666" y="4635437"/>
            <a:ext cx="463391" cy="463391"/>
          </a:xfrm>
          <a:prstGeom prst="rect">
            <a:avLst/>
          </a:prstGeom>
          <a:solidFill>
            <a:srgbClr val="4D40A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" name="rc16"/>
          <p:cNvSpPr/>
          <p:nvPr/>
        </p:nvSpPr>
        <p:spPr>
          <a:xfrm>
            <a:off x="2498666" y="4172045"/>
            <a:ext cx="463391" cy="463391"/>
          </a:xfrm>
          <a:prstGeom prst="rect">
            <a:avLst/>
          </a:prstGeom>
          <a:solidFill>
            <a:srgbClr val="4C3FA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" name="rc17"/>
          <p:cNvSpPr/>
          <p:nvPr/>
        </p:nvSpPr>
        <p:spPr>
          <a:xfrm>
            <a:off x="2498666" y="3708653"/>
            <a:ext cx="463391" cy="463391"/>
          </a:xfrm>
          <a:prstGeom prst="rect">
            <a:avLst/>
          </a:prstGeom>
          <a:solidFill>
            <a:srgbClr val="6F6EB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" name="rc18"/>
          <p:cNvSpPr/>
          <p:nvPr/>
        </p:nvSpPr>
        <p:spPr>
          <a:xfrm>
            <a:off x="2498666" y="3245261"/>
            <a:ext cx="463391" cy="463391"/>
          </a:xfrm>
          <a:prstGeom prst="rect">
            <a:avLst/>
          </a:prstGeom>
          <a:solidFill>
            <a:srgbClr val="4638A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" name="rc19"/>
          <p:cNvSpPr/>
          <p:nvPr/>
        </p:nvSpPr>
        <p:spPr>
          <a:xfrm>
            <a:off x="2498666" y="2781869"/>
            <a:ext cx="463391" cy="463391"/>
          </a:xfrm>
          <a:prstGeom prst="rect">
            <a:avLst/>
          </a:prstGeom>
          <a:solidFill>
            <a:srgbClr val="797DC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0" name="rc20"/>
          <p:cNvSpPr/>
          <p:nvPr/>
        </p:nvSpPr>
        <p:spPr>
          <a:xfrm>
            <a:off x="2498666" y="2318478"/>
            <a:ext cx="463391" cy="463391"/>
          </a:xfrm>
          <a:prstGeom prst="rect">
            <a:avLst/>
          </a:prstGeom>
          <a:solidFill>
            <a:srgbClr val="5A50A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1" name="rc21"/>
          <p:cNvSpPr/>
          <p:nvPr/>
        </p:nvSpPr>
        <p:spPr>
          <a:xfrm>
            <a:off x="2962058" y="5562221"/>
            <a:ext cx="463391" cy="463391"/>
          </a:xfrm>
          <a:prstGeom prst="rect">
            <a:avLst/>
          </a:prstGeom>
          <a:solidFill>
            <a:srgbClr val="584DA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2" name="rc22"/>
          <p:cNvSpPr/>
          <p:nvPr/>
        </p:nvSpPr>
        <p:spPr>
          <a:xfrm>
            <a:off x="2962058" y="5098829"/>
            <a:ext cx="463391" cy="463391"/>
          </a:xfrm>
          <a:prstGeom prst="rect">
            <a:avLst/>
          </a:prstGeom>
          <a:solidFill>
            <a:srgbClr val="4D40A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" name="rc23"/>
          <p:cNvSpPr/>
          <p:nvPr/>
        </p:nvSpPr>
        <p:spPr>
          <a:xfrm>
            <a:off x="2962058" y="4635437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" name="rc24"/>
          <p:cNvSpPr/>
          <p:nvPr/>
        </p:nvSpPr>
        <p:spPr>
          <a:xfrm>
            <a:off x="2962058" y="4172045"/>
            <a:ext cx="463391" cy="463391"/>
          </a:xfrm>
          <a:prstGeom prst="rect">
            <a:avLst/>
          </a:prstGeom>
          <a:solidFill>
            <a:srgbClr val="1A0E8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5" name="rc25"/>
          <p:cNvSpPr/>
          <p:nvPr/>
        </p:nvSpPr>
        <p:spPr>
          <a:xfrm>
            <a:off x="2962058" y="3708653"/>
            <a:ext cx="463391" cy="463391"/>
          </a:xfrm>
          <a:prstGeom prst="rect">
            <a:avLst/>
          </a:prstGeom>
          <a:solidFill>
            <a:srgbClr val="6E6CB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6" name="rc26"/>
          <p:cNvSpPr/>
          <p:nvPr/>
        </p:nvSpPr>
        <p:spPr>
          <a:xfrm>
            <a:off x="2962058" y="3245261"/>
            <a:ext cx="463391" cy="463391"/>
          </a:xfrm>
          <a:prstGeom prst="rect">
            <a:avLst/>
          </a:prstGeom>
          <a:solidFill>
            <a:srgbClr val="6D6BB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7" name="rc27"/>
          <p:cNvSpPr/>
          <p:nvPr/>
        </p:nvSpPr>
        <p:spPr>
          <a:xfrm>
            <a:off x="2962058" y="2781869"/>
            <a:ext cx="463391" cy="463391"/>
          </a:xfrm>
          <a:prstGeom prst="rect">
            <a:avLst/>
          </a:prstGeom>
          <a:solidFill>
            <a:srgbClr val="7E85C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" name="rc28"/>
          <p:cNvSpPr/>
          <p:nvPr/>
        </p:nvSpPr>
        <p:spPr>
          <a:xfrm>
            <a:off x="2962058" y="2318478"/>
            <a:ext cx="463391" cy="463391"/>
          </a:xfrm>
          <a:prstGeom prst="rect">
            <a:avLst/>
          </a:prstGeom>
          <a:solidFill>
            <a:srgbClr val="6058B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9" name="rc29"/>
          <p:cNvSpPr/>
          <p:nvPr/>
        </p:nvSpPr>
        <p:spPr>
          <a:xfrm>
            <a:off x="3425450" y="5562221"/>
            <a:ext cx="463391" cy="463391"/>
          </a:xfrm>
          <a:prstGeom prst="rect">
            <a:avLst/>
          </a:prstGeom>
          <a:solidFill>
            <a:srgbClr val="564BA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0" name="rc30"/>
          <p:cNvSpPr/>
          <p:nvPr/>
        </p:nvSpPr>
        <p:spPr>
          <a:xfrm>
            <a:off x="3425450" y="5098829"/>
            <a:ext cx="463391" cy="463391"/>
          </a:xfrm>
          <a:prstGeom prst="rect">
            <a:avLst/>
          </a:prstGeom>
          <a:solidFill>
            <a:srgbClr val="4C3FA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" name="rc31"/>
          <p:cNvSpPr/>
          <p:nvPr/>
        </p:nvSpPr>
        <p:spPr>
          <a:xfrm>
            <a:off x="3425450" y="4635437"/>
            <a:ext cx="463391" cy="463391"/>
          </a:xfrm>
          <a:prstGeom prst="rect">
            <a:avLst/>
          </a:prstGeom>
          <a:solidFill>
            <a:srgbClr val="1A0E8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" name="rc32"/>
          <p:cNvSpPr/>
          <p:nvPr/>
        </p:nvSpPr>
        <p:spPr>
          <a:xfrm>
            <a:off x="3425450" y="4172045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" name="rc33"/>
          <p:cNvSpPr/>
          <p:nvPr/>
        </p:nvSpPr>
        <p:spPr>
          <a:xfrm>
            <a:off x="3425450" y="3708653"/>
            <a:ext cx="463391" cy="463391"/>
          </a:xfrm>
          <a:prstGeom prst="rect">
            <a:avLst/>
          </a:prstGeom>
          <a:solidFill>
            <a:srgbClr val="706FB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" name="rc34"/>
          <p:cNvSpPr/>
          <p:nvPr/>
        </p:nvSpPr>
        <p:spPr>
          <a:xfrm>
            <a:off x="3425450" y="3245261"/>
            <a:ext cx="463391" cy="463391"/>
          </a:xfrm>
          <a:prstGeom prst="rect">
            <a:avLst/>
          </a:prstGeom>
          <a:solidFill>
            <a:srgbClr val="6C6AB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5" name="rc35"/>
          <p:cNvSpPr/>
          <p:nvPr/>
        </p:nvSpPr>
        <p:spPr>
          <a:xfrm>
            <a:off x="3425450" y="2781869"/>
            <a:ext cx="463391" cy="463391"/>
          </a:xfrm>
          <a:prstGeom prst="rect">
            <a:avLst/>
          </a:prstGeom>
          <a:solidFill>
            <a:srgbClr val="7F87C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" name="rc36"/>
          <p:cNvSpPr/>
          <p:nvPr/>
        </p:nvSpPr>
        <p:spPr>
          <a:xfrm>
            <a:off x="3425450" y="2318478"/>
            <a:ext cx="463391" cy="463391"/>
          </a:xfrm>
          <a:prstGeom prst="rect">
            <a:avLst/>
          </a:prstGeom>
          <a:solidFill>
            <a:srgbClr val="615AB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7" name="rc37"/>
          <p:cNvSpPr/>
          <p:nvPr/>
        </p:nvSpPr>
        <p:spPr>
          <a:xfrm>
            <a:off x="3888842" y="5562221"/>
            <a:ext cx="463391" cy="463391"/>
          </a:xfrm>
          <a:prstGeom prst="rect">
            <a:avLst/>
          </a:prstGeom>
          <a:solidFill>
            <a:srgbClr val="7272B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8" name="rc38"/>
          <p:cNvSpPr/>
          <p:nvPr/>
        </p:nvSpPr>
        <p:spPr>
          <a:xfrm>
            <a:off x="3888842" y="5098829"/>
            <a:ext cx="463391" cy="463391"/>
          </a:xfrm>
          <a:prstGeom prst="rect">
            <a:avLst/>
          </a:prstGeom>
          <a:solidFill>
            <a:srgbClr val="6F6EB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" name="rc39"/>
          <p:cNvSpPr/>
          <p:nvPr/>
        </p:nvSpPr>
        <p:spPr>
          <a:xfrm>
            <a:off x="3888842" y="4635437"/>
            <a:ext cx="463391" cy="463391"/>
          </a:xfrm>
          <a:prstGeom prst="rect">
            <a:avLst/>
          </a:prstGeom>
          <a:solidFill>
            <a:srgbClr val="6E6CB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0" name="rc40"/>
          <p:cNvSpPr/>
          <p:nvPr/>
        </p:nvSpPr>
        <p:spPr>
          <a:xfrm>
            <a:off x="3888842" y="4172045"/>
            <a:ext cx="463391" cy="463391"/>
          </a:xfrm>
          <a:prstGeom prst="rect">
            <a:avLst/>
          </a:prstGeom>
          <a:solidFill>
            <a:srgbClr val="706FB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1" name="rc41"/>
          <p:cNvSpPr/>
          <p:nvPr/>
        </p:nvSpPr>
        <p:spPr>
          <a:xfrm>
            <a:off x="3888842" y="3708653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2" name="rc42"/>
          <p:cNvSpPr/>
          <p:nvPr/>
        </p:nvSpPr>
        <p:spPr>
          <a:xfrm>
            <a:off x="3888842" y="3245261"/>
            <a:ext cx="463391" cy="463391"/>
          </a:xfrm>
          <a:prstGeom prst="rect">
            <a:avLst/>
          </a:prstGeom>
          <a:solidFill>
            <a:srgbClr val="6C69B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3" name="rc43"/>
          <p:cNvSpPr/>
          <p:nvPr/>
        </p:nvSpPr>
        <p:spPr>
          <a:xfrm>
            <a:off x="3888842" y="2781869"/>
            <a:ext cx="463391" cy="463391"/>
          </a:xfrm>
          <a:prstGeom prst="rect">
            <a:avLst/>
          </a:prstGeom>
          <a:solidFill>
            <a:srgbClr val="787B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4" name="rc44"/>
          <p:cNvSpPr/>
          <p:nvPr/>
        </p:nvSpPr>
        <p:spPr>
          <a:xfrm>
            <a:off x="3888842" y="2318478"/>
            <a:ext cx="463391" cy="463391"/>
          </a:xfrm>
          <a:prstGeom prst="rect">
            <a:avLst/>
          </a:prstGeom>
          <a:solidFill>
            <a:srgbClr val="645EB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5" name="rc45"/>
          <p:cNvSpPr/>
          <p:nvPr/>
        </p:nvSpPr>
        <p:spPr>
          <a:xfrm>
            <a:off x="4352233" y="5562221"/>
            <a:ext cx="463391" cy="463391"/>
          </a:xfrm>
          <a:prstGeom prst="rect">
            <a:avLst/>
          </a:prstGeom>
          <a:solidFill>
            <a:srgbClr val="4F42A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6" name="rc46"/>
          <p:cNvSpPr/>
          <p:nvPr/>
        </p:nvSpPr>
        <p:spPr>
          <a:xfrm>
            <a:off x="4352233" y="5098829"/>
            <a:ext cx="463391" cy="463391"/>
          </a:xfrm>
          <a:prstGeom prst="rect">
            <a:avLst/>
          </a:prstGeom>
          <a:solidFill>
            <a:srgbClr val="4638A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7" name="rc47"/>
          <p:cNvSpPr/>
          <p:nvPr/>
        </p:nvSpPr>
        <p:spPr>
          <a:xfrm>
            <a:off x="4352233" y="4635437"/>
            <a:ext cx="463391" cy="463391"/>
          </a:xfrm>
          <a:prstGeom prst="rect">
            <a:avLst/>
          </a:prstGeom>
          <a:solidFill>
            <a:srgbClr val="6D6BB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8" name="rc48"/>
          <p:cNvSpPr/>
          <p:nvPr/>
        </p:nvSpPr>
        <p:spPr>
          <a:xfrm>
            <a:off x="4352233" y="4172045"/>
            <a:ext cx="463391" cy="463391"/>
          </a:xfrm>
          <a:prstGeom prst="rect">
            <a:avLst/>
          </a:prstGeom>
          <a:solidFill>
            <a:srgbClr val="6C6AB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" name="rc49"/>
          <p:cNvSpPr/>
          <p:nvPr/>
        </p:nvSpPr>
        <p:spPr>
          <a:xfrm>
            <a:off x="4352233" y="3708653"/>
            <a:ext cx="463391" cy="463391"/>
          </a:xfrm>
          <a:prstGeom prst="rect">
            <a:avLst/>
          </a:prstGeom>
          <a:solidFill>
            <a:srgbClr val="6C69B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" name="rc50"/>
          <p:cNvSpPr/>
          <p:nvPr/>
        </p:nvSpPr>
        <p:spPr>
          <a:xfrm>
            <a:off x="4352233" y="3245261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1" name="rc51"/>
          <p:cNvSpPr/>
          <p:nvPr/>
        </p:nvSpPr>
        <p:spPr>
          <a:xfrm>
            <a:off x="4352233" y="2781869"/>
            <a:ext cx="463391" cy="463391"/>
          </a:xfrm>
          <a:prstGeom prst="rect">
            <a:avLst/>
          </a:prstGeom>
          <a:solidFill>
            <a:srgbClr val="7678B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2" name="rc52"/>
          <p:cNvSpPr/>
          <p:nvPr/>
        </p:nvSpPr>
        <p:spPr>
          <a:xfrm>
            <a:off x="4352233" y="2318478"/>
            <a:ext cx="463391" cy="463391"/>
          </a:xfrm>
          <a:prstGeom prst="rect">
            <a:avLst/>
          </a:prstGeom>
          <a:solidFill>
            <a:srgbClr val="5C53A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" name="rc53"/>
          <p:cNvSpPr/>
          <p:nvPr/>
        </p:nvSpPr>
        <p:spPr>
          <a:xfrm>
            <a:off x="4815625" y="5562221"/>
            <a:ext cx="463391" cy="463391"/>
          </a:xfrm>
          <a:prstGeom prst="rect">
            <a:avLst/>
          </a:prstGeom>
          <a:solidFill>
            <a:srgbClr val="7C81C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" name="rc54"/>
          <p:cNvSpPr/>
          <p:nvPr/>
        </p:nvSpPr>
        <p:spPr>
          <a:xfrm>
            <a:off x="4815625" y="5098829"/>
            <a:ext cx="463391" cy="463391"/>
          </a:xfrm>
          <a:prstGeom prst="rect">
            <a:avLst/>
          </a:prstGeom>
          <a:solidFill>
            <a:srgbClr val="797DC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5" name="rc55"/>
          <p:cNvSpPr/>
          <p:nvPr/>
        </p:nvSpPr>
        <p:spPr>
          <a:xfrm>
            <a:off x="4815625" y="4635437"/>
            <a:ext cx="463391" cy="463391"/>
          </a:xfrm>
          <a:prstGeom prst="rect">
            <a:avLst/>
          </a:prstGeom>
          <a:solidFill>
            <a:srgbClr val="7E85C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" name="rc56"/>
          <p:cNvSpPr/>
          <p:nvPr/>
        </p:nvSpPr>
        <p:spPr>
          <a:xfrm>
            <a:off x="4815625" y="4172045"/>
            <a:ext cx="463391" cy="463391"/>
          </a:xfrm>
          <a:prstGeom prst="rect">
            <a:avLst/>
          </a:prstGeom>
          <a:solidFill>
            <a:srgbClr val="7F87C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" name="rc57"/>
          <p:cNvSpPr/>
          <p:nvPr/>
        </p:nvSpPr>
        <p:spPr>
          <a:xfrm>
            <a:off x="4815625" y="3708653"/>
            <a:ext cx="463391" cy="463391"/>
          </a:xfrm>
          <a:prstGeom prst="rect">
            <a:avLst/>
          </a:prstGeom>
          <a:solidFill>
            <a:srgbClr val="787B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" name="rc58"/>
          <p:cNvSpPr/>
          <p:nvPr/>
        </p:nvSpPr>
        <p:spPr>
          <a:xfrm>
            <a:off x="4815625" y="3245261"/>
            <a:ext cx="463391" cy="463391"/>
          </a:xfrm>
          <a:prstGeom prst="rect">
            <a:avLst/>
          </a:prstGeom>
          <a:solidFill>
            <a:srgbClr val="7678B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9" name="rc59"/>
          <p:cNvSpPr/>
          <p:nvPr/>
        </p:nvSpPr>
        <p:spPr>
          <a:xfrm>
            <a:off x="4815625" y="2781869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0" name="rc60"/>
          <p:cNvSpPr/>
          <p:nvPr/>
        </p:nvSpPr>
        <p:spPr>
          <a:xfrm>
            <a:off x="4815625" y="2318478"/>
            <a:ext cx="463391" cy="463391"/>
          </a:xfrm>
          <a:prstGeom prst="rect">
            <a:avLst/>
          </a:prstGeom>
          <a:solidFill>
            <a:srgbClr val="6B67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1" name="rc61"/>
          <p:cNvSpPr/>
          <p:nvPr/>
        </p:nvSpPr>
        <p:spPr>
          <a:xfrm>
            <a:off x="5279017" y="5562221"/>
            <a:ext cx="463391" cy="463391"/>
          </a:xfrm>
          <a:prstGeom prst="rect">
            <a:avLst/>
          </a:prstGeom>
          <a:solidFill>
            <a:srgbClr val="5D54A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2" name="rc62"/>
          <p:cNvSpPr/>
          <p:nvPr/>
        </p:nvSpPr>
        <p:spPr>
          <a:xfrm>
            <a:off x="5279017" y="5098829"/>
            <a:ext cx="463391" cy="463391"/>
          </a:xfrm>
          <a:prstGeom prst="rect">
            <a:avLst/>
          </a:prstGeom>
          <a:solidFill>
            <a:srgbClr val="5A50A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3" name="rc63"/>
          <p:cNvSpPr/>
          <p:nvPr/>
        </p:nvSpPr>
        <p:spPr>
          <a:xfrm>
            <a:off x="5279017" y="4635437"/>
            <a:ext cx="463391" cy="463391"/>
          </a:xfrm>
          <a:prstGeom prst="rect">
            <a:avLst/>
          </a:prstGeom>
          <a:solidFill>
            <a:srgbClr val="6058B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4" name="rc64"/>
          <p:cNvSpPr/>
          <p:nvPr/>
        </p:nvSpPr>
        <p:spPr>
          <a:xfrm>
            <a:off x="5279017" y="4172045"/>
            <a:ext cx="463391" cy="463391"/>
          </a:xfrm>
          <a:prstGeom prst="rect">
            <a:avLst/>
          </a:prstGeom>
          <a:solidFill>
            <a:srgbClr val="615AB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5" name="rc65"/>
          <p:cNvSpPr/>
          <p:nvPr/>
        </p:nvSpPr>
        <p:spPr>
          <a:xfrm>
            <a:off x="5279017" y="3708653"/>
            <a:ext cx="463391" cy="463391"/>
          </a:xfrm>
          <a:prstGeom prst="rect">
            <a:avLst/>
          </a:prstGeom>
          <a:solidFill>
            <a:srgbClr val="645EB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6" name="rc66"/>
          <p:cNvSpPr/>
          <p:nvPr/>
        </p:nvSpPr>
        <p:spPr>
          <a:xfrm>
            <a:off x="5279017" y="3245261"/>
            <a:ext cx="463391" cy="463391"/>
          </a:xfrm>
          <a:prstGeom prst="rect">
            <a:avLst/>
          </a:prstGeom>
          <a:solidFill>
            <a:srgbClr val="5C53A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7" name="rc67"/>
          <p:cNvSpPr/>
          <p:nvPr/>
        </p:nvSpPr>
        <p:spPr>
          <a:xfrm>
            <a:off x="5279017" y="2781869"/>
            <a:ext cx="463391" cy="463391"/>
          </a:xfrm>
          <a:prstGeom prst="rect">
            <a:avLst/>
          </a:prstGeom>
          <a:solidFill>
            <a:srgbClr val="6B67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8" name="rc68"/>
          <p:cNvSpPr/>
          <p:nvPr/>
        </p:nvSpPr>
        <p:spPr>
          <a:xfrm>
            <a:off x="5279017" y="2318478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9" name="tx69"/>
          <p:cNvSpPr/>
          <p:nvPr/>
        </p:nvSpPr>
        <p:spPr>
          <a:xfrm>
            <a:off x="2179059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70" name="tx70"/>
          <p:cNvSpPr/>
          <p:nvPr/>
        </p:nvSpPr>
        <p:spPr>
          <a:xfrm>
            <a:off x="2179059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71" name="tx71"/>
          <p:cNvSpPr/>
          <p:nvPr/>
        </p:nvSpPr>
        <p:spPr>
          <a:xfrm>
            <a:off x="2179059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0.66</a:t>
            </a:r>
          </a:p>
        </p:txBody>
      </p:sp>
      <p:sp>
        <p:nvSpPr>
          <p:cNvPr id="72" name="tx72"/>
          <p:cNvSpPr/>
          <p:nvPr/>
        </p:nvSpPr>
        <p:spPr>
          <a:xfrm>
            <a:off x="2179059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0.67</a:t>
            </a:r>
          </a:p>
        </p:txBody>
      </p:sp>
      <p:sp>
        <p:nvSpPr>
          <p:cNvPr id="73" name="tx73"/>
          <p:cNvSpPr/>
          <p:nvPr/>
        </p:nvSpPr>
        <p:spPr>
          <a:xfrm>
            <a:off x="2179059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0.48</a:t>
            </a:r>
          </a:p>
        </p:txBody>
      </p:sp>
      <p:sp>
        <p:nvSpPr>
          <p:cNvPr id="74" name="tx74"/>
          <p:cNvSpPr/>
          <p:nvPr/>
        </p:nvSpPr>
        <p:spPr>
          <a:xfrm>
            <a:off x="2179059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0.71</a:t>
            </a:r>
          </a:p>
        </p:txBody>
      </p:sp>
      <p:sp>
        <p:nvSpPr>
          <p:cNvPr id="75" name="tx75"/>
          <p:cNvSpPr/>
          <p:nvPr/>
        </p:nvSpPr>
        <p:spPr>
          <a:xfrm>
            <a:off x="2179059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0.40</a:t>
            </a:r>
          </a:p>
        </p:txBody>
      </p:sp>
      <p:sp>
        <p:nvSpPr>
          <p:cNvPr id="76" name="tx76"/>
          <p:cNvSpPr/>
          <p:nvPr/>
        </p:nvSpPr>
        <p:spPr>
          <a:xfrm>
            <a:off x="2179059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0.62</a:t>
            </a:r>
          </a:p>
        </p:txBody>
      </p:sp>
      <p:sp>
        <p:nvSpPr>
          <p:cNvPr id="77" name="tx77"/>
          <p:cNvSpPr/>
          <p:nvPr/>
        </p:nvSpPr>
        <p:spPr>
          <a:xfrm>
            <a:off x="2642451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78" name="tx78"/>
          <p:cNvSpPr/>
          <p:nvPr/>
        </p:nvSpPr>
        <p:spPr>
          <a:xfrm>
            <a:off x="2642451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79" name="tx79"/>
          <p:cNvSpPr/>
          <p:nvPr/>
        </p:nvSpPr>
        <p:spPr>
          <a:xfrm>
            <a:off x="2642451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0.72</a:t>
            </a:r>
          </a:p>
        </p:txBody>
      </p:sp>
      <p:sp>
        <p:nvSpPr>
          <p:cNvPr id="80" name="tx80"/>
          <p:cNvSpPr/>
          <p:nvPr/>
        </p:nvSpPr>
        <p:spPr>
          <a:xfrm>
            <a:off x="2642451" y="4369997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0.73</a:t>
            </a:r>
          </a:p>
        </p:txBody>
      </p:sp>
      <p:sp>
        <p:nvSpPr>
          <p:cNvPr id="81" name="tx81"/>
          <p:cNvSpPr/>
          <p:nvPr/>
        </p:nvSpPr>
        <p:spPr>
          <a:xfrm>
            <a:off x="2642451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82" name="tx82"/>
          <p:cNvSpPr/>
          <p:nvPr/>
        </p:nvSpPr>
        <p:spPr>
          <a:xfrm>
            <a:off x="2642451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0.76</a:t>
            </a:r>
          </a:p>
        </p:txBody>
      </p:sp>
      <p:sp>
        <p:nvSpPr>
          <p:cNvPr id="83" name="tx83"/>
          <p:cNvSpPr/>
          <p:nvPr/>
        </p:nvSpPr>
        <p:spPr>
          <a:xfrm>
            <a:off x="2642451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0.42</a:t>
            </a:r>
          </a:p>
        </p:txBody>
      </p:sp>
      <p:sp>
        <p:nvSpPr>
          <p:cNvPr id="84" name="tx84"/>
          <p:cNvSpPr/>
          <p:nvPr/>
        </p:nvSpPr>
        <p:spPr>
          <a:xfrm>
            <a:off x="2642451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0.64</a:t>
            </a:r>
          </a:p>
        </p:txBody>
      </p:sp>
      <p:sp>
        <p:nvSpPr>
          <p:cNvPr id="85" name="tx85"/>
          <p:cNvSpPr/>
          <p:nvPr/>
        </p:nvSpPr>
        <p:spPr>
          <a:xfrm>
            <a:off x="3105842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0.66</a:t>
            </a:r>
          </a:p>
        </p:txBody>
      </p:sp>
      <p:sp>
        <p:nvSpPr>
          <p:cNvPr id="86" name="tx86"/>
          <p:cNvSpPr/>
          <p:nvPr/>
        </p:nvSpPr>
        <p:spPr>
          <a:xfrm>
            <a:off x="3105842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0.72</a:t>
            </a:r>
          </a:p>
        </p:txBody>
      </p:sp>
      <p:sp>
        <p:nvSpPr>
          <p:cNvPr id="87" name="tx87"/>
          <p:cNvSpPr/>
          <p:nvPr/>
        </p:nvSpPr>
        <p:spPr>
          <a:xfrm>
            <a:off x="3105842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88" name="tx88"/>
          <p:cNvSpPr/>
          <p:nvPr/>
        </p:nvSpPr>
        <p:spPr>
          <a:xfrm>
            <a:off x="3105842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0.95</a:t>
            </a:r>
          </a:p>
        </p:txBody>
      </p:sp>
      <p:sp>
        <p:nvSpPr>
          <p:cNvPr id="89" name="tx89"/>
          <p:cNvSpPr/>
          <p:nvPr/>
        </p:nvSpPr>
        <p:spPr>
          <a:xfrm>
            <a:off x="3105842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90" name="tx90"/>
          <p:cNvSpPr/>
          <p:nvPr/>
        </p:nvSpPr>
        <p:spPr>
          <a:xfrm>
            <a:off x="3105842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91" name="tx91"/>
          <p:cNvSpPr/>
          <p:nvPr/>
        </p:nvSpPr>
        <p:spPr>
          <a:xfrm>
            <a:off x="3105842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92" name="tx92"/>
          <p:cNvSpPr/>
          <p:nvPr/>
        </p:nvSpPr>
        <p:spPr>
          <a:xfrm>
            <a:off x="3105842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93" name="tx93"/>
          <p:cNvSpPr/>
          <p:nvPr/>
        </p:nvSpPr>
        <p:spPr>
          <a:xfrm>
            <a:off x="3569234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0.67</a:t>
            </a:r>
          </a:p>
        </p:txBody>
      </p:sp>
      <p:sp>
        <p:nvSpPr>
          <p:cNvPr id="94" name="tx94"/>
          <p:cNvSpPr/>
          <p:nvPr/>
        </p:nvSpPr>
        <p:spPr>
          <a:xfrm>
            <a:off x="3569234" y="5296780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0.73</a:t>
            </a:r>
          </a:p>
        </p:txBody>
      </p:sp>
      <p:sp>
        <p:nvSpPr>
          <p:cNvPr id="95" name="tx95"/>
          <p:cNvSpPr/>
          <p:nvPr/>
        </p:nvSpPr>
        <p:spPr>
          <a:xfrm>
            <a:off x="3569234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0.95</a:t>
            </a:r>
          </a:p>
        </p:txBody>
      </p:sp>
      <p:sp>
        <p:nvSpPr>
          <p:cNvPr id="96" name="tx96"/>
          <p:cNvSpPr/>
          <p:nvPr/>
        </p:nvSpPr>
        <p:spPr>
          <a:xfrm>
            <a:off x="3569234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97" name="tx97"/>
          <p:cNvSpPr/>
          <p:nvPr/>
        </p:nvSpPr>
        <p:spPr>
          <a:xfrm>
            <a:off x="3569234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0.49</a:t>
            </a:r>
          </a:p>
        </p:txBody>
      </p:sp>
      <p:sp>
        <p:nvSpPr>
          <p:cNvPr id="98" name="tx98"/>
          <p:cNvSpPr/>
          <p:nvPr/>
        </p:nvSpPr>
        <p:spPr>
          <a:xfrm>
            <a:off x="3569234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0.52</a:t>
            </a:r>
          </a:p>
        </p:txBody>
      </p:sp>
      <p:sp>
        <p:nvSpPr>
          <p:cNvPr id="99" name="tx99"/>
          <p:cNvSpPr/>
          <p:nvPr/>
        </p:nvSpPr>
        <p:spPr>
          <a:xfrm>
            <a:off x="3569234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0.38</a:t>
            </a:r>
          </a:p>
        </p:txBody>
      </p:sp>
      <p:sp>
        <p:nvSpPr>
          <p:cNvPr id="100" name="tx100"/>
          <p:cNvSpPr/>
          <p:nvPr/>
        </p:nvSpPr>
        <p:spPr>
          <a:xfrm>
            <a:off x="3569234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101" name="tx101"/>
          <p:cNvSpPr/>
          <p:nvPr/>
        </p:nvSpPr>
        <p:spPr>
          <a:xfrm>
            <a:off x="4032626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0.48</a:t>
            </a:r>
          </a:p>
        </p:txBody>
      </p:sp>
      <p:sp>
        <p:nvSpPr>
          <p:cNvPr id="102" name="tx102"/>
          <p:cNvSpPr/>
          <p:nvPr/>
        </p:nvSpPr>
        <p:spPr>
          <a:xfrm>
            <a:off x="4032626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03" name="tx103"/>
          <p:cNvSpPr/>
          <p:nvPr/>
        </p:nvSpPr>
        <p:spPr>
          <a:xfrm>
            <a:off x="4032626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04" name="tx104"/>
          <p:cNvSpPr/>
          <p:nvPr/>
        </p:nvSpPr>
        <p:spPr>
          <a:xfrm>
            <a:off x="4032626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0.49</a:t>
            </a:r>
          </a:p>
        </p:txBody>
      </p:sp>
      <p:sp>
        <p:nvSpPr>
          <p:cNvPr id="105" name="tx105"/>
          <p:cNvSpPr/>
          <p:nvPr/>
        </p:nvSpPr>
        <p:spPr>
          <a:xfrm>
            <a:off x="4032626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06" name="tx106"/>
          <p:cNvSpPr/>
          <p:nvPr/>
        </p:nvSpPr>
        <p:spPr>
          <a:xfrm>
            <a:off x="4032626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0.52</a:t>
            </a:r>
          </a:p>
        </p:txBody>
      </p:sp>
      <p:sp>
        <p:nvSpPr>
          <p:cNvPr id="107" name="tx107"/>
          <p:cNvSpPr/>
          <p:nvPr/>
        </p:nvSpPr>
        <p:spPr>
          <a:xfrm>
            <a:off x="4032626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108" name="tx108"/>
          <p:cNvSpPr/>
          <p:nvPr/>
        </p:nvSpPr>
        <p:spPr>
          <a:xfrm>
            <a:off x="4032626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0.57</a:t>
            </a:r>
          </a:p>
        </p:txBody>
      </p:sp>
      <p:sp>
        <p:nvSpPr>
          <p:cNvPr id="109" name="tx109"/>
          <p:cNvSpPr/>
          <p:nvPr/>
        </p:nvSpPr>
        <p:spPr>
          <a:xfrm>
            <a:off x="4496018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0.71</a:t>
            </a:r>
          </a:p>
        </p:txBody>
      </p:sp>
      <p:sp>
        <p:nvSpPr>
          <p:cNvPr id="110" name="tx110"/>
          <p:cNvSpPr/>
          <p:nvPr/>
        </p:nvSpPr>
        <p:spPr>
          <a:xfrm>
            <a:off x="4496018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0.76</a:t>
            </a:r>
          </a:p>
        </p:txBody>
      </p:sp>
      <p:sp>
        <p:nvSpPr>
          <p:cNvPr id="111" name="tx111"/>
          <p:cNvSpPr/>
          <p:nvPr/>
        </p:nvSpPr>
        <p:spPr>
          <a:xfrm>
            <a:off x="4496018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112" name="tx112"/>
          <p:cNvSpPr/>
          <p:nvPr/>
        </p:nvSpPr>
        <p:spPr>
          <a:xfrm>
            <a:off x="4496018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0.52</a:t>
            </a:r>
          </a:p>
        </p:txBody>
      </p:sp>
      <p:sp>
        <p:nvSpPr>
          <p:cNvPr id="113" name="tx113"/>
          <p:cNvSpPr/>
          <p:nvPr/>
        </p:nvSpPr>
        <p:spPr>
          <a:xfrm>
            <a:off x="4496018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0.52</a:t>
            </a:r>
          </a:p>
        </p:txBody>
      </p:sp>
      <p:sp>
        <p:nvSpPr>
          <p:cNvPr id="114" name="tx114"/>
          <p:cNvSpPr/>
          <p:nvPr/>
        </p:nvSpPr>
        <p:spPr>
          <a:xfrm>
            <a:off x="4496018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15" name="tx115"/>
          <p:cNvSpPr/>
          <p:nvPr/>
        </p:nvSpPr>
        <p:spPr>
          <a:xfrm>
            <a:off x="4496018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0.44</a:t>
            </a:r>
          </a:p>
        </p:txBody>
      </p:sp>
      <p:sp>
        <p:nvSpPr>
          <p:cNvPr id="116" name="tx116"/>
          <p:cNvSpPr/>
          <p:nvPr/>
        </p:nvSpPr>
        <p:spPr>
          <a:xfrm>
            <a:off x="4496018" y="251642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117" name="tx117"/>
          <p:cNvSpPr/>
          <p:nvPr/>
        </p:nvSpPr>
        <p:spPr>
          <a:xfrm>
            <a:off x="4959410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0.40</a:t>
            </a:r>
          </a:p>
        </p:txBody>
      </p:sp>
      <p:sp>
        <p:nvSpPr>
          <p:cNvPr id="118" name="tx118"/>
          <p:cNvSpPr/>
          <p:nvPr/>
        </p:nvSpPr>
        <p:spPr>
          <a:xfrm>
            <a:off x="4959410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0.42</a:t>
            </a:r>
          </a:p>
        </p:txBody>
      </p:sp>
      <p:sp>
        <p:nvSpPr>
          <p:cNvPr id="119" name="tx119"/>
          <p:cNvSpPr/>
          <p:nvPr/>
        </p:nvSpPr>
        <p:spPr>
          <a:xfrm>
            <a:off x="4959410" y="483338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120" name="tx120"/>
          <p:cNvSpPr/>
          <p:nvPr/>
        </p:nvSpPr>
        <p:spPr>
          <a:xfrm>
            <a:off x="4959410" y="4369997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0.38</a:t>
            </a:r>
          </a:p>
        </p:txBody>
      </p:sp>
      <p:sp>
        <p:nvSpPr>
          <p:cNvPr id="121" name="tx121"/>
          <p:cNvSpPr/>
          <p:nvPr/>
        </p:nvSpPr>
        <p:spPr>
          <a:xfrm>
            <a:off x="4959410" y="3906605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122" name="tx122"/>
          <p:cNvSpPr/>
          <p:nvPr/>
        </p:nvSpPr>
        <p:spPr>
          <a:xfrm>
            <a:off x="4959410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0.44</a:t>
            </a:r>
          </a:p>
        </p:txBody>
      </p:sp>
      <p:sp>
        <p:nvSpPr>
          <p:cNvPr id="123" name="tx123"/>
          <p:cNvSpPr/>
          <p:nvPr/>
        </p:nvSpPr>
        <p:spPr>
          <a:xfrm>
            <a:off x="4959410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24" name="tx124"/>
          <p:cNvSpPr/>
          <p:nvPr/>
        </p:nvSpPr>
        <p:spPr>
          <a:xfrm>
            <a:off x="4959410" y="251642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0.53</a:t>
            </a:r>
          </a:p>
        </p:txBody>
      </p:sp>
      <p:sp>
        <p:nvSpPr>
          <p:cNvPr id="125" name="tx125"/>
          <p:cNvSpPr/>
          <p:nvPr/>
        </p:nvSpPr>
        <p:spPr>
          <a:xfrm>
            <a:off x="5422802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0.62</a:t>
            </a:r>
          </a:p>
        </p:txBody>
      </p:sp>
      <p:sp>
        <p:nvSpPr>
          <p:cNvPr id="126" name="tx126"/>
          <p:cNvSpPr/>
          <p:nvPr/>
        </p:nvSpPr>
        <p:spPr>
          <a:xfrm>
            <a:off x="5422802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0.64</a:t>
            </a:r>
          </a:p>
        </p:txBody>
      </p:sp>
      <p:sp>
        <p:nvSpPr>
          <p:cNvPr id="127" name="tx127"/>
          <p:cNvSpPr/>
          <p:nvPr/>
        </p:nvSpPr>
        <p:spPr>
          <a:xfrm>
            <a:off x="5422802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128" name="tx128"/>
          <p:cNvSpPr/>
          <p:nvPr/>
        </p:nvSpPr>
        <p:spPr>
          <a:xfrm>
            <a:off x="5422802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129" name="tx129"/>
          <p:cNvSpPr/>
          <p:nvPr/>
        </p:nvSpPr>
        <p:spPr>
          <a:xfrm>
            <a:off x="5422802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0.57</a:t>
            </a:r>
          </a:p>
        </p:txBody>
      </p:sp>
      <p:sp>
        <p:nvSpPr>
          <p:cNvPr id="130" name="tx130"/>
          <p:cNvSpPr/>
          <p:nvPr/>
        </p:nvSpPr>
        <p:spPr>
          <a:xfrm>
            <a:off x="5422802" y="3443213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131" name="tx131"/>
          <p:cNvSpPr/>
          <p:nvPr/>
        </p:nvSpPr>
        <p:spPr>
          <a:xfrm>
            <a:off x="5422802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0.53</a:t>
            </a:r>
          </a:p>
        </p:txBody>
      </p:sp>
      <p:sp>
        <p:nvSpPr>
          <p:cNvPr id="132" name="tx132"/>
          <p:cNvSpPr/>
          <p:nvPr/>
        </p:nvSpPr>
        <p:spPr>
          <a:xfrm>
            <a:off x="5422802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33" name="rc133"/>
          <p:cNvSpPr/>
          <p:nvPr/>
        </p:nvSpPr>
        <p:spPr>
          <a:xfrm>
            <a:off x="5904676" y="5562221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4" name="rc134"/>
          <p:cNvSpPr/>
          <p:nvPr/>
        </p:nvSpPr>
        <p:spPr>
          <a:xfrm>
            <a:off x="5904676" y="5098829"/>
            <a:ext cx="463391" cy="463391"/>
          </a:xfrm>
          <a:prstGeom prst="rect">
            <a:avLst/>
          </a:prstGeom>
          <a:solidFill>
            <a:srgbClr val="2A1B9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5" name="rc135"/>
          <p:cNvSpPr/>
          <p:nvPr/>
        </p:nvSpPr>
        <p:spPr>
          <a:xfrm>
            <a:off x="5904676" y="4635437"/>
            <a:ext cx="463391" cy="463391"/>
          </a:xfrm>
          <a:prstGeom prst="rect">
            <a:avLst/>
          </a:prstGeom>
          <a:solidFill>
            <a:srgbClr val="6058B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6" name="rc136"/>
          <p:cNvSpPr/>
          <p:nvPr/>
        </p:nvSpPr>
        <p:spPr>
          <a:xfrm>
            <a:off x="5904676" y="4172045"/>
            <a:ext cx="463391" cy="463391"/>
          </a:xfrm>
          <a:prstGeom prst="rect">
            <a:avLst/>
          </a:prstGeom>
          <a:solidFill>
            <a:srgbClr val="7374B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7" name="rc137"/>
          <p:cNvSpPr/>
          <p:nvPr/>
        </p:nvSpPr>
        <p:spPr>
          <a:xfrm>
            <a:off x="5904676" y="3708653"/>
            <a:ext cx="463391" cy="463391"/>
          </a:xfrm>
          <a:prstGeom prst="rect">
            <a:avLst/>
          </a:prstGeom>
          <a:solidFill>
            <a:srgbClr val="91A5D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8" name="rc138"/>
          <p:cNvSpPr/>
          <p:nvPr/>
        </p:nvSpPr>
        <p:spPr>
          <a:xfrm>
            <a:off x="5904676" y="3245261"/>
            <a:ext cx="463391" cy="463391"/>
          </a:xfrm>
          <a:prstGeom prst="rect">
            <a:avLst/>
          </a:prstGeom>
          <a:solidFill>
            <a:srgbClr val="5348A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9" name="rc139"/>
          <p:cNvSpPr/>
          <p:nvPr/>
        </p:nvSpPr>
        <p:spPr>
          <a:xfrm>
            <a:off x="5904676" y="2781869"/>
            <a:ext cx="463391" cy="463391"/>
          </a:xfrm>
          <a:prstGeom prst="rect">
            <a:avLst/>
          </a:prstGeom>
          <a:solidFill>
            <a:srgbClr val="7577B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0" name="rc140"/>
          <p:cNvSpPr/>
          <p:nvPr/>
        </p:nvSpPr>
        <p:spPr>
          <a:xfrm>
            <a:off x="5904676" y="2318478"/>
            <a:ext cx="463391" cy="463391"/>
          </a:xfrm>
          <a:prstGeom prst="rect">
            <a:avLst/>
          </a:prstGeom>
          <a:solidFill>
            <a:srgbClr val="6A67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1" name="rc141"/>
          <p:cNvSpPr/>
          <p:nvPr/>
        </p:nvSpPr>
        <p:spPr>
          <a:xfrm>
            <a:off x="6368068" y="5562221"/>
            <a:ext cx="463391" cy="463391"/>
          </a:xfrm>
          <a:prstGeom prst="rect">
            <a:avLst/>
          </a:prstGeom>
          <a:solidFill>
            <a:srgbClr val="2A1B9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2" name="rc142"/>
          <p:cNvSpPr/>
          <p:nvPr/>
        </p:nvSpPr>
        <p:spPr>
          <a:xfrm>
            <a:off x="6368068" y="5098829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3" name="rc143"/>
          <p:cNvSpPr/>
          <p:nvPr/>
        </p:nvSpPr>
        <p:spPr>
          <a:xfrm>
            <a:off x="6368068" y="4635437"/>
            <a:ext cx="463391" cy="463391"/>
          </a:xfrm>
          <a:prstGeom prst="rect">
            <a:avLst/>
          </a:prstGeom>
          <a:solidFill>
            <a:srgbClr val="625CB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4" name="rc144"/>
          <p:cNvSpPr/>
          <p:nvPr/>
        </p:nvSpPr>
        <p:spPr>
          <a:xfrm>
            <a:off x="6368068" y="4172045"/>
            <a:ext cx="463391" cy="463391"/>
          </a:xfrm>
          <a:prstGeom prst="rect">
            <a:avLst/>
          </a:prstGeom>
          <a:solidFill>
            <a:srgbClr val="7576B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5" name="rc145"/>
          <p:cNvSpPr/>
          <p:nvPr/>
        </p:nvSpPr>
        <p:spPr>
          <a:xfrm>
            <a:off x="6368068" y="3708653"/>
            <a:ext cx="463391" cy="463391"/>
          </a:xfrm>
          <a:prstGeom prst="rect">
            <a:avLst/>
          </a:prstGeom>
          <a:solidFill>
            <a:srgbClr val="8C9CC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6" name="rc146"/>
          <p:cNvSpPr/>
          <p:nvPr/>
        </p:nvSpPr>
        <p:spPr>
          <a:xfrm>
            <a:off x="6368068" y="3245261"/>
            <a:ext cx="463391" cy="463391"/>
          </a:xfrm>
          <a:prstGeom prst="rect">
            <a:avLst/>
          </a:prstGeom>
          <a:solidFill>
            <a:srgbClr val="4B3EA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7" name="rc147"/>
          <p:cNvSpPr/>
          <p:nvPr/>
        </p:nvSpPr>
        <p:spPr>
          <a:xfrm>
            <a:off x="6368068" y="2781869"/>
            <a:ext cx="463391" cy="463391"/>
          </a:xfrm>
          <a:prstGeom prst="rect">
            <a:avLst/>
          </a:prstGeom>
          <a:solidFill>
            <a:srgbClr val="6E6CB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8" name="rc148"/>
          <p:cNvSpPr/>
          <p:nvPr/>
        </p:nvSpPr>
        <p:spPr>
          <a:xfrm>
            <a:off x="6368068" y="2318478"/>
            <a:ext cx="463391" cy="463391"/>
          </a:xfrm>
          <a:prstGeom prst="rect">
            <a:avLst/>
          </a:prstGeom>
          <a:solidFill>
            <a:srgbClr val="6965B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9" name="rc149"/>
          <p:cNvSpPr/>
          <p:nvPr/>
        </p:nvSpPr>
        <p:spPr>
          <a:xfrm>
            <a:off x="6831460" y="5562221"/>
            <a:ext cx="463391" cy="463391"/>
          </a:xfrm>
          <a:prstGeom prst="rect">
            <a:avLst/>
          </a:prstGeom>
          <a:solidFill>
            <a:srgbClr val="6058B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0" name="rc150"/>
          <p:cNvSpPr/>
          <p:nvPr/>
        </p:nvSpPr>
        <p:spPr>
          <a:xfrm>
            <a:off x="6831460" y="5098829"/>
            <a:ext cx="463391" cy="463391"/>
          </a:xfrm>
          <a:prstGeom prst="rect">
            <a:avLst/>
          </a:prstGeom>
          <a:solidFill>
            <a:srgbClr val="625CB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1" name="rc151"/>
          <p:cNvSpPr/>
          <p:nvPr/>
        </p:nvSpPr>
        <p:spPr>
          <a:xfrm>
            <a:off x="6831460" y="4635437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2" name="rc152"/>
          <p:cNvSpPr/>
          <p:nvPr/>
        </p:nvSpPr>
        <p:spPr>
          <a:xfrm>
            <a:off x="6831460" y="4172045"/>
            <a:ext cx="463391" cy="463391"/>
          </a:xfrm>
          <a:prstGeom prst="rect">
            <a:avLst/>
          </a:prstGeom>
          <a:solidFill>
            <a:srgbClr val="24169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3" name="rc153"/>
          <p:cNvSpPr/>
          <p:nvPr/>
        </p:nvSpPr>
        <p:spPr>
          <a:xfrm>
            <a:off x="6831460" y="3708653"/>
            <a:ext cx="463391" cy="463391"/>
          </a:xfrm>
          <a:prstGeom prst="rect">
            <a:avLst/>
          </a:prstGeom>
          <a:solidFill>
            <a:srgbClr val="8FA0C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4" name="rc154"/>
          <p:cNvSpPr/>
          <p:nvPr/>
        </p:nvSpPr>
        <p:spPr>
          <a:xfrm>
            <a:off x="6831460" y="3245261"/>
            <a:ext cx="463391" cy="463391"/>
          </a:xfrm>
          <a:prstGeom prst="rect">
            <a:avLst/>
          </a:prstGeom>
          <a:solidFill>
            <a:srgbClr val="787BC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5" name="rc155"/>
          <p:cNvSpPr/>
          <p:nvPr/>
        </p:nvSpPr>
        <p:spPr>
          <a:xfrm>
            <a:off x="6831460" y="2781869"/>
            <a:ext cx="463391" cy="463391"/>
          </a:xfrm>
          <a:prstGeom prst="rect">
            <a:avLst/>
          </a:prstGeom>
          <a:solidFill>
            <a:srgbClr val="7D83C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6" name="rc156"/>
          <p:cNvSpPr/>
          <p:nvPr/>
        </p:nvSpPr>
        <p:spPr>
          <a:xfrm>
            <a:off x="6831460" y="2318478"/>
            <a:ext cx="463391" cy="463391"/>
          </a:xfrm>
          <a:prstGeom prst="rect">
            <a:avLst/>
          </a:prstGeom>
          <a:solidFill>
            <a:srgbClr val="6966B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7" name="rc157"/>
          <p:cNvSpPr/>
          <p:nvPr/>
        </p:nvSpPr>
        <p:spPr>
          <a:xfrm>
            <a:off x="7294852" y="5562221"/>
            <a:ext cx="463391" cy="463391"/>
          </a:xfrm>
          <a:prstGeom prst="rect">
            <a:avLst/>
          </a:prstGeom>
          <a:solidFill>
            <a:srgbClr val="7374B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8" name="rc158"/>
          <p:cNvSpPr/>
          <p:nvPr/>
        </p:nvSpPr>
        <p:spPr>
          <a:xfrm>
            <a:off x="7294852" y="5098829"/>
            <a:ext cx="463391" cy="463391"/>
          </a:xfrm>
          <a:prstGeom prst="rect">
            <a:avLst/>
          </a:prstGeom>
          <a:solidFill>
            <a:srgbClr val="7576B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9" name="rc159"/>
          <p:cNvSpPr/>
          <p:nvPr/>
        </p:nvSpPr>
        <p:spPr>
          <a:xfrm>
            <a:off x="7294852" y="4635437"/>
            <a:ext cx="463391" cy="463391"/>
          </a:xfrm>
          <a:prstGeom prst="rect">
            <a:avLst/>
          </a:prstGeom>
          <a:solidFill>
            <a:srgbClr val="24169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" name="rc160"/>
          <p:cNvSpPr/>
          <p:nvPr/>
        </p:nvSpPr>
        <p:spPr>
          <a:xfrm>
            <a:off x="7294852" y="4172045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1" name="rc161"/>
          <p:cNvSpPr/>
          <p:nvPr/>
        </p:nvSpPr>
        <p:spPr>
          <a:xfrm>
            <a:off x="7294852" y="3708653"/>
            <a:ext cx="463391" cy="463391"/>
          </a:xfrm>
          <a:prstGeom prst="rect">
            <a:avLst/>
          </a:prstGeom>
          <a:solidFill>
            <a:srgbClr val="93A9D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2" name="rc162"/>
          <p:cNvSpPr/>
          <p:nvPr/>
        </p:nvSpPr>
        <p:spPr>
          <a:xfrm>
            <a:off x="7294852" y="3245261"/>
            <a:ext cx="463391" cy="463391"/>
          </a:xfrm>
          <a:prstGeom prst="rect">
            <a:avLst/>
          </a:prstGeom>
          <a:solidFill>
            <a:srgbClr val="8691C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3" name="rc163"/>
          <p:cNvSpPr/>
          <p:nvPr/>
        </p:nvSpPr>
        <p:spPr>
          <a:xfrm>
            <a:off x="7294852" y="2781869"/>
            <a:ext cx="463391" cy="463391"/>
          </a:xfrm>
          <a:prstGeom prst="rect">
            <a:avLst/>
          </a:prstGeom>
          <a:solidFill>
            <a:srgbClr val="8691C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4" name="rc164"/>
          <p:cNvSpPr/>
          <p:nvPr/>
        </p:nvSpPr>
        <p:spPr>
          <a:xfrm>
            <a:off x="7294852" y="2318478"/>
            <a:ext cx="463391" cy="463391"/>
          </a:xfrm>
          <a:prstGeom prst="rect">
            <a:avLst/>
          </a:prstGeom>
          <a:solidFill>
            <a:srgbClr val="7373B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5" name="rc165"/>
          <p:cNvSpPr/>
          <p:nvPr/>
        </p:nvSpPr>
        <p:spPr>
          <a:xfrm>
            <a:off x="7758244" y="5562221"/>
            <a:ext cx="463391" cy="463391"/>
          </a:xfrm>
          <a:prstGeom prst="rect">
            <a:avLst/>
          </a:prstGeom>
          <a:solidFill>
            <a:srgbClr val="91A5D1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6" name="rc166"/>
          <p:cNvSpPr/>
          <p:nvPr/>
        </p:nvSpPr>
        <p:spPr>
          <a:xfrm>
            <a:off x="7758244" y="5098829"/>
            <a:ext cx="463391" cy="463391"/>
          </a:xfrm>
          <a:prstGeom prst="rect">
            <a:avLst/>
          </a:prstGeom>
          <a:solidFill>
            <a:srgbClr val="8C9CC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7" name="rc167"/>
          <p:cNvSpPr/>
          <p:nvPr/>
        </p:nvSpPr>
        <p:spPr>
          <a:xfrm>
            <a:off x="7758244" y="4635437"/>
            <a:ext cx="463391" cy="463391"/>
          </a:xfrm>
          <a:prstGeom prst="rect">
            <a:avLst/>
          </a:prstGeom>
          <a:solidFill>
            <a:srgbClr val="8FA0C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8" name="rc168"/>
          <p:cNvSpPr/>
          <p:nvPr/>
        </p:nvSpPr>
        <p:spPr>
          <a:xfrm>
            <a:off x="7758244" y="4172045"/>
            <a:ext cx="463391" cy="463391"/>
          </a:xfrm>
          <a:prstGeom prst="rect">
            <a:avLst/>
          </a:prstGeom>
          <a:solidFill>
            <a:srgbClr val="93A9D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9" name="rc169"/>
          <p:cNvSpPr/>
          <p:nvPr/>
        </p:nvSpPr>
        <p:spPr>
          <a:xfrm>
            <a:off x="7758244" y="3708653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0" name="rc170"/>
          <p:cNvSpPr/>
          <p:nvPr/>
        </p:nvSpPr>
        <p:spPr>
          <a:xfrm>
            <a:off x="7758244" y="3245261"/>
            <a:ext cx="463391" cy="463391"/>
          </a:xfrm>
          <a:prstGeom prst="rect">
            <a:avLst/>
          </a:prstGeom>
          <a:solidFill>
            <a:srgbClr val="8189C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1" name="rc171"/>
          <p:cNvSpPr/>
          <p:nvPr/>
        </p:nvSpPr>
        <p:spPr>
          <a:xfrm>
            <a:off x="7758244" y="2781869"/>
            <a:ext cx="463391" cy="463391"/>
          </a:xfrm>
          <a:prstGeom prst="rect">
            <a:avLst/>
          </a:prstGeom>
          <a:solidFill>
            <a:srgbClr val="7E85C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2" name="rc172"/>
          <p:cNvSpPr/>
          <p:nvPr/>
        </p:nvSpPr>
        <p:spPr>
          <a:xfrm>
            <a:off x="7758244" y="2318478"/>
            <a:ext cx="463391" cy="463391"/>
          </a:xfrm>
          <a:prstGeom prst="rect">
            <a:avLst/>
          </a:prstGeom>
          <a:solidFill>
            <a:srgbClr val="8B9BC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3" name="rc173"/>
          <p:cNvSpPr/>
          <p:nvPr/>
        </p:nvSpPr>
        <p:spPr>
          <a:xfrm>
            <a:off x="8221636" y="5562221"/>
            <a:ext cx="463391" cy="463391"/>
          </a:xfrm>
          <a:prstGeom prst="rect">
            <a:avLst/>
          </a:prstGeom>
          <a:solidFill>
            <a:srgbClr val="5348A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4" name="rc174"/>
          <p:cNvSpPr/>
          <p:nvPr/>
        </p:nvSpPr>
        <p:spPr>
          <a:xfrm>
            <a:off x="8221636" y="5098829"/>
            <a:ext cx="463391" cy="463391"/>
          </a:xfrm>
          <a:prstGeom prst="rect">
            <a:avLst/>
          </a:prstGeom>
          <a:solidFill>
            <a:srgbClr val="4B3EA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5" name="rc175"/>
          <p:cNvSpPr/>
          <p:nvPr/>
        </p:nvSpPr>
        <p:spPr>
          <a:xfrm>
            <a:off x="8221636" y="4635437"/>
            <a:ext cx="463391" cy="463391"/>
          </a:xfrm>
          <a:prstGeom prst="rect">
            <a:avLst/>
          </a:prstGeom>
          <a:solidFill>
            <a:srgbClr val="787BC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6" name="rc176"/>
          <p:cNvSpPr/>
          <p:nvPr/>
        </p:nvSpPr>
        <p:spPr>
          <a:xfrm>
            <a:off x="8221636" y="4172045"/>
            <a:ext cx="463391" cy="463391"/>
          </a:xfrm>
          <a:prstGeom prst="rect">
            <a:avLst/>
          </a:prstGeom>
          <a:solidFill>
            <a:srgbClr val="8691C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7" name="rc177"/>
          <p:cNvSpPr/>
          <p:nvPr/>
        </p:nvSpPr>
        <p:spPr>
          <a:xfrm>
            <a:off x="8221636" y="3708653"/>
            <a:ext cx="463391" cy="463391"/>
          </a:xfrm>
          <a:prstGeom prst="rect">
            <a:avLst/>
          </a:prstGeom>
          <a:solidFill>
            <a:srgbClr val="8189C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8" name="rc178"/>
          <p:cNvSpPr/>
          <p:nvPr/>
        </p:nvSpPr>
        <p:spPr>
          <a:xfrm>
            <a:off x="8221636" y="3245261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9" name="rc179"/>
          <p:cNvSpPr/>
          <p:nvPr/>
        </p:nvSpPr>
        <p:spPr>
          <a:xfrm>
            <a:off x="8221636" y="2781869"/>
            <a:ext cx="463391" cy="463391"/>
          </a:xfrm>
          <a:prstGeom prst="rect">
            <a:avLst/>
          </a:prstGeom>
          <a:solidFill>
            <a:srgbClr val="6863B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0" name="rc180"/>
          <p:cNvSpPr/>
          <p:nvPr/>
        </p:nvSpPr>
        <p:spPr>
          <a:xfrm>
            <a:off x="8221636" y="2318478"/>
            <a:ext cx="463391" cy="463391"/>
          </a:xfrm>
          <a:prstGeom prst="rect">
            <a:avLst/>
          </a:prstGeom>
          <a:solidFill>
            <a:srgbClr val="6B67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1" name="rc181"/>
          <p:cNvSpPr/>
          <p:nvPr/>
        </p:nvSpPr>
        <p:spPr>
          <a:xfrm>
            <a:off x="8685028" y="5562221"/>
            <a:ext cx="463391" cy="463391"/>
          </a:xfrm>
          <a:prstGeom prst="rect">
            <a:avLst/>
          </a:prstGeom>
          <a:solidFill>
            <a:srgbClr val="7577BE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2" name="rc182"/>
          <p:cNvSpPr/>
          <p:nvPr/>
        </p:nvSpPr>
        <p:spPr>
          <a:xfrm>
            <a:off x="8685028" y="5098829"/>
            <a:ext cx="463391" cy="463391"/>
          </a:xfrm>
          <a:prstGeom prst="rect">
            <a:avLst/>
          </a:prstGeom>
          <a:solidFill>
            <a:srgbClr val="6E6CB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3" name="rc183"/>
          <p:cNvSpPr/>
          <p:nvPr/>
        </p:nvSpPr>
        <p:spPr>
          <a:xfrm>
            <a:off x="8685028" y="4635437"/>
            <a:ext cx="463391" cy="463391"/>
          </a:xfrm>
          <a:prstGeom prst="rect">
            <a:avLst/>
          </a:prstGeom>
          <a:solidFill>
            <a:srgbClr val="7D83C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4" name="rc184"/>
          <p:cNvSpPr/>
          <p:nvPr/>
        </p:nvSpPr>
        <p:spPr>
          <a:xfrm>
            <a:off x="8685028" y="4172045"/>
            <a:ext cx="463391" cy="463391"/>
          </a:xfrm>
          <a:prstGeom prst="rect">
            <a:avLst/>
          </a:prstGeom>
          <a:solidFill>
            <a:srgbClr val="8691C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5" name="rc185"/>
          <p:cNvSpPr/>
          <p:nvPr/>
        </p:nvSpPr>
        <p:spPr>
          <a:xfrm>
            <a:off x="8685028" y="3708653"/>
            <a:ext cx="463391" cy="463391"/>
          </a:xfrm>
          <a:prstGeom prst="rect">
            <a:avLst/>
          </a:prstGeom>
          <a:solidFill>
            <a:srgbClr val="7E85C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6" name="rc186"/>
          <p:cNvSpPr/>
          <p:nvPr/>
        </p:nvSpPr>
        <p:spPr>
          <a:xfrm>
            <a:off x="8685028" y="3245261"/>
            <a:ext cx="463391" cy="463391"/>
          </a:xfrm>
          <a:prstGeom prst="rect">
            <a:avLst/>
          </a:prstGeom>
          <a:solidFill>
            <a:srgbClr val="6863B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7" name="rc187"/>
          <p:cNvSpPr/>
          <p:nvPr/>
        </p:nvSpPr>
        <p:spPr>
          <a:xfrm>
            <a:off x="8685028" y="2781869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8" name="rc188"/>
          <p:cNvSpPr/>
          <p:nvPr/>
        </p:nvSpPr>
        <p:spPr>
          <a:xfrm>
            <a:off x="8685028" y="2318478"/>
            <a:ext cx="463391" cy="463391"/>
          </a:xfrm>
          <a:prstGeom prst="rect">
            <a:avLst/>
          </a:prstGeom>
          <a:solidFill>
            <a:srgbClr val="787B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9" name="rc189"/>
          <p:cNvSpPr/>
          <p:nvPr/>
        </p:nvSpPr>
        <p:spPr>
          <a:xfrm>
            <a:off x="9148419" y="5562221"/>
            <a:ext cx="463391" cy="463391"/>
          </a:xfrm>
          <a:prstGeom prst="rect">
            <a:avLst/>
          </a:prstGeom>
          <a:solidFill>
            <a:srgbClr val="6A67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0" name="rc190"/>
          <p:cNvSpPr/>
          <p:nvPr/>
        </p:nvSpPr>
        <p:spPr>
          <a:xfrm>
            <a:off x="9148419" y="5098829"/>
            <a:ext cx="463391" cy="463391"/>
          </a:xfrm>
          <a:prstGeom prst="rect">
            <a:avLst/>
          </a:prstGeom>
          <a:solidFill>
            <a:srgbClr val="6965B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1" name="rc191"/>
          <p:cNvSpPr/>
          <p:nvPr/>
        </p:nvSpPr>
        <p:spPr>
          <a:xfrm>
            <a:off x="9148419" y="4635437"/>
            <a:ext cx="463391" cy="463391"/>
          </a:xfrm>
          <a:prstGeom prst="rect">
            <a:avLst/>
          </a:prstGeom>
          <a:solidFill>
            <a:srgbClr val="6966B6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2" name="rc192"/>
          <p:cNvSpPr/>
          <p:nvPr/>
        </p:nvSpPr>
        <p:spPr>
          <a:xfrm>
            <a:off x="9148419" y="4172045"/>
            <a:ext cx="463391" cy="463391"/>
          </a:xfrm>
          <a:prstGeom prst="rect">
            <a:avLst/>
          </a:prstGeom>
          <a:solidFill>
            <a:srgbClr val="7373B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3" name="rc193"/>
          <p:cNvSpPr/>
          <p:nvPr/>
        </p:nvSpPr>
        <p:spPr>
          <a:xfrm>
            <a:off x="9148419" y="3708653"/>
            <a:ext cx="463391" cy="463391"/>
          </a:xfrm>
          <a:prstGeom prst="rect">
            <a:avLst/>
          </a:prstGeom>
          <a:solidFill>
            <a:srgbClr val="8B9BC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4" name="rc194"/>
          <p:cNvSpPr/>
          <p:nvPr/>
        </p:nvSpPr>
        <p:spPr>
          <a:xfrm>
            <a:off x="9148419" y="3245261"/>
            <a:ext cx="463391" cy="463391"/>
          </a:xfrm>
          <a:prstGeom prst="rect">
            <a:avLst/>
          </a:prstGeom>
          <a:solidFill>
            <a:srgbClr val="6B67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5" name="rc195"/>
          <p:cNvSpPr/>
          <p:nvPr/>
        </p:nvSpPr>
        <p:spPr>
          <a:xfrm>
            <a:off x="9148419" y="2781869"/>
            <a:ext cx="463391" cy="463391"/>
          </a:xfrm>
          <a:prstGeom prst="rect">
            <a:avLst/>
          </a:prstGeom>
          <a:solidFill>
            <a:srgbClr val="787BBF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6" name="rc196"/>
          <p:cNvSpPr/>
          <p:nvPr/>
        </p:nvSpPr>
        <p:spPr>
          <a:xfrm>
            <a:off x="9148419" y="2318478"/>
            <a:ext cx="463391" cy="463391"/>
          </a:xfrm>
          <a:prstGeom prst="rect">
            <a:avLst/>
          </a:prstGeom>
          <a:solidFill>
            <a:srgbClr val="00008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7" name="tx197"/>
          <p:cNvSpPr/>
          <p:nvPr/>
        </p:nvSpPr>
        <p:spPr>
          <a:xfrm>
            <a:off x="6048461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98" name="tx198"/>
          <p:cNvSpPr/>
          <p:nvPr/>
        </p:nvSpPr>
        <p:spPr>
          <a:xfrm>
            <a:off x="6048461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199" name="tx199"/>
          <p:cNvSpPr/>
          <p:nvPr/>
        </p:nvSpPr>
        <p:spPr>
          <a:xfrm>
            <a:off x="6048461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200" name="tx200"/>
          <p:cNvSpPr/>
          <p:nvPr/>
        </p:nvSpPr>
        <p:spPr>
          <a:xfrm>
            <a:off x="6048461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201" name="tx201"/>
          <p:cNvSpPr/>
          <p:nvPr/>
        </p:nvSpPr>
        <p:spPr>
          <a:xfrm>
            <a:off x="6048461" y="3906605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0.23</a:t>
            </a:r>
          </a:p>
        </p:txBody>
      </p:sp>
      <p:sp>
        <p:nvSpPr>
          <p:cNvPr id="202" name="tx202"/>
          <p:cNvSpPr/>
          <p:nvPr/>
        </p:nvSpPr>
        <p:spPr>
          <a:xfrm>
            <a:off x="6048461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0.68</a:t>
            </a:r>
          </a:p>
        </p:txBody>
      </p:sp>
      <p:sp>
        <p:nvSpPr>
          <p:cNvPr id="203" name="tx203"/>
          <p:cNvSpPr/>
          <p:nvPr/>
        </p:nvSpPr>
        <p:spPr>
          <a:xfrm>
            <a:off x="6048461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0.45</a:t>
            </a:r>
          </a:p>
        </p:txBody>
      </p:sp>
      <p:sp>
        <p:nvSpPr>
          <p:cNvPr id="204" name="tx204"/>
          <p:cNvSpPr/>
          <p:nvPr/>
        </p:nvSpPr>
        <p:spPr>
          <a:xfrm>
            <a:off x="6048461" y="251642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0.53</a:t>
            </a:r>
          </a:p>
        </p:txBody>
      </p:sp>
      <p:sp>
        <p:nvSpPr>
          <p:cNvPr id="205" name="tx205"/>
          <p:cNvSpPr/>
          <p:nvPr/>
        </p:nvSpPr>
        <p:spPr>
          <a:xfrm>
            <a:off x="6511853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206" name="tx206"/>
          <p:cNvSpPr/>
          <p:nvPr/>
        </p:nvSpPr>
        <p:spPr>
          <a:xfrm>
            <a:off x="6511853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07" name="tx207"/>
          <p:cNvSpPr/>
          <p:nvPr/>
        </p:nvSpPr>
        <p:spPr>
          <a:xfrm>
            <a:off x="6511853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0.59</a:t>
            </a:r>
          </a:p>
        </p:txBody>
      </p:sp>
      <p:sp>
        <p:nvSpPr>
          <p:cNvPr id="208" name="tx208"/>
          <p:cNvSpPr/>
          <p:nvPr/>
        </p:nvSpPr>
        <p:spPr>
          <a:xfrm>
            <a:off x="6511853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0.45</a:t>
            </a:r>
          </a:p>
        </p:txBody>
      </p:sp>
      <p:sp>
        <p:nvSpPr>
          <p:cNvPr id="209" name="tx209"/>
          <p:cNvSpPr/>
          <p:nvPr/>
        </p:nvSpPr>
        <p:spPr>
          <a:xfrm>
            <a:off x="6511853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0.28</a:t>
            </a:r>
          </a:p>
        </p:txBody>
      </p:sp>
      <p:sp>
        <p:nvSpPr>
          <p:cNvPr id="210" name="tx210"/>
          <p:cNvSpPr/>
          <p:nvPr/>
        </p:nvSpPr>
        <p:spPr>
          <a:xfrm>
            <a:off x="6511853" y="3443213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0.73</a:t>
            </a:r>
          </a:p>
        </p:txBody>
      </p:sp>
      <p:sp>
        <p:nvSpPr>
          <p:cNvPr id="211" name="tx211"/>
          <p:cNvSpPr/>
          <p:nvPr/>
        </p:nvSpPr>
        <p:spPr>
          <a:xfrm>
            <a:off x="6511853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212" name="tx212"/>
          <p:cNvSpPr/>
          <p:nvPr/>
        </p:nvSpPr>
        <p:spPr>
          <a:xfrm>
            <a:off x="6511853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0.54</a:t>
            </a:r>
          </a:p>
        </p:txBody>
      </p:sp>
      <p:sp>
        <p:nvSpPr>
          <p:cNvPr id="213" name="tx213"/>
          <p:cNvSpPr/>
          <p:nvPr/>
        </p:nvSpPr>
        <p:spPr>
          <a:xfrm>
            <a:off x="6975245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0.60</a:t>
            </a:r>
          </a:p>
        </p:txBody>
      </p:sp>
      <p:sp>
        <p:nvSpPr>
          <p:cNvPr id="214" name="tx214"/>
          <p:cNvSpPr/>
          <p:nvPr/>
        </p:nvSpPr>
        <p:spPr>
          <a:xfrm>
            <a:off x="6975245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0.59</a:t>
            </a:r>
          </a:p>
        </p:txBody>
      </p:sp>
      <p:sp>
        <p:nvSpPr>
          <p:cNvPr id="215" name="tx215"/>
          <p:cNvSpPr/>
          <p:nvPr/>
        </p:nvSpPr>
        <p:spPr>
          <a:xfrm>
            <a:off x="6975245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16" name="tx216"/>
          <p:cNvSpPr/>
          <p:nvPr/>
        </p:nvSpPr>
        <p:spPr>
          <a:xfrm>
            <a:off x="6975245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0.92</a:t>
            </a:r>
          </a:p>
        </p:txBody>
      </p:sp>
      <p:sp>
        <p:nvSpPr>
          <p:cNvPr id="217" name="tx217"/>
          <p:cNvSpPr/>
          <p:nvPr/>
        </p:nvSpPr>
        <p:spPr>
          <a:xfrm>
            <a:off x="6975245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0.26</a:t>
            </a:r>
          </a:p>
        </p:txBody>
      </p:sp>
      <p:sp>
        <p:nvSpPr>
          <p:cNvPr id="218" name="tx218"/>
          <p:cNvSpPr/>
          <p:nvPr/>
        </p:nvSpPr>
        <p:spPr>
          <a:xfrm>
            <a:off x="6975245" y="3443213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219" name="tx219"/>
          <p:cNvSpPr/>
          <p:nvPr/>
        </p:nvSpPr>
        <p:spPr>
          <a:xfrm>
            <a:off x="6975245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220" name="tx220"/>
          <p:cNvSpPr/>
          <p:nvPr/>
        </p:nvSpPr>
        <p:spPr>
          <a:xfrm>
            <a:off x="6975245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0.54</a:t>
            </a:r>
          </a:p>
        </p:txBody>
      </p:sp>
      <p:sp>
        <p:nvSpPr>
          <p:cNvPr id="221" name="tx221"/>
          <p:cNvSpPr/>
          <p:nvPr/>
        </p:nvSpPr>
        <p:spPr>
          <a:xfrm>
            <a:off x="7438636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222" name="tx222"/>
          <p:cNvSpPr/>
          <p:nvPr/>
        </p:nvSpPr>
        <p:spPr>
          <a:xfrm>
            <a:off x="7438636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0.45</a:t>
            </a:r>
          </a:p>
        </p:txBody>
      </p:sp>
      <p:sp>
        <p:nvSpPr>
          <p:cNvPr id="223" name="tx223"/>
          <p:cNvSpPr/>
          <p:nvPr/>
        </p:nvSpPr>
        <p:spPr>
          <a:xfrm>
            <a:off x="7438636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0.92</a:t>
            </a:r>
          </a:p>
        </p:txBody>
      </p:sp>
      <p:sp>
        <p:nvSpPr>
          <p:cNvPr id="224" name="tx224"/>
          <p:cNvSpPr/>
          <p:nvPr/>
        </p:nvSpPr>
        <p:spPr>
          <a:xfrm>
            <a:off x="7438636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25" name="tx225"/>
          <p:cNvSpPr/>
          <p:nvPr/>
        </p:nvSpPr>
        <p:spPr>
          <a:xfrm>
            <a:off x="7438636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0.22</a:t>
            </a:r>
          </a:p>
        </p:txBody>
      </p:sp>
      <p:sp>
        <p:nvSpPr>
          <p:cNvPr id="226" name="tx226"/>
          <p:cNvSpPr/>
          <p:nvPr/>
        </p:nvSpPr>
        <p:spPr>
          <a:xfrm>
            <a:off x="7438636" y="3443213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0.33</a:t>
            </a:r>
          </a:p>
        </p:txBody>
      </p:sp>
      <p:sp>
        <p:nvSpPr>
          <p:cNvPr id="227" name="tx227"/>
          <p:cNvSpPr/>
          <p:nvPr/>
        </p:nvSpPr>
        <p:spPr>
          <a:xfrm>
            <a:off x="7438636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0.33</a:t>
            </a:r>
          </a:p>
        </p:txBody>
      </p:sp>
      <p:sp>
        <p:nvSpPr>
          <p:cNvPr id="228" name="tx228"/>
          <p:cNvSpPr/>
          <p:nvPr/>
        </p:nvSpPr>
        <p:spPr>
          <a:xfrm>
            <a:off x="7438636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229" name="tx229"/>
          <p:cNvSpPr/>
          <p:nvPr/>
        </p:nvSpPr>
        <p:spPr>
          <a:xfrm>
            <a:off x="7902028" y="5760172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0.23</a:t>
            </a:r>
          </a:p>
        </p:txBody>
      </p:sp>
      <p:sp>
        <p:nvSpPr>
          <p:cNvPr id="230" name="tx230"/>
          <p:cNvSpPr/>
          <p:nvPr/>
        </p:nvSpPr>
        <p:spPr>
          <a:xfrm>
            <a:off x="7902028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0.28</a:t>
            </a:r>
          </a:p>
        </p:txBody>
      </p:sp>
      <p:sp>
        <p:nvSpPr>
          <p:cNvPr id="231" name="tx231"/>
          <p:cNvSpPr/>
          <p:nvPr/>
        </p:nvSpPr>
        <p:spPr>
          <a:xfrm>
            <a:off x="7902028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0.26</a:t>
            </a:r>
          </a:p>
        </p:txBody>
      </p:sp>
      <p:sp>
        <p:nvSpPr>
          <p:cNvPr id="232" name="tx232"/>
          <p:cNvSpPr/>
          <p:nvPr/>
        </p:nvSpPr>
        <p:spPr>
          <a:xfrm>
            <a:off x="7902028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0.22</a:t>
            </a:r>
          </a:p>
        </p:txBody>
      </p:sp>
      <p:sp>
        <p:nvSpPr>
          <p:cNvPr id="233" name="tx233"/>
          <p:cNvSpPr/>
          <p:nvPr/>
        </p:nvSpPr>
        <p:spPr>
          <a:xfrm>
            <a:off x="7902028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34" name="tx234"/>
          <p:cNvSpPr/>
          <p:nvPr/>
        </p:nvSpPr>
        <p:spPr>
          <a:xfrm>
            <a:off x="7902028" y="3443213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0.36</a:t>
            </a:r>
          </a:p>
        </p:txBody>
      </p:sp>
      <p:sp>
        <p:nvSpPr>
          <p:cNvPr id="235" name="tx235"/>
          <p:cNvSpPr/>
          <p:nvPr/>
        </p:nvSpPr>
        <p:spPr>
          <a:xfrm>
            <a:off x="7902028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236" name="tx236"/>
          <p:cNvSpPr/>
          <p:nvPr/>
        </p:nvSpPr>
        <p:spPr>
          <a:xfrm>
            <a:off x="7902028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0.28</a:t>
            </a:r>
          </a:p>
        </p:txBody>
      </p:sp>
      <p:sp>
        <p:nvSpPr>
          <p:cNvPr id="237" name="tx237"/>
          <p:cNvSpPr/>
          <p:nvPr/>
        </p:nvSpPr>
        <p:spPr>
          <a:xfrm>
            <a:off x="8365420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0.68</a:t>
            </a:r>
          </a:p>
        </p:txBody>
      </p:sp>
      <p:sp>
        <p:nvSpPr>
          <p:cNvPr id="238" name="tx238"/>
          <p:cNvSpPr/>
          <p:nvPr/>
        </p:nvSpPr>
        <p:spPr>
          <a:xfrm>
            <a:off x="8365420" y="5296780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0.73</a:t>
            </a:r>
          </a:p>
        </p:txBody>
      </p:sp>
      <p:sp>
        <p:nvSpPr>
          <p:cNvPr id="239" name="tx239"/>
          <p:cNvSpPr/>
          <p:nvPr/>
        </p:nvSpPr>
        <p:spPr>
          <a:xfrm>
            <a:off x="8365420" y="483338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240" name="tx240"/>
          <p:cNvSpPr/>
          <p:nvPr/>
        </p:nvSpPr>
        <p:spPr>
          <a:xfrm>
            <a:off x="8365420" y="4369997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0.33</a:t>
            </a:r>
          </a:p>
        </p:txBody>
      </p:sp>
      <p:sp>
        <p:nvSpPr>
          <p:cNvPr id="241" name="tx241"/>
          <p:cNvSpPr/>
          <p:nvPr/>
        </p:nvSpPr>
        <p:spPr>
          <a:xfrm>
            <a:off x="8365420" y="3906605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0.36</a:t>
            </a:r>
          </a:p>
        </p:txBody>
      </p:sp>
      <p:sp>
        <p:nvSpPr>
          <p:cNvPr id="242" name="tx242"/>
          <p:cNvSpPr/>
          <p:nvPr/>
        </p:nvSpPr>
        <p:spPr>
          <a:xfrm>
            <a:off x="8365420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43" name="tx243"/>
          <p:cNvSpPr/>
          <p:nvPr/>
        </p:nvSpPr>
        <p:spPr>
          <a:xfrm>
            <a:off x="8365420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0.55</a:t>
            </a:r>
          </a:p>
        </p:txBody>
      </p:sp>
      <p:sp>
        <p:nvSpPr>
          <p:cNvPr id="244" name="tx244"/>
          <p:cNvSpPr/>
          <p:nvPr/>
        </p:nvSpPr>
        <p:spPr>
          <a:xfrm>
            <a:off x="8365420" y="251642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0.53</a:t>
            </a:r>
          </a:p>
        </p:txBody>
      </p:sp>
      <p:sp>
        <p:nvSpPr>
          <p:cNvPr id="245" name="tx245"/>
          <p:cNvSpPr/>
          <p:nvPr/>
        </p:nvSpPr>
        <p:spPr>
          <a:xfrm>
            <a:off x="8828812" y="5760216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0.45</a:t>
            </a:r>
          </a:p>
        </p:txBody>
      </p:sp>
      <p:sp>
        <p:nvSpPr>
          <p:cNvPr id="246" name="tx246"/>
          <p:cNvSpPr/>
          <p:nvPr/>
        </p:nvSpPr>
        <p:spPr>
          <a:xfrm>
            <a:off x="8828812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247" name="tx247"/>
          <p:cNvSpPr/>
          <p:nvPr/>
        </p:nvSpPr>
        <p:spPr>
          <a:xfrm>
            <a:off x="8828812" y="483338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248" name="tx248"/>
          <p:cNvSpPr/>
          <p:nvPr/>
        </p:nvSpPr>
        <p:spPr>
          <a:xfrm>
            <a:off x="8828812" y="4369997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rgbClr val="FFC000"/>
                </a:solidFill>
                <a:latin typeface="Arial"/>
                <a:cs typeface="Arial"/>
              </a:rPr>
              <a:t>0.33</a:t>
            </a:r>
          </a:p>
        </p:txBody>
      </p:sp>
      <p:sp>
        <p:nvSpPr>
          <p:cNvPr id="249" name="tx249"/>
          <p:cNvSpPr/>
          <p:nvPr/>
        </p:nvSpPr>
        <p:spPr>
          <a:xfrm>
            <a:off x="8828812" y="3906605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250" name="tx250"/>
          <p:cNvSpPr/>
          <p:nvPr/>
        </p:nvSpPr>
        <p:spPr>
          <a:xfrm>
            <a:off x="8828812" y="3443257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0.55</a:t>
            </a:r>
          </a:p>
        </p:txBody>
      </p:sp>
      <p:sp>
        <p:nvSpPr>
          <p:cNvPr id="251" name="tx251"/>
          <p:cNvSpPr/>
          <p:nvPr/>
        </p:nvSpPr>
        <p:spPr>
          <a:xfrm>
            <a:off x="8828812" y="297986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52" name="tx252"/>
          <p:cNvSpPr/>
          <p:nvPr/>
        </p:nvSpPr>
        <p:spPr>
          <a:xfrm>
            <a:off x="8828812" y="2516429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253" name="tx253"/>
          <p:cNvSpPr/>
          <p:nvPr/>
        </p:nvSpPr>
        <p:spPr>
          <a:xfrm>
            <a:off x="9292204" y="5760172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0.53</a:t>
            </a:r>
          </a:p>
        </p:txBody>
      </p:sp>
      <p:sp>
        <p:nvSpPr>
          <p:cNvPr id="254" name="tx254"/>
          <p:cNvSpPr/>
          <p:nvPr/>
        </p:nvSpPr>
        <p:spPr>
          <a:xfrm>
            <a:off x="9292204" y="5296825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0.54</a:t>
            </a:r>
          </a:p>
        </p:txBody>
      </p:sp>
      <p:sp>
        <p:nvSpPr>
          <p:cNvPr id="255" name="tx255"/>
          <p:cNvSpPr/>
          <p:nvPr/>
        </p:nvSpPr>
        <p:spPr>
          <a:xfrm>
            <a:off x="9292204" y="483343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0.54</a:t>
            </a:r>
          </a:p>
        </p:txBody>
      </p:sp>
      <p:sp>
        <p:nvSpPr>
          <p:cNvPr id="256" name="tx256"/>
          <p:cNvSpPr/>
          <p:nvPr/>
        </p:nvSpPr>
        <p:spPr>
          <a:xfrm>
            <a:off x="9292204" y="4370041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257" name="tx257"/>
          <p:cNvSpPr/>
          <p:nvPr/>
        </p:nvSpPr>
        <p:spPr>
          <a:xfrm>
            <a:off x="9292204" y="3906649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0.28</a:t>
            </a:r>
          </a:p>
        </p:txBody>
      </p:sp>
      <p:sp>
        <p:nvSpPr>
          <p:cNvPr id="258" name="tx258"/>
          <p:cNvSpPr/>
          <p:nvPr/>
        </p:nvSpPr>
        <p:spPr>
          <a:xfrm>
            <a:off x="9292204" y="3443213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0.53</a:t>
            </a:r>
          </a:p>
        </p:txBody>
      </p:sp>
      <p:sp>
        <p:nvSpPr>
          <p:cNvPr id="259" name="tx259"/>
          <p:cNvSpPr/>
          <p:nvPr/>
        </p:nvSpPr>
        <p:spPr>
          <a:xfrm>
            <a:off x="9292204" y="2979821"/>
            <a:ext cx="175822" cy="6607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260" name="tx260"/>
          <p:cNvSpPr/>
          <p:nvPr/>
        </p:nvSpPr>
        <p:spPr>
          <a:xfrm>
            <a:off x="9292204" y="2516473"/>
            <a:ext cx="175822" cy="660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11"/>
              </a:lnSpc>
              <a:spcBef>
                <a:spcPts val="0"/>
              </a:spcBef>
              <a:spcAft>
                <a:spcPts val="0"/>
              </a:spcAft>
            </a:pPr>
            <a:r>
              <a:rPr sz="711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261" name="tx261"/>
          <p:cNvSpPr/>
          <p:nvPr/>
        </p:nvSpPr>
        <p:spPr>
          <a:xfrm>
            <a:off x="3649796" y="2121924"/>
            <a:ext cx="478090" cy="8278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CRCSCA</a:t>
            </a:r>
          </a:p>
        </p:txBody>
      </p:sp>
      <p:sp>
        <p:nvSpPr>
          <p:cNvPr id="262" name="tx262"/>
          <p:cNvSpPr/>
          <p:nvPr/>
        </p:nvSpPr>
        <p:spPr>
          <a:xfrm>
            <a:off x="7571995" y="2123343"/>
            <a:ext cx="372496" cy="813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UNIFAI</a:t>
            </a:r>
          </a:p>
        </p:txBody>
      </p:sp>
      <p:sp>
        <p:nvSpPr>
          <p:cNvPr id="263" name="tx263"/>
          <p:cNvSpPr/>
          <p:nvPr/>
        </p:nvSpPr>
        <p:spPr>
          <a:xfrm rot="20448821">
            <a:off x="2152073" y="6131853"/>
            <a:ext cx="229795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USS</a:t>
            </a:r>
          </a:p>
        </p:txBody>
      </p:sp>
      <p:sp>
        <p:nvSpPr>
          <p:cNvPr id="264" name="tx264"/>
          <p:cNvSpPr/>
          <p:nvPr/>
        </p:nvSpPr>
        <p:spPr>
          <a:xfrm rot="20448821">
            <a:off x="2503651" y="6131853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SARA.ax</a:t>
            </a:r>
          </a:p>
        </p:txBody>
      </p:sp>
      <p:sp>
        <p:nvSpPr>
          <p:cNvPr id="265" name="tx265"/>
          <p:cNvSpPr/>
          <p:nvPr/>
        </p:nvSpPr>
        <p:spPr>
          <a:xfrm rot="20448821">
            <a:off x="2985706" y="6131853"/>
            <a:ext cx="416098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SARA.ki</a:t>
            </a:r>
          </a:p>
        </p:txBody>
      </p:sp>
      <p:sp>
        <p:nvSpPr>
          <p:cNvPr id="266" name="tx266"/>
          <p:cNvSpPr/>
          <p:nvPr/>
        </p:nvSpPr>
        <p:spPr>
          <a:xfrm rot="20448821">
            <a:off x="3430434" y="6131853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SARA.ku</a:t>
            </a:r>
          </a:p>
        </p:txBody>
      </p:sp>
      <p:sp>
        <p:nvSpPr>
          <p:cNvPr id="267" name="tx267"/>
          <p:cNvSpPr/>
          <p:nvPr/>
        </p:nvSpPr>
        <p:spPr>
          <a:xfrm rot="20448821">
            <a:off x="3840975" y="6133272"/>
            <a:ext cx="559127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ADL.bulbar</a:t>
            </a:r>
          </a:p>
        </p:txBody>
      </p:sp>
      <p:sp>
        <p:nvSpPr>
          <p:cNvPr id="268" name="tx268"/>
          <p:cNvSpPr/>
          <p:nvPr/>
        </p:nvSpPr>
        <p:spPr>
          <a:xfrm rot="20448821">
            <a:off x="4326168" y="6133272"/>
            <a:ext cx="515525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ADL.lower</a:t>
            </a:r>
          </a:p>
        </p:txBody>
      </p:sp>
      <p:sp>
        <p:nvSpPr>
          <p:cNvPr id="269" name="tx269"/>
          <p:cNvSpPr/>
          <p:nvPr/>
        </p:nvSpPr>
        <p:spPr>
          <a:xfrm rot="20448821">
            <a:off x="4795726" y="6133272"/>
            <a:ext cx="503192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ADL.other</a:t>
            </a:r>
          </a:p>
        </p:txBody>
      </p:sp>
      <p:sp>
        <p:nvSpPr>
          <p:cNvPr id="270" name="tx270"/>
          <p:cNvSpPr/>
          <p:nvPr/>
        </p:nvSpPr>
        <p:spPr>
          <a:xfrm rot="20448821">
            <a:off x="5243565" y="6112372"/>
            <a:ext cx="534297" cy="1022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ADL.upper</a:t>
            </a:r>
          </a:p>
        </p:txBody>
      </p:sp>
      <p:sp>
        <p:nvSpPr>
          <p:cNvPr id="271" name="tx271"/>
          <p:cNvSpPr/>
          <p:nvPr/>
        </p:nvSpPr>
        <p:spPr>
          <a:xfrm rot="20448821">
            <a:off x="6021476" y="6131853"/>
            <a:ext cx="229795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USS</a:t>
            </a:r>
          </a:p>
        </p:txBody>
      </p:sp>
      <p:sp>
        <p:nvSpPr>
          <p:cNvPr id="272" name="tx272"/>
          <p:cNvSpPr/>
          <p:nvPr/>
        </p:nvSpPr>
        <p:spPr>
          <a:xfrm rot="20448821">
            <a:off x="6373053" y="6131853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SARA.ax</a:t>
            </a:r>
          </a:p>
        </p:txBody>
      </p:sp>
      <p:sp>
        <p:nvSpPr>
          <p:cNvPr id="273" name="tx273"/>
          <p:cNvSpPr/>
          <p:nvPr/>
        </p:nvSpPr>
        <p:spPr>
          <a:xfrm rot="20448821">
            <a:off x="6855108" y="6131853"/>
            <a:ext cx="416098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SARA.ki</a:t>
            </a:r>
          </a:p>
        </p:txBody>
      </p:sp>
      <p:sp>
        <p:nvSpPr>
          <p:cNvPr id="274" name="tx274"/>
          <p:cNvSpPr/>
          <p:nvPr/>
        </p:nvSpPr>
        <p:spPr>
          <a:xfrm rot="20448821">
            <a:off x="7299837" y="6131853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SARA.ku</a:t>
            </a:r>
          </a:p>
        </p:txBody>
      </p:sp>
      <p:sp>
        <p:nvSpPr>
          <p:cNvPr id="275" name="tx275"/>
          <p:cNvSpPr/>
          <p:nvPr/>
        </p:nvSpPr>
        <p:spPr>
          <a:xfrm rot="20448821">
            <a:off x="7710377" y="6133272"/>
            <a:ext cx="559127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ADL.bulbar</a:t>
            </a:r>
          </a:p>
        </p:txBody>
      </p:sp>
      <p:sp>
        <p:nvSpPr>
          <p:cNvPr id="276" name="tx276"/>
          <p:cNvSpPr/>
          <p:nvPr/>
        </p:nvSpPr>
        <p:spPr>
          <a:xfrm rot="20448821">
            <a:off x="8195570" y="6133272"/>
            <a:ext cx="515525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ADL.lower</a:t>
            </a:r>
          </a:p>
        </p:txBody>
      </p:sp>
      <p:sp>
        <p:nvSpPr>
          <p:cNvPr id="277" name="tx277"/>
          <p:cNvSpPr/>
          <p:nvPr/>
        </p:nvSpPr>
        <p:spPr>
          <a:xfrm rot="20448821">
            <a:off x="8665128" y="6133272"/>
            <a:ext cx="503192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ADL.other</a:t>
            </a:r>
          </a:p>
        </p:txBody>
      </p:sp>
      <p:sp>
        <p:nvSpPr>
          <p:cNvPr id="278" name="tx278"/>
          <p:cNvSpPr/>
          <p:nvPr/>
        </p:nvSpPr>
        <p:spPr>
          <a:xfrm rot="20448821">
            <a:off x="9112967" y="6112372"/>
            <a:ext cx="534297" cy="1022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ADL.upper</a:t>
            </a:r>
          </a:p>
        </p:txBody>
      </p:sp>
      <p:sp>
        <p:nvSpPr>
          <p:cNvPr id="279" name="tx279"/>
          <p:cNvSpPr/>
          <p:nvPr/>
        </p:nvSpPr>
        <p:spPr>
          <a:xfrm>
            <a:off x="1696509" y="5751188"/>
            <a:ext cx="229795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USS</a:t>
            </a:r>
          </a:p>
        </p:txBody>
      </p:sp>
      <p:sp>
        <p:nvSpPr>
          <p:cNvPr id="280" name="tx280"/>
          <p:cNvSpPr/>
          <p:nvPr/>
        </p:nvSpPr>
        <p:spPr>
          <a:xfrm>
            <a:off x="1472880" y="5287796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SARA.ax</a:t>
            </a:r>
          </a:p>
        </p:txBody>
      </p:sp>
      <p:sp>
        <p:nvSpPr>
          <p:cNvPr id="281" name="tx281"/>
          <p:cNvSpPr/>
          <p:nvPr/>
        </p:nvSpPr>
        <p:spPr>
          <a:xfrm>
            <a:off x="1510206" y="4824404"/>
            <a:ext cx="416098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C000"/>
                </a:solidFill>
                <a:latin typeface="Arial"/>
                <a:cs typeface="Arial"/>
              </a:rPr>
              <a:t>SARA.ki</a:t>
            </a:r>
          </a:p>
        </p:txBody>
      </p:sp>
      <p:sp>
        <p:nvSpPr>
          <p:cNvPr id="282" name="tx282"/>
          <p:cNvSpPr/>
          <p:nvPr/>
        </p:nvSpPr>
        <p:spPr>
          <a:xfrm>
            <a:off x="1472880" y="4361012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C000"/>
                </a:solidFill>
                <a:latin typeface="Arial"/>
                <a:cs typeface="Arial"/>
              </a:rPr>
              <a:t>SARA.ku</a:t>
            </a:r>
          </a:p>
        </p:txBody>
      </p:sp>
      <p:sp>
        <p:nvSpPr>
          <p:cNvPr id="283" name="tx283"/>
          <p:cNvSpPr/>
          <p:nvPr/>
        </p:nvSpPr>
        <p:spPr>
          <a:xfrm>
            <a:off x="1367178" y="3899039"/>
            <a:ext cx="559127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ADL.bulbar</a:t>
            </a:r>
          </a:p>
        </p:txBody>
      </p:sp>
      <p:sp>
        <p:nvSpPr>
          <p:cNvPr id="284" name="tx284"/>
          <p:cNvSpPr/>
          <p:nvPr/>
        </p:nvSpPr>
        <p:spPr>
          <a:xfrm>
            <a:off x="1410779" y="3435648"/>
            <a:ext cx="515525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ADL.lower</a:t>
            </a:r>
          </a:p>
        </p:txBody>
      </p:sp>
      <p:sp>
        <p:nvSpPr>
          <p:cNvPr id="285" name="tx285"/>
          <p:cNvSpPr/>
          <p:nvPr/>
        </p:nvSpPr>
        <p:spPr>
          <a:xfrm>
            <a:off x="1423112" y="2972256"/>
            <a:ext cx="503192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ADL.other</a:t>
            </a:r>
          </a:p>
        </p:txBody>
      </p:sp>
      <p:sp>
        <p:nvSpPr>
          <p:cNvPr id="286" name="tx286"/>
          <p:cNvSpPr/>
          <p:nvPr/>
        </p:nvSpPr>
        <p:spPr>
          <a:xfrm>
            <a:off x="1392007" y="2487963"/>
            <a:ext cx="534297" cy="1022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chemeClr val="accent6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ADL.upper</a:t>
            </a:r>
          </a:p>
        </p:txBody>
      </p:sp>
      <p:sp>
        <p:nvSpPr>
          <p:cNvPr id="287" name="tx287"/>
          <p:cNvSpPr/>
          <p:nvPr/>
        </p:nvSpPr>
        <p:spPr>
          <a:xfrm>
            <a:off x="9866918" y="3509142"/>
            <a:ext cx="885266" cy="12946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Spearman rho</a:t>
            </a:r>
          </a:p>
        </p:txBody>
      </p:sp>
      <p:pic>
        <p:nvPicPr>
          <p:cNvPr id="288" name="pic28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6918" y="3722899"/>
            <a:ext cx="219455" cy="1097280"/>
          </a:xfrm>
          <a:prstGeom prst="rect">
            <a:avLst/>
          </a:prstGeom>
        </p:spPr>
      </p:pic>
      <p:sp>
        <p:nvSpPr>
          <p:cNvPr id="289" name="pl289"/>
          <p:cNvSpPr/>
          <p:nvPr/>
        </p:nvSpPr>
        <p:spPr>
          <a:xfrm>
            <a:off x="10042482" y="481835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0" name="pl290"/>
          <p:cNvSpPr/>
          <p:nvPr/>
        </p:nvSpPr>
        <p:spPr>
          <a:xfrm>
            <a:off x="10042482" y="4544945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1" name="pl291"/>
          <p:cNvSpPr/>
          <p:nvPr/>
        </p:nvSpPr>
        <p:spPr>
          <a:xfrm>
            <a:off x="10042482" y="4271539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l292"/>
          <p:cNvSpPr/>
          <p:nvPr/>
        </p:nvSpPr>
        <p:spPr>
          <a:xfrm>
            <a:off x="10042482" y="3998134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3" name="pl293"/>
          <p:cNvSpPr/>
          <p:nvPr/>
        </p:nvSpPr>
        <p:spPr>
          <a:xfrm>
            <a:off x="10042482" y="3724728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l294"/>
          <p:cNvSpPr/>
          <p:nvPr/>
        </p:nvSpPr>
        <p:spPr>
          <a:xfrm>
            <a:off x="9866918" y="481835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5" name="pl295"/>
          <p:cNvSpPr/>
          <p:nvPr/>
        </p:nvSpPr>
        <p:spPr>
          <a:xfrm>
            <a:off x="9866918" y="4544945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pl296"/>
          <p:cNvSpPr/>
          <p:nvPr/>
        </p:nvSpPr>
        <p:spPr>
          <a:xfrm>
            <a:off x="9866918" y="4271539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7" name="pl297"/>
          <p:cNvSpPr/>
          <p:nvPr/>
        </p:nvSpPr>
        <p:spPr>
          <a:xfrm>
            <a:off x="9866918" y="3998134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8" name="pl298"/>
          <p:cNvSpPr/>
          <p:nvPr/>
        </p:nvSpPr>
        <p:spPr>
          <a:xfrm>
            <a:off x="9866918" y="3724728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9" name="tx299"/>
          <p:cNvSpPr/>
          <p:nvPr/>
        </p:nvSpPr>
        <p:spPr>
          <a:xfrm>
            <a:off x="10155963" y="4776659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300" name="tx300"/>
          <p:cNvSpPr/>
          <p:nvPr/>
        </p:nvSpPr>
        <p:spPr>
          <a:xfrm>
            <a:off x="10155963" y="4503253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301" name="tx301"/>
          <p:cNvSpPr/>
          <p:nvPr/>
        </p:nvSpPr>
        <p:spPr>
          <a:xfrm>
            <a:off x="10155963" y="4229848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302" name="tx302"/>
          <p:cNvSpPr/>
          <p:nvPr/>
        </p:nvSpPr>
        <p:spPr>
          <a:xfrm>
            <a:off x="10155963" y="395644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303" name="tx303"/>
          <p:cNvSpPr/>
          <p:nvPr/>
        </p:nvSpPr>
        <p:spPr>
          <a:xfrm>
            <a:off x="10155963" y="3683037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304" name="Title 3"/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</p:spPr>
        <p:txBody>
          <a:bodyPr/>
          <a:lstStyle/>
          <a:p>
            <a:r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18751</TotalTime>
  <Words>208</Words>
  <Application>Microsoft Office PowerPoint</Application>
  <PresentationFormat>Widescreen</PresentationFormat>
  <Paragraphs>162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Tenorite</vt:lpstr>
      <vt:lpstr>Calibri</vt:lpstr>
      <vt:lpstr>Arial</vt:lpstr>
      <vt:lpstr>CR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2025-09-13T14:26:08Z</dcterms:modified>
</cp:coreProperties>
</file>
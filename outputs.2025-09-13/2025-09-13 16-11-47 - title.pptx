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4" d="100"/>
          <a:sy n="114" d="100"/>
        </p:scale>
        <p:origin x="632" y="296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modSld">
      <pc:chgData name="Christian Rummey" userId="1616f22b-5705-4d11-a330-2855031cc605" providerId="ADAL" clId="{8AFA1528-CF22-4F7C-B96F-03281A2A1DDB}" dt="2025-09-13T14:12:20.868" v="1" actId="207"/>
      <pc:docMkLst>
        <pc:docMk/>
      </pc:docMkLst>
      <pc:sldChg chg="modSp mod">
        <pc:chgData name="Christian Rummey" userId="1616f22b-5705-4d11-a330-2855031cc605" providerId="ADAL" clId="{8AFA1528-CF22-4F7C-B96F-03281A2A1DDB}" dt="2025-09-13T14:12:20.868" v="1" actId="207"/>
        <pc:sldMkLst>
          <pc:docMk/>
          <pc:sldMk cId="0" sldId="256"/>
        </pc:sldMkLst>
        <pc:spChg chg="mod">
          <ac:chgData name="Christian Rummey" userId="1616f22b-5705-4d11-a330-2855031cc605" providerId="ADAL" clId="{8AFA1528-CF22-4F7C-B96F-03281A2A1DDB}" dt="2025-09-13T14:12:18.023" v="0" actId="207"/>
          <ac:spMkLst>
            <pc:docMk/>
            <pc:sldMk cId="0" sldId="256"/>
            <ac:spMk id="6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2:20.868" v="1" actId="207"/>
          <ac:spMkLst>
            <pc:docMk/>
            <pc:sldMk cId="0" sldId="256"/>
            <ac:spMk id="7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2025-09-13 16-11-48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5183188" y="722147"/>
              <a:ext cx="6770187" cy="5447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5941834" y="5100918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5941834" y="4427914"/>
              <a:ext cx="673003" cy="673003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5941834" y="3081906"/>
              <a:ext cx="673003" cy="673003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5941834" y="1735898"/>
              <a:ext cx="673003" cy="673003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5941834" y="3754910"/>
              <a:ext cx="673003" cy="673003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5941834" y="1062894"/>
              <a:ext cx="673003" cy="673003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5941834" y="2408902"/>
              <a:ext cx="673003" cy="673003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6614838" y="5100918"/>
              <a:ext cx="673003" cy="673003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6614838" y="4427914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6614838" y="3081906"/>
              <a:ext cx="673003" cy="673003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6614838" y="1735898"/>
              <a:ext cx="673003" cy="673003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6614838" y="3754910"/>
              <a:ext cx="673003" cy="673003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6614838" y="1062894"/>
              <a:ext cx="673003" cy="673003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6614838" y="2408902"/>
              <a:ext cx="673003" cy="673003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7960846" y="5100918"/>
              <a:ext cx="673003" cy="673003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7960846" y="4427914"/>
              <a:ext cx="673003" cy="673003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7960846" y="3081906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7960846" y="1735898"/>
              <a:ext cx="673003" cy="673003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7960846" y="3754910"/>
              <a:ext cx="673003" cy="673003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7960846" y="1062894"/>
              <a:ext cx="673003" cy="673003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7960846" y="2408902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9306854" y="5100918"/>
              <a:ext cx="673003" cy="673003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9306854" y="4427914"/>
              <a:ext cx="673003" cy="673003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9306854" y="3081906"/>
              <a:ext cx="673003" cy="673003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9306854" y="1735898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9306854" y="3754910"/>
              <a:ext cx="673003" cy="673003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9306854" y="1062894"/>
              <a:ext cx="673003" cy="673003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9306854" y="2408902"/>
              <a:ext cx="673003" cy="673003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7287842" y="5100918"/>
              <a:ext cx="673003" cy="673003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7287842" y="4427914"/>
              <a:ext cx="673003" cy="673003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7287842" y="3081906"/>
              <a:ext cx="673003" cy="673003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7287842" y="1735898"/>
              <a:ext cx="673003" cy="673003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7287842" y="3754910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7287842" y="1062894"/>
              <a:ext cx="673003" cy="673003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7287842" y="2408902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9979858" y="5100918"/>
              <a:ext cx="673003" cy="673003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9979858" y="4427914"/>
              <a:ext cx="673003" cy="673003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9979858" y="3081906"/>
              <a:ext cx="673003" cy="673003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9979858" y="1735898"/>
              <a:ext cx="673003" cy="673003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9979858" y="3754910"/>
              <a:ext cx="673003" cy="673003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9979858" y="1062894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9979858" y="2408902"/>
              <a:ext cx="673003" cy="673003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8633850" y="5100918"/>
              <a:ext cx="673003" cy="673003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8633850" y="4427914"/>
              <a:ext cx="673003" cy="673003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8633850" y="3081906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8633850" y="1735898"/>
              <a:ext cx="673003" cy="673003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8633850" y="3754910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8633850" y="1062894"/>
              <a:ext cx="673003" cy="673003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8633850" y="2408902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54"/>
            <p:cNvSpPr/>
            <p:nvPr/>
          </p:nvSpPr>
          <p:spPr>
            <a:xfrm>
              <a:off x="6172843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172843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172843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172843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172843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172843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172843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dirty="0">
                  <a:solidFill>
                    <a:srgbClr val="FF0000"/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845847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45847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45847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845847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845847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845847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845847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191855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191855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191855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191855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191855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191855" y="135890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191855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dirty="0">
                  <a:solidFill>
                    <a:srgbClr val="FF0000"/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537862" y="539692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537862" y="472392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537862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9537862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537862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537862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537862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18851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18851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18851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18851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518851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518851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518851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0210866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0210866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0210866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0210866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0210866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0210866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0210866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864858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8864858" y="472392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864858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864858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864858" y="4050919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8864858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8864858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582108" y="5394691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358479" y="4721687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296378" y="4050102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395805" y="3375679"/>
              <a:ext cx="41609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277606" y="2683194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252777" y="2031090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308711" y="1358086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163439" y="5901124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724628" y="5901124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366581" y="5902542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89299" y="5901124"/>
              <a:ext cx="41609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703203" y="5881642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9363792" y="5902542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0064764" y="5902542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0928930" y="2755505"/>
              <a:ext cx="88526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18" name="pic1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8930" y="2969262"/>
              <a:ext cx="219455" cy="1097280"/>
            </a:xfrm>
            <a:prstGeom prst="rect">
              <a:avLst/>
            </a:prstGeom>
          </p:spPr>
        </p:pic>
        <p:sp>
          <p:nvSpPr>
            <p:cNvPr id="119" name="pl119"/>
            <p:cNvSpPr/>
            <p:nvPr/>
          </p:nvSpPr>
          <p:spPr>
            <a:xfrm>
              <a:off x="11104494" y="39084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1104494" y="35960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11104494" y="32835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11104494" y="297109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10928930" y="39084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10928930" y="35960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10928930" y="32835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10928930" y="297109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tx127"/>
            <p:cNvSpPr/>
            <p:nvPr/>
          </p:nvSpPr>
          <p:spPr>
            <a:xfrm>
              <a:off x="11217975" y="386677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1217975" y="355431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1217975" y="324185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11217975" y="292939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31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98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Tenorite</vt:lpstr>
      <vt:lpstr>Calibri</vt:lpstr>
      <vt:lpstr>Arial</vt:lpstr>
      <vt:lpstr>CR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2025-09-13T14:12:27Z</dcterms:modified>
</cp:coreProperties>
</file>
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4"/>
  </p:sldIdLst>
  <p:sldSz cx="12192000" cy="6858000"/>
  <p:notesSz cx="6858000" cy="9144000"/>
  <p:embeddedFontLst>
    <p:embeddedFont>
      <p:font typeface="Tenorite" panose="00000500000000000000" pitchFamily="2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D9793-A2DD-4368-83B7-2992B2F3B1BA}" v="5" dt="2025-06-10T15:20:23.2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96" d="100"/>
          <a:sy n="96" d="100"/>
        </p:scale>
        <p:origin x="64" y="64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presProps" Target="presProps.xml"/>
<Relationship Id="rId13" Type="http://schemas.microsoft.com/office/2015/10/relationships/revisionInfo" Target="revisionInfo.xml"/>
<Relationship Id="rId3" Type="http://schemas.openxmlformats.org/officeDocument/2006/relationships/handoutMaster" Target="handoutMasters/handoutMaster1.xml"/>
<Relationship Id="rId7" Type="http://schemas.openxmlformats.org/officeDocument/2006/relationships/font" Target="fonts/font4.fntdata"/>
<Relationship Id="rId12" Type="http://schemas.microsoft.com/office/2016/11/relationships/changesInfo" Target="changesInfos/changesInfo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font" Target="fonts/font3.fntdata"/>
<Relationship Id="rId11" Type="http://schemas.openxmlformats.org/officeDocument/2006/relationships/tableStyles" Target="tableStyles.xml"/>
<Relationship Id="rId5" Type="http://schemas.openxmlformats.org/officeDocument/2006/relationships/font" Target="fonts/font2.fntdata"/>
<Relationship Id="rId10" Type="http://schemas.openxmlformats.org/officeDocument/2006/relationships/theme" Target="theme/theme1.xml"/>
<Relationship Id="rId4" Type="http://schemas.openxmlformats.org/officeDocument/2006/relationships/font" Target="fonts/font1.fntdata"/>
<Relationship Id="rId9" Type="http://schemas.openxmlformats.org/officeDocument/2006/relationships/viewProps" Target="viewProps.xml"/>
<Relationship Id="rId14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2" creationId="{F0CB0027-CAAB-A460-8537-923E442AB26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4" creationId="{83D3389A-D1B1-8045-AF5C-E936D5011CE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5" creationId="{4B129F14-29DC-E5C7-B871-EFAFD4E6F8C4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6" creationId="{2CAEB7E8-F4B2-F9B3-0EE7-B55EA21C5378}"/>
            </ac:spMkLst>
          </pc:spChg>
          <pc:spChg chg="mod">
            <ac:chgData name="Christian Rummey" userId="1616f22b-5705-4d11-a330-2855031cc605" providerId="ADAL" clId="{A14D9793-A2DD-4368-83B7-2992B2F3B1BA}" dt="2025-06-10T15:20:19.508" v="8" actId="255"/>
            <ac:spMkLst>
              <pc:docMk/>
              <pc:sldMasterMk cId="1297349460" sldId="2147483648"/>
              <pc:sldLayoutMk cId="4256017067" sldId="2147483698"/>
              <ac:spMk id="7" creationId="{9C0C1CB3-BE42-6AF9-C031-C43FC50879AF}"/>
            </ac:spMkLst>
          </pc:spChg>
          <pc:spChg chg="mod">
            <ac:chgData name="Christian Rummey" userId="1616f22b-5705-4d11-a330-2855031cc605" providerId="ADAL" clId="{A14D9793-A2DD-4368-83B7-2992B2F3B1BA}" dt="2025-06-10T15:20:23.221" v="9" actId="255"/>
            <ac:spMkLst>
              <pc:docMk/>
              <pc:sldMasterMk cId="1297349460" sldId="2147483648"/>
              <pc:sldLayoutMk cId="4256017067" sldId="2147483698"/>
              <ac:spMk id="11" creationId="{2F3A1677-D5FD-6F4F-982B-D234B3676989}"/>
            </ac:spMkLst>
          </pc:spChg>
          <pc:cxnChg chg="mod">
            <ac:chgData name="Christian Rummey" userId="1616f22b-5705-4d11-a330-2855031cc605" providerId="ADAL" clId="{A14D9793-A2DD-4368-83B7-2992B2F3B1BA}" dt="2025-06-10T15:20:09.826" v="7" actId="2711"/>
            <ac:cxnSpMkLst>
              <pc:docMk/>
              <pc:sldMasterMk cId="1297349460" sldId="2147483648"/>
              <pc:sldLayoutMk cId="4256017067" sldId="2147483698"/>
              <ac:cxnSpMk id="3" creationId="{220A93F4-9361-BE4A-BDFF-57F61D61B18D}"/>
            </ac:cxnSpMkLst>
          </pc:cxnChg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BA4FE7E3-BE8F-4020-926C-39CDD45D1D87}" dt="2025-04-22T11:05:18.004" v="6" actId="1076"/>
            <ac:spMkLst>
              <pc:docMk/>
              <pc:sldMasterMk cId="1297349460" sldId="2147483648"/>
              <pc:sldLayoutMk cId="1779765834" sldId="2147483662"/>
              <ac:spMk id="2" creationId="{EBBB5403-9242-AA00-FE6E-B41EFCD3044B}"/>
            </ac:spMkLst>
          </pc:spChg>
          <pc:spChg chg="mod">
            <ac:chgData name="Christian Rummey" userId="1616f22b-5705-4d11-a330-2855031cc605" providerId="ADAL" clId="{BA4FE7E3-BE8F-4020-926C-39CDD45D1D87}" dt="2025-04-22T11:05:11.857" v="5" actId="1076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5F97B23C-B94D-4912-9497-32CCAC5D690D}" dt="2025-03-26T12:09:58.584" v="33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  <pc:spChg chg="mod">
            <ac:chgData name="Christian Rummey" userId="1616f22b-5705-4d11-a330-2855031cc605" providerId="ADAL" clId="{5F97B23C-B94D-4912-9497-32CCAC5D690D}" dt="2025-03-28T11:37:21.372" v="46" actId="108"/>
            <ac:spMkLst>
              <pc:docMk/>
              <pc:sldMasterMk cId="1297349460" sldId="2147483648"/>
              <pc:sldLayoutMk cId="3753787485" sldId="2147483675"/>
              <ac:spMk id="4" creationId="{00000000-0000-0000-0000-000000000000}"/>
            </ac:spMkLst>
          </pc:spChg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2" creationId="{189450AF-5B3A-1BE3-45D6-60D099856B54}"/>
            </ac:spMkLst>
          </pc:spChg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5" creationId="{F1CC33CE-F5D7-114C-2E5F-0BB1D6208940}"/>
            </ac:spMkLst>
          </pc:spChg>
          <pc:spChg chg="mod">
            <ac:chgData name="Christian Rummey" userId="1616f22b-5705-4d11-a330-2855031cc605" providerId="ADAL" clId="{5F97B23C-B94D-4912-9497-32CCAC5D690D}" dt="2025-03-28T11:37:41.348" v="49" actId="108"/>
            <ac:spMkLst>
              <pc:docMk/>
              <pc:sldMasterMk cId="1297349460" sldId="2147483648"/>
              <pc:sldLayoutMk cId="3487979977" sldId="2147483685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  <pc:spChg chg="add mod">
            <ac:chgData name="Christian Rummey" userId="1616f22b-5705-4d11-a330-2855031cc605" providerId="ADAL" clId="{5F97B23C-B94D-4912-9497-32CCAC5D690D}" dt="2025-03-28T11:37:44.999" v="50" actId="108"/>
            <ac:spMkLst>
              <pc:docMk/>
              <pc:sldMasterMk cId="1297349460" sldId="2147483648"/>
              <pc:sldLayoutMk cId="1567917209" sldId="2147483686"/>
              <ac:spMk id="9" creationId="{5CCC9ECA-AF17-77AA-3FBA-9C2ADA4E93EB}"/>
            </ac:spMkLst>
          </pc:spChg>
          <pc:spChg chg="add mod">
            <ac:chgData name="Christian Rummey" userId="1616f22b-5705-4d11-a330-2855031cc605" providerId="ADAL" clId="{5F97B23C-B94D-4912-9497-32CCAC5D690D}" dt="2025-03-26T12:08:06.003" v="20"/>
            <ac:spMkLst>
              <pc:docMk/>
              <pc:sldMasterMk cId="1297349460" sldId="2147483648"/>
              <pc:sldLayoutMk cId="1567917209" sldId="2147483686"/>
              <ac:spMk id="10" creationId="{00000000-0000-0000-0000-000000000000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2" creationId="{3C96B0EB-DC02-C3E4-27BE-B09618C53392}"/>
            </ac:spMkLst>
          </pc:spChg>
          <pc:spChg chg="mod">
            <ac:chgData name="Christian Rummey" userId="1616f22b-5705-4d11-a330-2855031cc605" providerId="ADAL" clId="{5F97B23C-B94D-4912-9497-32CCAC5D690D}" dt="2025-03-28T11:37:37.870" v="48" actId="108"/>
            <ac:spMkLst>
              <pc:docMk/>
              <pc:sldMasterMk cId="1297349460" sldId="2147483648"/>
              <pc:sldLayoutMk cId="3387880590" sldId="2147483694"/>
              <ac:spMk id="5" creationId="{F78D01E8-C1E8-530B-2B36-96123687E1F0}"/>
            </ac:spMkLst>
          </pc:spChg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6" creationId="{353035CB-67F1-9F4F-38E1-119BC05B992D}"/>
            </ac:spMkLst>
          </pc:spChg>
          <pc:spChg chg="mod">
            <ac:chgData name="Christian Rummey" userId="1616f22b-5705-4d11-a330-2855031cc605" providerId="ADAL" clId="{5F97B23C-B94D-4912-9497-32CCAC5D690D}" dt="2025-03-28T11:37:35.668" v="47" actId="108"/>
            <ac:spMkLst>
              <pc:docMk/>
              <pc:sldMasterMk cId="1297349460" sldId="2147483648"/>
              <pc:sldLayoutMk cId="3387880590" sldId="2147483694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  <pc:spChg chg="mod">
            <ac:chgData name="Christian Rummey" userId="1616f22b-5705-4d11-a330-2855031cc605" providerId="ADAL" clId="{5F97B23C-B94D-4912-9497-32CCAC5D690D}" dt="2025-03-26T12:08:53.659" v="22" actId="207"/>
            <ac:spMkLst>
              <pc:docMk/>
              <pc:sldMasterMk cId="1297349460" sldId="2147483648"/>
              <pc:sldLayoutMk cId="84449021" sldId="2147483695"/>
              <ac:spMk id="2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6T12:06:49.789" v="4" actId="404"/>
            <ac:spMkLst>
              <pc:docMk/>
              <pc:sldMasterMk cId="1297349460" sldId="2147483648"/>
              <pc:sldLayoutMk cId="84449021" sldId="2147483695"/>
              <ac:spMk id="3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8T11:37:17.355" v="45" actId="108"/>
            <ac:spMkLst>
              <pc:docMk/>
              <pc:sldMasterMk cId="1297349460" sldId="2147483648"/>
              <pc:sldLayoutMk cId="84449021" sldId="2147483695"/>
              <ac:spMk id="9" creationId="{2F8024D3-1A65-0428-57F2-93033CA6A491}"/>
            </ac:spMkLst>
          </pc:spChg>
          <pc:spChg chg="add mod">
            <ac:chgData name="Christian Rummey" userId="1616f22b-5705-4d11-a330-2855031cc605" providerId="ADAL" clId="{5F97B23C-B94D-4912-9497-32CCAC5D690D}" dt="2025-03-26T12:09:45.755" v="30"/>
            <ac:spMkLst>
              <pc:docMk/>
              <pc:sldMasterMk cId="1297349460" sldId="2147483648"/>
              <pc:sldLayoutMk cId="84449021" sldId="2147483695"/>
              <ac:spMk id="11" creationId="{FD894503-3C12-466A-60EE-312759D093FB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5F97B23C-B94D-4912-9497-32CCAC5D690D}" dt="2025-03-27T10:13:50.012" v="38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  <pc:spChg chg="add mod">
            <ac:chgData name="Christian Rummey" userId="1616f22b-5705-4d11-a330-2855031cc605" providerId="ADAL" clId="{5F97B23C-B94D-4912-9497-32CCAC5D690D}" dt="2025-03-27T10:13:59.609" v="41" actId="14100"/>
            <ac:spMkLst>
              <pc:docMk/>
              <pc:sldMasterMk cId="1297349460" sldId="2147483648"/>
              <pc:sldLayoutMk cId="775367414" sldId="2147483696"/>
              <ac:spMk id="9" creationId="{A3D7ED22-F98E-C2C8-4338-C3DCEAFE0DD6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0" creationId="{0813FBF2-EE6A-7F21-DA43-BEB4A4204A34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2" creationId="{EAF21E59-6130-9132-479A-6011AFDD62FE}"/>
            </ac:spMkLst>
          </pc:spChg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15F4C84D-1EF1-4114-9C4D-36D8254AFF84}" dt="2025-04-14T10:50:14.983" v="3" actId="14100"/>
            <ac:spMkLst>
              <pc:docMk/>
              <pc:sldMasterMk cId="1297349460" sldId="2147483648"/>
              <pc:sldLayoutMk cId="775367414" sldId="2147483696"/>
              <ac:spMk id="2" creationId="{4070C87E-DFA1-032D-5413-84B5C0EA6962}"/>
            </ac:spMkLst>
          </pc:spChg>
          <pc:spChg chg="mod">
            <ac:chgData name="Christian Rummey" userId="1616f22b-5705-4d11-a330-2855031cc605" providerId="ADAL" clId="{15F4C84D-1EF1-4114-9C4D-36D8254AFF84}" dt="2025-04-14T10:50:04.056" v="0" actId="14100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Created at 2025-09-13 16-23-00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notesSlide" Target="../notesSlides/notesSlide1.xml"/>
<Relationship Id="rId3" Type="http://schemas.openxmlformats.org/officeDocument/2006/relationships/image" Target="../media/05548efef30b4e93ea54e05f1bc65bdb92988c5e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5183188" y="142929"/>
            <a:ext cx="6770187" cy="6606360"/>
            <a:chOff x="5183188" y="142929"/>
            <a:chExt cx="6770187" cy="6606360"/>
          </a:xfrm>
        </p:grpSpPr>
        <p:sp>
          <p:nvSpPr>
            <p:cNvPr id="3" name="rc3"/>
            <p:cNvSpPr/>
            <p:nvPr/>
          </p:nvSpPr>
          <p:spPr>
            <a:xfrm>
              <a:off x="5183187" y="142929"/>
              <a:ext cx="6770187" cy="6606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5183188" y="1843520"/>
              <a:ext cx="6770187" cy="32051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903656" y="4399505"/>
              <a:ext cx="291221" cy="291221"/>
            </a:xfrm>
            <a:prstGeom prst="rect">
              <a:avLst/>
            </a:prstGeom>
            <a:solidFill>
              <a:srgbClr val="0000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5903656" y="4108283"/>
              <a:ext cx="291221" cy="291221"/>
            </a:xfrm>
            <a:prstGeom prst="rect">
              <a:avLst/>
            </a:prstGeom>
            <a:solidFill>
              <a:srgbClr val="2A1B9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5903656" y="3817061"/>
              <a:ext cx="291221" cy="291221"/>
            </a:xfrm>
            <a:prstGeom prst="rect">
              <a:avLst/>
            </a:prstGeom>
            <a:solidFill>
              <a:srgbClr val="584DA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5903656" y="3525839"/>
              <a:ext cx="291221" cy="291221"/>
            </a:xfrm>
            <a:prstGeom prst="rect">
              <a:avLst/>
            </a:prstGeom>
            <a:solidFill>
              <a:srgbClr val="564BA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5903656" y="3234617"/>
              <a:ext cx="291221" cy="291221"/>
            </a:xfrm>
            <a:prstGeom prst="rect">
              <a:avLst/>
            </a:prstGeom>
            <a:solidFill>
              <a:srgbClr val="7272B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5903656" y="2943395"/>
              <a:ext cx="291221" cy="291221"/>
            </a:xfrm>
            <a:prstGeom prst="rect">
              <a:avLst/>
            </a:prstGeom>
            <a:solidFill>
              <a:srgbClr val="4F42A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5903656" y="2652173"/>
              <a:ext cx="291221" cy="291221"/>
            </a:xfrm>
            <a:prstGeom prst="rect">
              <a:avLst/>
            </a:prstGeom>
            <a:solidFill>
              <a:srgbClr val="7C81C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5903656" y="2360951"/>
              <a:ext cx="291221" cy="291221"/>
            </a:xfrm>
            <a:prstGeom prst="rect">
              <a:avLst/>
            </a:prstGeom>
            <a:solidFill>
              <a:srgbClr val="5D54AE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6194878" y="4399505"/>
              <a:ext cx="291221" cy="291221"/>
            </a:xfrm>
            <a:prstGeom prst="rect">
              <a:avLst/>
            </a:prstGeom>
            <a:solidFill>
              <a:srgbClr val="2A1B9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6194878" y="4108283"/>
              <a:ext cx="291221" cy="291221"/>
            </a:xfrm>
            <a:prstGeom prst="rect">
              <a:avLst/>
            </a:prstGeom>
            <a:solidFill>
              <a:srgbClr val="0000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6194878" y="3817061"/>
              <a:ext cx="291221" cy="291221"/>
            </a:xfrm>
            <a:prstGeom prst="rect">
              <a:avLst/>
            </a:prstGeom>
            <a:solidFill>
              <a:srgbClr val="4D40A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6194878" y="3525839"/>
              <a:ext cx="291221" cy="291221"/>
            </a:xfrm>
            <a:prstGeom prst="rect">
              <a:avLst/>
            </a:prstGeom>
            <a:solidFill>
              <a:srgbClr val="4C3FA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194878" y="3234617"/>
              <a:ext cx="291221" cy="291221"/>
            </a:xfrm>
            <a:prstGeom prst="rect">
              <a:avLst/>
            </a:prstGeom>
            <a:solidFill>
              <a:srgbClr val="6F6EB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6194878" y="2943395"/>
              <a:ext cx="291221" cy="291221"/>
            </a:xfrm>
            <a:prstGeom prst="rect">
              <a:avLst/>
            </a:prstGeom>
            <a:solidFill>
              <a:srgbClr val="4638A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6194878" y="2652173"/>
              <a:ext cx="291221" cy="291221"/>
            </a:xfrm>
            <a:prstGeom prst="rect">
              <a:avLst/>
            </a:prstGeom>
            <a:solidFill>
              <a:srgbClr val="797DC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194878" y="2360951"/>
              <a:ext cx="291221" cy="291221"/>
            </a:xfrm>
            <a:prstGeom prst="rect">
              <a:avLst/>
            </a:prstGeom>
            <a:solidFill>
              <a:srgbClr val="5A50A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6486100" y="4399505"/>
              <a:ext cx="291221" cy="291221"/>
            </a:xfrm>
            <a:prstGeom prst="rect">
              <a:avLst/>
            </a:prstGeom>
            <a:solidFill>
              <a:srgbClr val="584DA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6486100" y="4108283"/>
              <a:ext cx="291221" cy="291221"/>
            </a:xfrm>
            <a:prstGeom prst="rect">
              <a:avLst/>
            </a:prstGeom>
            <a:solidFill>
              <a:srgbClr val="4D40A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6486100" y="3817061"/>
              <a:ext cx="291221" cy="291221"/>
            </a:xfrm>
            <a:prstGeom prst="rect">
              <a:avLst/>
            </a:prstGeom>
            <a:solidFill>
              <a:srgbClr val="0000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6486100" y="3525839"/>
              <a:ext cx="291221" cy="291221"/>
            </a:xfrm>
            <a:prstGeom prst="rect">
              <a:avLst/>
            </a:prstGeom>
            <a:solidFill>
              <a:srgbClr val="1A0E8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6486100" y="3234617"/>
              <a:ext cx="291221" cy="291221"/>
            </a:xfrm>
            <a:prstGeom prst="rect">
              <a:avLst/>
            </a:prstGeom>
            <a:solidFill>
              <a:srgbClr val="6E6CB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6486100" y="2943395"/>
              <a:ext cx="291221" cy="291221"/>
            </a:xfrm>
            <a:prstGeom prst="rect">
              <a:avLst/>
            </a:prstGeom>
            <a:solidFill>
              <a:srgbClr val="6D6BB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6486100" y="2652173"/>
              <a:ext cx="291221" cy="291221"/>
            </a:xfrm>
            <a:prstGeom prst="rect">
              <a:avLst/>
            </a:prstGeom>
            <a:solidFill>
              <a:srgbClr val="7E85C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6486100" y="2360951"/>
              <a:ext cx="291221" cy="291221"/>
            </a:xfrm>
            <a:prstGeom prst="rect">
              <a:avLst/>
            </a:prstGeom>
            <a:solidFill>
              <a:srgbClr val="6058B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777322" y="4399505"/>
              <a:ext cx="291221" cy="291221"/>
            </a:xfrm>
            <a:prstGeom prst="rect">
              <a:avLst/>
            </a:prstGeom>
            <a:solidFill>
              <a:srgbClr val="564BA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6777322" y="4108283"/>
              <a:ext cx="291221" cy="291221"/>
            </a:xfrm>
            <a:prstGeom prst="rect">
              <a:avLst/>
            </a:prstGeom>
            <a:solidFill>
              <a:srgbClr val="4C3FA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6777322" y="3817061"/>
              <a:ext cx="291221" cy="291221"/>
            </a:xfrm>
            <a:prstGeom prst="rect">
              <a:avLst/>
            </a:prstGeom>
            <a:solidFill>
              <a:srgbClr val="1A0E8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6777322" y="3525839"/>
              <a:ext cx="291221" cy="291221"/>
            </a:xfrm>
            <a:prstGeom prst="rect">
              <a:avLst/>
            </a:prstGeom>
            <a:solidFill>
              <a:srgbClr val="0000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777322" y="3234617"/>
              <a:ext cx="291221" cy="291221"/>
            </a:xfrm>
            <a:prstGeom prst="rect">
              <a:avLst/>
            </a:prstGeom>
            <a:solidFill>
              <a:srgbClr val="706FB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777322" y="2943395"/>
              <a:ext cx="291221" cy="291221"/>
            </a:xfrm>
            <a:prstGeom prst="rect">
              <a:avLst/>
            </a:prstGeom>
            <a:solidFill>
              <a:srgbClr val="6C6AB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777322" y="2652173"/>
              <a:ext cx="291221" cy="291221"/>
            </a:xfrm>
            <a:prstGeom prst="rect">
              <a:avLst/>
            </a:prstGeom>
            <a:solidFill>
              <a:srgbClr val="7F87C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7322" y="2360951"/>
              <a:ext cx="291221" cy="291221"/>
            </a:xfrm>
            <a:prstGeom prst="rect">
              <a:avLst/>
            </a:prstGeom>
            <a:solidFill>
              <a:srgbClr val="615AB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068544" y="4399505"/>
              <a:ext cx="291221" cy="291221"/>
            </a:xfrm>
            <a:prstGeom prst="rect">
              <a:avLst/>
            </a:prstGeom>
            <a:solidFill>
              <a:srgbClr val="7272B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068544" y="4108283"/>
              <a:ext cx="291221" cy="291221"/>
            </a:xfrm>
            <a:prstGeom prst="rect">
              <a:avLst/>
            </a:prstGeom>
            <a:solidFill>
              <a:srgbClr val="6F6EB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068544" y="3817061"/>
              <a:ext cx="291221" cy="291221"/>
            </a:xfrm>
            <a:prstGeom prst="rect">
              <a:avLst/>
            </a:prstGeom>
            <a:solidFill>
              <a:srgbClr val="6E6CB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068544" y="3525839"/>
              <a:ext cx="291221" cy="291221"/>
            </a:xfrm>
            <a:prstGeom prst="rect">
              <a:avLst/>
            </a:prstGeom>
            <a:solidFill>
              <a:srgbClr val="706FB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7068544" y="3234617"/>
              <a:ext cx="291221" cy="291221"/>
            </a:xfrm>
            <a:prstGeom prst="rect">
              <a:avLst/>
            </a:prstGeom>
            <a:solidFill>
              <a:srgbClr val="0000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7068544" y="2943395"/>
              <a:ext cx="291221" cy="291221"/>
            </a:xfrm>
            <a:prstGeom prst="rect">
              <a:avLst/>
            </a:prstGeom>
            <a:solidFill>
              <a:srgbClr val="6C69B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7068544" y="2652173"/>
              <a:ext cx="291221" cy="291221"/>
            </a:xfrm>
            <a:prstGeom prst="rect">
              <a:avLst/>
            </a:prstGeom>
            <a:solidFill>
              <a:srgbClr val="787B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7068544" y="2360951"/>
              <a:ext cx="291221" cy="291221"/>
            </a:xfrm>
            <a:prstGeom prst="rect">
              <a:avLst/>
            </a:prstGeom>
            <a:solidFill>
              <a:srgbClr val="645EB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7359766" y="4399505"/>
              <a:ext cx="291221" cy="291221"/>
            </a:xfrm>
            <a:prstGeom prst="rect">
              <a:avLst/>
            </a:prstGeom>
            <a:solidFill>
              <a:srgbClr val="4F42A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7359766" y="4108283"/>
              <a:ext cx="291221" cy="291221"/>
            </a:xfrm>
            <a:prstGeom prst="rect">
              <a:avLst/>
            </a:prstGeom>
            <a:solidFill>
              <a:srgbClr val="4638A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7359766" y="3817061"/>
              <a:ext cx="291221" cy="291221"/>
            </a:xfrm>
            <a:prstGeom prst="rect">
              <a:avLst/>
            </a:prstGeom>
            <a:solidFill>
              <a:srgbClr val="6D6BB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359766" y="3525839"/>
              <a:ext cx="291221" cy="291221"/>
            </a:xfrm>
            <a:prstGeom prst="rect">
              <a:avLst/>
            </a:prstGeom>
            <a:solidFill>
              <a:srgbClr val="6C6AB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359766" y="3234617"/>
              <a:ext cx="291221" cy="291221"/>
            </a:xfrm>
            <a:prstGeom prst="rect">
              <a:avLst/>
            </a:prstGeom>
            <a:solidFill>
              <a:srgbClr val="6C69B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7359766" y="2943395"/>
              <a:ext cx="291221" cy="291221"/>
            </a:xfrm>
            <a:prstGeom prst="rect">
              <a:avLst/>
            </a:prstGeom>
            <a:solidFill>
              <a:srgbClr val="0000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7359766" y="2652173"/>
              <a:ext cx="291221" cy="291221"/>
            </a:xfrm>
            <a:prstGeom prst="rect">
              <a:avLst/>
            </a:prstGeom>
            <a:solidFill>
              <a:srgbClr val="7678BE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359766" y="2360951"/>
              <a:ext cx="291221" cy="291221"/>
            </a:xfrm>
            <a:prstGeom prst="rect">
              <a:avLst/>
            </a:prstGeom>
            <a:solidFill>
              <a:srgbClr val="5C53A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650988" y="4399505"/>
              <a:ext cx="291221" cy="291221"/>
            </a:xfrm>
            <a:prstGeom prst="rect">
              <a:avLst/>
            </a:prstGeom>
            <a:solidFill>
              <a:srgbClr val="7C81C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650988" y="4108283"/>
              <a:ext cx="291221" cy="291221"/>
            </a:xfrm>
            <a:prstGeom prst="rect">
              <a:avLst/>
            </a:prstGeom>
            <a:solidFill>
              <a:srgbClr val="797DC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650988" y="3817061"/>
              <a:ext cx="291221" cy="291221"/>
            </a:xfrm>
            <a:prstGeom prst="rect">
              <a:avLst/>
            </a:prstGeom>
            <a:solidFill>
              <a:srgbClr val="7E85C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650988" y="3525839"/>
              <a:ext cx="291221" cy="291221"/>
            </a:xfrm>
            <a:prstGeom prst="rect">
              <a:avLst/>
            </a:prstGeom>
            <a:solidFill>
              <a:srgbClr val="7F87C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650988" y="3234617"/>
              <a:ext cx="291221" cy="291221"/>
            </a:xfrm>
            <a:prstGeom prst="rect">
              <a:avLst/>
            </a:prstGeom>
            <a:solidFill>
              <a:srgbClr val="787B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650988" y="2943395"/>
              <a:ext cx="291221" cy="291221"/>
            </a:xfrm>
            <a:prstGeom prst="rect">
              <a:avLst/>
            </a:prstGeom>
            <a:solidFill>
              <a:srgbClr val="7678BE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650988" y="2652173"/>
              <a:ext cx="291221" cy="291221"/>
            </a:xfrm>
            <a:prstGeom prst="rect">
              <a:avLst/>
            </a:prstGeom>
            <a:solidFill>
              <a:srgbClr val="0000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650988" y="2360951"/>
              <a:ext cx="291221" cy="291221"/>
            </a:xfrm>
            <a:prstGeom prst="rect">
              <a:avLst/>
            </a:prstGeom>
            <a:solidFill>
              <a:srgbClr val="6B67B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7942210" y="4399505"/>
              <a:ext cx="291221" cy="291221"/>
            </a:xfrm>
            <a:prstGeom prst="rect">
              <a:avLst/>
            </a:prstGeom>
            <a:solidFill>
              <a:srgbClr val="5D54AE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7942210" y="4108283"/>
              <a:ext cx="291221" cy="291221"/>
            </a:xfrm>
            <a:prstGeom prst="rect">
              <a:avLst/>
            </a:prstGeom>
            <a:solidFill>
              <a:srgbClr val="5A50A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7942210" y="3817061"/>
              <a:ext cx="291221" cy="291221"/>
            </a:xfrm>
            <a:prstGeom prst="rect">
              <a:avLst/>
            </a:prstGeom>
            <a:solidFill>
              <a:srgbClr val="6058B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7942210" y="3525839"/>
              <a:ext cx="291221" cy="291221"/>
            </a:xfrm>
            <a:prstGeom prst="rect">
              <a:avLst/>
            </a:prstGeom>
            <a:solidFill>
              <a:srgbClr val="615AB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7942210" y="3234617"/>
              <a:ext cx="291221" cy="291221"/>
            </a:xfrm>
            <a:prstGeom prst="rect">
              <a:avLst/>
            </a:prstGeom>
            <a:solidFill>
              <a:srgbClr val="645EB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7942210" y="2943395"/>
              <a:ext cx="291221" cy="291221"/>
            </a:xfrm>
            <a:prstGeom prst="rect">
              <a:avLst/>
            </a:prstGeom>
            <a:solidFill>
              <a:srgbClr val="5C53A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7942210" y="2652173"/>
              <a:ext cx="291221" cy="291221"/>
            </a:xfrm>
            <a:prstGeom prst="rect">
              <a:avLst/>
            </a:prstGeom>
            <a:solidFill>
              <a:srgbClr val="6B67B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7942210" y="2360951"/>
              <a:ext cx="291221" cy="291221"/>
            </a:xfrm>
            <a:prstGeom prst="rect">
              <a:avLst/>
            </a:prstGeom>
            <a:solidFill>
              <a:srgbClr val="0000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tx69"/>
            <p:cNvSpPr/>
            <p:nvPr/>
          </p:nvSpPr>
          <p:spPr>
            <a:xfrm>
              <a:off x="5961356" y="451141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5961356" y="422019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0.90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5961356" y="392897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0.66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961356" y="3637750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5961356" y="3346528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5961356" y="305530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0.71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5961356" y="276408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5961356" y="247286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0.62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252578" y="451141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0.90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6252578" y="422019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6252578" y="392897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252578" y="3637706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6252578" y="3346528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252578" y="305530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6252578" y="276408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0.42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6252578" y="247286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0.64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543800" y="451141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0.66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6543800" y="422019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6543800" y="392897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543800" y="3637750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0.95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543800" y="3346528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6543800" y="305530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6543800" y="2764040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6543800" y="247286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835022" y="451141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6835022" y="4220150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6835022" y="392897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0.95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6835022" y="3637750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6835022" y="3346528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6835022" y="305530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6835022" y="2764040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0.38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6835022" y="247286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7126243" y="451141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7126243" y="422019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7126243" y="392897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7126243" y="3637750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7126243" y="3346528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7126243" y="305530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7126243" y="2764040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7126243" y="247286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7417465" y="451141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0.71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7417465" y="422019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0.76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7417465" y="392897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7417465" y="3637750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7417465" y="3346528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0.52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7417465" y="305530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7417465" y="276408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7417465" y="2472818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7708687" y="451141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7708687" y="422019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0.42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7708687" y="3928928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7708687" y="3637706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0.38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7708687" y="3346484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7708687" y="305530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0.44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7708687" y="276408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7708687" y="2472818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7999909" y="451141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0.62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7999909" y="422019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0.64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7999909" y="392897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7999909" y="3637750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7999909" y="3346528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7999909" y="3055262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7999909" y="2764040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7999909" y="247286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33" name="rc133"/>
            <p:cNvSpPr/>
            <p:nvPr/>
          </p:nvSpPr>
          <p:spPr>
            <a:xfrm>
              <a:off x="8361265" y="4399505"/>
              <a:ext cx="291221" cy="291221"/>
            </a:xfrm>
            <a:prstGeom prst="rect">
              <a:avLst/>
            </a:prstGeom>
            <a:solidFill>
              <a:srgbClr val="0000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8361265" y="4108283"/>
              <a:ext cx="291221" cy="291221"/>
            </a:xfrm>
            <a:prstGeom prst="rect">
              <a:avLst/>
            </a:prstGeom>
            <a:solidFill>
              <a:srgbClr val="2A1B9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8361265" y="3817061"/>
              <a:ext cx="291221" cy="291221"/>
            </a:xfrm>
            <a:prstGeom prst="rect">
              <a:avLst/>
            </a:prstGeom>
            <a:solidFill>
              <a:srgbClr val="6058B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8361265" y="3525839"/>
              <a:ext cx="291221" cy="291221"/>
            </a:xfrm>
            <a:prstGeom prst="rect">
              <a:avLst/>
            </a:prstGeom>
            <a:solidFill>
              <a:srgbClr val="7374B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8361265" y="3234617"/>
              <a:ext cx="291221" cy="291221"/>
            </a:xfrm>
            <a:prstGeom prst="rect">
              <a:avLst/>
            </a:prstGeom>
            <a:solidFill>
              <a:srgbClr val="91A5D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8361265" y="2943395"/>
              <a:ext cx="291221" cy="291221"/>
            </a:xfrm>
            <a:prstGeom prst="rect">
              <a:avLst/>
            </a:prstGeom>
            <a:solidFill>
              <a:srgbClr val="5348A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8361265" y="2652173"/>
              <a:ext cx="291221" cy="291221"/>
            </a:xfrm>
            <a:prstGeom prst="rect">
              <a:avLst/>
            </a:prstGeom>
            <a:solidFill>
              <a:srgbClr val="7577BE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8361265" y="2360951"/>
              <a:ext cx="291221" cy="291221"/>
            </a:xfrm>
            <a:prstGeom prst="rect">
              <a:avLst/>
            </a:prstGeom>
            <a:solidFill>
              <a:srgbClr val="6A67B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8652487" y="4399505"/>
              <a:ext cx="291221" cy="291221"/>
            </a:xfrm>
            <a:prstGeom prst="rect">
              <a:avLst/>
            </a:prstGeom>
            <a:solidFill>
              <a:srgbClr val="2A1B9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8652487" y="4108283"/>
              <a:ext cx="291221" cy="291221"/>
            </a:xfrm>
            <a:prstGeom prst="rect">
              <a:avLst/>
            </a:prstGeom>
            <a:solidFill>
              <a:srgbClr val="0000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8652487" y="3817061"/>
              <a:ext cx="291221" cy="291221"/>
            </a:xfrm>
            <a:prstGeom prst="rect">
              <a:avLst/>
            </a:prstGeom>
            <a:solidFill>
              <a:srgbClr val="625CB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8652487" y="3525839"/>
              <a:ext cx="291221" cy="291221"/>
            </a:xfrm>
            <a:prstGeom prst="rect">
              <a:avLst/>
            </a:prstGeom>
            <a:solidFill>
              <a:srgbClr val="7576B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8652487" y="3234617"/>
              <a:ext cx="291221" cy="291221"/>
            </a:xfrm>
            <a:prstGeom prst="rect">
              <a:avLst/>
            </a:prstGeom>
            <a:solidFill>
              <a:srgbClr val="8C9CC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8652487" y="2943395"/>
              <a:ext cx="291221" cy="291221"/>
            </a:xfrm>
            <a:prstGeom prst="rect">
              <a:avLst/>
            </a:prstGeom>
            <a:solidFill>
              <a:srgbClr val="4B3EA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8652487" y="2652173"/>
              <a:ext cx="291221" cy="291221"/>
            </a:xfrm>
            <a:prstGeom prst="rect">
              <a:avLst/>
            </a:prstGeom>
            <a:solidFill>
              <a:srgbClr val="6E6CB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8652487" y="2360951"/>
              <a:ext cx="291221" cy="291221"/>
            </a:xfrm>
            <a:prstGeom prst="rect">
              <a:avLst/>
            </a:prstGeom>
            <a:solidFill>
              <a:srgbClr val="6965B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8943709" y="4399505"/>
              <a:ext cx="291221" cy="291221"/>
            </a:xfrm>
            <a:prstGeom prst="rect">
              <a:avLst/>
            </a:prstGeom>
            <a:solidFill>
              <a:srgbClr val="6058B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8943709" y="4108283"/>
              <a:ext cx="291221" cy="291221"/>
            </a:xfrm>
            <a:prstGeom prst="rect">
              <a:avLst/>
            </a:prstGeom>
            <a:solidFill>
              <a:srgbClr val="625CB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8943709" y="3817061"/>
              <a:ext cx="291221" cy="291221"/>
            </a:xfrm>
            <a:prstGeom prst="rect">
              <a:avLst/>
            </a:prstGeom>
            <a:solidFill>
              <a:srgbClr val="0000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8943709" y="3525839"/>
              <a:ext cx="291221" cy="291221"/>
            </a:xfrm>
            <a:prstGeom prst="rect">
              <a:avLst/>
            </a:prstGeom>
            <a:solidFill>
              <a:srgbClr val="241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8943709" y="3234617"/>
              <a:ext cx="291221" cy="291221"/>
            </a:xfrm>
            <a:prstGeom prst="rect">
              <a:avLst/>
            </a:prstGeom>
            <a:solidFill>
              <a:srgbClr val="8FA0C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8943709" y="2943395"/>
              <a:ext cx="291221" cy="291221"/>
            </a:xfrm>
            <a:prstGeom prst="rect">
              <a:avLst/>
            </a:prstGeom>
            <a:solidFill>
              <a:srgbClr val="787BC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8943709" y="2652173"/>
              <a:ext cx="291221" cy="291221"/>
            </a:xfrm>
            <a:prstGeom prst="rect">
              <a:avLst/>
            </a:prstGeom>
            <a:solidFill>
              <a:srgbClr val="7D83C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8943709" y="2360951"/>
              <a:ext cx="291221" cy="291221"/>
            </a:xfrm>
            <a:prstGeom prst="rect">
              <a:avLst/>
            </a:prstGeom>
            <a:solidFill>
              <a:srgbClr val="6966B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9234931" y="4399505"/>
              <a:ext cx="291221" cy="291221"/>
            </a:xfrm>
            <a:prstGeom prst="rect">
              <a:avLst/>
            </a:prstGeom>
            <a:solidFill>
              <a:srgbClr val="7374B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9234931" y="4108283"/>
              <a:ext cx="291221" cy="291221"/>
            </a:xfrm>
            <a:prstGeom prst="rect">
              <a:avLst/>
            </a:prstGeom>
            <a:solidFill>
              <a:srgbClr val="7576B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9234931" y="3817061"/>
              <a:ext cx="291221" cy="291221"/>
            </a:xfrm>
            <a:prstGeom prst="rect">
              <a:avLst/>
            </a:prstGeom>
            <a:solidFill>
              <a:srgbClr val="241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9234931" y="3525839"/>
              <a:ext cx="291221" cy="291221"/>
            </a:xfrm>
            <a:prstGeom prst="rect">
              <a:avLst/>
            </a:prstGeom>
            <a:solidFill>
              <a:srgbClr val="0000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9234931" y="3234617"/>
              <a:ext cx="291221" cy="291221"/>
            </a:xfrm>
            <a:prstGeom prst="rect">
              <a:avLst/>
            </a:prstGeom>
            <a:solidFill>
              <a:srgbClr val="93A9D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9234931" y="2943395"/>
              <a:ext cx="291221" cy="291221"/>
            </a:xfrm>
            <a:prstGeom prst="rect">
              <a:avLst/>
            </a:prstGeom>
            <a:solidFill>
              <a:srgbClr val="8691C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9234931" y="2652173"/>
              <a:ext cx="291221" cy="291221"/>
            </a:xfrm>
            <a:prstGeom prst="rect">
              <a:avLst/>
            </a:prstGeom>
            <a:solidFill>
              <a:srgbClr val="8691C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9234931" y="2360951"/>
              <a:ext cx="291221" cy="291221"/>
            </a:xfrm>
            <a:prstGeom prst="rect">
              <a:avLst/>
            </a:prstGeom>
            <a:solidFill>
              <a:srgbClr val="7373B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9526153" y="4399505"/>
              <a:ext cx="291221" cy="291221"/>
            </a:xfrm>
            <a:prstGeom prst="rect">
              <a:avLst/>
            </a:prstGeom>
            <a:solidFill>
              <a:srgbClr val="91A5D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9526153" y="4108283"/>
              <a:ext cx="291221" cy="291221"/>
            </a:xfrm>
            <a:prstGeom prst="rect">
              <a:avLst/>
            </a:prstGeom>
            <a:solidFill>
              <a:srgbClr val="8C9CC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9526153" y="3817061"/>
              <a:ext cx="291221" cy="291221"/>
            </a:xfrm>
            <a:prstGeom prst="rect">
              <a:avLst/>
            </a:prstGeom>
            <a:solidFill>
              <a:srgbClr val="8FA0C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9526153" y="3525839"/>
              <a:ext cx="291221" cy="291221"/>
            </a:xfrm>
            <a:prstGeom prst="rect">
              <a:avLst/>
            </a:prstGeom>
            <a:solidFill>
              <a:srgbClr val="93A9D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9526153" y="3234617"/>
              <a:ext cx="291221" cy="291221"/>
            </a:xfrm>
            <a:prstGeom prst="rect">
              <a:avLst/>
            </a:prstGeom>
            <a:solidFill>
              <a:srgbClr val="0000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9526153" y="2943395"/>
              <a:ext cx="291221" cy="291221"/>
            </a:xfrm>
            <a:prstGeom prst="rect">
              <a:avLst/>
            </a:prstGeom>
            <a:solidFill>
              <a:srgbClr val="8189C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9526153" y="2652173"/>
              <a:ext cx="291221" cy="291221"/>
            </a:xfrm>
            <a:prstGeom prst="rect">
              <a:avLst/>
            </a:prstGeom>
            <a:solidFill>
              <a:srgbClr val="7E85C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9526153" y="2360951"/>
              <a:ext cx="291221" cy="291221"/>
            </a:xfrm>
            <a:prstGeom prst="rect">
              <a:avLst/>
            </a:prstGeom>
            <a:solidFill>
              <a:srgbClr val="8B9BC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9817374" y="4399505"/>
              <a:ext cx="291221" cy="291221"/>
            </a:xfrm>
            <a:prstGeom prst="rect">
              <a:avLst/>
            </a:prstGeom>
            <a:solidFill>
              <a:srgbClr val="5348A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9817374" y="4108283"/>
              <a:ext cx="291221" cy="291221"/>
            </a:xfrm>
            <a:prstGeom prst="rect">
              <a:avLst/>
            </a:prstGeom>
            <a:solidFill>
              <a:srgbClr val="4B3EA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9817374" y="3817061"/>
              <a:ext cx="291221" cy="291221"/>
            </a:xfrm>
            <a:prstGeom prst="rect">
              <a:avLst/>
            </a:prstGeom>
            <a:solidFill>
              <a:srgbClr val="787BC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9817374" y="3525839"/>
              <a:ext cx="291221" cy="291221"/>
            </a:xfrm>
            <a:prstGeom prst="rect">
              <a:avLst/>
            </a:prstGeom>
            <a:solidFill>
              <a:srgbClr val="8691C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9817374" y="3234617"/>
              <a:ext cx="291221" cy="291221"/>
            </a:xfrm>
            <a:prstGeom prst="rect">
              <a:avLst/>
            </a:prstGeom>
            <a:solidFill>
              <a:srgbClr val="8189C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9817374" y="2943395"/>
              <a:ext cx="291221" cy="291221"/>
            </a:xfrm>
            <a:prstGeom prst="rect">
              <a:avLst/>
            </a:prstGeom>
            <a:solidFill>
              <a:srgbClr val="0000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9817374" y="2652173"/>
              <a:ext cx="291221" cy="291221"/>
            </a:xfrm>
            <a:prstGeom prst="rect">
              <a:avLst/>
            </a:prstGeom>
            <a:solidFill>
              <a:srgbClr val="6863B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9817374" y="2360951"/>
              <a:ext cx="291221" cy="291221"/>
            </a:xfrm>
            <a:prstGeom prst="rect">
              <a:avLst/>
            </a:prstGeom>
            <a:solidFill>
              <a:srgbClr val="6B67B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10108596" y="4399505"/>
              <a:ext cx="291221" cy="291221"/>
            </a:xfrm>
            <a:prstGeom prst="rect">
              <a:avLst/>
            </a:prstGeom>
            <a:solidFill>
              <a:srgbClr val="7577BE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10108596" y="4108283"/>
              <a:ext cx="291221" cy="291221"/>
            </a:xfrm>
            <a:prstGeom prst="rect">
              <a:avLst/>
            </a:prstGeom>
            <a:solidFill>
              <a:srgbClr val="6E6CB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10108596" y="3817061"/>
              <a:ext cx="291221" cy="291221"/>
            </a:xfrm>
            <a:prstGeom prst="rect">
              <a:avLst/>
            </a:prstGeom>
            <a:solidFill>
              <a:srgbClr val="7D83C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10108596" y="3525839"/>
              <a:ext cx="291221" cy="291221"/>
            </a:xfrm>
            <a:prstGeom prst="rect">
              <a:avLst/>
            </a:prstGeom>
            <a:solidFill>
              <a:srgbClr val="8691C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10108596" y="3234617"/>
              <a:ext cx="291221" cy="291221"/>
            </a:xfrm>
            <a:prstGeom prst="rect">
              <a:avLst/>
            </a:prstGeom>
            <a:solidFill>
              <a:srgbClr val="7E85C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10108596" y="2943395"/>
              <a:ext cx="291221" cy="291221"/>
            </a:xfrm>
            <a:prstGeom prst="rect">
              <a:avLst/>
            </a:prstGeom>
            <a:solidFill>
              <a:srgbClr val="6863B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10108596" y="2652173"/>
              <a:ext cx="291221" cy="291221"/>
            </a:xfrm>
            <a:prstGeom prst="rect">
              <a:avLst/>
            </a:prstGeom>
            <a:solidFill>
              <a:srgbClr val="0000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10108596" y="2360951"/>
              <a:ext cx="291221" cy="291221"/>
            </a:xfrm>
            <a:prstGeom prst="rect">
              <a:avLst/>
            </a:prstGeom>
            <a:solidFill>
              <a:srgbClr val="787B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10399818" y="4399505"/>
              <a:ext cx="291221" cy="291221"/>
            </a:xfrm>
            <a:prstGeom prst="rect">
              <a:avLst/>
            </a:prstGeom>
            <a:solidFill>
              <a:srgbClr val="6A67B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10399818" y="4108283"/>
              <a:ext cx="291221" cy="291221"/>
            </a:xfrm>
            <a:prstGeom prst="rect">
              <a:avLst/>
            </a:prstGeom>
            <a:solidFill>
              <a:srgbClr val="6965B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10399818" y="3817061"/>
              <a:ext cx="291221" cy="291221"/>
            </a:xfrm>
            <a:prstGeom prst="rect">
              <a:avLst/>
            </a:prstGeom>
            <a:solidFill>
              <a:srgbClr val="6966B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10399818" y="3525839"/>
              <a:ext cx="291221" cy="291221"/>
            </a:xfrm>
            <a:prstGeom prst="rect">
              <a:avLst/>
            </a:prstGeom>
            <a:solidFill>
              <a:srgbClr val="7373B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10399818" y="3234617"/>
              <a:ext cx="291221" cy="291221"/>
            </a:xfrm>
            <a:prstGeom prst="rect">
              <a:avLst/>
            </a:prstGeom>
            <a:solidFill>
              <a:srgbClr val="8B9BC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10399818" y="2943395"/>
              <a:ext cx="291221" cy="291221"/>
            </a:xfrm>
            <a:prstGeom prst="rect">
              <a:avLst/>
            </a:prstGeom>
            <a:solidFill>
              <a:srgbClr val="6B67B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10399818" y="2652173"/>
              <a:ext cx="291221" cy="291221"/>
            </a:xfrm>
            <a:prstGeom prst="rect">
              <a:avLst/>
            </a:prstGeom>
            <a:solidFill>
              <a:srgbClr val="787BB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10399818" y="2360951"/>
              <a:ext cx="291221" cy="291221"/>
            </a:xfrm>
            <a:prstGeom prst="rect">
              <a:avLst/>
            </a:prstGeom>
            <a:solidFill>
              <a:srgbClr val="0000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tx197"/>
            <p:cNvSpPr/>
            <p:nvPr/>
          </p:nvSpPr>
          <p:spPr>
            <a:xfrm>
              <a:off x="8418964" y="451141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8418964" y="422019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0.90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8418964" y="392897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8418964" y="3637750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8418964" y="3346484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0.23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8418964" y="305530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8418964" y="276408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0.45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8418964" y="2472818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8710186" y="451141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0.90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8710186" y="422019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8710186" y="392897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8710186" y="3637750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0.45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8710186" y="3346528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0.28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8710186" y="3055262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8710186" y="276408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8710186" y="247286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0.54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9001408" y="451141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0.60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9001408" y="422019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9001408" y="392897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9001408" y="3637750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0.92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9001408" y="3346528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0.26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9001408" y="3055262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9001408" y="2764040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9001408" y="247286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0.54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9292630" y="451141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9292630" y="422019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0.45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9292630" y="392897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0.92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9292630" y="3637750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9292630" y="3346528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0.22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9292630" y="3055262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0.33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9292630" y="2764040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0.33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9292630" y="247286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9583852" y="4511371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0.23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9583852" y="422019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0.28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9583852" y="392897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0.26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9583852" y="3637750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0.22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9583852" y="3346528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9583852" y="3055262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0.36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9583852" y="2764040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9583852" y="247286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0.28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9875074" y="451141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9875074" y="4220150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9875074" y="3928928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9875074" y="3637706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0.33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9875074" y="3346484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0.36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9875074" y="305530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9875074" y="276408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9875074" y="2472818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10166296" y="451141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0.45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10166296" y="422019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10166296" y="3928928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10166296" y="3637706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0.33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10166296" y="3346484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10166296" y="3055306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10166296" y="276408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10166296" y="2472818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10457518" y="4511371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10457518" y="4220194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0.54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10457518" y="392897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0.54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10457518" y="3637750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10457518" y="3346528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0.28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10457518" y="3055262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10457518" y="2764040"/>
              <a:ext cx="175822" cy="66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0.43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10457518" y="2472862"/>
              <a:ext cx="175822" cy="660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6829499" y="2181615"/>
              <a:ext cx="478090" cy="82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9339904" y="2183034"/>
              <a:ext cx="372496" cy="813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5934369" y="4779750"/>
              <a:ext cx="229795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USS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6113777" y="4779750"/>
              <a:ext cx="453424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6423662" y="4779750"/>
              <a:ext cx="41609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SARA.ki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6696221" y="4779750"/>
              <a:ext cx="453424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SARA.ku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6934591" y="4781169"/>
              <a:ext cx="559127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7247614" y="4781169"/>
              <a:ext cx="515525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7545002" y="4781169"/>
              <a:ext cx="503192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7820672" y="4760269"/>
              <a:ext cx="534297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8391978" y="4779750"/>
              <a:ext cx="229795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USS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8571385" y="4779750"/>
              <a:ext cx="453424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8881270" y="4779750"/>
              <a:ext cx="41609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SARA.ki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9153829" y="4779750"/>
              <a:ext cx="453424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SARA.ku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9392200" y="4781169"/>
              <a:ext cx="559127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9705223" y="4781169"/>
              <a:ext cx="515525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10002611" y="4781169"/>
              <a:ext cx="503192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10278280" y="4760269"/>
              <a:ext cx="534297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5582108" y="4502387"/>
              <a:ext cx="229795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USS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5358479" y="4211165"/>
              <a:ext cx="453424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5395805" y="3919943"/>
              <a:ext cx="41609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SARA.ki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5358479" y="3628721"/>
              <a:ext cx="453424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SARA.ku</a:t>
              </a:r>
            </a:p>
          </p:txBody>
        </p:sp>
        <p:sp>
          <p:nvSpPr>
            <p:cNvPr id="283" name="tx283"/>
            <p:cNvSpPr/>
            <p:nvPr/>
          </p:nvSpPr>
          <p:spPr>
            <a:xfrm>
              <a:off x="5252777" y="3338918"/>
              <a:ext cx="559127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5296378" y="3047696"/>
              <a:ext cx="515525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5308711" y="2756475"/>
              <a:ext cx="503192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5277606" y="2444352"/>
              <a:ext cx="534297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287" name="tx287"/>
            <p:cNvSpPr/>
            <p:nvPr/>
          </p:nvSpPr>
          <p:spPr>
            <a:xfrm>
              <a:off x="10928930" y="2862936"/>
              <a:ext cx="885266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Spearman rho</a:t>
              </a:r>
            </a:p>
          </p:txBody>
        </p:sp>
        <p:pic>
          <p:nvPicPr>
            <p:cNvPr id="288" name="pic28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28930" y="3076693"/>
              <a:ext cx="219455" cy="1097280"/>
            </a:xfrm>
            <a:prstGeom prst="rect">
              <a:avLst/>
            </a:prstGeom>
          </p:spPr>
        </p:pic>
        <p:sp>
          <p:nvSpPr>
            <p:cNvPr id="289" name="pl289"/>
            <p:cNvSpPr/>
            <p:nvPr/>
          </p:nvSpPr>
          <p:spPr>
            <a:xfrm>
              <a:off x="11104494" y="417214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11104494" y="389873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11104494" y="362533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11104494" y="335192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11104494" y="307852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10928930" y="417214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10928930" y="389873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10928930" y="362533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10928930" y="335192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10928930" y="307852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tx299"/>
            <p:cNvSpPr/>
            <p:nvPr/>
          </p:nvSpPr>
          <p:spPr>
            <a:xfrm>
              <a:off x="11217975" y="4130453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11217975" y="3857047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11217975" y="3583642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02" name="tx302"/>
            <p:cNvSpPr/>
            <p:nvPr/>
          </p:nvSpPr>
          <p:spPr>
            <a:xfrm>
              <a:off x="11217975" y="3310236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303" name="tx303"/>
            <p:cNvSpPr/>
            <p:nvPr/>
          </p:nvSpPr>
          <p:spPr>
            <a:xfrm>
              <a:off x="11217975" y="3036831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</p:grpSp>
      <p:sp>
        <p:nvSpPr>
          <p:cNvPr id="304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/>
          <a:lstStyle/>
          <a:p>
            <a:r>
              <a:rPr/>
              <a:t>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Tenorite</vt:lpstr>
      <vt:lpstr>Arial</vt:lpstr>
      <vt:lpstr>Calibri</vt:lpstr>
      <vt:lpstr>CR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Presentation Title</dc:title>
  <dc:creator>Christian Rummey</dc:creator>
  <cp:lastModifiedBy/>
  <cp:revision>64</cp:revision>
  <dcterms:created xsi:type="dcterms:W3CDTF">2020-08-21T08:26:15Z</dcterms:created>
  <dcterms:modified xsi:type="dcterms:W3CDTF">2025-09-13T16:23:00Z</dcterms:modified>
</cp:coreProperties>
</file>
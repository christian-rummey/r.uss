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2025-09-13 16-23-10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Straight Connector 2"/>
          <p:cNvGrpSpPr/>
          <p:nvPr/>
        </p:nvGrpSpPr>
        <p:grpSpPr>
          <a:xfrm>
            <a:off x="0" y="1625383"/>
            <a:ext cx="12188952" cy="0"/>
            <a:chOff x="0" y="1625383"/>
            <a:chExt cx="12188952" cy="0"/>
          </a:xfrm>
        </p:grpSpPr>
        <p:sp>
          <p:nvSpPr>
            <p:cNvPr id="3" name="rc3"/>
            <p:cNvSpPr/>
            <p:nvPr/>
          </p:nvSpPr>
          <p:spPr>
            <a:xfrm>
              <a:off x="0" y="1625382"/>
              <a:ext cx="12188952" cy="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2025-09-13T16:23:10Z</dcterms:modified>
</cp:coreProperties>
</file>
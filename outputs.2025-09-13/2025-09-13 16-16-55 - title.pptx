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2"/>
    <p:sldId id="257" r:id="rId3"/>
  </p:sldIdLst>
  <p:sldSz cx="12192000" cy="6858000"/>
  <p:notesSz cx="6858000" cy="9144000"/>
  <p:embeddedFontLst>
    <p:embeddedFont>
      <p:font typeface="Tenorite" panose="00000500000000000000" pitchFamily="2" charset="0"/>
      <p:regular r:id="rId6"/>
      <p:bold r:id="rId7"/>
      <p:italic r:id="rId8"/>
      <p:boldItalic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1145"/>
    <a:srgbClr val="003366"/>
    <a:srgbClr val="FFFFFF"/>
    <a:srgbClr val="CCCCCC"/>
    <a:srgbClr val="F4A582"/>
    <a:srgbClr val="4A4A4A"/>
    <a:srgbClr val="FFA07A"/>
    <a:srgbClr val="A3B18A"/>
    <a:srgbClr val="FFCC99"/>
    <a:srgbClr val="66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5804F7-29A1-410D-8819-769FD44E0397}" v="2" dt="2025-09-13T17:11:32.1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890" autoAdjust="0"/>
    <p:restoredTop sz="95861" autoAdjust="0"/>
  </p:normalViewPr>
  <p:slideViewPr>
    <p:cSldViewPr snapToGrid="0" snapToObjects="1">
      <p:cViewPr varScale="1">
        <p:scale>
          <a:sx n="114" d="100"/>
          <a:sy n="114" d="100"/>
        </p:scale>
        <p:origin x="632" y="296"/>
      </p:cViewPr>
      <p:guideLst/>
    </p:cSldViewPr>
  </p:slideViewPr>
  <p:outlineViewPr>
    <p:cViewPr>
      <p:scale>
        <a:sx n="33" d="100"/>
        <a:sy n="33" d="100"/>
      </p:scale>
      <p:origin x="0" y="-262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109" d="100"/>
          <a:sy n="109" d="100"/>
        </p:scale>
        <p:origin x="3144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viewProps" Target="viewProps.xml"/><Relationship Id="rId5" Type="http://schemas.openxmlformats.org/officeDocument/2006/relationships/handoutMaster" Target="handoutMasters/handoutMaster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4.fntdata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Rummey" userId="1616f22b-5705-4d11-a330-2855031cc605" providerId="ADAL" clId="{A14D9793-A2DD-4368-83B7-2992B2F3B1BA}"/>
    <pc:docChg chg="undo custSel addSld delSld modMainMaster">
      <pc:chgData name="Christian Rummey" userId="1616f22b-5705-4d11-a330-2855031cc605" providerId="ADAL" clId="{A14D9793-A2DD-4368-83B7-2992B2F3B1BA}" dt="2025-06-10T15:20:23.221" v="9" actId="255"/>
      <pc:docMkLst>
        <pc:docMk/>
      </pc:docMkLst>
      <pc:sldChg chg="new del">
        <pc:chgData name="Christian Rummey" userId="1616f22b-5705-4d11-a330-2855031cc605" providerId="ADAL" clId="{A14D9793-A2DD-4368-83B7-2992B2F3B1BA}" dt="2025-06-09T17:30:43.180" v="6" actId="47"/>
        <pc:sldMkLst>
          <pc:docMk/>
          <pc:sldMk cId="1725867823" sldId="256"/>
        </pc:sldMkLst>
      </pc:sldChg>
      <pc:sldMasterChg chg="modSldLayout">
        <pc:chgData name="Christian Rummey" userId="1616f22b-5705-4d11-a330-2855031cc605" providerId="ADAL" clId="{A14D9793-A2DD-4368-83B7-2992B2F3B1BA}" dt="2025-06-10T15:20:23.221" v="9" actId="255"/>
        <pc:sldMasterMkLst>
          <pc:docMk/>
          <pc:sldMasterMk cId="1297349460" sldId="2147483648"/>
        </pc:sldMasterMkLst>
        <pc:sldLayoutChg chg="modSp mod">
          <pc:chgData name="Christian Rummey" userId="1616f22b-5705-4d11-a330-2855031cc605" providerId="ADAL" clId="{A14D9793-A2DD-4368-83B7-2992B2F3B1BA}" dt="2025-06-10T15:20:23.221" v="9" actId="255"/>
          <pc:sldLayoutMkLst>
            <pc:docMk/>
            <pc:sldMasterMk cId="1297349460" sldId="2147483648"/>
            <pc:sldLayoutMk cId="4256017067" sldId="2147483698"/>
          </pc:sldLayoutMkLst>
        </pc:sldLayoutChg>
      </pc:sldMasterChg>
    </pc:docChg>
  </pc:docChgLst>
  <pc:docChgLst>
    <pc:chgData name="Christian Rummey" userId="1616f22b-5705-4d11-a330-2855031cc605" providerId="ADAL" clId="{BA4FE7E3-BE8F-4020-926C-39CDD45D1D87}"/>
    <pc:docChg chg="undo custSel modMainMaster">
      <pc:chgData name="Christian Rummey" userId="1616f22b-5705-4d11-a330-2855031cc605" providerId="ADAL" clId="{BA4FE7E3-BE8F-4020-926C-39CDD45D1D87}" dt="2025-04-22T11:05:18.004" v="6" actId="1076"/>
      <pc:docMkLst>
        <pc:docMk/>
      </pc:docMkLst>
      <pc:sldMasterChg chg="modSldLayout">
        <pc:chgData name="Christian Rummey" userId="1616f22b-5705-4d11-a330-2855031cc605" providerId="ADAL" clId="{BA4FE7E3-BE8F-4020-926C-39CDD45D1D87}" dt="2025-04-22T11:05:18.004" v="6" actId="1076"/>
        <pc:sldMasterMkLst>
          <pc:docMk/>
          <pc:sldMasterMk cId="1297349460" sldId="2147483648"/>
        </pc:sldMasterMkLst>
        <pc:sldLayoutChg chg="addSp modSp mod">
          <pc:chgData name="Christian Rummey" userId="1616f22b-5705-4d11-a330-2855031cc605" providerId="ADAL" clId="{BA4FE7E3-BE8F-4020-926C-39CDD45D1D87}" dt="2025-04-22T11:05:18.004" v="6" actId="1076"/>
          <pc:sldLayoutMkLst>
            <pc:docMk/>
            <pc:sldMasterMk cId="1297349460" sldId="2147483648"/>
            <pc:sldLayoutMk cId="1779765834" sldId="2147483662"/>
          </pc:sldLayoutMkLst>
        </pc:sldLayoutChg>
      </pc:sldMasterChg>
    </pc:docChg>
  </pc:docChgLst>
  <pc:docChgLst>
    <pc:chgData name="Christian Rummey" userId="1616f22b-5705-4d11-a330-2855031cc605" providerId="ADAL" clId="{5F97B23C-B94D-4912-9497-32CCAC5D690D}"/>
    <pc:docChg chg="undo custSel modMainMaster">
      <pc:chgData name="Christian Rummey" userId="1616f22b-5705-4d11-a330-2855031cc605" providerId="ADAL" clId="{5F97B23C-B94D-4912-9497-32CCAC5D690D}" dt="2025-03-28T11:37:44.999" v="50" actId="108"/>
      <pc:docMkLst>
        <pc:docMk/>
      </pc:docMkLst>
      <pc:sldMasterChg chg="modSldLayout">
        <pc:chgData name="Christian Rummey" userId="1616f22b-5705-4d11-a330-2855031cc605" providerId="ADAL" clId="{5F97B23C-B94D-4912-9497-32CCAC5D690D}" dt="2025-03-28T11:37:44.999" v="50" actId="108"/>
        <pc:sldMasterMkLst>
          <pc:docMk/>
          <pc:sldMasterMk cId="1297349460" sldId="2147483648"/>
        </pc:sldMasterMkLst>
        <pc:sldLayoutChg chg="addSp delSp modSp mod">
          <pc:chgData name="Christian Rummey" userId="1616f22b-5705-4d11-a330-2855031cc605" providerId="ADAL" clId="{5F97B23C-B94D-4912-9497-32CCAC5D690D}" dt="2025-03-26T12:09:58.584" v="33"/>
          <pc:sldLayoutMkLst>
            <pc:docMk/>
            <pc:sldMasterMk cId="1297349460" sldId="2147483648"/>
            <pc:sldLayoutMk cId="1779765834" sldId="2147483662"/>
          </pc:sldLayoutMkLst>
        </pc:sldLayoutChg>
        <pc:sldLayoutChg chg="modSp">
          <pc:chgData name="Christian Rummey" userId="1616f22b-5705-4d11-a330-2855031cc605" providerId="ADAL" clId="{5F97B23C-B94D-4912-9497-32CCAC5D690D}" dt="2025-03-28T11:37:21.372" v="46" actId="108"/>
          <pc:sldLayoutMkLst>
            <pc:docMk/>
            <pc:sldMasterMk cId="1297349460" sldId="2147483648"/>
            <pc:sldLayoutMk cId="3753787485" sldId="2147483675"/>
          </pc:sldLayoutMkLst>
        </pc:sldLayoutChg>
        <pc:sldLayoutChg chg="delSp mod">
          <pc:chgData name="Christian Rummey" userId="1616f22b-5705-4d11-a330-2855031cc605" providerId="ADAL" clId="{5F97B23C-B94D-4912-9497-32CCAC5D690D}" dt="2025-03-26T12:08:15.576" v="21" actId="478"/>
          <pc:sldLayoutMkLst>
            <pc:docMk/>
            <pc:sldMasterMk cId="1297349460" sldId="2147483648"/>
            <pc:sldLayoutMk cId="2951539814" sldId="2147483683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6T12:06:31.871" v="1"/>
          <pc:sldLayoutMkLst>
            <pc:docMk/>
            <pc:sldMasterMk cId="1297349460" sldId="2147483648"/>
            <pc:sldLayoutMk cId="2778995209" sldId="2147483684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41.348" v="49" actId="108"/>
          <pc:sldLayoutMkLst>
            <pc:docMk/>
            <pc:sldMasterMk cId="1297349460" sldId="2147483648"/>
            <pc:sldLayoutMk cId="3487979977" sldId="2147483685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44.999" v="50" actId="108"/>
          <pc:sldLayoutMkLst>
            <pc:docMk/>
            <pc:sldMasterMk cId="1297349460" sldId="2147483648"/>
            <pc:sldLayoutMk cId="1567917209" sldId="2147483686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37.870" v="48" actId="108"/>
          <pc:sldLayoutMkLst>
            <pc:docMk/>
            <pc:sldMasterMk cId="1297349460" sldId="2147483648"/>
            <pc:sldLayoutMk cId="3387880590" sldId="2147483694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17.355" v="45" actId="108"/>
          <pc:sldLayoutMkLst>
            <pc:docMk/>
            <pc:sldMasterMk cId="1297349460" sldId="2147483648"/>
            <pc:sldLayoutMk cId="84449021" sldId="2147483695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7T10:14:21.413" v="43"/>
          <pc:sldLayoutMkLst>
            <pc:docMk/>
            <pc:sldMasterMk cId="1297349460" sldId="2147483648"/>
            <pc:sldLayoutMk cId="775367414" sldId="2147483696"/>
          </pc:sldLayoutMkLst>
        </pc:sldLayoutChg>
      </pc:sldMasterChg>
    </pc:docChg>
  </pc:docChgLst>
  <pc:docChgLst>
    <pc:chgData name="Christian Rummey" userId="1616f22b-5705-4d11-a330-2855031cc605" providerId="ADAL" clId="{15F4C84D-1EF1-4114-9C4D-36D8254AFF84}"/>
    <pc:docChg chg="modMainMaster">
      <pc:chgData name="Christian Rummey" userId="1616f22b-5705-4d11-a330-2855031cc605" providerId="ADAL" clId="{15F4C84D-1EF1-4114-9C4D-36D8254AFF84}" dt="2025-04-14T10:50:14.983" v="3" actId="14100"/>
      <pc:docMkLst>
        <pc:docMk/>
      </pc:docMkLst>
      <pc:sldMasterChg chg="modSldLayout">
        <pc:chgData name="Christian Rummey" userId="1616f22b-5705-4d11-a330-2855031cc605" providerId="ADAL" clId="{15F4C84D-1EF1-4114-9C4D-36D8254AFF84}" dt="2025-04-14T10:50:14.983" v="3" actId="14100"/>
        <pc:sldMasterMkLst>
          <pc:docMk/>
          <pc:sldMasterMk cId="1297349460" sldId="2147483648"/>
        </pc:sldMasterMkLst>
        <pc:sldLayoutChg chg="addSp modSp mod">
          <pc:chgData name="Christian Rummey" userId="1616f22b-5705-4d11-a330-2855031cc605" providerId="ADAL" clId="{15F4C84D-1EF1-4114-9C4D-36D8254AFF84}" dt="2025-04-14T10:50:14.983" v="3" actId="14100"/>
          <pc:sldLayoutMkLst>
            <pc:docMk/>
            <pc:sldMasterMk cId="1297349460" sldId="2147483648"/>
            <pc:sldLayoutMk cId="775367414" sldId="2147483696"/>
          </pc:sldLayoutMkLst>
        </pc:sldLayoutChg>
      </pc:sldMasterChg>
    </pc:docChg>
  </pc:docChgLst>
  <pc:docChgLst>
    <pc:chgData name="Christian Rummey" userId="1616f22b-5705-4d11-a330-2855031cc605" providerId="ADAL" clId="{8AFA1528-CF22-4F7C-B96F-03281A2A1DDB}"/>
    <pc:docChg chg="undo custSel addSld modSld">
      <pc:chgData name="Christian Rummey" userId="1616f22b-5705-4d11-a330-2855031cc605" providerId="ADAL" clId="{8AFA1528-CF22-4F7C-B96F-03281A2A1DDB}" dt="2025-09-13T17:11:32.117" v="10"/>
      <pc:docMkLst>
        <pc:docMk/>
      </pc:docMkLst>
      <pc:sldChg chg="delSp modSp mod">
        <pc:chgData name="Christian Rummey" userId="1616f22b-5705-4d11-a330-2855031cc605" providerId="ADAL" clId="{8AFA1528-CF22-4F7C-B96F-03281A2A1DDB}" dt="2025-09-13T14:18:28.333" v="9" actId="113"/>
        <pc:sldMkLst>
          <pc:docMk/>
          <pc:sldMk cId="0" sldId="256"/>
        </pc:sldMkLst>
        <pc:spChg chg="del">
          <ac:chgData name="Christian Rummey" userId="1616f22b-5705-4d11-a330-2855031cc605" providerId="ADAL" clId="{8AFA1528-CF22-4F7C-B96F-03281A2A1DDB}" dt="2025-09-13T14:17:21.778" v="1" actId="478"/>
          <ac:spMkLst>
            <pc:docMk/>
            <pc:sldMk cId="0" sldId="256"/>
            <ac:spMk id="3" creationId="{00000000-0000-0000-0000-000000000000}"/>
          </ac:spMkLst>
        </pc:spChg>
        <pc:spChg chg="del">
          <ac:chgData name="Christian Rummey" userId="1616f22b-5705-4d11-a330-2855031cc605" providerId="ADAL" clId="{8AFA1528-CF22-4F7C-B96F-03281A2A1DDB}" dt="2025-09-13T14:17:46.144" v="3" actId="478"/>
          <ac:spMkLst>
            <pc:docMk/>
            <pc:sldMk cId="0" sldId="256"/>
            <ac:spMk id="4" creationId="{00000000-0000-0000-0000-000000000000}"/>
          </ac:spMkLst>
        </pc:spChg>
        <pc:spChg chg="mod topLvl">
          <ac:chgData name="Christian Rummey" userId="1616f22b-5705-4d11-a330-2855031cc605" providerId="ADAL" clId="{8AFA1528-CF22-4F7C-B96F-03281A2A1DDB}" dt="2025-09-13T14:17:17.016" v="0" actId="165"/>
          <ac:spMkLst>
            <pc:docMk/>
            <pc:sldMk cId="0" sldId="256"/>
            <ac:spMk id="5" creationId="{00000000-0000-0000-0000-000000000000}"/>
          </ac:spMkLst>
        </pc:spChg>
        <pc:spChg chg="mod topLvl">
          <ac:chgData name="Christian Rummey" userId="1616f22b-5705-4d11-a330-2855031cc605" providerId="ADAL" clId="{8AFA1528-CF22-4F7C-B96F-03281A2A1DDB}" dt="2025-09-13T14:17:26.709" v="2" actId="113"/>
          <ac:spMkLst>
            <pc:docMk/>
            <pc:sldMk cId="0" sldId="256"/>
            <ac:spMk id="9" creationId="{00000000-0000-0000-0000-000000000000}"/>
          </ac:spMkLst>
        </pc:spChg>
        <pc:spChg chg="mod topLvl">
          <ac:chgData name="Christian Rummey" userId="1616f22b-5705-4d11-a330-2855031cc605" providerId="ADAL" clId="{8AFA1528-CF22-4F7C-B96F-03281A2A1DDB}" dt="2025-09-13T14:17:17.016" v="0" actId="165"/>
          <ac:spMkLst>
            <pc:docMk/>
            <pc:sldMk cId="0" sldId="256"/>
            <ac:spMk id="26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17:26.709" v="2" actId="113"/>
          <ac:spMkLst>
            <pc:docMk/>
            <pc:sldMk cId="0" sldId="256"/>
            <ac:spMk id="36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17:26.709" v="2" actId="113"/>
          <ac:spMkLst>
            <pc:docMk/>
            <pc:sldMk cId="0" sldId="256"/>
            <ac:spMk id="37" creationId="{00000000-0000-0000-0000-000000000000}"/>
          </ac:spMkLst>
        </pc:spChg>
        <pc:spChg chg="mod topLvl">
          <ac:chgData name="Christian Rummey" userId="1616f22b-5705-4d11-a330-2855031cc605" providerId="ADAL" clId="{8AFA1528-CF22-4F7C-B96F-03281A2A1DDB}" dt="2025-09-13T14:17:17.016" v="0" actId="165"/>
          <ac:spMkLst>
            <pc:docMk/>
            <pc:sldMk cId="0" sldId="256"/>
            <ac:spMk id="49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17:26.709" v="2" actId="113"/>
          <ac:spMkLst>
            <pc:docMk/>
            <pc:sldMk cId="0" sldId="256"/>
            <ac:spMk id="51" creationId="{00000000-0000-0000-0000-000000000000}"/>
          </ac:spMkLst>
        </pc:spChg>
        <pc:spChg chg="mod topLvl">
          <ac:chgData name="Christian Rummey" userId="1616f22b-5705-4d11-a330-2855031cc605" providerId="ADAL" clId="{8AFA1528-CF22-4F7C-B96F-03281A2A1DDB}" dt="2025-09-13T14:17:17.016" v="0" actId="165"/>
          <ac:spMkLst>
            <pc:docMk/>
            <pc:sldMk cId="0" sldId="256"/>
            <ac:spMk id="65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17:26.709" v="2" actId="113"/>
          <ac:spMkLst>
            <pc:docMk/>
            <pc:sldMk cId="0" sldId="256"/>
            <ac:spMk id="68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17:26.709" v="2" actId="113"/>
          <ac:spMkLst>
            <pc:docMk/>
            <pc:sldMk cId="0" sldId="256"/>
            <ac:spMk id="77" creationId="{00000000-0000-0000-0000-000000000000}"/>
          </ac:spMkLst>
        </pc:spChg>
        <pc:spChg chg="mod topLvl">
          <ac:chgData name="Christian Rummey" userId="1616f22b-5705-4d11-a330-2855031cc605" providerId="ADAL" clId="{8AFA1528-CF22-4F7C-B96F-03281A2A1DDB}" dt="2025-09-13T14:17:17.016" v="0" actId="165"/>
          <ac:spMkLst>
            <pc:docMk/>
            <pc:sldMk cId="0" sldId="256"/>
            <ac:spMk id="84" creationId="{00000000-0000-0000-0000-000000000000}"/>
          </ac:spMkLst>
        </pc:spChg>
        <pc:spChg chg="mod topLvl">
          <ac:chgData name="Christian Rummey" userId="1616f22b-5705-4d11-a330-2855031cc605" providerId="ADAL" clId="{8AFA1528-CF22-4F7C-B96F-03281A2A1DDB}" dt="2025-09-13T14:17:17.016" v="0" actId="165"/>
          <ac:spMkLst>
            <pc:docMk/>
            <pc:sldMk cId="0" sldId="256"/>
            <ac:spMk id="85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17:26.709" v="2" actId="113"/>
          <ac:spMkLst>
            <pc:docMk/>
            <pc:sldMk cId="0" sldId="256"/>
            <ac:spMk id="87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17:26.709" v="2" actId="113"/>
          <ac:spMkLst>
            <pc:docMk/>
            <pc:sldMk cId="0" sldId="256"/>
            <ac:spMk id="90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17:26.709" v="2" actId="113"/>
          <ac:spMkLst>
            <pc:docMk/>
            <pc:sldMk cId="0" sldId="256"/>
            <ac:spMk id="114" creationId="{00000000-0000-0000-0000-000000000000}"/>
          </ac:spMkLst>
        </pc:spChg>
        <pc:spChg chg="mod topLvl">
          <ac:chgData name="Christian Rummey" userId="1616f22b-5705-4d11-a330-2855031cc605" providerId="ADAL" clId="{8AFA1528-CF22-4F7C-B96F-03281A2A1DDB}" dt="2025-09-13T14:17:17.016" v="0" actId="165"/>
          <ac:spMkLst>
            <pc:docMk/>
            <pc:sldMk cId="0" sldId="256"/>
            <ac:spMk id="119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17:26.709" v="2" actId="113"/>
          <ac:spMkLst>
            <pc:docMk/>
            <pc:sldMk cId="0" sldId="256"/>
            <ac:spMk id="120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18:17.747" v="8" actId="207"/>
          <ac:spMkLst>
            <pc:docMk/>
            <pc:sldMk cId="0" sldId="256"/>
            <ac:spMk id="125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17:56.488" v="6" actId="207"/>
          <ac:spMkLst>
            <pc:docMk/>
            <pc:sldMk cId="0" sldId="256"/>
            <ac:spMk id="126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18:17.747" v="8" actId="207"/>
          <ac:spMkLst>
            <pc:docMk/>
            <pc:sldMk cId="0" sldId="256"/>
            <ac:spMk id="127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18:17.747" v="8" actId="207"/>
          <ac:spMkLst>
            <pc:docMk/>
            <pc:sldMk cId="0" sldId="256"/>
            <ac:spMk id="128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17:56.488" v="6" actId="207"/>
          <ac:spMkLst>
            <pc:docMk/>
            <pc:sldMk cId="0" sldId="256"/>
            <ac:spMk id="129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17:56.488" v="6" actId="207"/>
          <ac:spMkLst>
            <pc:docMk/>
            <pc:sldMk cId="0" sldId="256"/>
            <ac:spMk id="130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17:56.488" v="6" actId="207"/>
          <ac:spMkLst>
            <pc:docMk/>
            <pc:sldMk cId="0" sldId="256"/>
            <ac:spMk id="131" creationId="{00000000-0000-0000-0000-000000000000}"/>
          </ac:spMkLst>
        </pc:spChg>
        <pc:spChg chg="mod topLvl">
          <ac:chgData name="Christian Rummey" userId="1616f22b-5705-4d11-a330-2855031cc605" providerId="ADAL" clId="{8AFA1528-CF22-4F7C-B96F-03281A2A1DDB}" dt="2025-09-13T14:17:56.488" v="6" actId="207"/>
          <ac:spMkLst>
            <pc:docMk/>
            <pc:sldMk cId="0" sldId="256"/>
            <ac:spMk id="132" creationId="{00000000-0000-0000-0000-000000000000}"/>
          </ac:spMkLst>
        </pc:spChg>
        <pc:spChg chg="mod topLvl">
          <ac:chgData name="Christian Rummey" userId="1616f22b-5705-4d11-a330-2855031cc605" providerId="ADAL" clId="{8AFA1528-CF22-4F7C-B96F-03281A2A1DDB}" dt="2025-09-13T14:17:17.016" v="0" actId="165"/>
          <ac:spMkLst>
            <pc:docMk/>
            <pc:sldMk cId="0" sldId="256"/>
            <ac:spMk id="136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3T14:18:28.333" v="9" actId="113"/>
          <ac:spMkLst>
            <pc:docMk/>
            <pc:sldMk cId="0" sldId="256"/>
            <ac:spMk id="146" creationId="{00000000-0000-0000-0000-000000000000}"/>
          </ac:spMkLst>
        </pc:spChg>
      </pc:sldChg>
      <pc:sldChg chg="add">
        <pc:chgData name="Christian Rummey" userId="1616f22b-5705-4d11-a330-2855031cc605" providerId="ADAL" clId="{8AFA1528-CF22-4F7C-B96F-03281A2A1DDB}" dt="2025-09-13T17:11:32.117" v="10"/>
        <pc:sldMkLst>
          <pc:docMk/>
          <pc:sldMk cId="0" sldId="25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A492B1-D0E8-4066-8DC1-F40744AE62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2A53BC-9DD4-4B5D-A18C-F4610F5B99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4B9F4C-C8D0-46E8-90C7-9F3ADA02B81A}" type="datetimeFigureOut">
              <a:rPr lang="en-US" smtClean="0"/>
              <a:t>2025-09-13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48AFA9-FC76-4083-9FF9-28E93E1BD9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EC296C-2E56-4970-8FE6-DA808391A2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FC8586-BA3B-4CFE-9E9B-579F1A69C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132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5603C9-0024-46CF-87BE-1939A334CBB0}" type="datetimeFigureOut">
              <a:rPr lang="en-US" smtClean="0"/>
              <a:t>2025-09-13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A0F714-9B13-41E9-A60E-D61BD25D5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913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Created at 2025-09-13 16-16-56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Created at 2025-09-13 16-11-48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3" y="1709738"/>
            <a:ext cx="10515600" cy="2852737"/>
          </a:xfrm>
        </p:spPr>
        <p:txBody>
          <a:bodyPr anchor="b">
            <a:normAutofit/>
          </a:bodyPr>
          <a:lstStyle>
            <a:lvl1pPr algn="l">
              <a:defRPr lang="en-US" sz="5400" b="1" kern="1200" dirty="0">
                <a:solidFill>
                  <a:srgbClr val="2A3E75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3" y="4643120"/>
            <a:ext cx="10515600" cy="14465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rgbClr val="4A4A4A"/>
                </a:solidFill>
                <a:latin typeface="Tenorite" panose="00000500000000000000" pitchFamily="2" charset="0"/>
              </a:defRPr>
            </a:lvl1pPr>
            <a:lvl2pPr marL="45721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AF3CD5-52C6-EFDB-39AA-9D2EC2448291}"/>
              </a:ext>
            </a:extLst>
          </p:cNvPr>
          <p:cNvCxnSpPr>
            <a:cxnSpLocks/>
          </p:cNvCxnSpPr>
          <p:nvPr userDrawn="1"/>
        </p:nvCxnSpPr>
        <p:spPr>
          <a:xfrm>
            <a:off x="833120" y="4599431"/>
            <a:ext cx="10515600" cy="0"/>
          </a:xfrm>
          <a:prstGeom prst="line">
            <a:avLst/>
          </a:prstGeom>
          <a:ln w="38100">
            <a:solidFill>
              <a:srgbClr val="C02F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1539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20" y="179883"/>
            <a:ext cx="10515600" cy="3050497"/>
          </a:xfrm>
        </p:spPr>
        <p:txBody>
          <a:bodyPr anchor="b">
            <a:normAutofit/>
          </a:bodyPr>
          <a:lstStyle>
            <a:lvl1pPr algn="l">
              <a:defRPr lang="en-US" sz="5400" b="1" kern="1200" dirty="0">
                <a:solidFill>
                  <a:srgbClr val="2A3E75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AF3CD5-52C6-EFDB-39AA-9D2EC2448291}"/>
              </a:ext>
            </a:extLst>
          </p:cNvPr>
          <p:cNvCxnSpPr>
            <a:cxnSpLocks/>
          </p:cNvCxnSpPr>
          <p:nvPr userDrawn="1"/>
        </p:nvCxnSpPr>
        <p:spPr>
          <a:xfrm>
            <a:off x="831852" y="3288312"/>
            <a:ext cx="10515600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CCC9ECA-AF17-77AA-3FBA-9C2ADA4E93E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4547" y="3359464"/>
            <a:ext cx="10515600" cy="3041334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917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0"/>
            <a:ext cx="11731752" cy="135970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625383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8600" y="1783830"/>
            <a:ext cx="11731752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89450AF-5B3A-1BE3-45D6-60D099856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C33CE-F5D7-114C-2E5F-0BB1D6208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97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_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A197C6F-4D88-488A-50DD-5D7BF601315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28600" y="1143000"/>
            <a:ext cx="8666544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A3D7ED22-F98E-C2C8-4338-C3DCEAFE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1"/>
            <a:ext cx="11731752" cy="80507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13FBF2-EE6A-7F21-DA43-BEB4A420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AF21E59-6130-9132-479A-6011AFDD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070C87E-DFA1-032D-5413-84B5C0EA696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874152" y="1143000"/>
            <a:ext cx="6079222" cy="31627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5367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A197C6F-4D88-488A-50DD-5D7BF601315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28600" y="1143000"/>
            <a:ext cx="11731752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A3D7ED22-F98E-C2C8-4338-C3DCEAFE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1"/>
            <a:ext cx="11731752" cy="80507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13FBF2-EE6A-7F21-DA43-BEB4A420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AF21E59-6130-9132-479A-6011AFDD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662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0"/>
            <a:ext cx="11731752" cy="135970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625383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8600" y="1783830"/>
            <a:ext cx="5867400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78D01E8-C1E8-530B-2B36-96123687E1F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096000" y="1783830"/>
            <a:ext cx="5867402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C96B0EB-DC02-C3E4-27BE-B09618C53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53035CB-67F1-9F4F-38E1-119BC05B9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880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97" y="142929"/>
            <a:ext cx="4814636" cy="1692275"/>
          </a:xfrm>
        </p:spPr>
        <p:txBody>
          <a:bodyPr anchor="ctr">
            <a:normAutofit/>
          </a:bodyPr>
          <a:lstStyle>
            <a:lvl1pPr>
              <a:defRPr lang="en-US" sz="32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42929"/>
            <a:ext cx="6770187" cy="6606360"/>
          </a:xfrm>
          <a:prstGeom prst="rect">
            <a:avLst/>
          </a:prstGeom>
        </p:spPr>
        <p:txBody>
          <a:bodyPr/>
          <a:lstStyle>
            <a:lvl1pPr marL="274320">
              <a:defRPr sz="2400">
                <a:latin typeface="Tenorite" panose="00000500000000000000" pitchFamily="2" charset="0"/>
              </a:defRPr>
            </a:lvl1pPr>
            <a:lvl2pPr marL="548640">
              <a:buClr>
                <a:srgbClr val="D21145"/>
              </a:buClr>
              <a:defRPr sz="2000">
                <a:latin typeface="Tenorite" panose="00000500000000000000" pitchFamily="2" charset="0"/>
              </a:defRPr>
            </a:lvl2pPr>
            <a:lvl3pPr marL="822960">
              <a:buClr>
                <a:srgbClr val="003366"/>
              </a:buClr>
              <a:defRPr sz="1800">
                <a:latin typeface="Tenorite" panose="00000500000000000000" pitchFamily="2" charset="0"/>
              </a:defRPr>
            </a:lvl3pPr>
            <a:lvl4pPr marL="1097280">
              <a:buClr>
                <a:srgbClr val="D21145"/>
              </a:buClr>
              <a:defRPr sz="1600">
                <a:latin typeface="Tenorite" panose="00000500000000000000" pitchFamily="2" charset="0"/>
              </a:defRPr>
            </a:lvl4pPr>
            <a:lvl5pPr marL="1371600">
              <a:defRPr sz="16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0973" y="6492876"/>
            <a:ext cx="3912268" cy="256413"/>
          </a:xfrm>
          <a:prstGeom prst="rect">
            <a:avLst/>
          </a:prstGeo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D2F4DEA-5591-BB7D-6249-5D291621BA1D}"/>
              </a:ext>
            </a:extLst>
          </p:cNvPr>
          <p:cNvCxnSpPr>
            <a:cxnSpLocks/>
          </p:cNvCxnSpPr>
          <p:nvPr userDrawn="1"/>
        </p:nvCxnSpPr>
        <p:spPr>
          <a:xfrm>
            <a:off x="1" y="1992643"/>
            <a:ext cx="5074023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F8024D3-1A65-0428-57F2-93033CA6A49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61220" y="2150083"/>
            <a:ext cx="4804612" cy="4222141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Click to 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D894503-3C12-466A-60EE-312759D09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49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"/>
            <a:ext cx="11963400" cy="1033271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rgbClr val="105FAD"/>
                </a:solidFill>
                <a:latin typeface="Tenorite" panose="00000500000000000000" pitchFamily="2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143000"/>
            <a:ext cx="3338065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1pPr>
            <a:lvl2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2pPr>
            <a:lvl3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3pPr>
            <a:lvl4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4pPr>
            <a:lvl5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0CB0027-CAAB-A460-8537-923E442AB2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626" y="6490446"/>
            <a:ext cx="3215774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29F14-29DC-E5C7-B871-EFAFD4E6F8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490446"/>
            <a:ext cx="3860800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EB7E8-F4B2-F9B3-0EE7-B55EA21C5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599" y="6490446"/>
            <a:ext cx="3215775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fld id="{C5EF2332-01BF-834F-8236-50238282D5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585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0C1CB3-BE42-6AF9-C031-C43FC50879A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677808" y="1142999"/>
            <a:ext cx="8275567" cy="5257801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Tenorite" panose="00000500000000000000" pitchFamily="2" charset="0"/>
              </a:defRPr>
            </a:lvl1pPr>
            <a:lvl2pPr>
              <a:defRPr sz="2000">
                <a:latin typeface="Tenorite" panose="00000500000000000000" pitchFamily="2" charset="0"/>
              </a:defRPr>
            </a:lvl2pPr>
            <a:lvl3pPr>
              <a:defRPr sz="2000">
                <a:latin typeface="Tenorite" panose="00000500000000000000" pitchFamily="2" charset="0"/>
              </a:defRPr>
            </a:lvl3pPr>
            <a:lvl4pPr>
              <a:defRPr sz="2000">
                <a:latin typeface="Tenorite" panose="00000500000000000000" pitchFamily="2" charset="0"/>
              </a:defRPr>
            </a:lvl4pPr>
            <a:lvl5pPr>
              <a:defRPr sz="20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601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32577"/>
            <a:ext cx="2865265" cy="1692274"/>
          </a:xfrm>
        </p:spPr>
        <p:txBody>
          <a:bodyPr anchor="ctr"/>
          <a:lstStyle>
            <a:lvl1pPr>
              <a:defRPr sz="3200">
                <a:latin typeface="Tenorite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9455" y="226437"/>
            <a:ext cx="8823919" cy="6522849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Tenorite" panose="00000500000000000000" pitchFamily="2" charset="0"/>
              </a:defRPr>
            </a:lvl1pPr>
            <a:lvl2pPr>
              <a:defRPr sz="2800">
                <a:latin typeface="Tenorite" panose="00000500000000000000" pitchFamily="2" charset="0"/>
              </a:defRPr>
            </a:lvl2pPr>
            <a:lvl3pPr>
              <a:defRPr sz="2400">
                <a:latin typeface="Tenorite" panose="00000500000000000000" pitchFamily="2" charset="0"/>
              </a:defRPr>
            </a:lvl3pPr>
            <a:lvl4pPr>
              <a:defRPr sz="2000">
                <a:latin typeface="Tenorite" panose="00000500000000000000" pitchFamily="2" charset="0"/>
              </a:defRPr>
            </a:lvl4pPr>
            <a:lvl5pPr>
              <a:defRPr sz="20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627" y="2057399"/>
            <a:ext cx="2859298" cy="4307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Tenorite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0969" y="6492874"/>
            <a:ext cx="2328252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787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half" idx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  <a:lvl2pPr>
              <a:defRPr>
                <a:latin typeface="Tenorite" panose="00000500000000000000" pitchFamily="2" charset="0"/>
              </a:defRPr>
            </a:lvl2pPr>
            <a:lvl3pPr>
              <a:defRPr>
                <a:latin typeface="Tenorite" panose="00000500000000000000" pitchFamily="2" charset="0"/>
              </a:defRPr>
            </a:lvl3pPr>
            <a:lvl4pPr>
              <a:defRPr>
                <a:latin typeface="Tenorite" panose="00000500000000000000" pitchFamily="2" charset="0"/>
              </a:defRPr>
            </a:lvl4pPr>
            <a:lvl5pPr>
              <a:defRPr>
                <a:latin typeface="Tenorite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BB5403-9242-AA00-FE6E-B41EFCD30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5371" y="6560763"/>
            <a:ext cx="790097" cy="120634"/>
          </a:xfrm>
        </p:spPr>
        <p:txBody>
          <a:bodyPr anchor="ctr">
            <a:normAutofit/>
          </a:bodyPr>
          <a:lstStyle>
            <a:lvl1pPr>
              <a:defRPr lang="en-US" sz="1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79765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8626" y="226438"/>
            <a:ext cx="11724774" cy="909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590020" y="6760161"/>
            <a:ext cx="601980" cy="97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r>
              <a:rPr lang="en-US"/>
              <a:t>8/27/2020 1:52:14 PM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968" y="6492874"/>
            <a:ext cx="10822406" cy="2564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8626" y="6492874"/>
            <a:ext cx="892342" cy="256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34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6" r:id="rId2"/>
    <p:sldLayoutId id="2147483685" r:id="rId3"/>
    <p:sldLayoutId id="2147483696" r:id="rId4"/>
    <p:sldLayoutId id="2147483697" r:id="rId5"/>
    <p:sldLayoutId id="2147483694" r:id="rId6"/>
    <p:sldLayoutId id="2147483695" r:id="rId7"/>
    <p:sldLayoutId id="2147483698" r:id="rId8"/>
    <p:sldLayoutId id="2147483675" r:id="rId9"/>
    <p:sldLayoutId id="2147483662" r:id="rId10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lang="en-US" sz="4400" b="1" kern="1200" dirty="0">
          <a:solidFill>
            <a:srgbClr val="2A3E75"/>
          </a:solidFill>
          <a:latin typeface="Tenorite" panose="00000500000000000000" pitchFamily="2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c5"/>
          <p:cNvSpPr/>
          <p:nvPr/>
        </p:nvSpPr>
        <p:spPr>
          <a:xfrm>
            <a:off x="7115488" y="4009338"/>
            <a:ext cx="590930" cy="590930"/>
          </a:xfrm>
          <a:prstGeom prst="rect">
            <a:avLst/>
          </a:prstGeom>
          <a:solidFill>
            <a:srgbClr val="56B1F7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b="1"/>
          </a:p>
        </p:txBody>
      </p:sp>
      <p:sp>
        <p:nvSpPr>
          <p:cNvPr id="6" name="rc6"/>
          <p:cNvSpPr/>
          <p:nvPr/>
        </p:nvSpPr>
        <p:spPr>
          <a:xfrm>
            <a:off x="7115488" y="5191199"/>
            <a:ext cx="590930" cy="590930"/>
          </a:xfrm>
          <a:prstGeom prst="rect">
            <a:avLst/>
          </a:prstGeom>
          <a:solidFill>
            <a:srgbClr val="4B9BDA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7" name="rc7"/>
          <p:cNvSpPr/>
          <p:nvPr/>
        </p:nvSpPr>
        <p:spPr>
          <a:xfrm>
            <a:off x="7115488" y="3418408"/>
            <a:ext cx="590930" cy="590930"/>
          </a:xfrm>
          <a:prstGeom prst="rect">
            <a:avLst/>
          </a:prstGeom>
          <a:solidFill>
            <a:srgbClr val="356E9D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b="1"/>
          </a:p>
        </p:txBody>
      </p:sp>
      <p:sp>
        <p:nvSpPr>
          <p:cNvPr id="8" name="rc8"/>
          <p:cNvSpPr/>
          <p:nvPr/>
        </p:nvSpPr>
        <p:spPr>
          <a:xfrm>
            <a:off x="7115488" y="2827478"/>
            <a:ext cx="590930" cy="590930"/>
          </a:xfrm>
          <a:prstGeom prst="rect">
            <a:avLst/>
          </a:prstGeom>
          <a:solidFill>
            <a:srgbClr val="2D5F89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b="1"/>
          </a:p>
        </p:txBody>
      </p:sp>
      <p:sp>
        <p:nvSpPr>
          <p:cNvPr id="9" name="rc9"/>
          <p:cNvSpPr/>
          <p:nvPr/>
        </p:nvSpPr>
        <p:spPr>
          <a:xfrm>
            <a:off x="7115488" y="1645617"/>
            <a:ext cx="590930" cy="590930"/>
          </a:xfrm>
          <a:prstGeom prst="rect">
            <a:avLst/>
          </a:prstGeom>
          <a:solidFill>
            <a:srgbClr val="132B43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b="1"/>
          </a:p>
        </p:txBody>
      </p:sp>
      <p:sp>
        <p:nvSpPr>
          <p:cNvPr id="10" name="rc10"/>
          <p:cNvSpPr/>
          <p:nvPr/>
        </p:nvSpPr>
        <p:spPr>
          <a:xfrm>
            <a:off x="7115488" y="4600268"/>
            <a:ext cx="590930" cy="590930"/>
          </a:xfrm>
          <a:prstGeom prst="rect">
            <a:avLst/>
          </a:prstGeom>
          <a:solidFill>
            <a:srgbClr val="3A78AB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b="1"/>
          </a:p>
        </p:txBody>
      </p:sp>
      <p:sp>
        <p:nvSpPr>
          <p:cNvPr id="11" name="rc11"/>
          <p:cNvSpPr/>
          <p:nvPr/>
        </p:nvSpPr>
        <p:spPr>
          <a:xfrm>
            <a:off x="7115488" y="1054687"/>
            <a:ext cx="590930" cy="590930"/>
          </a:xfrm>
          <a:prstGeom prst="rect">
            <a:avLst/>
          </a:prstGeom>
          <a:solidFill>
            <a:srgbClr val="1E4060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b="1"/>
          </a:p>
        </p:txBody>
      </p:sp>
      <p:sp>
        <p:nvSpPr>
          <p:cNvPr id="12" name="rc12"/>
          <p:cNvSpPr/>
          <p:nvPr/>
        </p:nvSpPr>
        <p:spPr>
          <a:xfrm>
            <a:off x="7115488" y="2236547"/>
            <a:ext cx="590930" cy="590930"/>
          </a:xfrm>
          <a:prstGeom prst="rect">
            <a:avLst/>
          </a:prstGeom>
          <a:solidFill>
            <a:srgbClr val="326997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b="1"/>
          </a:p>
        </p:txBody>
      </p:sp>
      <p:sp>
        <p:nvSpPr>
          <p:cNvPr id="13" name="rc13"/>
          <p:cNvSpPr/>
          <p:nvPr/>
        </p:nvSpPr>
        <p:spPr>
          <a:xfrm>
            <a:off x="5933627" y="4009338"/>
            <a:ext cx="590930" cy="590930"/>
          </a:xfrm>
          <a:prstGeom prst="rect">
            <a:avLst/>
          </a:prstGeom>
          <a:solidFill>
            <a:srgbClr val="4B9BDA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4" name="rc14"/>
          <p:cNvSpPr/>
          <p:nvPr/>
        </p:nvSpPr>
        <p:spPr>
          <a:xfrm>
            <a:off x="5933627" y="5191199"/>
            <a:ext cx="590930" cy="590930"/>
          </a:xfrm>
          <a:prstGeom prst="rect">
            <a:avLst/>
          </a:prstGeom>
          <a:solidFill>
            <a:srgbClr val="56B1F7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5" name="rc15"/>
          <p:cNvSpPr/>
          <p:nvPr/>
        </p:nvSpPr>
        <p:spPr>
          <a:xfrm>
            <a:off x="5933627" y="3418408"/>
            <a:ext cx="590930" cy="590930"/>
          </a:xfrm>
          <a:prstGeom prst="rect">
            <a:avLst/>
          </a:prstGeom>
          <a:solidFill>
            <a:srgbClr val="346D9C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6" name="rc16"/>
          <p:cNvSpPr/>
          <p:nvPr/>
        </p:nvSpPr>
        <p:spPr>
          <a:xfrm>
            <a:off x="5933627" y="2827478"/>
            <a:ext cx="590930" cy="590930"/>
          </a:xfrm>
          <a:prstGeom prst="rect">
            <a:avLst/>
          </a:prstGeom>
          <a:solidFill>
            <a:srgbClr val="2D5E88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7" name="rc17"/>
          <p:cNvSpPr/>
          <p:nvPr/>
        </p:nvSpPr>
        <p:spPr>
          <a:xfrm>
            <a:off x="5933627" y="1645617"/>
            <a:ext cx="590930" cy="590930"/>
          </a:xfrm>
          <a:prstGeom prst="rect">
            <a:avLst/>
          </a:prstGeom>
          <a:solidFill>
            <a:srgbClr val="17334D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8" name="rc18"/>
          <p:cNvSpPr/>
          <p:nvPr/>
        </p:nvSpPr>
        <p:spPr>
          <a:xfrm>
            <a:off x="5933627" y="4600268"/>
            <a:ext cx="590930" cy="590930"/>
          </a:xfrm>
          <a:prstGeom prst="rect">
            <a:avLst/>
          </a:prstGeom>
          <a:solidFill>
            <a:srgbClr val="3E81B7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9" name="rc19"/>
          <p:cNvSpPr/>
          <p:nvPr/>
        </p:nvSpPr>
        <p:spPr>
          <a:xfrm>
            <a:off x="5933627" y="1054687"/>
            <a:ext cx="590930" cy="590930"/>
          </a:xfrm>
          <a:prstGeom prst="rect">
            <a:avLst/>
          </a:prstGeom>
          <a:solidFill>
            <a:srgbClr val="234A6D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0" name="rc20"/>
          <p:cNvSpPr/>
          <p:nvPr/>
        </p:nvSpPr>
        <p:spPr>
          <a:xfrm>
            <a:off x="5933627" y="2236547"/>
            <a:ext cx="590930" cy="590930"/>
          </a:xfrm>
          <a:prstGeom prst="rect">
            <a:avLst/>
          </a:prstGeom>
          <a:solidFill>
            <a:srgbClr val="316693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1" name="rc21"/>
          <p:cNvSpPr/>
          <p:nvPr/>
        </p:nvSpPr>
        <p:spPr>
          <a:xfrm>
            <a:off x="7706418" y="4009338"/>
            <a:ext cx="590930" cy="590930"/>
          </a:xfrm>
          <a:prstGeom prst="rect">
            <a:avLst/>
          </a:prstGeom>
          <a:solidFill>
            <a:srgbClr val="356E9D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b="1"/>
          </a:p>
        </p:txBody>
      </p:sp>
      <p:sp>
        <p:nvSpPr>
          <p:cNvPr id="22" name="rc22"/>
          <p:cNvSpPr/>
          <p:nvPr/>
        </p:nvSpPr>
        <p:spPr>
          <a:xfrm>
            <a:off x="7706418" y="5191199"/>
            <a:ext cx="590930" cy="590930"/>
          </a:xfrm>
          <a:prstGeom prst="rect">
            <a:avLst/>
          </a:prstGeom>
          <a:solidFill>
            <a:srgbClr val="346D9C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3" name="rc23"/>
          <p:cNvSpPr/>
          <p:nvPr/>
        </p:nvSpPr>
        <p:spPr>
          <a:xfrm>
            <a:off x="7706418" y="3418408"/>
            <a:ext cx="590930" cy="590930"/>
          </a:xfrm>
          <a:prstGeom prst="rect">
            <a:avLst/>
          </a:prstGeom>
          <a:solidFill>
            <a:srgbClr val="56B1F7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b="1"/>
          </a:p>
        </p:txBody>
      </p:sp>
      <p:sp>
        <p:nvSpPr>
          <p:cNvPr id="24" name="rc24"/>
          <p:cNvSpPr/>
          <p:nvPr/>
        </p:nvSpPr>
        <p:spPr>
          <a:xfrm>
            <a:off x="7706418" y="2827478"/>
            <a:ext cx="590930" cy="590930"/>
          </a:xfrm>
          <a:prstGeom prst="rect">
            <a:avLst/>
          </a:prstGeom>
          <a:solidFill>
            <a:srgbClr val="50A5E7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b="1"/>
          </a:p>
        </p:txBody>
      </p:sp>
      <p:sp>
        <p:nvSpPr>
          <p:cNvPr id="25" name="rc25"/>
          <p:cNvSpPr/>
          <p:nvPr/>
        </p:nvSpPr>
        <p:spPr>
          <a:xfrm>
            <a:off x="7706418" y="1645617"/>
            <a:ext cx="590930" cy="590930"/>
          </a:xfrm>
          <a:prstGeom prst="rect">
            <a:avLst/>
          </a:prstGeom>
          <a:solidFill>
            <a:srgbClr val="16324C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b="1"/>
          </a:p>
        </p:txBody>
      </p:sp>
      <p:sp>
        <p:nvSpPr>
          <p:cNvPr id="26" name="rc26"/>
          <p:cNvSpPr/>
          <p:nvPr/>
        </p:nvSpPr>
        <p:spPr>
          <a:xfrm>
            <a:off x="7706418" y="4600268"/>
            <a:ext cx="590930" cy="590930"/>
          </a:xfrm>
          <a:prstGeom prst="rect">
            <a:avLst/>
          </a:prstGeom>
          <a:solidFill>
            <a:srgbClr val="265075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b="1"/>
          </a:p>
        </p:txBody>
      </p:sp>
      <p:sp>
        <p:nvSpPr>
          <p:cNvPr id="27" name="rc27"/>
          <p:cNvSpPr/>
          <p:nvPr/>
        </p:nvSpPr>
        <p:spPr>
          <a:xfrm>
            <a:off x="7706418" y="1054687"/>
            <a:ext cx="590930" cy="590930"/>
          </a:xfrm>
          <a:prstGeom prst="rect">
            <a:avLst/>
          </a:prstGeom>
          <a:solidFill>
            <a:srgbClr val="1B3A57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b="1"/>
          </a:p>
        </p:txBody>
      </p:sp>
      <p:sp>
        <p:nvSpPr>
          <p:cNvPr id="28" name="rc28"/>
          <p:cNvSpPr/>
          <p:nvPr/>
        </p:nvSpPr>
        <p:spPr>
          <a:xfrm>
            <a:off x="7706418" y="2236547"/>
            <a:ext cx="590930" cy="590930"/>
          </a:xfrm>
          <a:prstGeom prst="rect">
            <a:avLst/>
          </a:prstGeom>
          <a:solidFill>
            <a:srgbClr val="316692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b="1"/>
          </a:p>
        </p:txBody>
      </p:sp>
      <p:sp>
        <p:nvSpPr>
          <p:cNvPr id="29" name="rc29"/>
          <p:cNvSpPr/>
          <p:nvPr/>
        </p:nvSpPr>
        <p:spPr>
          <a:xfrm>
            <a:off x="8297348" y="4009338"/>
            <a:ext cx="590930" cy="590930"/>
          </a:xfrm>
          <a:prstGeom prst="rect">
            <a:avLst/>
          </a:prstGeom>
          <a:solidFill>
            <a:srgbClr val="2D5F89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b="1"/>
          </a:p>
        </p:txBody>
      </p:sp>
      <p:sp>
        <p:nvSpPr>
          <p:cNvPr id="30" name="rc30"/>
          <p:cNvSpPr/>
          <p:nvPr/>
        </p:nvSpPr>
        <p:spPr>
          <a:xfrm>
            <a:off x="8297348" y="5191199"/>
            <a:ext cx="590930" cy="590930"/>
          </a:xfrm>
          <a:prstGeom prst="rect">
            <a:avLst/>
          </a:prstGeom>
          <a:solidFill>
            <a:srgbClr val="2D5E88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1" name="rc31"/>
          <p:cNvSpPr/>
          <p:nvPr/>
        </p:nvSpPr>
        <p:spPr>
          <a:xfrm>
            <a:off x="8297348" y="3418408"/>
            <a:ext cx="590930" cy="590930"/>
          </a:xfrm>
          <a:prstGeom prst="rect">
            <a:avLst/>
          </a:prstGeom>
          <a:solidFill>
            <a:srgbClr val="50A5E7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b="1"/>
          </a:p>
        </p:txBody>
      </p:sp>
      <p:sp>
        <p:nvSpPr>
          <p:cNvPr id="32" name="rc32"/>
          <p:cNvSpPr/>
          <p:nvPr/>
        </p:nvSpPr>
        <p:spPr>
          <a:xfrm>
            <a:off x="8297348" y="2827478"/>
            <a:ext cx="590930" cy="590930"/>
          </a:xfrm>
          <a:prstGeom prst="rect">
            <a:avLst/>
          </a:prstGeom>
          <a:solidFill>
            <a:srgbClr val="56B1F7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b="1"/>
          </a:p>
        </p:txBody>
      </p:sp>
      <p:sp>
        <p:nvSpPr>
          <p:cNvPr id="33" name="rc33"/>
          <p:cNvSpPr/>
          <p:nvPr/>
        </p:nvSpPr>
        <p:spPr>
          <a:xfrm>
            <a:off x="8297348" y="1645617"/>
            <a:ext cx="590930" cy="590930"/>
          </a:xfrm>
          <a:prstGeom prst="rect">
            <a:avLst/>
          </a:prstGeom>
          <a:solidFill>
            <a:srgbClr val="152F48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b="1"/>
          </a:p>
        </p:txBody>
      </p:sp>
      <p:sp>
        <p:nvSpPr>
          <p:cNvPr id="34" name="rc34"/>
          <p:cNvSpPr/>
          <p:nvPr/>
        </p:nvSpPr>
        <p:spPr>
          <a:xfrm>
            <a:off x="8297348" y="4600268"/>
            <a:ext cx="590930" cy="590930"/>
          </a:xfrm>
          <a:prstGeom prst="rect">
            <a:avLst/>
          </a:prstGeom>
          <a:solidFill>
            <a:srgbClr val="204465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b="1"/>
          </a:p>
        </p:txBody>
      </p:sp>
      <p:sp>
        <p:nvSpPr>
          <p:cNvPr id="35" name="rc35"/>
          <p:cNvSpPr/>
          <p:nvPr/>
        </p:nvSpPr>
        <p:spPr>
          <a:xfrm>
            <a:off x="8297348" y="1054687"/>
            <a:ext cx="590930" cy="590930"/>
          </a:xfrm>
          <a:prstGeom prst="rect">
            <a:avLst/>
          </a:prstGeom>
          <a:solidFill>
            <a:srgbClr val="17334D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b="1"/>
          </a:p>
        </p:txBody>
      </p:sp>
      <p:sp>
        <p:nvSpPr>
          <p:cNvPr id="36" name="rc36"/>
          <p:cNvSpPr/>
          <p:nvPr/>
        </p:nvSpPr>
        <p:spPr>
          <a:xfrm>
            <a:off x="8297348" y="2236547"/>
            <a:ext cx="590930" cy="590930"/>
          </a:xfrm>
          <a:prstGeom prst="rect">
            <a:avLst/>
          </a:prstGeom>
          <a:solidFill>
            <a:srgbClr val="2D5E87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b="1"/>
          </a:p>
        </p:txBody>
      </p:sp>
      <p:sp>
        <p:nvSpPr>
          <p:cNvPr id="37" name="rc37"/>
          <p:cNvSpPr/>
          <p:nvPr/>
        </p:nvSpPr>
        <p:spPr>
          <a:xfrm>
            <a:off x="9479209" y="4009338"/>
            <a:ext cx="590930" cy="590930"/>
          </a:xfrm>
          <a:prstGeom prst="rect">
            <a:avLst/>
          </a:prstGeom>
          <a:solidFill>
            <a:srgbClr val="132B43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b="1"/>
          </a:p>
        </p:txBody>
      </p:sp>
      <p:sp>
        <p:nvSpPr>
          <p:cNvPr id="38" name="rc38"/>
          <p:cNvSpPr/>
          <p:nvPr/>
        </p:nvSpPr>
        <p:spPr>
          <a:xfrm>
            <a:off x="9479209" y="5191199"/>
            <a:ext cx="590930" cy="590930"/>
          </a:xfrm>
          <a:prstGeom prst="rect">
            <a:avLst/>
          </a:prstGeom>
          <a:solidFill>
            <a:srgbClr val="17334D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9" name="rc39"/>
          <p:cNvSpPr/>
          <p:nvPr/>
        </p:nvSpPr>
        <p:spPr>
          <a:xfrm>
            <a:off x="9479209" y="3418408"/>
            <a:ext cx="590930" cy="590930"/>
          </a:xfrm>
          <a:prstGeom prst="rect">
            <a:avLst/>
          </a:prstGeom>
          <a:solidFill>
            <a:srgbClr val="16324C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b="1"/>
          </a:p>
        </p:txBody>
      </p:sp>
      <p:sp>
        <p:nvSpPr>
          <p:cNvPr id="40" name="rc40"/>
          <p:cNvSpPr/>
          <p:nvPr/>
        </p:nvSpPr>
        <p:spPr>
          <a:xfrm>
            <a:off x="9479209" y="2827478"/>
            <a:ext cx="590930" cy="590930"/>
          </a:xfrm>
          <a:prstGeom prst="rect">
            <a:avLst/>
          </a:prstGeom>
          <a:solidFill>
            <a:srgbClr val="152F48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b="1"/>
          </a:p>
        </p:txBody>
      </p:sp>
      <p:sp>
        <p:nvSpPr>
          <p:cNvPr id="41" name="rc41"/>
          <p:cNvSpPr/>
          <p:nvPr/>
        </p:nvSpPr>
        <p:spPr>
          <a:xfrm>
            <a:off x="9479209" y="1645617"/>
            <a:ext cx="590930" cy="590930"/>
          </a:xfrm>
          <a:prstGeom prst="rect">
            <a:avLst/>
          </a:prstGeom>
          <a:solidFill>
            <a:srgbClr val="56B1F7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b="1"/>
          </a:p>
        </p:txBody>
      </p:sp>
      <p:sp>
        <p:nvSpPr>
          <p:cNvPr id="42" name="rc42"/>
          <p:cNvSpPr/>
          <p:nvPr/>
        </p:nvSpPr>
        <p:spPr>
          <a:xfrm>
            <a:off x="9479209" y="4600268"/>
            <a:ext cx="590930" cy="590930"/>
          </a:xfrm>
          <a:prstGeom prst="rect">
            <a:avLst/>
          </a:prstGeom>
          <a:solidFill>
            <a:srgbClr val="1C3C5A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b="1"/>
          </a:p>
        </p:txBody>
      </p:sp>
      <p:sp>
        <p:nvSpPr>
          <p:cNvPr id="43" name="rc43"/>
          <p:cNvSpPr/>
          <p:nvPr/>
        </p:nvSpPr>
        <p:spPr>
          <a:xfrm>
            <a:off x="9479209" y="1054687"/>
            <a:ext cx="590930" cy="590930"/>
          </a:xfrm>
          <a:prstGeom prst="rect">
            <a:avLst/>
          </a:prstGeom>
          <a:solidFill>
            <a:srgbClr val="1C3D5B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b="1"/>
          </a:p>
        </p:txBody>
      </p:sp>
      <p:sp>
        <p:nvSpPr>
          <p:cNvPr id="44" name="rc44"/>
          <p:cNvSpPr/>
          <p:nvPr/>
        </p:nvSpPr>
        <p:spPr>
          <a:xfrm>
            <a:off x="9479209" y="2236547"/>
            <a:ext cx="590930" cy="590930"/>
          </a:xfrm>
          <a:prstGeom prst="rect">
            <a:avLst/>
          </a:prstGeom>
          <a:solidFill>
            <a:srgbClr val="1A3855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b="1"/>
          </a:p>
        </p:txBody>
      </p:sp>
      <p:sp>
        <p:nvSpPr>
          <p:cNvPr id="45" name="rc45"/>
          <p:cNvSpPr/>
          <p:nvPr/>
        </p:nvSpPr>
        <p:spPr>
          <a:xfrm>
            <a:off x="6524557" y="4009338"/>
            <a:ext cx="590930" cy="590930"/>
          </a:xfrm>
          <a:prstGeom prst="rect">
            <a:avLst/>
          </a:prstGeom>
          <a:solidFill>
            <a:srgbClr val="3A78AB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b="1"/>
          </a:p>
        </p:txBody>
      </p:sp>
      <p:sp>
        <p:nvSpPr>
          <p:cNvPr id="46" name="rc46"/>
          <p:cNvSpPr/>
          <p:nvPr/>
        </p:nvSpPr>
        <p:spPr>
          <a:xfrm>
            <a:off x="6524557" y="5191199"/>
            <a:ext cx="590930" cy="590930"/>
          </a:xfrm>
          <a:prstGeom prst="rect">
            <a:avLst/>
          </a:prstGeom>
          <a:solidFill>
            <a:srgbClr val="3E81B7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47" name="rc47"/>
          <p:cNvSpPr/>
          <p:nvPr/>
        </p:nvSpPr>
        <p:spPr>
          <a:xfrm>
            <a:off x="6524557" y="3418408"/>
            <a:ext cx="590930" cy="590930"/>
          </a:xfrm>
          <a:prstGeom prst="rect">
            <a:avLst/>
          </a:prstGeom>
          <a:solidFill>
            <a:srgbClr val="265075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b="1"/>
          </a:p>
        </p:txBody>
      </p:sp>
      <p:sp>
        <p:nvSpPr>
          <p:cNvPr id="48" name="rc48"/>
          <p:cNvSpPr/>
          <p:nvPr/>
        </p:nvSpPr>
        <p:spPr>
          <a:xfrm>
            <a:off x="6524557" y="2827478"/>
            <a:ext cx="590930" cy="590930"/>
          </a:xfrm>
          <a:prstGeom prst="rect">
            <a:avLst/>
          </a:prstGeom>
          <a:solidFill>
            <a:srgbClr val="204465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b="1"/>
          </a:p>
        </p:txBody>
      </p:sp>
      <p:sp>
        <p:nvSpPr>
          <p:cNvPr id="49" name="rc49"/>
          <p:cNvSpPr/>
          <p:nvPr/>
        </p:nvSpPr>
        <p:spPr>
          <a:xfrm>
            <a:off x="6524557" y="1645617"/>
            <a:ext cx="590930" cy="590930"/>
          </a:xfrm>
          <a:prstGeom prst="rect">
            <a:avLst/>
          </a:prstGeom>
          <a:solidFill>
            <a:srgbClr val="1C3C5A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b="1"/>
          </a:p>
        </p:txBody>
      </p:sp>
      <p:sp>
        <p:nvSpPr>
          <p:cNvPr id="50" name="rc50"/>
          <p:cNvSpPr/>
          <p:nvPr/>
        </p:nvSpPr>
        <p:spPr>
          <a:xfrm>
            <a:off x="6524557" y="4600268"/>
            <a:ext cx="590930" cy="590930"/>
          </a:xfrm>
          <a:prstGeom prst="rect">
            <a:avLst/>
          </a:prstGeom>
          <a:solidFill>
            <a:srgbClr val="56B1F7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b="1"/>
          </a:p>
        </p:txBody>
      </p:sp>
      <p:sp>
        <p:nvSpPr>
          <p:cNvPr id="51" name="rc51"/>
          <p:cNvSpPr/>
          <p:nvPr/>
        </p:nvSpPr>
        <p:spPr>
          <a:xfrm>
            <a:off x="6524557" y="1054687"/>
            <a:ext cx="590930" cy="590930"/>
          </a:xfrm>
          <a:prstGeom prst="rect">
            <a:avLst/>
          </a:prstGeom>
          <a:solidFill>
            <a:srgbClr val="254F74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b="1"/>
          </a:p>
        </p:txBody>
      </p:sp>
      <p:sp>
        <p:nvSpPr>
          <p:cNvPr id="52" name="rc52"/>
          <p:cNvSpPr/>
          <p:nvPr/>
        </p:nvSpPr>
        <p:spPr>
          <a:xfrm>
            <a:off x="6524557" y="2236547"/>
            <a:ext cx="590930" cy="590930"/>
          </a:xfrm>
          <a:prstGeom prst="rect">
            <a:avLst/>
          </a:prstGeom>
          <a:solidFill>
            <a:srgbClr val="316692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b="1"/>
          </a:p>
        </p:txBody>
      </p:sp>
      <p:sp>
        <p:nvSpPr>
          <p:cNvPr id="53" name="rc53"/>
          <p:cNvSpPr/>
          <p:nvPr/>
        </p:nvSpPr>
        <p:spPr>
          <a:xfrm>
            <a:off x="10070139" y="4009338"/>
            <a:ext cx="590930" cy="590930"/>
          </a:xfrm>
          <a:prstGeom prst="rect">
            <a:avLst/>
          </a:prstGeom>
          <a:solidFill>
            <a:srgbClr val="1E4060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4" name="rc54"/>
          <p:cNvSpPr/>
          <p:nvPr/>
        </p:nvSpPr>
        <p:spPr>
          <a:xfrm>
            <a:off x="10070139" y="5191199"/>
            <a:ext cx="590930" cy="590930"/>
          </a:xfrm>
          <a:prstGeom prst="rect">
            <a:avLst/>
          </a:prstGeom>
          <a:solidFill>
            <a:srgbClr val="234A6D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5" name="rc55"/>
          <p:cNvSpPr/>
          <p:nvPr/>
        </p:nvSpPr>
        <p:spPr>
          <a:xfrm>
            <a:off x="10070139" y="3418408"/>
            <a:ext cx="590930" cy="590930"/>
          </a:xfrm>
          <a:prstGeom prst="rect">
            <a:avLst/>
          </a:prstGeom>
          <a:solidFill>
            <a:srgbClr val="1B3A57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6" name="rc56"/>
          <p:cNvSpPr/>
          <p:nvPr/>
        </p:nvSpPr>
        <p:spPr>
          <a:xfrm>
            <a:off x="10070139" y="2827478"/>
            <a:ext cx="590930" cy="590930"/>
          </a:xfrm>
          <a:prstGeom prst="rect">
            <a:avLst/>
          </a:prstGeom>
          <a:solidFill>
            <a:srgbClr val="17334D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7" name="rc57"/>
          <p:cNvSpPr/>
          <p:nvPr/>
        </p:nvSpPr>
        <p:spPr>
          <a:xfrm>
            <a:off x="10070139" y="1645617"/>
            <a:ext cx="590930" cy="590930"/>
          </a:xfrm>
          <a:prstGeom prst="rect">
            <a:avLst/>
          </a:prstGeom>
          <a:solidFill>
            <a:srgbClr val="1C3D5B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8" name="rc58"/>
          <p:cNvSpPr/>
          <p:nvPr/>
        </p:nvSpPr>
        <p:spPr>
          <a:xfrm>
            <a:off x="10070139" y="4600268"/>
            <a:ext cx="590930" cy="590930"/>
          </a:xfrm>
          <a:prstGeom prst="rect">
            <a:avLst/>
          </a:prstGeom>
          <a:solidFill>
            <a:srgbClr val="254F74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9" name="rc59"/>
          <p:cNvSpPr/>
          <p:nvPr/>
        </p:nvSpPr>
        <p:spPr>
          <a:xfrm>
            <a:off x="10070139" y="1054687"/>
            <a:ext cx="590930" cy="590930"/>
          </a:xfrm>
          <a:prstGeom prst="rect">
            <a:avLst/>
          </a:prstGeom>
          <a:solidFill>
            <a:srgbClr val="56B1F7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0" name="rc60"/>
          <p:cNvSpPr/>
          <p:nvPr/>
        </p:nvSpPr>
        <p:spPr>
          <a:xfrm>
            <a:off x="10070139" y="2236547"/>
            <a:ext cx="590930" cy="590930"/>
          </a:xfrm>
          <a:prstGeom prst="rect">
            <a:avLst/>
          </a:prstGeom>
          <a:solidFill>
            <a:srgbClr val="22486A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1" name="rc61"/>
          <p:cNvSpPr/>
          <p:nvPr/>
        </p:nvSpPr>
        <p:spPr>
          <a:xfrm>
            <a:off x="8888279" y="4009338"/>
            <a:ext cx="590930" cy="590930"/>
          </a:xfrm>
          <a:prstGeom prst="rect">
            <a:avLst/>
          </a:prstGeom>
          <a:solidFill>
            <a:srgbClr val="326997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b="1"/>
          </a:p>
        </p:txBody>
      </p:sp>
      <p:sp>
        <p:nvSpPr>
          <p:cNvPr id="62" name="rc62"/>
          <p:cNvSpPr/>
          <p:nvPr/>
        </p:nvSpPr>
        <p:spPr>
          <a:xfrm>
            <a:off x="8888279" y="5191199"/>
            <a:ext cx="590930" cy="590930"/>
          </a:xfrm>
          <a:prstGeom prst="rect">
            <a:avLst/>
          </a:prstGeom>
          <a:solidFill>
            <a:srgbClr val="316693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63" name="rc63"/>
          <p:cNvSpPr/>
          <p:nvPr/>
        </p:nvSpPr>
        <p:spPr>
          <a:xfrm>
            <a:off x="8888279" y="3418408"/>
            <a:ext cx="590930" cy="590930"/>
          </a:xfrm>
          <a:prstGeom prst="rect">
            <a:avLst/>
          </a:prstGeom>
          <a:solidFill>
            <a:srgbClr val="316692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b="1"/>
          </a:p>
        </p:txBody>
      </p:sp>
      <p:sp>
        <p:nvSpPr>
          <p:cNvPr id="64" name="rc64"/>
          <p:cNvSpPr/>
          <p:nvPr/>
        </p:nvSpPr>
        <p:spPr>
          <a:xfrm>
            <a:off x="8888279" y="2827478"/>
            <a:ext cx="590930" cy="590930"/>
          </a:xfrm>
          <a:prstGeom prst="rect">
            <a:avLst/>
          </a:prstGeom>
          <a:solidFill>
            <a:srgbClr val="2D5E87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b="1"/>
          </a:p>
        </p:txBody>
      </p:sp>
      <p:sp>
        <p:nvSpPr>
          <p:cNvPr id="65" name="rc65"/>
          <p:cNvSpPr/>
          <p:nvPr/>
        </p:nvSpPr>
        <p:spPr>
          <a:xfrm>
            <a:off x="8888279" y="1645617"/>
            <a:ext cx="590930" cy="590930"/>
          </a:xfrm>
          <a:prstGeom prst="rect">
            <a:avLst/>
          </a:prstGeom>
          <a:solidFill>
            <a:srgbClr val="1A3855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b="1"/>
          </a:p>
        </p:txBody>
      </p:sp>
      <p:sp>
        <p:nvSpPr>
          <p:cNvPr id="66" name="rc66"/>
          <p:cNvSpPr/>
          <p:nvPr/>
        </p:nvSpPr>
        <p:spPr>
          <a:xfrm>
            <a:off x="8888279" y="4600268"/>
            <a:ext cx="590930" cy="590930"/>
          </a:xfrm>
          <a:prstGeom prst="rect">
            <a:avLst/>
          </a:prstGeom>
          <a:solidFill>
            <a:srgbClr val="316692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b="1"/>
          </a:p>
        </p:txBody>
      </p:sp>
      <p:sp>
        <p:nvSpPr>
          <p:cNvPr id="67" name="rc67"/>
          <p:cNvSpPr/>
          <p:nvPr/>
        </p:nvSpPr>
        <p:spPr>
          <a:xfrm>
            <a:off x="8888279" y="1054687"/>
            <a:ext cx="590930" cy="590930"/>
          </a:xfrm>
          <a:prstGeom prst="rect">
            <a:avLst/>
          </a:prstGeom>
          <a:solidFill>
            <a:srgbClr val="22486A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b="1"/>
          </a:p>
        </p:txBody>
      </p:sp>
      <p:sp>
        <p:nvSpPr>
          <p:cNvPr id="68" name="rc68"/>
          <p:cNvSpPr/>
          <p:nvPr/>
        </p:nvSpPr>
        <p:spPr>
          <a:xfrm>
            <a:off x="8888279" y="2236547"/>
            <a:ext cx="590930" cy="590930"/>
          </a:xfrm>
          <a:prstGeom prst="rect">
            <a:avLst/>
          </a:prstGeom>
          <a:solidFill>
            <a:srgbClr val="56B1F7">
              <a:alpha val="100000"/>
            </a:srgbClr>
          </a:solidFill>
          <a:ln w="5420" cap="flat">
            <a:solidFill>
              <a:srgbClr val="FFFF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 b="1"/>
          </a:p>
        </p:txBody>
      </p:sp>
      <p:sp>
        <p:nvSpPr>
          <p:cNvPr id="69" name="tx69"/>
          <p:cNvSpPr/>
          <p:nvPr/>
        </p:nvSpPr>
        <p:spPr>
          <a:xfrm>
            <a:off x="7305459" y="4264363"/>
            <a:ext cx="210987" cy="7923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1.00</a:t>
            </a:r>
          </a:p>
        </p:txBody>
      </p:sp>
      <p:sp>
        <p:nvSpPr>
          <p:cNvPr id="70" name="tx70"/>
          <p:cNvSpPr/>
          <p:nvPr/>
        </p:nvSpPr>
        <p:spPr>
          <a:xfrm>
            <a:off x="7305459" y="5446224"/>
            <a:ext cx="210987" cy="7923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0.90</a:t>
            </a:r>
          </a:p>
        </p:txBody>
      </p:sp>
      <p:sp>
        <p:nvSpPr>
          <p:cNvPr id="71" name="tx71"/>
          <p:cNvSpPr/>
          <p:nvPr/>
        </p:nvSpPr>
        <p:spPr>
          <a:xfrm>
            <a:off x="7305459" y="3673433"/>
            <a:ext cx="210987" cy="7923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0.67</a:t>
            </a:r>
          </a:p>
        </p:txBody>
      </p:sp>
      <p:sp>
        <p:nvSpPr>
          <p:cNvPr id="72" name="tx72"/>
          <p:cNvSpPr/>
          <p:nvPr/>
        </p:nvSpPr>
        <p:spPr>
          <a:xfrm>
            <a:off x="7305459" y="3082503"/>
            <a:ext cx="210987" cy="7923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0.59</a:t>
            </a:r>
          </a:p>
        </p:txBody>
      </p:sp>
      <p:sp>
        <p:nvSpPr>
          <p:cNvPr id="73" name="tx73"/>
          <p:cNvSpPr/>
          <p:nvPr/>
        </p:nvSpPr>
        <p:spPr>
          <a:xfrm>
            <a:off x="7305459" y="1900589"/>
            <a:ext cx="210987" cy="792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0.30</a:t>
            </a:r>
          </a:p>
        </p:txBody>
      </p:sp>
      <p:sp>
        <p:nvSpPr>
          <p:cNvPr id="74" name="tx74"/>
          <p:cNvSpPr/>
          <p:nvPr/>
        </p:nvSpPr>
        <p:spPr>
          <a:xfrm>
            <a:off x="7305459" y="4855293"/>
            <a:ext cx="210987" cy="7923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0.72</a:t>
            </a:r>
          </a:p>
        </p:txBody>
      </p:sp>
      <p:sp>
        <p:nvSpPr>
          <p:cNvPr id="75" name="tx75"/>
          <p:cNvSpPr/>
          <p:nvPr/>
        </p:nvSpPr>
        <p:spPr>
          <a:xfrm>
            <a:off x="7305459" y="1309712"/>
            <a:ext cx="210987" cy="7923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0.42</a:t>
            </a:r>
          </a:p>
        </p:txBody>
      </p:sp>
      <p:sp>
        <p:nvSpPr>
          <p:cNvPr id="76" name="tx76"/>
          <p:cNvSpPr/>
          <p:nvPr/>
        </p:nvSpPr>
        <p:spPr>
          <a:xfrm>
            <a:off x="7305459" y="2491572"/>
            <a:ext cx="210987" cy="7923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0.65</a:t>
            </a:r>
          </a:p>
        </p:txBody>
      </p:sp>
      <p:sp>
        <p:nvSpPr>
          <p:cNvPr id="77" name="tx77"/>
          <p:cNvSpPr/>
          <p:nvPr/>
        </p:nvSpPr>
        <p:spPr>
          <a:xfrm>
            <a:off x="6123599" y="4264363"/>
            <a:ext cx="210987" cy="7923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0.90</a:t>
            </a:r>
          </a:p>
        </p:txBody>
      </p:sp>
      <p:sp>
        <p:nvSpPr>
          <p:cNvPr id="78" name="tx78"/>
          <p:cNvSpPr/>
          <p:nvPr/>
        </p:nvSpPr>
        <p:spPr>
          <a:xfrm>
            <a:off x="6123599" y="5446224"/>
            <a:ext cx="210987" cy="7923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1.00</a:t>
            </a:r>
          </a:p>
        </p:txBody>
      </p:sp>
      <p:sp>
        <p:nvSpPr>
          <p:cNvPr id="79" name="tx79"/>
          <p:cNvSpPr/>
          <p:nvPr/>
        </p:nvSpPr>
        <p:spPr>
          <a:xfrm>
            <a:off x="6123599" y="3673433"/>
            <a:ext cx="210987" cy="7923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0.67</a:t>
            </a:r>
          </a:p>
        </p:txBody>
      </p:sp>
      <p:sp>
        <p:nvSpPr>
          <p:cNvPr id="80" name="tx80"/>
          <p:cNvSpPr/>
          <p:nvPr/>
        </p:nvSpPr>
        <p:spPr>
          <a:xfrm>
            <a:off x="6123599" y="3082503"/>
            <a:ext cx="210987" cy="7923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0.59</a:t>
            </a:r>
          </a:p>
        </p:txBody>
      </p:sp>
      <p:sp>
        <p:nvSpPr>
          <p:cNvPr id="81" name="tx81"/>
          <p:cNvSpPr/>
          <p:nvPr/>
        </p:nvSpPr>
        <p:spPr>
          <a:xfrm>
            <a:off x="6123599" y="1900589"/>
            <a:ext cx="210987" cy="792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0.35</a:t>
            </a:r>
          </a:p>
        </p:txBody>
      </p:sp>
      <p:sp>
        <p:nvSpPr>
          <p:cNvPr id="82" name="tx82"/>
          <p:cNvSpPr/>
          <p:nvPr/>
        </p:nvSpPr>
        <p:spPr>
          <a:xfrm>
            <a:off x="6123599" y="4855293"/>
            <a:ext cx="210987" cy="7923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0.77</a:t>
            </a:r>
          </a:p>
        </p:txBody>
      </p:sp>
      <p:sp>
        <p:nvSpPr>
          <p:cNvPr id="83" name="tx83"/>
          <p:cNvSpPr/>
          <p:nvPr/>
        </p:nvSpPr>
        <p:spPr>
          <a:xfrm>
            <a:off x="6123599" y="1309712"/>
            <a:ext cx="210987" cy="7923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 dirty="0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0.48</a:t>
            </a:r>
          </a:p>
        </p:txBody>
      </p:sp>
      <p:sp>
        <p:nvSpPr>
          <p:cNvPr id="84" name="tx84"/>
          <p:cNvSpPr/>
          <p:nvPr/>
        </p:nvSpPr>
        <p:spPr>
          <a:xfrm>
            <a:off x="6123599" y="2491519"/>
            <a:ext cx="210987" cy="792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0.63</a:t>
            </a:r>
          </a:p>
        </p:txBody>
      </p:sp>
      <p:sp>
        <p:nvSpPr>
          <p:cNvPr id="85" name="tx85"/>
          <p:cNvSpPr/>
          <p:nvPr/>
        </p:nvSpPr>
        <p:spPr>
          <a:xfrm>
            <a:off x="7896389" y="4264363"/>
            <a:ext cx="210987" cy="7923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0.67</a:t>
            </a:r>
          </a:p>
        </p:txBody>
      </p:sp>
      <p:sp>
        <p:nvSpPr>
          <p:cNvPr id="86" name="tx86"/>
          <p:cNvSpPr/>
          <p:nvPr/>
        </p:nvSpPr>
        <p:spPr>
          <a:xfrm>
            <a:off x="7896389" y="5446224"/>
            <a:ext cx="210987" cy="7923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0.67</a:t>
            </a:r>
          </a:p>
        </p:txBody>
      </p:sp>
      <p:sp>
        <p:nvSpPr>
          <p:cNvPr id="87" name="tx87"/>
          <p:cNvSpPr/>
          <p:nvPr/>
        </p:nvSpPr>
        <p:spPr>
          <a:xfrm>
            <a:off x="7896389" y="3673433"/>
            <a:ext cx="210987" cy="7923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1.00</a:t>
            </a:r>
          </a:p>
        </p:txBody>
      </p:sp>
      <p:sp>
        <p:nvSpPr>
          <p:cNvPr id="88" name="tx88"/>
          <p:cNvSpPr/>
          <p:nvPr/>
        </p:nvSpPr>
        <p:spPr>
          <a:xfrm>
            <a:off x="7896389" y="3082503"/>
            <a:ext cx="210987" cy="7923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0.94</a:t>
            </a:r>
          </a:p>
        </p:txBody>
      </p:sp>
      <p:sp>
        <p:nvSpPr>
          <p:cNvPr id="89" name="tx89"/>
          <p:cNvSpPr/>
          <p:nvPr/>
        </p:nvSpPr>
        <p:spPr>
          <a:xfrm>
            <a:off x="7896389" y="1900589"/>
            <a:ext cx="210987" cy="792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0.34</a:t>
            </a:r>
          </a:p>
        </p:txBody>
      </p:sp>
      <p:sp>
        <p:nvSpPr>
          <p:cNvPr id="90" name="tx90"/>
          <p:cNvSpPr/>
          <p:nvPr/>
        </p:nvSpPr>
        <p:spPr>
          <a:xfrm>
            <a:off x="7896389" y="4855293"/>
            <a:ext cx="210987" cy="7923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0.51</a:t>
            </a:r>
          </a:p>
        </p:txBody>
      </p:sp>
      <p:sp>
        <p:nvSpPr>
          <p:cNvPr id="91" name="tx91"/>
          <p:cNvSpPr/>
          <p:nvPr/>
        </p:nvSpPr>
        <p:spPr>
          <a:xfrm>
            <a:off x="7896389" y="1309659"/>
            <a:ext cx="210987" cy="792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0.39</a:t>
            </a:r>
          </a:p>
        </p:txBody>
      </p:sp>
      <p:sp>
        <p:nvSpPr>
          <p:cNvPr id="92" name="tx92"/>
          <p:cNvSpPr/>
          <p:nvPr/>
        </p:nvSpPr>
        <p:spPr>
          <a:xfrm>
            <a:off x="7896389" y="2491519"/>
            <a:ext cx="210987" cy="792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0.63</a:t>
            </a:r>
          </a:p>
        </p:txBody>
      </p:sp>
      <p:sp>
        <p:nvSpPr>
          <p:cNvPr id="93" name="tx93"/>
          <p:cNvSpPr/>
          <p:nvPr/>
        </p:nvSpPr>
        <p:spPr>
          <a:xfrm>
            <a:off x="8487320" y="4264363"/>
            <a:ext cx="210987" cy="7923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0.59</a:t>
            </a:r>
          </a:p>
        </p:txBody>
      </p:sp>
      <p:sp>
        <p:nvSpPr>
          <p:cNvPr id="94" name="tx94"/>
          <p:cNvSpPr/>
          <p:nvPr/>
        </p:nvSpPr>
        <p:spPr>
          <a:xfrm>
            <a:off x="8487320" y="5446224"/>
            <a:ext cx="210987" cy="7923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0.59</a:t>
            </a:r>
          </a:p>
        </p:txBody>
      </p:sp>
      <p:sp>
        <p:nvSpPr>
          <p:cNvPr id="95" name="tx95"/>
          <p:cNvSpPr/>
          <p:nvPr/>
        </p:nvSpPr>
        <p:spPr>
          <a:xfrm>
            <a:off x="8487320" y="3673433"/>
            <a:ext cx="210987" cy="7923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0.94</a:t>
            </a:r>
          </a:p>
        </p:txBody>
      </p:sp>
      <p:sp>
        <p:nvSpPr>
          <p:cNvPr id="96" name="tx96"/>
          <p:cNvSpPr/>
          <p:nvPr/>
        </p:nvSpPr>
        <p:spPr>
          <a:xfrm>
            <a:off x="8487320" y="3082503"/>
            <a:ext cx="210987" cy="7923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1.00</a:t>
            </a:r>
          </a:p>
        </p:txBody>
      </p:sp>
      <p:sp>
        <p:nvSpPr>
          <p:cNvPr id="97" name="tx97"/>
          <p:cNvSpPr/>
          <p:nvPr/>
        </p:nvSpPr>
        <p:spPr>
          <a:xfrm>
            <a:off x="8487320" y="1900589"/>
            <a:ext cx="210987" cy="792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0.32</a:t>
            </a:r>
          </a:p>
        </p:txBody>
      </p:sp>
      <p:sp>
        <p:nvSpPr>
          <p:cNvPr id="98" name="tx98"/>
          <p:cNvSpPr/>
          <p:nvPr/>
        </p:nvSpPr>
        <p:spPr>
          <a:xfrm>
            <a:off x="8487320" y="4855293"/>
            <a:ext cx="210987" cy="7923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0.45</a:t>
            </a:r>
          </a:p>
        </p:txBody>
      </p:sp>
      <p:sp>
        <p:nvSpPr>
          <p:cNvPr id="99" name="tx99"/>
          <p:cNvSpPr/>
          <p:nvPr/>
        </p:nvSpPr>
        <p:spPr>
          <a:xfrm>
            <a:off x="8487320" y="1309659"/>
            <a:ext cx="210987" cy="792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0.34</a:t>
            </a:r>
          </a:p>
        </p:txBody>
      </p:sp>
      <p:sp>
        <p:nvSpPr>
          <p:cNvPr id="100" name="tx100"/>
          <p:cNvSpPr/>
          <p:nvPr/>
        </p:nvSpPr>
        <p:spPr>
          <a:xfrm>
            <a:off x="8487320" y="2491572"/>
            <a:ext cx="210987" cy="7923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0.58</a:t>
            </a:r>
          </a:p>
        </p:txBody>
      </p:sp>
      <p:sp>
        <p:nvSpPr>
          <p:cNvPr id="101" name="tx101"/>
          <p:cNvSpPr/>
          <p:nvPr/>
        </p:nvSpPr>
        <p:spPr>
          <a:xfrm>
            <a:off x="9669180" y="4264310"/>
            <a:ext cx="210987" cy="792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0.30</a:t>
            </a:r>
          </a:p>
        </p:txBody>
      </p:sp>
      <p:sp>
        <p:nvSpPr>
          <p:cNvPr id="102" name="tx102"/>
          <p:cNvSpPr/>
          <p:nvPr/>
        </p:nvSpPr>
        <p:spPr>
          <a:xfrm>
            <a:off x="9669180" y="5446171"/>
            <a:ext cx="210987" cy="792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0.35</a:t>
            </a:r>
          </a:p>
        </p:txBody>
      </p:sp>
      <p:sp>
        <p:nvSpPr>
          <p:cNvPr id="103" name="tx103"/>
          <p:cNvSpPr/>
          <p:nvPr/>
        </p:nvSpPr>
        <p:spPr>
          <a:xfrm>
            <a:off x="9669180" y="3673380"/>
            <a:ext cx="210987" cy="792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0.34</a:t>
            </a:r>
          </a:p>
        </p:txBody>
      </p:sp>
      <p:sp>
        <p:nvSpPr>
          <p:cNvPr id="104" name="tx104"/>
          <p:cNvSpPr/>
          <p:nvPr/>
        </p:nvSpPr>
        <p:spPr>
          <a:xfrm>
            <a:off x="9669180" y="3082450"/>
            <a:ext cx="210987" cy="792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0.32</a:t>
            </a:r>
          </a:p>
        </p:txBody>
      </p:sp>
      <p:sp>
        <p:nvSpPr>
          <p:cNvPr id="105" name="tx105"/>
          <p:cNvSpPr/>
          <p:nvPr/>
        </p:nvSpPr>
        <p:spPr>
          <a:xfrm>
            <a:off x="9669180" y="1900642"/>
            <a:ext cx="210987" cy="7923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1.00</a:t>
            </a:r>
          </a:p>
        </p:txBody>
      </p:sp>
      <p:sp>
        <p:nvSpPr>
          <p:cNvPr id="106" name="tx106"/>
          <p:cNvSpPr/>
          <p:nvPr/>
        </p:nvSpPr>
        <p:spPr>
          <a:xfrm>
            <a:off x="9669180" y="4855293"/>
            <a:ext cx="210987" cy="7923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0.40</a:t>
            </a:r>
          </a:p>
        </p:txBody>
      </p:sp>
      <p:sp>
        <p:nvSpPr>
          <p:cNvPr id="107" name="tx107"/>
          <p:cNvSpPr/>
          <p:nvPr/>
        </p:nvSpPr>
        <p:spPr>
          <a:xfrm>
            <a:off x="9669180" y="1309712"/>
            <a:ext cx="210987" cy="7923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0.41</a:t>
            </a:r>
          </a:p>
        </p:txBody>
      </p:sp>
      <p:sp>
        <p:nvSpPr>
          <p:cNvPr id="108" name="tx108"/>
          <p:cNvSpPr/>
          <p:nvPr/>
        </p:nvSpPr>
        <p:spPr>
          <a:xfrm>
            <a:off x="9669180" y="2491519"/>
            <a:ext cx="210987" cy="792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0.38</a:t>
            </a:r>
          </a:p>
        </p:txBody>
      </p:sp>
      <p:sp>
        <p:nvSpPr>
          <p:cNvPr id="109" name="tx109"/>
          <p:cNvSpPr/>
          <p:nvPr/>
        </p:nvSpPr>
        <p:spPr>
          <a:xfrm>
            <a:off x="6714529" y="4264363"/>
            <a:ext cx="210987" cy="7923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0.72</a:t>
            </a:r>
          </a:p>
        </p:txBody>
      </p:sp>
      <p:sp>
        <p:nvSpPr>
          <p:cNvPr id="110" name="tx110"/>
          <p:cNvSpPr/>
          <p:nvPr/>
        </p:nvSpPr>
        <p:spPr>
          <a:xfrm>
            <a:off x="6714529" y="5446224"/>
            <a:ext cx="210987" cy="7923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0.77</a:t>
            </a:r>
          </a:p>
        </p:txBody>
      </p:sp>
      <p:sp>
        <p:nvSpPr>
          <p:cNvPr id="111" name="tx111"/>
          <p:cNvSpPr/>
          <p:nvPr/>
        </p:nvSpPr>
        <p:spPr>
          <a:xfrm>
            <a:off x="6714529" y="3673433"/>
            <a:ext cx="210987" cy="7923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0.51</a:t>
            </a:r>
          </a:p>
        </p:txBody>
      </p:sp>
      <p:sp>
        <p:nvSpPr>
          <p:cNvPr id="112" name="tx112"/>
          <p:cNvSpPr/>
          <p:nvPr/>
        </p:nvSpPr>
        <p:spPr>
          <a:xfrm>
            <a:off x="6714529" y="3082503"/>
            <a:ext cx="210987" cy="7923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0.45</a:t>
            </a:r>
          </a:p>
        </p:txBody>
      </p:sp>
      <p:sp>
        <p:nvSpPr>
          <p:cNvPr id="113" name="tx113"/>
          <p:cNvSpPr/>
          <p:nvPr/>
        </p:nvSpPr>
        <p:spPr>
          <a:xfrm>
            <a:off x="6714529" y="1900642"/>
            <a:ext cx="210987" cy="7923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0.40</a:t>
            </a:r>
          </a:p>
        </p:txBody>
      </p:sp>
      <p:sp>
        <p:nvSpPr>
          <p:cNvPr id="114" name="tx114"/>
          <p:cNvSpPr/>
          <p:nvPr/>
        </p:nvSpPr>
        <p:spPr>
          <a:xfrm>
            <a:off x="6714529" y="4855293"/>
            <a:ext cx="210987" cy="7923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1.00</a:t>
            </a:r>
          </a:p>
        </p:txBody>
      </p:sp>
      <p:sp>
        <p:nvSpPr>
          <p:cNvPr id="115" name="tx115"/>
          <p:cNvSpPr/>
          <p:nvPr/>
        </p:nvSpPr>
        <p:spPr>
          <a:xfrm>
            <a:off x="6714529" y="1309712"/>
            <a:ext cx="210987" cy="7923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0.51</a:t>
            </a:r>
          </a:p>
        </p:txBody>
      </p:sp>
      <p:sp>
        <p:nvSpPr>
          <p:cNvPr id="116" name="tx116"/>
          <p:cNvSpPr/>
          <p:nvPr/>
        </p:nvSpPr>
        <p:spPr>
          <a:xfrm>
            <a:off x="6714529" y="2491519"/>
            <a:ext cx="210987" cy="792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0.63</a:t>
            </a:r>
          </a:p>
        </p:txBody>
      </p:sp>
      <p:sp>
        <p:nvSpPr>
          <p:cNvPr id="117" name="tx117"/>
          <p:cNvSpPr/>
          <p:nvPr/>
        </p:nvSpPr>
        <p:spPr>
          <a:xfrm>
            <a:off x="10260110" y="4264363"/>
            <a:ext cx="210987" cy="7923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0.42</a:t>
            </a:r>
          </a:p>
        </p:txBody>
      </p:sp>
      <p:sp>
        <p:nvSpPr>
          <p:cNvPr id="118" name="tx118"/>
          <p:cNvSpPr/>
          <p:nvPr/>
        </p:nvSpPr>
        <p:spPr>
          <a:xfrm>
            <a:off x="10260110" y="5446224"/>
            <a:ext cx="210987" cy="7923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 dirty="0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0.48</a:t>
            </a:r>
          </a:p>
        </p:txBody>
      </p:sp>
      <p:sp>
        <p:nvSpPr>
          <p:cNvPr id="119" name="tx119"/>
          <p:cNvSpPr/>
          <p:nvPr/>
        </p:nvSpPr>
        <p:spPr>
          <a:xfrm>
            <a:off x="10260110" y="3673380"/>
            <a:ext cx="210987" cy="792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0.39</a:t>
            </a:r>
          </a:p>
        </p:txBody>
      </p:sp>
      <p:sp>
        <p:nvSpPr>
          <p:cNvPr id="120" name="tx120"/>
          <p:cNvSpPr/>
          <p:nvPr/>
        </p:nvSpPr>
        <p:spPr>
          <a:xfrm>
            <a:off x="10260110" y="3082450"/>
            <a:ext cx="210987" cy="792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0.34</a:t>
            </a:r>
          </a:p>
        </p:txBody>
      </p:sp>
      <p:sp>
        <p:nvSpPr>
          <p:cNvPr id="121" name="tx121"/>
          <p:cNvSpPr/>
          <p:nvPr/>
        </p:nvSpPr>
        <p:spPr>
          <a:xfrm>
            <a:off x="10260110" y="1900642"/>
            <a:ext cx="210987" cy="7923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0.41</a:t>
            </a:r>
          </a:p>
        </p:txBody>
      </p:sp>
      <p:sp>
        <p:nvSpPr>
          <p:cNvPr id="122" name="tx122"/>
          <p:cNvSpPr/>
          <p:nvPr/>
        </p:nvSpPr>
        <p:spPr>
          <a:xfrm>
            <a:off x="10260110" y="4855293"/>
            <a:ext cx="210987" cy="7923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0.51</a:t>
            </a:r>
          </a:p>
        </p:txBody>
      </p:sp>
      <p:sp>
        <p:nvSpPr>
          <p:cNvPr id="123" name="tx123"/>
          <p:cNvSpPr/>
          <p:nvPr/>
        </p:nvSpPr>
        <p:spPr>
          <a:xfrm>
            <a:off x="10260110" y="1309712"/>
            <a:ext cx="210987" cy="7923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1.00</a:t>
            </a:r>
          </a:p>
        </p:txBody>
      </p:sp>
      <p:sp>
        <p:nvSpPr>
          <p:cNvPr id="124" name="tx124"/>
          <p:cNvSpPr/>
          <p:nvPr/>
        </p:nvSpPr>
        <p:spPr>
          <a:xfrm>
            <a:off x="10260110" y="2491572"/>
            <a:ext cx="210987" cy="7923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>
                <a:solidFill>
                  <a:srgbClr val="FFFFFF">
                    <a:alpha val="100000"/>
                  </a:srgbClr>
                </a:solidFill>
                <a:latin typeface="Arial"/>
                <a:cs typeface="Arial"/>
              </a:rPr>
              <a:t>0.47</a:t>
            </a:r>
          </a:p>
        </p:txBody>
      </p:sp>
      <p:sp>
        <p:nvSpPr>
          <p:cNvPr id="125" name="tx125"/>
          <p:cNvSpPr/>
          <p:nvPr/>
        </p:nvSpPr>
        <p:spPr>
          <a:xfrm>
            <a:off x="9078250" y="4264363"/>
            <a:ext cx="210987" cy="7923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 dirty="0">
                <a:solidFill>
                  <a:srgbClr val="C00000"/>
                </a:solidFill>
                <a:latin typeface="Arial"/>
                <a:cs typeface="Arial"/>
              </a:rPr>
              <a:t>0.65</a:t>
            </a:r>
          </a:p>
        </p:txBody>
      </p:sp>
      <p:sp>
        <p:nvSpPr>
          <p:cNvPr id="126" name="tx126"/>
          <p:cNvSpPr/>
          <p:nvPr/>
        </p:nvSpPr>
        <p:spPr>
          <a:xfrm>
            <a:off x="9078250" y="5446171"/>
            <a:ext cx="210987" cy="792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>
                <a:solidFill>
                  <a:srgbClr val="FFFF00"/>
                </a:solidFill>
                <a:latin typeface="Arial"/>
                <a:cs typeface="Arial"/>
              </a:rPr>
              <a:t>0.63</a:t>
            </a:r>
          </a:p>
        </p:txBody>
      </p:sp>
      <p:sp>
        <p:nvSpPr>
          <p:cNvPr id="127" name="tx127"/>
          <p:cNvSpPr/>
          <p:nvPr/>
        </p:nvSpPr>
        <p:spPr>
          <a:xfrm>
            <a:off x="9078250" y="3673380"/>
            <a:ext cx="210987" cy="792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>
                <a:solidFill>
                  <a:srgbClr val="C00000"/>
                </a:solidFill>
                <a:latin typeface="Arial"/>
                <a:cs typeface="Arial"/>
              </a:rPr>
              <a:t>0.63</a:t>
            </a:r>
          </a:p>
        </p:txBody>
      </p:sp>
      <p:sp>
        <p:nvSpPr>
          <p:cNvPr id="128" name="tx128"/>
          <p:cNvSpPr/>
          <p:nvPr/>
        </p:nvSpPr>
        <p:spPr>
          <a:xfrm>
            <a:off x="9078250" y="3082503"/>
            <a:ext cx="210987" cy="7923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>
                <a:solidFill>
                  <a:srgbClr val="C00000"/>
                </a:solidFill>
                <a:latin typeface="Arial"/>
                <a:cs typeface="Arial"/>
              </a:rPr>
              <a:t>0.58</a:t>
            </a:r>
          </a:p>
        </p:txBody>
      </p:sp>
      <p:sp>
        <p:nvSpPr>
          <p:cNvPr id="129" name="tx129"/>
          <p:cNvSpPr/>
          <p:nvPr/>
        </p:nvSpPr>
        <p:spPr>
          <a:xfrm>
            <a:off x="9078250" y="1900589"/>
            <a:ext cx="210987" cy="792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>
                <a:solidFill>
                  <a:srgbClr val="FFFF00"/>
                </a:solidFill>
                <a:latin typeface="Arial"/>
                <a:cs typeface="Arial"/>
              </a:rPr>
              <a:t>0.38</a:t>
            </a:r>
          </a:p>
        </p:txBody>
      </p:sp>
      <p:sp>
        <p:nvSpPr>
          <p:cNvPr id="130" name="tx130"/>
          <p:cNvSpPr/>
          <p:nvPr/>
        </p:nvSpPr>
        <p:spPr>
          <a:xfrm>
            <a:off x="9078250" y="4855240"/>
            <a:ext cx="210987" cy="7929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>
                <a:solidFill>
                  <a:srgbClr val="FFFF00"/>
                </a:solidFill>
                <a:latin typeface="Arial"/>
                <a:cs typeface="Arial"/>
              </a:rPr>
              <a:t>0.63</a:t>
            </a:r>
          </a:p>
        </p:txBody>
      </p:sp>
      <p:sp>
        <p:nvSpPr>
          <p:cNvPr id="131" name="tx131"/>
          <p:cNvSpPr/>
          <p:nvPr/>
        </p:nvSpPr>
        <p:spPr>
          <a:xfrm>
            <a:off x="9078250" y="1309712"/>
            <a:ext cx="210987" cy="7923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 dirty="0">
                <a:solidFill>
                  <a:srgbClr val="FFFF00"/>
                </a:solidFill>
                <a:latin typeface="Arial"/>
                <a:cs typeface="Arial"/>
              </a:rPr>
              <a:t>0.47</a:t>
            </a:r>
          </a:p>
        </p:txBody>
      </p:sp>
      <p:sp>
        <p:nvSpPr>
          <p:cNvPr id="132" name="tx132"/>
          <p:cNvSpPr/>
          <p:nvPr/>
        </p:nvSpPr>
        <p:spPr>
          <a:xfrm>
            <a:off x="9078250" y="2491572"/>
            <a:ext cx="210987" cy="7923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53"/>
              </a:lnSpc>
              <a:spcBef>
                <a:spcPts val="0"/>
              </a:spcBef>
              <a:spcAft>
                <a:spcPts val="0"/>
              </a:spcAft>
            </a:pPr>
            <a:r>
              <a:rPr sz="853" b="1">
                <a:solidFill>
                  <a:srgbClr val="FFFF00"/>
                </a:solidFill>
                <a:latin typeface="Arial"/>
                <a:cs typeface="Arial"/>
              </a:rPr>
              <a:t>1.00</a:t>
            </a:r>
          </a:p>
        </p:txBody>
      </p:sp>
      <p:sp>
        <p:nvSpPr>
          <p:cNvPr id="133" name="tx133"/>
          <p:cNvSpPr/>
          <p:nvPr/>
        </p:nvSpPr>
        <p:spPr>
          <a:xfrm>
            <a:off x="5358479" y="5443935"/>
            <a:ext cx="453424" cy="8272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SARA.ax</a:t>
            </a:r>
          </a:p>
        </p:txBody>
      </p:sp>
      <p:sp>
        <p:nvSpPr>
          <p:cNvPr id="134" name="tx134"/>
          <p:cNvSpPr/>
          <p:nvPr/>
        </p:nvSpPr>
        <p:spPr>
          <a:xfrm>
            <a:off x="5296378" y="4854424"/>
            <a:ext cx="515525" cy="8130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ADL.lower</a:t>
            </a:r>
          </a:p>
        </p:txBody>
      </p:sp>
      <p:sp>
        <p:nvSpPr>
          <p:cNvPr id="135" name="tx135"/>
          <p:cNvSpPr/>
          <p:nvPr/>
        </p:nvSpPr>
        <p:spPr>
          <a:xfrm>
            <a:off x="5582108" y="4262075"/>
            <a:ext cx="229795" cy="8272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USS</a:t>
            </a:r>
          </a:p>
        </p:txBody>
      </p:sp>
      <p:sp>
        <p:nvSpPr>
          <p:cNvPr id="136" name="tx136"/>
          <p:cNvSpPr/>
          <p:nvPr/>
        </p:nvSpPr>
        <p:spPr>
          <a:xfrm>
            <a:off x="5395805" y="3671144"/>
            <a:ext cx="416098" cy="8272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SARA.ki</a:t>
            </a:r>
          </a:p>
        </p:txBody>
      </p:sp>
      <p:sp>
        <p:nvSpPr>
          <p:cNvPr id="137" name="tx137"/>
          <p:cNvSpPr/>
          <p:nvPr/>
        </p:nvSpPr>
        <p:spPr>
          <a:xfrm>
            <a:off x="5358479" y="3080214"/>
            <a:ext cx="453424" cy="8272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SARA.ku</a:t>
            </a:r>
          </a:p>
        </p:txBody>
      </p:sp>
      <p:sp>
        <p:nvSpPr>
          <p:cNvPr id="138" name="tx138"/>
          <p:cNvSpPr/>
          <p:nvPr/>
        </p:nvSpPr>
        <p:spPr>
          <a:xfrm>
            <a:off x="5277606" y="2469802"/>
            <a:ext cx="534297" cy="10221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ADL.upper</a:t>
            </a:r>
          </a:p>
        </p:txBody>
      </p:sp>
      <p:sp>
        <p:nvSpPr>
          <p:cNvPr id="139" name="tx139"/>
          <p:cNvSpPr/>
          <p:nvPr/>
        </p:nvSpPr>
        <p:spPr>
          <a:xfrm>
            <a:off x="5252777" y="1899772"/>
            <a:ext cx="559127" cy="8130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ADL.bulbar</a:t>
            </a:r>
          </a:p>
        </p:txBody>
      </p:sp>
      <p:sp>
        <p:nvSpPr>
          <p:cNvPr id="140" name="tx140"/>
          <p:cNvSpPr/>
          <p:nvPr/>
        </p:nvSpPr>
        <p:spPr>
          <a:xfrm>
            <a:off x="5308711" y="1308842"/>
            <a:ext cx="503192" cy="8130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ADL.other</a:t>
            </a:r>
          </a:p>
        </p:txBody>
      </p:sp>
      <p:sp>
        <p:nvSpPr>
          <p:cNvPr id="141" name="tx141"/>
          <p:cNvSpPr/>
          <p:nvPr/>
        </p:nvSpPr>
        <p:spPr>
          <a:xfrm>
            <a:off x="6002380" y="5901124"/>
            <a:ext cx="453424" cy="8272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SARA.ax</a:t>
            </a:r>
          </a:p>
        </p:txBody>
      </p:sp>
      <p:sp>
        <p:nvSpPr>
          <p:cNvPr id="142" name="tx142"/>
          <p:cNvSpPr/>
          <p:nvPr/>
        </p:nvSpPr>
        <p:spPr>
          <a:xfrm>
            <a:off x="6562260" y="5902542"/>
            <a:ext cx="515525" cy="8130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ADL.lower</a:t>
            </a:r>
          </a:p>
        </p:txBody>
      </p:sp>
      <p:sp>
        <p:nvSpPr>
          <p:cNvPr id="143" name="tx143"/>
          <p:cNvSpPr/>
          <p:nvPr/>
        </p:nvSpPr>
        <p:spPr>
          <a:xfrm>
            <a:off x="7296055" y="5901124"/>
            <a:ext cx="229795" cy="8272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USS</a:t>
            </a:r>
          </a:p>
        </p:txBody>
      </p:sp>
      <p:sp>
        <p:nvSpPr>
          <p:cNvPr id="144" name="tx144"/>
          <p:cNvSpPr/>
          <p:nvPr/>
        </p:nvSpPr>
        <p:spPr>
          <a:xfrm>
            <a:off x="7793834" y="5901124"/>
            <a:ext cx="416098" cy="8272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SARA.ki</a:t>
            </a:r>
          </a:p>
        </p:txBody>
      </p:sp>
      <p:sp>
        <p:nvSpPr>
          <p:cNvPr id="145" name="tx145"/>
          <p:cNvSpPr/>
          <p:nvPr/>
        </p:nvSpPr>
        <p:spPr>
          <a:xfrm>
            <a:off x="8366101" y="5901124"/>
            <a:ext cx="453424" cy="8272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SARA.ku</a:t>
            </a:r>
          </a:p>
        </p:txBody>
      </p:sp>
      <p:sp>
        <p:nvSpPr>
          <p:cNvPr id="146" name="tx146"/>
          <p:cNvSpPr/>
          <p:nvPr/>
        </p:nvSpPr>
        <p:spPr>
          <a:xfrm>
            <a:off x="8916595" y="5881642"/>
            <a:ext cx="534297" cy="10221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 b="1" dirty="0" err="1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ADL.upper</a:t>
            </a:r>
            <a:endParaRPr sz="880" b="1" dirty="0">
              <a:solidFill>
                <a:srgbClr val="4D4D4D">
                  <a:alpha val="10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147" name="tx147"/>
          <p:cNvSpPr/>
          <p:nvPr/>
        </p:nvSpPr>
        <p:spPr>
          <a:xfrm>
            <a:off x="9495110" y="5902542"/>
            <a:ext cx="559127" cy="8130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ADL.bulbar</a:t>
            </a:r>
          </a:p>
        </p:txBody>
      </p:sp>
      <p:sp>
        <p:nvSpPr>
          <p:cNvPr id="148" name="tx148"/>
          <p:cNvSpPr/>
          <p:nvPr/>
        </p:nvSpPr>
        <p:spPr>
          <a:xfrm>
            <a:off x="10114008" y="5902542"/>
            <a:ext cx="503192" cy="8130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ADL.other</a:t>
            </a:r>
          </a:p>
        </p:txBody>
      </p:sp>
      <p:sp>
        <p:nvSpPr>
          <p:cNvPr id="149" name="tx149"/>
          <p:cNvSpPr/>
          <p:nvPr/>
        </p:nvSpPr>
        <p:spPr>
          <a:xfrm>
            <a:off x="10928930" y="2755505"/>
            <a:ext cx="885266" cy="12946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Spearman rho</a:t>
            </a:r>
          </a:p>
        </p:txBody>
      </p:sp>
      <p:pic>
        <p:nvPicPr>
          <p:cNvPr id="150" name="pic15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28930" y="2969262"/>
            <a:ext cx="219455" cy="1097280"/>
          </a:xfrm>
          <a:prstGeom prst="rect">
            <a:avLst/>
          </a:prstGeom>
        </p:spPr>
      </p:pic>
      <p:sp>
        <p:nvSpPr>
          <p:cNvPr id="151" name="pl151"/>
          <p:cNvSpPr/>
          <p:nvPr/>
        </p:nvSpPr>
        <p:spPr>
          <a:xfrm>
            <a:off x="11104494" y="3908465"/>
            <a:ext cx="43891" cy="0"/>
          </a:xfrm>
          <a:custGeom>
            <a:avLst/>
            <a:gdLst/>
            <a:ahLst/>
            <a:cxnLst/>
            <a:rect l="0" t="0" r="0" b="0"/>
            <a:pathLst>
              <a:path w="43891">
                <a:moveTo>
                  <a:pt x="0" y="0"/>
                </a:moveTo>
                <a:lnTo>
                  <a:pt x="43891" y="0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2" name="pl152"/>
          <p:cNvSpPr/>
          <p:nvPr/>
        </p:nvSpPr>
        <p:spPr>
          <a:xfrm>
            <a:off x="11104494" y="3596007"/>
            <a:ext cx="43891" cy="0"/>
          </a:xfrm>
          <a:custGeom>
            <a:avLst/>
            <a:gdLst/>
            <a:ahLst/>
            <a:cxnLst/>
            <a:rect l="0" t="0" r="0" b="0"/>
            <a:pathLst>
              <a:path w="43891">
                <a:moveTo>
                  <a:pt x="0" y="0"/>
                </a:moveTo>
                <a:lnTo>
                  <a:pt x="43891" y="0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3" name="pl153"/>
          <p:cNvSpPr/>
          <p:nvPr/>
        </p:nvSpPr>
        <p:spPr>
          <a:xfrm>
            <a:off x="11104494" y="3283549"/>
            <a:ext cx="43891" cy="0"/>
          </a:xfrm>
          <a:custGeom>
            <a:avLst/>
            <a:gdLst/>
            <a:ahLst/>
            <a:cxnLst/>
            <a:rect l="0" t="0" r="0" b="0"/>
            <a:pathLst>
              <a:path w="43891">
                <a:moveTo>
                  <a:pt x="0" y="0"/>
                </a:moveTo>
                <a:lnTo>
                  <a:pt x="43891" y="0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4" name="pl154"/>
          <p:cNvSpPr/>
          <p:nvPr/>
        </p:nvSpPr>
        <p:spPr>
          <a:xfrm>
            <a:off x="11104494" y="2971091"/>
            <a:ext cx="43891" cy="0"/>
          </a:xfrm>
          <a:custGeom>
            <a:avLst/>
            <a:gdLst/>
            <a:ahLst/>
            <a:cxnLst/>
            <a:rect l="0" t="0" r="0" b="0"/>
            <a:pathLst>
              <a:path w="43891">
                <a:moveTo>
                  <a:pt x="0" y="0"/>
                </a:moveTo>
                <a:lnTo>
                  <a:pt x="43891" y="0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5" name="pl155"/>
          <p:cNvSpPr/>
          <p:nvPr/>
        </p:nvSpPr>
        <p:spPr>
          <a:xfrm>
            <a:off x="10928930" y="3908465"/>
            <a:ext cx="43891" cy="0"/>
          </a:xfrm>
          <a:custGeom>
            <a:avLst/>
            <a:gdLst/>
            <a:ahLst/>
            <a:cxnLst/>
            <a:rect l="0" t="0" r="0" b="0"/>
            <a:pathLst>
              <a:path w="43891">
                <a:moveTo>
                  <a:pt x="43891" y="0"/>
                </a:moveTo>
                <a:lnTo>
                  <a:pt x="0" y="0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6" name="pl156"/>
          <p:cNvSpPr/>
          <p:nvPr/>
        </p:nvSpPr>
        <p:spPr>
          <a:xfrm>
            <a:off x="10928930" y="3596007"/>
            <a:ext cx="43891" cy="0"/>
          </a:xfrm>
          <a:custGeom>
            <a:avLst/>
            <a:gdLst/>
            <a:ahLst/>
            <a:cxnLst/>
            <a:rect l="0" t="0" r="0" b="0"/>
            <a:pathLst>
              <a:path w="43891">
                <a:moveTo>
                  <a:pt x="43891" y="0"/>
                </a:moveTo>
                <a:lnTo>
                  <a:pt x="0" y="0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7" name="pl157"/>
          <p:cNvSpPr/>
          <p:nvPr/>
        </p:nvSpPr>
        <p:spPr>
          <a:xfrm>
            <a:off x="10928930" y="3283549"/>
            <a:ext cx="43891" cy="0"/>
          </a:xfrm>
          <a:custGeom>
            <a:avLst/>
            <a:gdLst/>
            <a:ahLst/>
            <a:cxnLst/>
            <a:rect l="0" t="0" r="0" b="0"/>
            <a:pathLst>
              <a:path w="43891">
                <a:moveTo>
                  <a:pt x="43891" y="0"/>
                </a:moveTo>
                <a:lnTo>
                  <a:pt x="0" y="0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8" name="pl158"/>
          <p:cNvSpPr/>
          <p:nvPr/>
        </p:nvSpPr>
        <p:spPr>
          <a:xfrm>
            <a:off x="10928930" y="2971091"/>
            <a:ext cx="43891" cy="0"/>
          </a:xfrm>
          <a:custGeom>
            <a:avLst/>
            <a:gdLst/>
            <a:ahLst/>
            <a:cxnLst/>
            <a:rect l="0" t="0" r="0" b="0"/>
            <a:pathLst>
              <a:path w="43891">
                <a:moveTo>
                  <a:pt x="43891" y="0"/>
                </a:moveTo>
                <a:lnTo>
                  <a:pt x="0" y="0"/>
                </a:lnTo>
              </a:path>
            </a:pathLst>
          </a:custGeom>
          <a:ln w="4762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9" name="tx159"/>
          <p:cNvSpPr/>
          <p:nvPr/>
        </p:nvSpPr>
        <p:spPr>
          <a:xfrm>
            <a:off x="11217975" y="3866773"/>
            <a:ext cx="15536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0.4</a:t>
            </a:r>
          </a:p>
        </p:txBody>
      </p:sp>
      <p:sp>
        <p:nvSpPr>
          <p:cNvPr id="160" name="tx160"/>
          <p:cNvSpPr/>
          <p:nvPr/>
        </p:nvSpPr>
        <p:spPr>
          <a:xfrm>
            <a:off x="11217975" y="3554315"/>
            <a:ext cx="15536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0.6</a:t>
            </a:r>
          </a:p>
        </p:txBody>
      </p:sp>
      <p:sp>
        <p:nvSpPr>
          <p:cNvPr id="161" name="tx161"/>
          <p:cNvSpPr/>
          <p:nvPr/>
        </p:nvSpPr>
        <p:spPr>
          <a:xfrm>
            <a:off x="11217975" y="3241857"/>
            <a:ext cx="15536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0.8</a:t>
            </a:r>
          </a:p>
        </p:txBody>
      </p:sp>
      <p:sp>
        <p:nvSpPr>
          <p:cNvPr id="162" name="tx162"/>
          <p:cNvSpPr/>
          <p:nvPr/>
        </p:nvSpPr>
        <p:spPr>
          <a:xfrm>
            <a:off x="11217975" y="2929399"/>
            <a:ext cx="15536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1.0</a:t>
            </a:r>
          </a:p>
        </p:txBody>
      </p:sp>
      <p:sp>
        <p:nvSpPr>
          <p:cNvPr id="163" name="Title 1"/>
          <p:cNvSpPr>
            <a:spLocks noGrp="1"/>
          </p:cNvSpPr>
          <p:nvPr>
            <p:ph type="title"/>
          </p:nvPr>
        </p:nvSpPr>
        <p:spPr>
          <a:xfrm>
            <a:off x="151197" y="142929"/>
            <a:ext cx="4814636" cy="1692275"/>
          </a:xfrm>
        </p:spPr>
        <p:txBody>
          <a:bodyPr/>
          <a:lstStyle/>
          <a:p>
            <a:r>
              <a:t>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ontent Placeholder 2"/>
          <p:cNvGrpSpPr/>
          <p:nvPr/>
        </p:nvGrpSpPr>
        <p:grpSpPr>
          <a:xfrm>
            <a:off x="5183188" y="142929"/>
            <a:ext cx="6770187" cy="6606360"/>
            <a:chOff x="5183188" y="142929"/>
            <a:chExt cx="6770187" cy="6606360"/>
          </a:xfrm>
        </p:grpSpPr>
        <p:sp>
          <p:nvSpPr>
            <p:cNvPr id="3" name="rc3"/>
            <p:cNvSpPr/>
            <p:nvPr/>
          </p:nvSpPr>
          <p:spPr>
            <a:xfrm>
              <a:off x="5183187" y="142929"/>
              <a:ext cx="6770187" cy="66063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5183188" y="722147"/>
              <a:ext cx="6770187" cy="54479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5941834" y="5100918"/>
              <a:ext cx="673003" cy="673003"/>
            </a:xfrm>
            <a:prstGeom prst="rect">
              <a:avLst/>
            </a:prstGeom>
            <a:solidFill>
              <a:srgbClr val="56B1F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rc6"/>
            <p:cNvSpPr/>
            <p:nvPr/>
          </p:nvSpPr>
          <p:spPr>
            <a:xfrm>
              <a:off x="5941834" y="4427914"/>
              <a:ext cx="673003" cy="673003"/>
            </a:xfrm>
            <a:prstGeom prst="rect">
              <a:avLst/>
            </a:prstGeom>
            <a:solidFill>
              <a:srgbClr val="4B9BD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rc7"/>
            <p:cNvSpPr/>
            <p:nvPr/>
          </p:nvSpPr>
          <p:spPr>
            <a:xfrm>
              <a:off x="5941834" y="3081906"/>
              <a:ext cx="673003" cy="673003"/>
            </a:xfrm>
            <a:prstGeom prst="rect">
              <a:avLst/>
            </a:prstGeom>
            <a:solidFill>
              <a:srgbClr val="356E9D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rc8"/>
            <p:cNvSpPr/>
            <p:nvPr/>
          </p:nvSpPr>
          <p:spPr>
            <a:xfrm>
              <a:off x="5941834" y="1735898"/>
              <a:ext cx="673003" cy="673003"/>
            </a:xfrm>
            <a:prstGeom prst="rect">
              <a:avLst/>
            </a:prstGeom>
            <a:solidFill>
              <a:srgbClr val="132B43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rc9"/>
            <p:cNvSpPr/>
            <p:nvPr/>
          </p:nvSpPr>
          <p:spPr>
            <a:xfrm>
              <a:off x="5941834" y="3754910"/>
              <a:ext cx="673003" cy="673003"/>
            </a:xfrm>
            <a:prstGeom prst="rect">
              <a:avLst/>
            </a:prstGeom>
            <a:solidFill>
              <a:srgbClr val="3A78AB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rc10"/>
            <p:cNvSpPr/>
            <p:nvPr/>
          </p:nvSpPr>
          <p:spPr>
            <a:xfrm>
              <a:off x="5941834" y="1062894"/>
              <a:ext cx="673003" cy="673003"/>
            </a:xfrm>
            <a:prstGeom prst="rect">
              <a:avLst/>
            </a:prstGeom>
            <a:solidFill>
              <a:srgbClr val="1E4060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rc11"/>
            <p:cNvSpPr/>
            <p:nvPr/>
          </p:nvSpPr>
          <p:spPr>
            <a:xfrm>
              <a:off x="5941834" y="2408902"/>
              <a:ext cx="673003" cy="673003"/>
            </a:xfrm>
            <a:prstGeom prst="rect">
              <a:avLst/>
            </a:prstGeom>
            <a:solidFill>
              <a:srgbClr val="32699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rc12"/>
            <p:cNvSpPr/>
            <p:nvPr/>
          </p:nvSpPr>
          <p:spPr>
            <a:xfrm>
              <a:off x="6614838" y="5100918"/>
              <a:ext cx="673003" cy="673003"/>
            </a:xfrm>
            <a:prstGeom prst="rect">
              <a:avLst/>
            </a:prstGeom>
            <a:solidFill>
              <a:srgbClr val="4B9BD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rc13"/>
            <p:cNvSpPr/>
            <p:nvPr/>
          </p:nvSpPr>
          <p:spPr>
            <a:xfrm>
              <a:off x="6614838" y="4427914"/>
              <a:ext cx="673003" cy="673003"/>
            </a:xfrm>
            <a:prstGeom prst="rect">
              <a:avLst/>
            </a:prstGeom>
            <a:solidFill>
              <a:srgbClr val="56B1F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rc14"/>
            <p:cNvSpPr/>
            <p:nvPr/>
          </p:nvSpPr>
          <p:spPr>
            <a:xfrm>
              <a:off x="6614838" y="3081906"/>
              <a:ext cx="673003" cy="673003"/>
            </a:xfrm>
            <a:prstGeom prst="rect">
              <a:avLst/>
            </a:prstGeom>
            <a:solidFill>
              <a:srgbClr val="346D9C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rc15"/>
            <p:cNvSpPr/>
            <p:nvPr/>
          </p:nvSpPr>
          <p:spPr>
            <a:xfrm>
              <a:off x="6614838" y="1735898"/>
              <a:ext cx="673003" cy="673003"/>
            </a:xfrm>
            <a:prstGeom prst="rect">
              <a:avLst/>
            </a:prstGeom>
            <a:solidFill>
              <a:srgbClr val="17334D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rc16"/>
            <p:cNvSpPr/>
            <p:nvPr/>
          </p:nvSpPr>
          <p:spPr>
            <a:xfrm>
              <a:off x="6614838" y="3754910"/>
              <a:ext cx="673003" cy="673003"/>
            </a:xfrm>
            <a:prstGeom prst="rect">
              <a:avLst/>
            </a:prstGeom>
            <a:solidFill>
              <a:srgbClr val="3E81B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rc17"/>
            <p:cNvSpPr/>
            <p:nvPr/>
          </p:nvSpPr>
          <p:spPr>
            <a:xfrm>
              <a:off x="6614838" y="1062894"/>
              <a:ext cx="673003" cy="673003"/>
            </a:xfrm>
            <a:prstGeom prst="rect">
              <a:avLst/>
            </a:prstGeom>
            <a:solidFill>
              <a:srgbClr val="234A6D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rc18"/>
            <p:cNvSpPr/>
            <p:nvPr/>
          </p:nvSpPr>
          <p:spPr>
            <a:xfrm>
              <a:off x="6614838" y="2408902"/>
              <a:ext cx="673003" cy="673003"/>
            </a:xfrm>
            <a:prstGeom prst="rect">
              <a:avLst/>
            </a:prstGeom>
            <a:solidFill>
              <a:srgbClr val="316693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rc19"/>
            <p:cNvSpPr/>
            <p:nvPr/>
          </p:nvSpPr>
          <p:spPr>
            <a:xfrm>
              <a:off x="7960846" y="5100918"/>
              <a:ext cx="673003" cy="673003"/>
            </a:xfrm>
            <a:prstGeom prst="rect">
              <a:avLst/>
            </a:prstGeom>
            <a:solidFill>
              <a:srgbClr val="356E9D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rc20"/>
            <p:cNvSpPr/>
            <p:nvPr/>
          </p:nvSpPr>
          <p:spPr>
            <a:xfrm>
              <a:off x="7960846" y="4427914"/>
              <a:ext cx="673003" cy="673003"/>
            </a:xfrm>
            <a:prstGeom prst="rect">
              <a:avLst/>
            </a:prstGeom>
            <a:solidFill>
              <a:srgbClr val="346D9C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rc21"/>
            <p:cNvSpPr/>
            <p:nvPr/>
          </p:nvSpPr>
          <p:spPr>
            <a:xfrm>
              <a:off x="7960846" y="3081906"/>
              <a:ext cx="673003" cy="673003"/>
            </a:xfrm>
            <a:prstGeom prst="rect">
              <a:avLst/>
            </a:prstGeom>
            <a:solidFill>
              <a:srgbClr val="56B1F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rc22"/>
            <p:cNvSpPr/>
            <p:nvPr/>
          </p:nvSpPr>
          <p:spPr>
            <a:xfrm>
              <a:off x="7960846" y="1735898"/>
              <a:ext cx="673003" cy="673003"/>
            </a:xfrm>
            <a:prstGeom prst="rect">
              <a:avLst/>
            </a:prstGeom>
            <a:solidFill>
              <a:srgbClr val="16324C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rc23"/>
            <p:cNvSpPr/>
            <p:nvPr/>
          </p:nvSpPr>
          <p:spPr>
            <a:xfrm>
              <a:off x="7960846" y="3754910"/>
              <a:ext cx="673003" cy="673003"/>
            </a:xfrm>
            <a:prstGeom prst="rect">
              <a:avLst/>
            </a:prstGeom>
            <a:solidFill>
              <a:srgbClr val="265075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rc24"/>
            <p:cNvSpPr/>
            <p:nvPr/>
          </p:nvSpPr>
          <p:spPr>
            <a:xfrm>
              <a:off x="7960846" y="1062894"/>
              <a:ext cx="673003" cy="673003"/>
            </a:xfrm>
            <a:prstGeom prst="rect">
              <a:avLst/>
            </a:prstGeom>
            <a:solidFill>
              <a:srgbClr val="1B3A5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rc25"/>
            <p:cNvSpPr/>
            <p:nvPr/>
          </p:nvSpPr>
          <p:spPr>
            <a:xfrm>
              <a:off x="7960846" y="2408902"/>
              <a:ext cx="673003" cy="673003"/>
            </a:xfrm>
            <a:prstGeom prst="rect">
              <a:avLst/>
            </a:prstGeom>
            <a:solidFill>
              <a:srgbClr val="316692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rc26"/>
            <p:cNvSpPr/>
            <p:nvPr/>
          </p:nvSpPr>
          <p:spPr>
            <a:xfrm>
              <a:off x="9306854" y="5100918"/>
              <a:ext cx="673003" cy="673003"/>
            </a:xfrm>
            <a:prstGeom prst="rect">
              <a:avLst/>
            </a:prstGeom>
            <a:solidFill>
              <a:srgbClr val="132B43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rc27"/>
            <p:cNvSpPr/>
            <p:nvPr/>
          </p:nvSpPr>
          <p:spPr>
            <a:xfrm>
              <a:off x="9306854" y="4427914"/>
              <a:ext cx="673003" cy="673003"/>
            </a:xfrm>
            <a:prstGeom prst="rect">
              <a:avLst/>
            </a:prstGeom>
            <a:solidFill>
              <a:srgbClr val="17334D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rc28"/>
            <p:cNvSpPr/>
            <p:nvPr/>
          </p:nvSpPr>
          <p:spPr>
            <a:xfrm>
              <a:off x="9306854" y="3081906"/>
              <a:ext cx="673003" cy="673003"/>
            </a:xfrm>
            <a:prstGeom prst="rect">
              <a:avLst/>
            </a:prstGeom>
            <a:solidFill>
              <a:srgbClr val="16324C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rc29"/>
            <p:cNvSpPr/>
            <p:nvPr/>
          </p:nvSpPr>
          <p:spPr>
            <a:xfrm>
              <a:off x="9306854" y="1735898"/>
              <a:ext cx="673003" cy="673003"/>
            </a:xfrm>
            <a:prstGeom prst="rect">
              <a:avLst/>
            </a:prstGeom>
            <a:solidFill>
              <a:srgbClr val="56B1F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rc30"/>
            <p:cNvSpPr/>
            <p:nvPr/>
          </p:nvSpPr>
          <p:spPr>
            <a:xfrm>
              <a:off x="9306854" y="3754910"/>
              <a:ext cx="673003" cy="673003"/>
            </a:xfrm>
            <a:prstGeom prst="rect">
              <a:avLst/>
            </a:prstGeom>
            <a:solidFill>
              <a:srgbClr val="1C3C5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rc31"/>
            <p:cNvSpPr/>
            <p:nvPr/>
          </p:nvSpPr>
          <p:spPr>
            <a:xfrm>
              <a:off x="9306854" y="1062894"/>
              <a:ext cx="673003" cy="673003"/>
            </a:xfrm>
            <a:prstGeom prst="rect">
              <a:avLst/>
            </a:prstGeom>
            <a:solidFill>
              <a:srgbClr val="1C3D5B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rc32"/>
            <p:cNvSpPr/>
            <p:nvPr/>
          </p:nvSpPr>
          <p:spPr>
            <a:xfrm>
              <a:off x="9306854" y="2408902"/>
              <a:ext cx="673003" cy="673003"/>
            </a:xfrm>
            <a:prstGeom prst="rect">
              <a:avLst/>
            </a:prstGeom>
            <a:solidFill>
              <a:srgbClr val="1A3855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rc33"/>
            <p:cNvSpPr/>
            <p:nvPr/>
          </p:nvSpPr>
          <p:spPr>
            <a:xfrm>
              <a:off x="7287842" y="5100918"/>
              <a:ext cx="673003" cy="673003"/>
            </a:xfrm>
            <a:prstGeom prst="rect">
              <a:avLst/>
            </a:prstGeom>
            <a:solidFill>
              <a:srgbClr val="3A78AB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rc34"/>
            <p:cNvSpPr/>
            <p:nvPr/>
          </p:nvSpPr>
          <p:spPr>
            <a:xfrm>
              <a:off x="7287842" y="4427914"/>
              <a:ext cx="673003" cy="673003"/>
            </a:xfrm>
            <a:prstGeom prst="rect">
              <a:avLst/>
            </a:prstGeom>
            <a:solidFill>
              <a:srgbClr val="3E81B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rc35"/>
            <p:cNvSpPr/>
            <p:nvPr/>
          </p:nvSpPr>
          <p:spPr>
            <a:xfrm>
              <a:off x="7287842" y="3081906"/>
              <a:ext cx="673003" cy="673003"/>
            </a:xfrm>
            <a:prstGeom prst="rect">
              <a:avLst/>
            </a:prstGeom>
            <a:solidFill>
              <a:srgbClr val="265075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rc36"/>
            <p:cNvSpPr/>
            <p:nvPr/>
          </p:nvSpPr>
          <p:spPr>
            <a:xfrm>
              <a:off x="7287842" y="1735898"/>
              <a:ext cx="673003" cy="673003"/>
            </a:xfrm>
            <a:prstGeom prst="rect">
              <a:avLst/>
            </a:prstGeom>
            <a:solidFill>
              <a:srgbClr val="1C3C5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rc37"/>
            <p:cNvSpPr/>
            <p:nvPr/>
          </p:nvSpPr>
          <p:spPr>
            <a:xfrm>
              <a:off x="7287842" y="3754910"/>
              <a:ext cx="673003" cy="673003"/>
            </a:xfrm>
            <a:prstGeom prst="rect">
              <a:avLst/>
            </a:prstGeom>
            <a:solidFill>
              <a:srgbClr val="56B1F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rc38"/>
            <p:cNvSpPr/>
            <p:nvPr/>
          </p:nvSpPr>
          <p:spPr>
            <a:xfrm>
              <a:off x="7287842" y="1062894"/>
              <a:ext cx="673003" cy="673003"/>
            </a:xfrm>
            <a:prstGeom prst="rect">
              <a:avLst/>
            </a:prstGeom>
            <a:solidFill>
              <a:srgbClr val="254F74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rc39"/>
            <p:cNvSpPr/>
            <p:nvPr/>
          </p:nvSpPr>
          <p:spPr>
            <a:xfrm>
              <a:off x="7287842" y="2408902"/>
              <a:ext cx="673003" cy="673003"/>
            </a:xfrm>
            <a:prstGeom prst="rect">
              <a:avLst/>
            </a:prstGeom>
            <a:solidFill>
              <a:srgbClr val="316692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rc40"/>
            <p:cNvSpPr/>
            <p:nvPr/>
          </p:nvSpPr>
          <p:spPr>
            <a:xfrm>
              <a:off x="9979858" y="5100918"/>
              <a:ext cx="673003" cy="673003"/>
            </a:xfrm>
            <a:prstGeom prst="rect">
              <a:avLst/>
            </a:prstGeom>
            <a:solidFill>
              <a:srgbClr val="1E4060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rc41"/>
            <p:cNvSpPr/>
            <p:nvPr/>
          </p:nvSpPr>
          <p:spPr>
            <a:xfrm>
              <a:off x="9979858" y="4427914"/>
              <a:ext cx="673003" cy="673003"/>
            </a:xfrm>
            <a:prstGeom prst="rect">
              <a:avLst/>
            </a:prstGeom>
            <a:solidFill>
              <a:srgbClr val="234A6D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rc42"/>
            <p:cNvSpPr/>
            <p:nvPr/>
          </p:nvSpPr>
          <p:spPr>
            <a:xfrm>
              <a:off x="9979858" y="3081906"/>
              <a:ext cx="673003" cy="673003"/>
            </a:xfrm>
            <a:prstGeom prst="rect">
              <a:avLst/>
            </a:prstGeom>
            <a:solidFill>
              <a:srgbClr val="1B3A5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rc43"/>
            <p:cNvSpPr/>
            <p:nvPr/>
          </p:nvSpPr>
          <p:spPr>
            <a:xfrm>
              <a:off x="9979858" y="1735898"/>
              <a:ext cx="673003" cy="673003"/>
            </a:xfrm>
            <a:prstGeom prst="rect">
              <a:avLst/>
            </a:prstGeom>
            <a:solidFill>
              <a:srgbClr val="1C3D5B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rc44"/>
            <p:cNvSpPr/>
            <p:nvPr/>
          </p:nvSpPr>
          <p:spPr>
            <a:xfrm>
              <a:off x="9979858" y="3754910"/>
              <a:ext cx="673003" cy="673003"/>
            </a:xfrm>
            <a:prstGeom prst="rect">
              <a:avLst/>
            </a:prstGeom>
            <a:solidFill>
              <a:srgbClr val="254F74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rc45"/>
            <p:cNvSpPr/>
            <p:nvPr/>
          </p:nvSpPr>
          <p:spPr>
            <a:xfrm>
              <a:off x="9979858" y="1062894"/>
              <a:ext cx="673003" cy="673003"/>
            </a:xfrm>
            <a:prstGeom prst="rect">
              <a:avLst/>
            </a:prstGeom>
            <a:solidFill>
              <a:srgbClr val="56B1F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rc46"/>
            <p:cNvSpPr/>
            <p:nvPr/>
          </p:nvSpPr>
          <p:spPr>
            <a:xfrm>
              <a:off x="9979858" y="2408902"/>
              <a:ext cx="673003" cy="673003"/>
            </a:xfrm>
            <a:prstGeom prst="rect">
              <a:avLst/>
            </a:prstGeom>
            <a:solidFill>
              <a:srgbClr val="22486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rc47"/>
            <p:cNvSpPr/>
            <p:nvPr/>
          </p:nvSpPr>
          <p:spPr>
            <a:xfrm>
              <a:off x="8633850" y="5100918"/>
              <a:ext cx="673003" cy="673003"/>
            </a:xfrm>
            <a:prstGeom prst="rect">
              <a:avLst/>
            </a:prstGeom>
            <a:solidFill>
              <a:srgbClr val="32699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rc48"/>
            <p:cNvSpPr/>
            <p:nvPr/>
          </p:nvSpPr>
          <p:spPr>
            <a:xfrm>
              <a:off x="8633850" y="4427914"/>
              <a:ext cx="673003" cy="673003"/>
            </a:xfrm>
            <a:prstGeom prst="rect">
              <a:avLst/>
            </a:prstGeom>
            <a:solidFill>
              <a:srgbClr val="316693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rc49"/>
            <p:cNvSpPr/>
            <p:nvPr/>
          </p:nvSpPr>
          <p:spPr>
            <a:xfrm>
              <a:off x="8633850" y="3081906"/>
              <a:ext cx="673003" cy="673003"/>
            </a:xfrm>
            <a:prstGeom prst="rect">
              <a:avLst/>
            </a:prstGeom>
            <a:solidFill>
              <a:srgbClr val="316692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rc50"/>
            <p:cNvSpPr/>
            <p:nvPr/>
          </p:nvSpPr>
          <p:spPr>
            <a:xfrm>
              <a:off x="8633850" y="1735898"/>
              <a:ext cx="673003" cy="673003"/>
            </a:xfrm>
            <a:prstGeom prst="rect">
              <a:avLst/>
            </a:prstGeom>
            <a:solidFill>
              <a:srgbClr val="1A3855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rc51"/>
            <p:cNvSpPr/>
            <p:nvPr/>
          </p:nvSpPr>
          <p:spPr>
            <a:xfrm>
              <a:off x="8633850" y="3754910"/>
              <a:ext cx="673003" cy="673003"/>
            </a:xfrm>
            <a:prstGeom prst="rect">
              <a:avLst/>
            </a:prstGeom>
            <a:solidFill>
              <a:srgbClr val="316692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rc52"/>
            <p:cNvSpPr/>
            <p:nvPr/>
          </p:nvSpPr>
          <p:spPr>
            <a:xfrm>
              <a:off x="8633850" y="1062894"/>
              <a:ext cx="673003" cy="673003"/>
            </a:xfrm>
            <a:prstGeom prst="rect">
              <a:avLst/>
            </a:prstGeom>
            <a:solidFill>
              <a:srgbClr val="22486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rc53"/>
            <p:cNvSpPr/>
            <p:nvPr/>
          </p:nvSpPr>
          <p:spPr>
            <a:xfrm>
              <a:off x="8633850" y="2408902"/>
              <a:ext cx="673003" cy="673003"/>
            </a:xfrm>
            <a:prstGeom prst="rect">
              <a:avLst/>
            </a:prstGeom>
            <a:solidFill>
              <a:srgbClr val="56B1F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tx54"/>
            <p:cNvSpPr/>
            <p:nvPr/>
          </p:nvSpPr>
          <p:spPr>
            <a:xfrm>
              <a:off x="6172843" y="5396979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6172843" y="4723976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0.90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6172843" y="3377968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0.67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6172843" y="2031907"/>
              <a:ext cx="210987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0.30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6172843" y="4050972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0.72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6172843" y="1358956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0.42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6172843" y="2704964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 dirty="0">
                  <a:solidFill>
                    <a:srgbClr val="FF0000"/>
                  </a:solidFill>
                  <a:latin typeface="Arial"/>
                  <a:cs typeface="Arial"/>
                </a:rPr>
                <a:t>0.65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6845847" y="5396979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0.90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6845847" y="4723976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6845847" y="3377968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0.67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6845847" y="2031907"/>
              <a:ext cx="210987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0.35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6845847" y="4050972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0.77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6845847" y="1358956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0.48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6845847" y="2704911"/>
              <a:ext cx="210987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0.63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8191855" y="5396979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0.67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8191855" y="4723976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0.67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8191855" y="3377968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8191855" y="2031907"/>
              <a:ext cx="210987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0.34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8191855" y="4050972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0.51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8191855" y="1358903"/>
              <a:ext cx="210987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0.39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8191855" y="2704911"/>
              <a:ext cx="210987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 dirty="0">
                  <a:solidFill>
                    <a:srgbClr val="FF0000"/>
                  </a:solidFill>
                  <a:latin typeface="Arial"/>
                  <a:cs typeface="Arial"/>
                </a:rPr>
                <a:t>0.63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9537862" y="5396927"/>
              <a:ext cx="210987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0.30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9537862" y="4723923"/>
              <a:ext cx="210987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0.35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9537862" y="3377915"/>
              <a:ext cx="210987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0.34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9537862" y="2031960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9537862" y="4050972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0.40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9537862" y="1358956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0.41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9537862" y="2704911"/>
              <a:ext cx="210987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0.38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7518851" y="5396979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0.72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7518851" y="4723976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0.77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7518851" y="3377968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0.51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7518851" y="2031960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0.40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7518851" y="4050972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7518851" y="1358956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0.51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7518851" y="2704911"/>
              <a:ext cx="210987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0.63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10210866" y="5396979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0.42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10210866" y="4723976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0.48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10210866" y="3377915"/>
              <a:ext cx="210987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0.39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10210866" y="2031960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0.41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10210866" y="4050972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0.51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10210866" y="1358956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10210866" y="2704964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0.47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8864858" y="5396979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0.65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8864858" y="4723923"/>
              <a:ext cx="210987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0.63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8864858" y="3377915"/>
              <a:ext cx="210987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0.63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8864858" y="2031907"/>
              <a:ext cx="210987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0.38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8864858" y="4050919"/>
              <a:ext cx="210987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0.63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8864858" y="1358956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0.47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8864858" y="2704964"/>
              <a:ext cx="210987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5582108" y="5394691"/>
              <a:ext cx="229795" cy="8272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USS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5358479" y="4721687"/>
              <a:ext cx="453424" cy="8272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SARA.ax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5296378" y="4050102"/>
              <a:ext cx="515525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ADL.lower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5395805" y="3375679"/>
              <a:ext cx="416098" cy="8272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SARA.ki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5277606" y="2683194"/>
              <a:ext cx="534297" cy="1022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ADL.upper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5252777" y="2031090"/>
              <a:ext cx="559127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ADL.bulbar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5308711" y="1358086"/>
              <a:ext cx="503192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ADL.other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6163439" y="5901124"/>
              <a:ext cx="229795" cy="8272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USS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6724628" y="5901124"/>
              <a:ext cx="453424" cy="8272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SARA.ax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7366581" y="5902542"/>
              <a:ext cx="515525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ADL.lower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8089299" y="5901124"/>
              <a:ext cx="416098" cy="8272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SARA.ki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8703203" y="5881642"/>
              <a:ext cx="534297" cy="1022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ADL.upper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9363792" y="5902542"/>
              <a:ext cx="559127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ADL.bulbar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10064764" y="5902542"/>
              <a:ext cx="503192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ADL.other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10928930" y="2755505"/>
              <a:ext cx="885266" cy="12946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Spearman rho</a:t>
              </a:r>
            </a:p>
          </p:txBody>
        </p:sp>
        <p:pic>
          <p:nvPicPr>
            <p:cNvPr id="118" name="pic1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28930" y="2969262"/>
              <a:ext cx="219455" cy="1097280"/>
            </a:xfrm>
            <a:prstGeom prst="rect">
              <a:avLst/>
            </a:prstGeom>
          </p:spPr>
        </p:pic>
        <p:sp>
          <p:nvSpPr>
            <p:cNvPr id="119" name="pl119"/>
            <p:cNvSpPr/>
            <p:nvPr/>
          </p:nvSpPr>
          <p:spPr>
            <a:xfrm>
              <a:off x="11104494" y="3908465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pl120"/>
            <p:cNvSpPr/>
            <p:nvPr/>
          </p:nvSpPr>
          <p:spPr>
            <a:xfrm>
              <a:off x="11104494" y="359600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pl121"/>
            <p:cNvSpPr/>
            <p:nvPr/>
          </p:nvSpPr>
          <p:spPr>
            <a:xfrm>
              <a:off x="11104494" y="3283549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pl122"/>
            <p:cNvSpPr/>
            <p:nvPr/>
          </p:nvSpPr>
          <p:spPr>
            <a:xfrm>
              <a:off x="11104494" y="2971091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pl123"/>
            <p:cNvSpPr/>
            <p:nvPr/>
          </p:nvSpPr>
          <p:spPr>
            <a:xfrm>
              <a:off x="10928930" y="3908465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pl124"/>
            <p:cNvSpPr/>
            <p:nvPr/>
          </p:nvSpPr>
          <p:spPr>
            <a:xfrm>
              <a:off x="10928930" y="359600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pl125"/>
            <p:cNvSpPr/>
            <p:nvPr/>
          </p:nvSpPr>
          <p:spPr>
            <a:xfrm>
              <a:off x="10928930" y="3283549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pl126"/>
            <p:cNvSpPr/>
            <p:nvPr/>
          </p:nvSpPr>
          <p:spPr>
            <a:xfrm>
              <a:off x="10928930" y="2971091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tx127"/>
            <p:cNvSpPr/>
            <p:nvPr/>
          </p:nvSpPr>
          <p:spPr>
            <a:xfrm>
              <a:off x="11217975" y="3866773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11217975" y="3554315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11217975" y="3241857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0.8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11217975" y="2929399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</p:grpSp>
      <p:sp>
        <p:nvSpPr>
          <p:cNvPr id="131" name="Title 1"/>
          <p:cNvSpPr>
            <a:spLocks noGrp="1"/>
          </p:cNvSpPr>
          <p:nvPr>
            <p:ph type="title"/>
          </p:nvPr>
        </p:nvSpPr>
        <p:spPr>
          <a:xfrm>
            <a:off x="151197" y="142929"/>
            <a:ext cx="4814636" cy="1692275"/>
          </a:xfrm>
        </p:spPr>
        <p:txBody>
          <a:bodyPr/>
          <a:lstStyle/>
          <a:p>
            <a:r>
              <a:t>title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Cambria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5395BB3-1528-4302-A15C-E6A06E822975}" vid="{DF592CA2-00DC-4ACA-BF02-8EB1A2F15D8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18923</TotalTime>
  <Words>217</Words>
  <Application>Microsoft Office PowerPoint</Application>
  <PresentationFormat>Widescreen</PresentationFormat>
  <Paragraphs>157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Tenorite</vt:lpstr>
      <vt:lpstr>Calibri</vt:lpstr>
      <vt:lpstr>Arial</vt:lpstr>
      <vt:lpstr>CR</vt:lpstr>
      <vt:lpstr>title</vt:lpstr>
      <vt:lpstr>title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Christian Rummey</dc:creator>
  <cp:lastModifiedBy>Christian Rummey</cp:lastModifiedBy>
  <cp:revision>64</cp:revision>
  <dcterms:created xsi:type="dcterms:W3CDTF">2020-08-21T08:26:15Z</dcterms:created>
  <dcterms:modified xsi:type="dcterms:W3CDTF">2025-09-13T17:11:41Z</dcterms:modified>
</cp:coreProperties>
</file>
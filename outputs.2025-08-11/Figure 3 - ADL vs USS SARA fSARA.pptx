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60" r:id="rId2"/>
    <p:sldId id="259" r:id="rId3"/>
    <p:sldId id="258" r:id="rId4"/>
    <p:sldId id="256" r:id="rId5"/>
  </p:sldIdLst>
  <p:sldSz cx="12192000" cy="6858000"/>
  <p:notesSz cx="6858000" cy="9144000"/>
  <p:embeddedFontLst>
    <p:embeddedFont>
      <p:font typeface="Tenorite" panose="00000500000000000000" pitchFamily="2" charset="0"/>
      <p:regular r:id="rId8"/>
      <p:bold r:id="rId9"/>
      <p:italic r:id="rId10"/>
      <p:boldItalic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66"/>
    <a:srgbClr val="FFFFFF"/>
    <a:srgbClr val="D21145"/>
    <a:srgbClr val="CCCCCC"/>
    <a:srgbClr val="F4A582"/>
    <a:srgbClr val="4A4A4A"/>
    <a:srgbClr val="FFA07A"/>
    <a:srgbClr val="A3B18A"/>
    <a:srgbClr val="FFCC99"/>
    <a:srgbClr val="66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49FAB7-E9D1-48ED-A900-3D7829E7FC3E}" v="4" dt="2025-08-20T16:30:30.3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890" autoAdjust="0"/>
    <p:restoredTop sz="95861" autoAdjust="0"/>
  </p:normalViewPr>
  <p:slideViewPr>
    <p:cSldViewPr snapToGrid="0" snapToObjects="1">
      <p:cViewPr varScale="1">
        <p:scale>
          <a:sx n="102" d="100"/>
          <a:sy n="102" d="100"/>
        </p:scale>
        <p:origin x="148" y="288"/>
      </p:cViewPr>
      <p:guideLst/>
    </p:cSldViewPr>
  </p:slideViewPr>
  <p:outlineViewPr>
    <p:cViewPr>
      <p:scale>
        <a:sx n="33" d="100"/>
        <a:sy n="33" d="100"/>
      </p:scale>
      <p:origin x="0" y="-2628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109" d="100"/>
          <a:sy n="109" d="100"/>
        </p:scale>
        <p:origin x="3144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 Rummey" userId="1616f22b-5705-4d11-a330-2855031cc605" providerId="ADAL" clId="{A14D9793-A2DD-4368-83B7-2992B2F3B1BA}"/>
    <pc:docChg chg="undo custSel addSld delSld modMainMaster">
      <pc:chgData name="Christian Rummey" userId="1616f22b-5705-4d11-a330-2855031cc605" providerId="ADAL" clId="{A14D9793-A2DD-4368-83B7-2992B2F3B1BA}" dt="2025-06-10T15:20:23.221" v="9" actId="255"/>
      <pc:docMkLst>
        <pc:docMk/>
      </pc:docMkLst>
      <pc:sldChg chg="new del">
        <pc:chgData name="Christian Rummey" userId="1616f22b-5705-4d11-a330-2855031cc605" providerId="ADAL" clId="{A14D9793-A2DD-4368-83B7-2992B2F3B1BA}" dt="2025-06-09T17:30:43.180" v="6" actId="47"/>
        <pc:sldMkLst>
          <pc:docMk/>
          <pc:sldMk cId="1725867823" sldId="256"/>
        </pc:sldMkLst>
      </pc:sldChg>
      <pc:sldMasterChg chg="modSldLayout">
        <pc:chgData name="Christian Rummey" userId="1616f22b-5705-4d11-a330-2855031cc605" providerId="ADAL" clId="{A14D9793-A2DD-4368-83B7-2992B2F3B1BA}" dt="2025-06-10T15:20:23.221" v="9" actId="255"/>
        <pc:sldMasterMkLst>
          <pc:docMk/>
          <pc:sldMasterMk cId="1297349460" sldId="2147483648"/>
        </pc:sldMasterMkLst>
        <pc:sldLayoutChg chg="modSp mod">
          <pc:chgData name="Christian Rummey" userId="1616f22b-5705-4d11-a330-2855031cc605" providerId="ADAL" clId="{A14D9793-A2DD-4368-83B7-2992B2F3B1BA}" dt="2025-06-10T15:20:23.221" v="9" actId="255"/>
          <pc:sldLayoutMkLst>
            <pc:docMk/>
            <pc:sldMasterMk cId="1297349460" sldId="2147483648"/>
            <pc:sldLayoutMk cId="4256017067" sldId="2147483698"/>
          </pc:sldLayoutMkLst>
        </pc:sldLayoutChg>
      </pc:sldMasterChg>
    </pc:docChg>
  </pc:docChgLst>
  <pc:docChgLst>
    <pc:chgData name="Christian Rummey" userId="1616f22b-5705-4d11-a330-2855031cc605" providerId="ADAL" clId="{D449FAB7-E9D1-48ED-A900-3D7829E7FC3E}"/>
    <pc:docChg chg="custSel addSld delSld modSld">
      <pc:chgData name="Christian Rummey" userId="1616f22b-5705-4d11-a330-2855031cc605" providerId="ADAL" clId="{D449FAB7-E9D1-48ED-A900-3D7829E7FC3E}" dt="2025-08-20T16:30:30.310" v="78"/>
      <pc:docMkLst>
        <pc:docMk/>
      </pc:docMkLst>
      <pc:sldChg chg="modSp mod">
        <pc:chgData name="Christian Rummey" userId="1616f22b-5705-4d11-a330-2855031cc605" providerId="ADAL" clId="{D449FAB7-E9D1-48ED-A900-3D7829E7FC3E}" dt="2025-08-11T12:58:58.846" v="73" actId="20577"/>
        <pc:sldMkLst>
          <pc:docMk/>
          <pc:sldMk cId="0" sldId="256"/>
        </pc:sldMkLst>
        <pc:spChg chg="mod">
          <ac:chgData name="Christian Rummey" userId="1616f22b-5705-4d11-a330-2855031cc605" providerId="ADAL" clId="{D449FAB7-E9D1-48ED-A900-3D7829E7FC3E}" dt="2025-08-11T12:58:58.846" v="73" actId="20577"/>
          <ac:spMkLst>
            <pc:docMk/>
            <pc:sldMk cId="0" sldId="256"/>
            <ac:spMk id="1568" creationId="{00000000-0000-0000-0000-000000000000}"/>
          </ac:spMkLst>
        </pc:spChg>
      </pc:sldChg>
      <pc:sldChg chg="add del">
        <pc:chgData name="Christian Rummey" userId="1616f22b-5705-4d11-a330-2855031cc605" providerId="ADAL" clId="{D449FAB7-E9D1-48ED-A900-3D7829E7FC3E}" dt="2025-08-20T16:21:07.505" v="76" actId="47"/>
        <pc:sldMkLst>
          <pc:docMk/>
          <pc:sldMk cId="0" sldId="257"/>
        </pc:sldMkLst>
      </pc:sldChg>
      <pc:sldChg chg="add">
        <pc:chgData name="Christian Rummey" userId="1616f22b-5705-4d11-a330-2855031cc605" providerId="ADAL" clId="{D449FAB7-E9D1-48ED-A900-3D7829E7FC3E}" dt="2025-08-20T16:21:05.334" v="75"/>
        <pc:sldMkLst>
          <pc:docMk/>
          <pc:sldMk cId="0" sldId="258"/>
        </pc:sldMkLst>
      </pc:sldChg>
      <pc:sldChg chg="add">
        <pc:chgData name="Christian Rummey" userId="1616f22b-5705-4d11-a330-2855031cc605" providerId="ADAL" clId="{D449FAB7-E9D1-48ED-A900-3D7829E7FC3E}" dt="2025-08-20T16:22:58.805" v="77"/>
        <pc:sldMkLst>
          <pc:docMk/>
          <pc:sldMk cId="0" sldId="259"/>
        </pc:sldMkLst>
      </pc:sldChg>
      <pc:sldChg chg="add">
        <pc:chgData name="Christian Rummey" userId="1616f22b-5705-4d11-a330-2855031cc605" providerId="ADAL" clId="{D449FAB7-E9D1-48ED-A900-3D7829E7FC3E}" dt="2025-08-20T16:30:30.310" v="78"/>
        <pc:sldMkLst>
          <pc:docMk/>
          <pc:sldMk cId="0" sldId="260"/>
        </pc:sldMkLst>
      </pc:sldChg>
    </pc:docChg>
  </pc:docChgLst>
  <pc:docChgLst>
    <pc:chgData name="Christian Rummey" userId="1616f22b-5705-4d11-a330-2855031cc605" providerId="ADAL" clId="{BA4FE7E3-BE8F-4020-926C-39CDD45D1D87}"/>
    <pc:docChg chg="undo custSel modMainMaster">
      <pc:chgData name="Christian Rummey" userId="1616f22b-5705-4d11-a330-2855031cc605" providerId="ADAL" clId="{BA4FE7E3-BE8F-4020-926C-39CDD45D1D87}" dt="2025-04-22T11:05:18.004" v="6" actId="1076"/>
      <pc:docMkLst>
        <pc:docMk/>
      </pc:docMkLst>
      <pc:sldMasterChg chg="modSldLayout">
        <pc:chgData name="Christian Rummey" userId="1616f22b-5705-4d11-a330-2855031cc605" providerId="ADAL" clId="{BA4FE7E3-BE8F-4020-926C-39CDD45D1D87}" dt="2025-04-22T11:05:18.004" v="6" actId="1076"/>
        <pc:sldMasterMkLst>
          <pc:docMk/>
          <pc:sldMasterMk cId="1297349460" sldId="2147483648"/>
        </pc:sldMasterMkLst>
        <pc:sldLayoutChg chg="addSp modSp mod">
          <pc:chgData name="Christian Rummey" userId="1616f22b-5705-4d11-a330-2855031cc605" providerId="ADAL" clId="{BA4FE7E3-BE8F-4020-926C-39CDD45D1D87}" dt="2025-04-22T11:05:18.004" v="6" actId="1076"/>
          <pc:sldLayoutMkLst>
            <pc:docMk/>
            <pc:sldMasterMk cId="1297349460" sldId="2147483648"/>
            <pc:sldLayoutMk cId="1779765834" sldId="2147483662"/>
          </pc:sldLayoutMkLst>
        </pc:sldLayoutChg>
      </pc:sldMasterChg>
    </pc:docChg>
  </pc:docChgLst>
  <pc:docChgLst>
    <pc:chgData name="Christian Rummey" userId="1616f22b-5705-4d11-a330-2855031cc605" providerId="ADAL" clId="{5F97B23C-B94D-4912-9497-32CCAC5D690D}"/>
    <pc:docChg chg="undo custSel modMainMaster">
      <pc:chgData name="Christian Rummey" userId="1616f22b-5705-4d11-a330-2855031cc605" providerId="ADAL" clId="{5F97B23C-B94D-4912-9497-32CCAC5D690D}" dt="2025-03-28T11:37:44.999" v="50" actId="108"/>
      <pc:docMkLst>
        <pc:docMk/>
      </pc:docMkLst>
      <pc:sldMasterChg chg="modSldLayout">
        <pc:chgData name="Christian Rummey" userId="1616f22b-5705-4d11-a330-2855031cc605" providerId="ADAL" clId="{5F97B23C-B94D-4912-9497-32CCAC5D690D}" dt="2025-03-28T11:37:44.999" v="50" actId="108"/>
        <pc:sldMasterMkLst>
          <pc:docMk/>
          <pc:sldMasterMk cId="1297349460" sldId="2147483648"/>
        </pc:sldMasterMkLst>
        <pc:sldLayoutChg chg="addSp delSp modSp mod">
          <pc:chgData name="Christian Rummey" userId="1616f22b-5705-4d11-a330-2855031cc605" providerId="ADAL" clId="{5F97B23C-B94D-4912-9497-32CCAC5D690D}" dt="2025-03-26T12:09:58.584" v="33"/>
          <pc:sldLayoutMkLst>
            <pc:docMk/>
            <pc:sldMasterMk cId="1297349460" sldId="2147483648"/>
            <pc:sldLayoutMk cId="1779765834" sldId="2147483662"/>
          </pc:sldLayoutMkLst>
        </pc:sldLayoutChg>
        <pc:sldLayoutChg chg="modSp">
          <pc:chgData name="Christian Rummey" userId="1616f22b-5705-4d11-a330-2855031cc605" providerId="ADAL" clId="{5F97B23C-B94D-4912-9497-32CCAC5D690D}" dt="2025-03-28T11:37:21.372" v="46" actId="108"/>
          <pc:sldLayoutMkLst>
            <pc:docMk/>
            <pc:sldMasterMk cId="1297349460" sldId="2147483648"/>
            <pc:sldLayoutMk cId="3753787485" sldId="2147483675"/>
          </pc:sldLayoutMkLst>
        </pc:sldLayoutChg>
        <pc:sldLayoutChg chg="delSp mod">
          <pc:chgData name="Christian Rummey" userId="1616f22b-5705-4d11-a330-2855031cc605" providerId="ADAL" clId="{5F97B23C-B94D-4912-9497-32CCAC5D690D}" dt="2025-03-26T12:08:15.576" v="21" actId="478"/>
          <pc:sldLayoutMkLst>
            <pc:docMk/>
            <pc:sldMasterMk cId="1297349460" sldId="2147483648"/>
            <pc:sldLayoutMk cId="2951539814" sldId="2147483683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6T12:06:31.871" v="1"/>
          <pc:sldLayoutMkLst>
            <pc:docMk/>
            <pc:sldMasterMk cId="1297349460" sldId="2147483648"/>
            <pc:sldLayoutMk cId="2778995209" sldId="2147483684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8T11:37:41.348" v="49" actId="108"/>
          <pc:sldLayoutMkLst>
            <pc:docMk/>
            <pc:sldMasterMk cId="1297349460" sldId="2147483648"/>
            <pc:sldLayoutMk cId="3487979977" sldId="2147483685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8T11:37:44.999" v="50" actId="108"/>
          <pc:sldLayoutMkLst>
            <pc:docMk/>
            <pc:sldMasterMk cId="1297349460" sldId="2147483648"/>
            <pc:sldLayoutMk cId="1567917209" sldId="2147483686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8T11:37:37.870" v="48" actId="108"/>
          <pc:sldLayoutMkLst>
            <pc:docMk/>
            <pc:sldMasterMk cId="1297349460" sldId="2147483648"/>
            <pc:sldLayoutMk cId="3387880590" sldId="2147483694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8T11:37:17.355" v="45" actId="108"/>
          <pc:sldLayoutMkLst>
            <pc:docMk/>
            <pc:sldMasterMk cId="1297349460" sldId="2147483648"/>
            <pc:sldLayoutMk cId="84449021" sldId="2147483695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7T10:14:21.413" v="43"/>
          <pc:sldLayoutMkLst>
            <pc:docMk/>
            <pc:sldMasterMk cId="1297349460" sldId="2147483648"/>
            <pc:sldLayoutMk cId="775367414" sldId="2147483696"/>
          </pc:sldLayoutMkLst>
        </pc:sldLayoutChg>
      </pc:sldMasterChg>
    </pc:docChg>
  </pc:docChgLst>
  <pc:docChgLst>
    <pc:chgData name="Christian Rummey" userId="1616f22b-5705-4d11-a330-2855031cc605" providerId="ADAL" clId="{15F4C84D-1EF1-4114-9C4D-36D8254AFF84}"/>
    <pc:docChg chg="modMainMaster">
      <pc:chgData name="Christian Rummey" userId="1616f22b-5705-4d11-a330-2855031cc605" providerId="ADAL" clId="{15F4C84D-1EF1-4114-9C4D-36D8254AFF84}" dt="2025-04-14T10:50:14.983" v="3" actId="14100"/>
      <pc:docMkLst>
        <pc:docMk/>
      </pc:docMkLst>
      <pc:sldMasterChg chg="modSldLayout">
        <pc:chgData name="Christian Rummey" userId="1616f22b-5705-4d11-a330-2855031cc605" providerId="ADAL" clId="{15F4C84D-1EF1-4114-9C4D-36D8254AFF84}" dt="2025-04-14T10:50:14.983" v="3" actId="14100"/>
        <pc:sldMasterMkLst>
          <pc:docMk/>
          <pc:sldMasterMk cId="1297349460" sldId="2147483648"/>
        </pc:sldMasterMkLst>
        <pc:sldLayoutChg chg="addSp modSp mod">
          <pc:chgData name="Christian Rummey" userId="1616f22b-5705-4d11-a330-2855031cc605" providerId="ADAL" clId="{15F4C84D-1EF1-4114-9C4D-36D8254AFF84}" dt="2025-04-14T10:50:14.983" v="3" actId="14100"/>
          <pc:sldLayoutMkLst>
            <pc:docMk/>
            <pc:sldMasterMk cId="1297349460" sldId="2147483648"/>
            <pc:sldLayoutMk cId="775367414" sldId="2147483696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EA492B1-D0E8-4066-8DC1-F40744AE62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2A53BC-9DD4-4B5D-A18C-F4610F5B990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4B9F4C-C8D0-46E8-90C7-9F3ADA02B81A}" type="datetimeFigureOut">
              <a:rPr lang="en-US" smtClean="0"/>
              <a:t>2025-08-20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48AFA9-FC76-4083-9FF9-28E93E1BD9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EC296C-2E56-4970-8FE6-DA808391A25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FC8586-BA3B-4CFE-9E9B-579F1A69C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6132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5603C9-0024-46CF-87BE-1939A334CBB0}" type="datetimeFigureOut">
              <a:rPr lang="en-US" smtClean="0"/>
              <a:t>2025-08-20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A0F714-9B13-41E9-A60E-D61BD25D5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913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Created at 2025-08-20 18-30-17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Created at 2025-08-20 18-22-47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Created at 2025-08-20 18-20-56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Created at 2025-08-11 14-57-17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3" y="1709738"/>
            <a:ext cx="10515600" cy="2852737"/>
          </a:xfrm>
        </p:spPr>
        <p:txBody>
          <a:bodyPr anchor="b">
            <a:normAutofit/>
          </a:bodyPr>
          <a:lstStyle>
            <a:lvl1pPr algn="l">
              <a:defRPr lang="en-US" sz="5400" b="1" kern="1200" dirty="0">
                <a:solidFill>
                  <a:srgbClr val="2A3E75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3" y="4643120"/>
            <a:ext cx="10515600" cy="14465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rgbClr val="4A4A4A"/>
                </a:solidFill>
                <a:latin typeface="Tenorite" panose="00000500000000000000" pitchFamily="2" charset="0"/>
              </a:defRPr>
            </a:lvl1pPr>
            <a:lvl2pPr marL="45721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2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5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6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8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9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AF3CD5-52C6-EFDB-39AA-9D2EC2448291}"/>
              </a:ext>
            </a:extLst>
          </p:cNvPr>
          <p:cNvCxnSpPr>
            <a:cxnSpLocks/>
          </p:cNvCxnSpPr>
          <p:nvPr userDrawn="1"/>
        </p:nvCxnSpPr>
        <p:spPr>
          <a:xfrm>
            <a:off x="833120" y="4599431"/>
            <a:ext cx="10515600" cy="0"/>
          </a:xfrm>
          <a:prstGeom prst="line">
            <a:avLst/>
          </a:prstGeom>
          <a:ln w="38100">
            <a:solidFill>
              <a:srgbClr val="C02F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1539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20" y="179883"/>
            <a:ext cx="10515600" cy="3050497"/>
          </a:xfrm>
        </p:spPr>
        <p:txBody>
          <a:bodyPr anchor="b">
            <a:normAutofit/>
          </a:bodyPr>
          <a:lstStyle>
            <a:lvl1pPr algn="l">
              <a:defRPr lang="en-US" sz="5400" b="1" kern="1200" dirty="0">
                <a:solidFill>
                  <a:srgbClr val="2A3E75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AF3CD5-52C6-EFDB-39AA-9D2EC2448291}"/>
              </a:ext>
            </a:extLst>
          </p:cNvPr>
          <p:cNvCxnSpPr>
            <a:cxnSpLocks/>
          </p:cNvCxnSpPr>
          <p:nvPr userDrawn="1"/>
        </p:nvCxnSpPr>
        <p:spPr>
          <a:xfrm>
            <a:off x="831852" y="3288312"/>
            <a:ext cx="10515600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CCC9ECA-AF17-77AA-3FBA-9C2ADA4E93E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4547" y="3359464"/>
            <a:ext cx="10515600" cy="3041334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7917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3389A-D1B1-8045-AF5C-E936D501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0"/>
            <a:ext cx="11731752" cy="135970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625383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F3A1677-D5FD-6F4F-982B-D234B367698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8600" y="1783830"/>
            <a:ext cx="11731752" cy="4616970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89450AF-5B3A-1BE3-45D6-60D099856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C33CE-F5D7-114C-2E5F-0BB1D6208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7979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E_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033271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A197C6F-4D88-488A-50DD-5D7BF601315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28600" y="1143000"/>
            <a:ext cx="8666544" cy="5257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1pPr>
            <a:lvl2pPr marL="914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2pPr>
            <a:lvl3pPr marL="13716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3pPr>
            <a:lvl4pPr marL="1828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4pPr>
            <a:lvl5pPr marL="2286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A3D7ED22-F98E-C2C8-4338-C3DCEAFE0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1"/>
            <a:ext cx="11731752" cy="80507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813FBF2-EE6A-7F21-DA43-BEB4A4204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AF21E59-6130-9132-479A-6011AFDD6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070C87E-DFA1-032D-5413-84B5C0EA696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874152" y="1143000"/>
            <a:ext cx="6079222" cy="316278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1pPr>
            <a:lvl2pPr marL="914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2pPr>
            <a:lvl3pPr marL="13716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3pPr>
            <a:lvl4pPr marL="1828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4pPr>
            <a:lvl5pPr marL="2286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75367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033271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A197C6F-4D88-488A-50DD-5D7BF601315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28600" y="1143000"/>
            <a:ext cx="11731752" cy="5257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1pPr>
            <a:lvl2pPr marL="914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2pPr>
            <a:lvl3pPr marL="13716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3pPr>
            <a:lvl4pPr marL="1828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4pPr>
            <a:lvl5pPr marL="2286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A3D7ED22-F98E-C2C8-4338-C3DCEAFE0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1"/>
            <a:ext cx="11731752" cy="80507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813FBF2-EE6A-7F21-DA43-BEB4A4204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AF21E59-6130-9132-479A-6011AFDD6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662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3389A-D1B1-8045-AF5C-E936D501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0"/>
            <a:ext cx="11731752" cy="135970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625383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F3A1677-D5FD-6F4F-982B-D234B367698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8600" y="1783830"/>
            <a:ext cx="5867400" cy="4616970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F78D01E8-C1E8-530B-2B36-96123687E1F0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6096000" y="1783830"/>
            <a:ext cx="5867402" cy="4616970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C96B0EB-DC02-C3E4-27BE-B09618C53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53035CB-67F1-9F4F-38E1-119BC05B9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880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97" y="142929"/>
            <a:ext cx="4814636" cy="1692275"/>
          </a:xfrm>
        </p:spPr>
        <p:txBody>
          <a:bodyPr anchor="ctr">
            <a:normAutofit/>
          </a:bodyPr>
          <a:lstStyle>
            <a:lvl1pPr>
              <a:defRPr lang="en-US" sz="32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42929"/>
            <a:ext cx="6770187" cy="6606360"/>
          </a:xfrm>
          <a:prstGeom prst="rect">
            <a:avLst/>
          </a:prstGeom>
        </p:spPr>
        <p:txBody>
          <a:bodyPr/>
          <a:lstStyle>
            <a:lvl1pPr marL="274320">
              <a:defRPr sz="2400">
                <a:latin typeface="Tenorite" panose="00000500000000000000" pitchFamily="2" charset="0"/>
              </a:defRPr>
            </a:lvl1pPr>
            <a:lvl2pPr marL="548640">
              <a:buClr>
                <a:srgbClr val="D21145"/>
              </a:buClr>
              <a:defRPr sz="2000">
                <a:latin typeface="Tenorite" panose="00000500000000000000" pitchFamily="2" charset="0"/>
              </a:defRPr>
            </a:lvl2pPr>
            <a:lvl3pPr marL="822960">
              <a:buClr>
                <a:srgbClr val="003366"/>
              </a:buClr>
              <a:defRPr sz="1800">
                <a:latin typeface="Tenorite" panose="00000500000000000000" pitchFamily="2" charset="0"/>
              </a:defRPr>
            </a:lvl3pPr>
            <a:lvl4pPr marL="1097280">
              <a:buClr>
                <a:srgbClr val="D21145"/>
              </a:buClr>
              <a:defRPr sz="1600">
                <a:latin typeface="Tenorite" panose="00000500000000000000" pitchFamily="2" charset="0"/>
              </a:defRPr>
            </a:lvl4pPr>
            <a:lvl5pPr marL="1371600">
              <a:defRPr sz="1600">
                <a:latin typeface="Tenorite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0973" y="6492876"/>
            <a:ext cx="3912268" cy="256413"/>
          </a:xfrm>
          <a:prstGeom prst="rect">
            <a:avLst/>
          </a:prstGeo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D2F4DEA-5591-BB7D-6249-5D291621BA1D}"/>
              </a:ext>
            </a:extLst>
          </p:cNvPr>
          <p:cNvCxnSpPr>
            <a:cxnSpLocks/>
          </p:cNvCxnSpPr>
          <p:nvPr userDrawn="1"/>
        </p:nvCxnSpPr>
        <p:spPr>
          <a:xfrm>
            <a:off x="1" y="1992643"/>
            <a:ext cx="5074023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F8024D3-1A65-0428-57F2-93033CA6A49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61220" y="2150083"/>
            <a:ext cx="4804612" cy="4222141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Click to 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D894503-3C12-466A-60EE-312759D09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49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3389A-D1B1-8045-AF5C-E936D501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"/>
            <a:ext cx="11963400" cy="1033271"/>
          </a:xfrm>
          <a:prstGeom prst="rect">
            <a:avLst/>
          </a:prstGeom>
        </p:spPr>
        <p:txBody>
          <a:bodyPr anchor="ctr"/>
          <a:lstStyle>
            <a:lvl1pPr>
              <a:defRPr sz="3200">
                <a:solidFill>
                  <a:srgbClr val="105FAD"/>
                </a:solidFill>
                <a:latin typeface="Tenorite" panose="00000500000000000000" pitchFamily="2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033271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F3A1677-D5FD-6F4F-982B-D234B3676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1143000"/>
            <a:ext cx="3338065" cy="5257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1pPr>
            <a:lvl2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2pPr>
            <a:lvl3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3pPr>
            <a:lvl4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4pPr>
            <a:lvl5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0CB0027-CAAB-A460-8537-923E442AB2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626" y="6490446"/>
            <a:ext cx="3215774" cy="293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pPr defTabSz="609585"/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129F14-29DC-E5C7-B871-EFAFD4E6F8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490446"/>
            <a:ext cx="3860800" cy="293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pPr defTabSz="609585"/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EB7E8-F4B2-F9B3-0EE7-B55EA21C53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599" y="6490446"/>
            <a:ext cx="3215775" cy="293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pPr defTabSz="609585"/>
            <a:fld id="{C5EF2332-01BF-834F-8236-50238282D5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585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C0C1CB3-BE42-6AF9-C031-C43FC50879A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677808" y="1142999"/>
            <a:ext cx="8275567" cy="5257801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Tenorite" panose="00000500000000000000" pitchFamily="2" charset="0"/>
              </a:defRPr>
            </a:lvl1pPr>
            <a:lvl2pPr>
              <a:defRPr sz="2000">
                <a:latin typeface="Tenorite" panose="00000500000000000000" pitchFamily="2" charset="0"/>
              </a:defRPr>
            </a:lvl2pPr>
            <a:lvl3pPr>
              <a:defRPr sz="2000">
                <a:latin typeface="Tenorite" panose="00000500000000000000" pitchFamily="2" charset="0"/>
              </a:defRPr>
            </a:lvl3pPr>
            <a:lvl4pPr>
              <a:defRPr sz="2000">
                <a:latin typeface="Tenorite" panose="00000500000000000000" pitchFamily="2" charset="0"/>
              </a:defRPr>
            </a:lvl4pPr>
            <a:lvl5pPr>
              <a:defRPr sz="2000">
                <a:latin typeface="Tenorite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56017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E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32577"/>
            <a:ext cx="2865265" cy="1692274"/>
          </a:xfrm>
        </p:spPr>
        <p:txBody>
          <a:bodyPr anchor="ctr"/>
          <a:lstStyle>
            <a:lvl1pPr>
              <a:defRPr sz="3200">
                <a:latin typeface="Tenorite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29455" y="226437"/>
            <a:ext cx="8823919" cy="6522849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Tenorite" panose="00000500000000000000" pitchFamily="2" charset="0"/>
              </a:defRPr>
            </a:lvl1pPr>
            <a:lvl2pPr>
              <a:defRPr sz="2800">
                <a:latin typeface="Tenorite" panose="00000500000000000000" pitchFamily="2" charset="0"/>
              </a:defRPr>
            </a:lvl2pPr>
            <a:lvl3pPr>
              <a:defRPr sz="2400">
                <a:latin typeface="Tenorite" panose="00000500000000000000" pitchFamily="2" charset="0"/>
              </a:defRPr>
            </a:lvl3pPr>
            <a:lvl4pPr>
              <a:defRPr sz="2000">
                <a:latin typeface="Tenorite" panose="00000500000000000000" pitchFamily="2" charset="0"/>
              </a:defRPr>
            </a:lvl4pPr>
            <a:lvl5pPr>
              <a:defRPr sz="2000">
                <a:latin typeface="Tenorite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627" y="2057399"/>
            <a:ext cx="2859298" cy="43073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Tenorite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0969" y="6492874"/>
            <a:ext cx="2328252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787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sz="half" idx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  <a:lvl2pPr>
              <a:defRPr>
                <a:latin typeface="Tenorite" panose="00000500000000000000" pitchFamily="2" charset="0"/>
              </a:defRPr>
            </a:lvl2pPr>
            <a:lvl3pPr>
              <a:defRPr>
                <a:latin typeface="Tenorite" panose="00000500000000000000" pitchFamily="2" charset="0"/>
              </a:defRPr>
            </a:lvl3pPr>
            <a:lvl4pPr>
              <a:defRPr>
                <a:latin typeface="Tenorite" panose="00000500000000000000" pitchFamily="2" charset="0"/>
              </a:defRPr>
            </a:lvl4pPr>
            <a:lvl5pPr>
              <a:defRPr>
                <a:latin typeface="Tenorite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BB5403-9242-AA00-FE6E-B41EFCD30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5371" y="6560763"/>
            <a:ext cx="790097" cy="120634"/>
          </a:xfrm>
        </p:spPr>
        <p:txBody>
          <a:bodyPr anchor="ctr">
            <a:normAutofit/>
          </a:bodyPr>
          <a:lstStyle>
            <a:lvl1pPr>
              <a:defRPr lang="en-US" sz="1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79765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8626" y="226438"/>
            <a:ext cx="11724774" cy="909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590020" y="6760161"/>
            <a:ext cx="601980" cy="978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r>
              <a:rPr lang="en-US"/>
              <a:t>8/27/2020 1:52:14 PM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30968" y="6492874"/>
            <a:ext cx="10822406" cy="2564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8626" y="6492874"/>
            <a:ext cx="892342" cy="256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349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6" r:id="rId2"/>
    <p:sldLayoutId id="2147483685" r:id="rId3"/>
    <p:sldLayoutId id="2147483696" r:id="rId4"/>
    <p:sldLayoutId id="2147483697" r:id="rId5"/>
    <p:sldLayoutId id="2147483694" r:id="rId6"/>
    <p:sldLayoutId id="2147483695" r:id="rId7"/>
    <p:sldLayoutId id="2147483698" r:id="rId8"/>
    <p:sldLayoutId id="2147483675" r:id="rId9"/>
    <p:sldLayoutId id="2147483662" r:id="rId10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lang="en-US" sz="4400" b="1" kern="1200" dirty="0">
          <a:solidFill>
            <a:srgbClr val="2A3E75"/>
          </a:solidFill>
          <a:latin typeface="Tenorite" panose="00000500000000000000" pitchFamily="2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ontent Placeholder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pl4"/>
            <p:cNvSpPr/>
            <p:nvPr/>
          </p:nvSpPr>
          <p:spPr>
            <a:xfrm>
              <a:off x="611963" y="2324799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pl5"/>
            <p:cNvSpPr/>
            <p:nvPr/>
          </p:nvSpPr>
          <p:spPr>
            <a:xfrm>
              <a:off x="611963" y="1675682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pl6"/>
            <p:cNvSpPr/>
            <p:nvPr/>
          </p:nvSpPr>
          <p:spPr>
            <a:xfrm>
              <a:off x="611963" y="1026565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l7"/>
            <p:cNvSpPr/>
            <p:nvPr/>
          </p:nvSpPr>
          <p:spPr>
            <a:xfrm>
              <a:off x="1393010" y="397740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l8"/>
            <p:cNvSpPr/>
            <p:nvPr/>
          </p:nvSpPr>
          <p:spPr>
            <a:xfrm>
              <a:off x="2613397" y="397740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9"/>
            <p:cNvSpPr/>
            <p:nvPr/>
          </p:nvSpPr>
          <p:spPr>
            <a:xfrm>
              <a:off x="3833784" y="397740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10"/>
            <p:cNvSpPr/>
            <p:nvPr/>
          </p:nvSpPr>
          <p:spPr>
            <a:xfrm>
              <a:off x="611963" y="2649357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11"/>
            <p:cNvSpPr/>
            <p:nvPr/>
          </p:nvSpPr>
          <p:spPr>
            <a:xfrm>
              <a:off x="611963" y="2000240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12"/>
            <p:cNvSpPr/>
            <p:nvPr/>
          </p:nvSpPr>
          <p:spPr>
            <a:xfrm>
              <a:off x="611963" y="1351123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3"/>
            <p:cNvSpPr/>
            <p:nvPr/>
          </p:nvSpPr>
          <p:spPr>
            <a:xfrm>
              <a:off x="611963" y="702007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l14"/>
            <p:cNvSpPr/>
            <p:nvPr/>
          </p:nvSpPr>
          <p:spPr>
            <a:xfrm>
              <a:off x="782817" y="397740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l15"/>
            <p:cNvSpPr/>
            <p:nvPr/>
          </p:nvSpPr>
          <p:spPr>
            <a:xfrm>
              <a:off x="2003204" y="397740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l16"/>
            <p:cNvSpPr/>
            <p:nvPr/>
          </p:nvSpPr>
          <p:spPr>
            <a:xfrm>
              <a:off x="3223591" y="397740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t17"/>
            <p:cNvSpPr/>
            <p:nvPr/>
          </p:nvSpPr>
          <p:spPr>
            <a:xfrm>
              <a:off x="2954687" y="16508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t18"/>
            <p:cNvSpPr/>
            <p:nvPr/>
          </p:nvSpPr>
          <p:spPr>
            <a:xfrm>
              <a:off x="2222455" y="12289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t19"/>
            <p:cNvSpPr/>
            <p:nvPr/>
          </p:nvSpPr>
          <p:spPr>
            <a:xfrm>
              <a:off x="1490223" y="2235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t20"/>
            <p:cNvSpPr/>
            <p:nvPr/>
          </p:nvSpPr>
          <p:spPr>
            <a:xfrm>
              <a:off x="1246146" y="17806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t21"/>
            <p:cNvSpPr/>
            <p:nvPr/>
          </p:nvSpPr>
          <p:spPr>
            <a:xfrm>
              <a:off x="1490223" y="22675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t22"/>
            <p:cNvSpPr/>
            <p:nvPr/>
          </p:nvSpPr>
          <p:spPr>
            <a:xfrm>
              <a:off x="2710610" y="200787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pt23"/>
            <p:cNvSpPr/>
            <p:nvPr/>
          </p:nvSpPr>
          <p:spPr>
            <a:xfrm>
              <a:off x="1978378" y="19105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pt24"/>
            <p:cNvSpPr/>
            <p:nvPr/>
          </p:nvSpPr>
          <p:spPr>
            <a:xfrm>
              <a:off x="1490223" y="142366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pt25"/>
            <p:cNvSpPr/>
            <p:nvPr/>
          </p:nvSpPr>
          <p:spPr>
            <a:xfrm>
              <a:off x="3198765" y="13262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pt26"/>
            <p:cNvSpPr/>
            <p:nvPr/>
          </p:nvSpPr>
          <p:spPr>
            <a:xfrm>
              <a:off x="2710610" y="142366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pt27"/>
            <p:cNvSpPr/>
            <p:nvPr/>
          </p:nvSpPr>
          <p:spPr>
            <a:xfrm>
              <a:off x="1978378" y="187804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pt28"/>
            <p:cNvSpPr/>
            <p:nvPr/>
          </p:nvSpPr>
          <p:spPr>
            <a:xfrm>
              <a:off x="1002068" y="19105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pt29"/>
            <p:cNvSpPr/>
            <p:nvPr/>
          </p:nvSpPr>
          <p:spPr>
            <a:xfrm>
              <a:off x="757991" y="200787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pt30"/>
            <p:cNvSpPr/>
            <p:nvPr/>
          </p:nvSpPr>
          <p:spPr>
            <a:xfrm>
              <a:off x="3686920" y="10991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pt31"/>
            <p:cNvSpPr/>
            <p:nvPr/>
          </p:nvSpPr>
          <p:spPr>
            <a:xfrm>
              <a:off x="1490223" y="24947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pt32"/>
            <p:cNvSpPr/>
            <p:nvPr/>
          </p:nvSpPr>
          <p:spPr>
            <a:xfrm>
              <a:off x="2466533" y="19105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pt33"/>
            <p:cNvSpPr/>
            <p:nvPr/>
          </p:nvSpPr>
          <p:spPr>
            <a:xfrm>
              <a:off x="757991" y="26245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pt34"/>
            <p:cNvSpPr/>
            <p:nvPr/>
          </p:nvSpPr>
          <p:spPr>
            <a:xfrm>
              <a:off x="1246146" y="236488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pt35"/>
            <p:cNvSpPr/>
            <p:nvPr/>
          </p:nvSpPr>
          <p:spPr>
            <a:xfrm>
              <a:off x="1002068" y="21376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pt36"/>
            <p:cNvSpPr/>
            <p:nvPr/>
          </p:nvSpPr>
          <p:spPr>
            <a:xfrm>
              <a:off x="757991" y="2235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pt37"/>
            <p:cNvSpPr/>
            <p:nvPr/>
          </p:nvSpPr>
          <p:spPr>
            <a:xfrm>
              <a:off x="757991" y="24947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pt38"/>
            <p:cNvSpPr/>
            <p:nvPr/>
          </p:nvSpPr>
          <p:spPr>
            <a:xfrm>
              <a:off x="1002068" y="210523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pt39"/>
            <p:cNvSpPr/>
            <p:nvPr/>
          </p:nvSpPr>
          <p:spPr>
            <a:xfrm>
              <a:off x="1490223" y="197541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t40"/>
            <p:cNvSpPr/>
            <p:nvPr/>
          </p:nvSpPr>
          <p:spPr>
            <a:xfrm>
              <a:off x="2466533" y="19105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t41"/>
            <p:cNvSpPr/>
            <p:nvPr/>
          </p:nvSpPr>
          <p:spPr>
            <a:xfrm>
              <a:off x="1978378" y="2040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t42"/>
            <p:cNvSpPr/>
            <p:nvPr/>
          </p:nvSpPr>
          <p:spPr>
            <a:xfrm>
              <a:off x="3442842" y="15859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t43"/>
            <p:cNvSpPr/>
            <p:nvPr/>
          </p:nvSpPr>
          <p:spPr>
            <a:xfrm>
              <a:off x="3686920" y="14561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t44"/>
            <p:cNvSpPr/>
            <p:nvPr/>
          </p:nvSpPr>
          <p:spPr>
            <a:xfrm>
              <a:off x="1490223" y="2235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t45"/>
            <p:cNvSpPr/>
            <p:nvPr/>
          </p:nvSpPr>
          <p:spPr>
            <a:xfrm>
              <a:off x="1002068" y="24947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t46"/>
            <p:cNvSpPr/>
            <p:nvPr/>
          </p:nvSpPr>
          <p:spPr>
            <a:xfrm>
              <a:off x="1246146" y="17806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pt47"/>
            <p:cNvSpPr/>
            <p:nvPr/>
          </p:nvSpPr>
          <p:spPr>
            <a:xfrm>
              <a:off x="1978378" y="181313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t48"/>
            <p:cNvSpPr/>
            <p:nvPr/>
          </p:nvSpPr>
          <p:spPr>
            <a:xfrm>
              <a:off x="1246146" y="21376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pt49"/>
            <p:cNvSpPr/>
            <p:nvPr/>
          </p:nvSpPr>
          <p:spPr>
            <a:xfrm>
              <a:off x="2954687" y="139120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pt50"/>
            <p:cNvSpPr/>
            <p:nvPr/>
          </p:nvSpPr>
          <p:spPr>
            <a:xfrm>
              <a:off x="2466533" y="139120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pt51"/>
            <p:cNvSpPr/>
            <p:nvPr/>
          </p:nvSpPr>
          <p:spPr>
            <a:xfrm>
              <a:off x="3686920" y="139120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pt52"/>
            <p:cNvSpPr/>
            <p:nvPr/>
          </p:nvSpPr>
          <p:spPr>
            <a:xfrm>
              <a:off x="1246146" y="26245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pt53"/>
            <p:cNvSpPr/>
            <p:nvPr/>
          </p:nvSpPr>
          <p:spPr>
            <a:xfrm>
              <a:off x="1734301" y="16508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pt54"/>
            <p:cNvSpPr/>
            <p:nvPr/>
          </p:nvSpPr>
          <p:spPr>
            <a:xfrm>
              <a:off x="1734301" y="242979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pt55"/>
            <p:cNvSpPr/>
            <p:nvPr/>
          </p:nvSpPr>
          <p:spPr>
            <a:xfrm>
              <a:off x="1734301" y="174822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pt56"/>
            <p:cNvSpPr/>
            <p:nvPr/>
          </p:nvSpPr>
          <p:spPr>
            <a:xfrm>
              <a:off x="2222455" y="229997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pt57"/>
            <p:cNvSpPr/>
            <p:nvPr/>
          </p:nvSpPr>
          <p:spPr>
            <a:xfrm>
              <a:off x="1002068" y="210523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pt58"/>
            <p:cNvSpPr/>
            <p:nvPr/>
          </p:nvSpPr>
          <p:spPr>
            <a:xfrm>
              <a:off x="3198765" y="13262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pt59"/>
            <p:cNvSpPr/>
            <p:nvPr/>
          </p:nvSpPr>
          <p:spPr>
            <a:xfrm>
              <a:off x="1002068" y="2040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pt60"/>
            <p:cNvSpPr/>
            <p:nvPr/>
          </p:nvSpPr>
          <p:spPr>
            <a:xfrm>
              <a:off x="1490223" y="187804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pt61"/>
            <p:cNvSpPr/>
            <p:nvPr/>
          </p:nvSpPr>
          <p:spPr>
            <a:xfrm>
              <a:off x="757991" y="242979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pt62"/>
            <p:cNvSpPr/>
            <p:nvPr/>
          </p:nvSpPr>
          <p:spPr>
            <a:xfrm>
              <a:off x="1002068" y="200787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pt63"/>
            <p:cNvSpPr/>
            <p:nvPr/>
          </p:nvSpPr>
          <p:spPr>
            <a:xfrm>
              <a:off x="757991" y="242979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pt64"/>
            <p:cNvSpPr/>
            <p:nvPr/>
          </p:nvSpPr>
          <p:spPr>
            <a:xfrm>
              <a:off x="1490223" y="197541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pt65"/>
            <p:cNvSpPr/>
            <p:nvPr/>
          </p:nvSpPr>
          <p:spPr>
            <a:xfrm>
              <a:off x="1978378" y="171576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pt66"/>
            <p:cNvSpPr/>
            <p:nvPr/>
          </p:nvSpPr>
          <p:spPr>
            <a:xfrm>
              <a:off x="1002068" y="181313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pt67"/>
            <p:cNvSpPr/>
            <p:nvPr/>
          </p:nvSpPr>
          <p:spPr>
            <a:xfrm>
              <a:off x="2222455" y="14561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pt68"/>
            <p:cNvSpPr/>
            <p:nvPr/>
          </p:nvSpPr>
          <p:spPr>
            <a:xfrm>
              <a:off x="1246146" y="24622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pt69"/>
            <p:cNvSpPr/>
            <p:nvPr/>
          </p:nvSpPr>
          <p:spPr>
            <a:xfrm>
              <a:off x="1734301" y="187804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pt70"/>
            <p:cNvSpPr/>
            <p:nvPr/>
          </p:nvSpPr>
          <p:spPr>
            <a:xfrm>
              <a:off x="1734301" y="19429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pt71"/>
            <p:cNvSpPr/>
            <p:nvPr/>
          </p:nvSpPr>
          <p:spPr>
            <a:xfrm>
              <a:off x="1490223" y="229997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pt72"/>
            <p:cNvSpPr/>
            <p:nvPr/>
          </p:nvSpPr>
          <p:spPr>
            <a:xfrm>
              <a:off x="1246146" y="236488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pt73"/>
            <p:cNvSpPr/>
            <p:nvPr/>
          </p:nvSpPr>
          <p:spPr>
            <a:xfrm>
              <a:off x="1246146" y="2235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pt74"/>
            <p:cNvSpPr/>
            <p:nvPr/>
          </p:nvSpPr>
          <p:spPr>
            <a:xfrm>
              <a:off x="1978378" y="11640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pt75"/>
            <p:cNvSpPr/>
            <p:nvPr/>
          </p:nvSpPr>
          <p:spPr>
            <a:xfrm>
              <a:off x="2466533" y="16508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pt76"/>
            <p:cNvSpPr/>
            <p:nvPr/>
          </p:nvSpPr>
          <p:spPr>
            <a:xfrm>
              <a:off x="1490223" y="19105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pt77"/>
            <p:cNvSpPr/>
            <p:nvPr/>
          </p:nvSpPr>
          <p:spPr>
            <a:xfrm>
              <a:off x="757991" y="255961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pt78"/>
            <p:cNvSpPr/>
            <p:nvPr/>
          </p:nvSpPr>
          <p:spPr>
            <a:xfrm>
              <a:off x="1246146" y="242979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pt79"/>
            <p:cNvSpPr/>
            <p:nvPr/>
          </p:nvSpPr>
          <p:spPr>
            <a:xfrm>
              <a:off x="757991" y="236488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pt80"/>
            <p:cNvSpPr/>
            <p:nvPr/>
          </p:nvSpPr>
          <p:spPr>
            <a:xfrm>
              <a:off x="1978378" y="21701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" name="pt81"/>
            <p:cNvSpPr/>
            <p:nvPr/>
          </p:nvSpPr>
          <p:spPr>
            <a:xfrm>
              <a:off x="1246146" y="210523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" name="pt82"/>
            <p:cNvSpPr/>
            <p:nvPr/>
          </p:nvSpPr>
          <p:spPr>
            <a:xfrm>
              <a:off x="1978378" y="12613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" name="pt83"/>
            <p:cNvSpPr/>
            <p:nvPr/>
          </p:nvSpPr>
          <p:spPr>
            <a:xfrm>
              <a:off x="1734301" y="15210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pt84"/>
            <p:cNvSpPr/>
            <p:nvPr/>
          </p:nvSpPr>
          <p:spPr>
            <a:xfrm>
              <a:off x="2710610" y="13262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" name="pt85"/>
            <p:cNvSpPr/>
            <p:nvPr/>
          </p:nvSpPr>
          <p:spPr>
            <a:xfrm>
              <a:off x="1978378" y="197541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pt86"/>
            <p:cNvSpPr/>
            <p:nvPr/>
          </p:nvSpPr>
          <p:spPr>
            <a:xfrm>
              <a:off x="2222455" y="17806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" name="pt87"/>
            <p:cNvSpPr/>
            <p:nvPr/>
          </p:nvSpPr>
          <p:spPr>
            <a:xfrm>
              <a:off x="757991" y="255961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pt88"/>
            <p:cNvSpPr/>
            <p:nvPr/>
          </p:nvSpPr>
          <p:spPr>
            <a:xfrm>
              <a:off x="1490223" y="197541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pt89"/>
            <p:cNvSpPr/>
            <p:nvPr/>
          </p:nvSpPr>
          <p:spPr>
            <a:xfrm>
              <a:off x="2954687" y="139120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" name="pt90"/>
            <p:cNvSpPr/>
            <p:nvPr/>
          </p:nvSpPr>
          <p:spPr>
            <a:xfrm>
              <a:off x="1002068" y="259207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" name="pt91"/>
            <p:cNvSpPr/>
            <p:nvPr/>
          </p:nvSpPr>
          <p:spPr>
            <a:xfrm>
              <a:off x="757991" y="2235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pt92"/>
            <p:cNvSpPr/>
            <p:nvPr/>
          </p:nvSpPr>
          <p:spPr>
            <a:xfrm>
              <a:off x="757991" y="24947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" name="pt93"/>
            <p:cNvSpPr/>
            <p:nvPr/>
          </p:nvSpPr>
          <p:spPr>
            <a:xfrm>
              <a:off x="3442842" y="16508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" name="pt94"/>
            <p:cNvSpPr/>
            <p:nvPr/>
          </p:nvSpPr>
          <p:spPr>
            <a:xfrm>
              <a:off x="2222455" y="16508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" name="pt95"/>
            <p:cNvSpPr/>
            <p:nvPr/>
          </p:nvSpPr>
          <p:spPr>
            <a:xfrm>
              <a:off x="1002068" y="17806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" name="pt96"/>
            <p:cNvSpPr/>
            <p:nvPr/>
          </p:nvSpPr>
          <p:spPr>
            <a:xfrm>
              <a:off x="1002068" y="26245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" name="pt97"/>
            <p:cNvSpPr/>
            <p:nvPr/>
          </p:nvSpPr>
          <p:spPr>
            <a:xfrm>
              <a:off x="1490223" y="19105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" name="pt98"/>
            <p:cNvSpPr/>
            <p:nvPr/>
          </p:nvSpPr>
          <p:spPr>
            <a:xfrm>
              <a:off x="1490223" y="2040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pt99"/>
            <p:cNvSpPr/>
            <p:nvPr/>
          </p:nvSpPr>
          <p:spPr>
            <a:xfrm>
              <a:off x="1978378" y="19105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pt100"/>
            <p:cNvSpPr/>
            <p:nvPr/>
          </p:nvSpPr>
          <p:spPr>
            <a:xfrm>
              <a:off x="1246146" y="197541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pt101"/>
            <p:cNvSpPr/>
            <p:nvPr/>
          </p:nvSpPr>
          <p:spPr>
            <a:xfrm>
              <a:off x="1978378" y="210523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pt102"/>
            <p:cNvSpPr/>
            <p:nvPr/>
          </p:nvSpPr>
          <p:spPr>
            <a:xfrm>
              <a:off x="3198765" y="14561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pt103"/>
            <p:cNvSpPr/>
            <p:nvPr/>
          </p:nvSpPr>
          <p:spPr>
            <a:xfrm>
              <a:off x="2710610" y="171576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pt104"/>
            <p:cNvSpPr/>
            <p:nvPr/>
          </p:nvSpPr>
          <p:spPr>
            <a:xfrm>
              <a:off x="1246146" y="200787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pt105"/>
            <p:cNvSpPr/>
            <p:nvPr/>
          </p:nvSpPr>
          <p:spPr>
            <a:xfrm>
              <a:off x="1490223" y="17806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pt106"/>
            <p:cNvSpPr/>
            <p:nvPr/>
          </p:nvSpPr>
          <p:spPr>
            <a:xfrm>
              <a:off x="3686920" y="11964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pt107"/>
            <p:cNvSpPr/>
            <p:nvPr/>
          </p:nvSpPr>
          <p:spPr>
            <a:xfrm>
              <a:off x="2954687" y="15859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pt108"/>
            <p:cNvSpPr/>
            <p:nvPr/>
          </p:nvSpPr>
          <p:spPr>
            <a:xfrm>
              <a:off x="4175074" y="4824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pt109"/>
            <p:cNvSpPr/>
            <p:nvPr/>
          </p:nvSpPr>
          <p:spPr>
            <a:xfrm>
              <a:off x="1490223" y="184559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pt110"/>
            <p:cNvSpPr/>
            <p:nvPr/>
          </p:nvSpPr>
          <p:spPr>
            <a:xfrm>
              <a:off x="1734301" y="139120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pt111"/>
            <p:cNvSpPr/>
            <p:nvPr/>
          </p:nvSpPr>
          <p:spPr>
            <a:xfrm>
              <a:off x="757991" y="242979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pt112"/>
            <p:cNvSpPr/>
            <p:nvPr/>
          </p:nvSpPr>
          <p:spPr>
            <a:xfrm>
              <a:off x="1734301" y="21701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pt113"/>
            <p:cNvSpPr/>
            <p:nvPr/>
          </p:nvSpPr>
          <p:spPr>
            <a:xfrm>
              <a:off x="2222455" y="181313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pt114"/>
            <p:cNvSpPr/>
            <p:nvPr/>
          </p:nvSpPr>
          <p:spPr>
            <a:xfrm>
              <a:off x="1002068" y="236488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pt115"/>
            <p:cNvSpPr/>
            <p:nvPr/>
          </p:nvSpPr>
          <p:spPr>
            <a:xfrm>
              <a:off x="1490223" y="229997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pt116"/>
            <p:cNvSpPr/>
            <p:nvPr/>
          </p:nvSpPr>
          <p:spPr>
            <a:xfrm>
              <a:off x="1734301" y="19105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pt117"/>
            <p:cNvSpPr/>
            <p:nvPr/>
          </p:nvSpPr>
          <p:spPr>
            <a:xfrm>
              <a:off x="1246146" y="200787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pt118"/>
            <p:cNvSpPr/>
            <p:nvPr/>
          </p:nvSpPr>
          <p:spPr>
            <a:xfrm>
              <a:off x="1246146" y="236488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pt119"/>
            <p:cNvSpPr/>
            <p:nvPr/>
          </p:nvSpPr>
          <p:spPr>
            <a:xfrm>
              <a:off x="757991" y="229997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pt120"/>
            <p:cNvSpPr/>
            <p:nvPr/>
          </p:nvSpPr>
          <p:spPr>
            <a:xfrm>
              <a:off x="1978378" y="15210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pt121"/>
            <p:cNvSpPr/>
            <p:nvPr/>
          </p:nvSpPr>
          <p:spPr>
            <a:xfrm>
              <a:off x="1734301" y="2040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pt122"/>
            <p:cNvSpPr/>
            <p:nvPr/>
          </p:nvSpPr>
          <p:spPr>
            <a:xfrm>
              <a:off x="2466533" y="2235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pt123"/>
            <p:cNvSpPr/>
            <p:nvPr/>
          </p:nvSpPr>
          <p:spPr>
            <a:xfrm>
              <a:off x="1002068" y="23324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pt124"/>
            <p:cNvSpPr/>
            <p:nvPr/>
          </p:nvSpPr>
          <p:spPr>
            <a:xfrm>
              <a:off x="757991" y="22675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pt125"/>
            <p:cNvSpPr/>
            <p:nvPr/>
          </p:nvSpPr>
          <p:spPr>
            <a:xfrm>
              <a:off x="1978378" y="14561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pt126"/>
            <p:cNvSpPr/>
            <p:nvPr/>
          </p:nvSpPr>
          <p:spPr>
            <a:xfrm>
              <a:off x="1490223" y="181313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pt127"/>
            <p:cNvSpPr/>
            <p:nvPr/>
          </p:nvSpPr>
          <p:spPr>
            <a:xfrm>
              <a:off x="1734301" y="26245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pt128"/>
            <p:cNvSpPr/>
            <p:nvPr/>
          </p:nvSpPr>
          <p:spPr>
            <a:xfrm>
              <a:off x="1734301" y="2235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pt129"/>
            <p:cNvSpPr/>
            <p:nvPr/>
          </p:nvSpPr>
          <p:spPr>
            <a:xfrm>
              <a:off x="757991" y="26245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" name="pt130"/>
            <p:cNvSpPr/>
            <p:nvPr/>
          </p:nvSpPr>
          <p:spPr>
            <a:xfrm>
              <a:off x="757991" y="24947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" name="pt131"/>
            <p:cNvSpPr/>
            <p:nvPr/>
          </p:nvSpPr>
          <p:spPr>
            <a:xfrm>
              <a:off x="757991" y="24622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" name="pt132"/>
            <p:cNvSpPr/>
            <p:nvPr/>
          </p:nvSpPr>
          <p:spPr>
            <a:xfrm>
              <a:off x="2222455" y="171576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" name="pt133"/>
            <p:cNvSpPr/>
            <p:nvPr/>
          </p:nvSpPr>
          <p:spPr>
            <a:xfrm>
              <a:off x="757991" y="229997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" name="pt134"/>
            <p:cNvSpPr/>
            <p:nvPr/>
          </p:nvSpPr>
          <p:spPr>
            <a:xfrm>
              <a:off x="757991" y="242979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" name="pt135"/>
            <p:cNvSpPr/>
            <p:nvPr/>
          </p:nvSpPr>
          <p:spPr>
            <a:xfrm>
              <a:off x="1490223" y="20727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" name="pt136"/>
            <p:cNvSpPr/>
            <p:nvPr/>
          </p:nvSpPr>
          <p:spPr>
            <a:xfrm>
              <a:off x="757991" y="236488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" name="pt137"/>
            <p:cNvSpPr/>
            <p:nvPr/>
          </p:nvSpPr>
          <p:spPr>
            <a:xfrm>
              <a:off x="757991" y="26245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" name="pt138"/>
            <p:cNvSpPr/>
            <p:nvPr/>
          </p:nvSpPr>
          <p:spPr>
            <a:xfrm>
              <a:off x="1490223" y="171576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" name="pt139"/>
            <p:cNvSpPr/>
            <p:nvPr/>
          </p:nvSpPr>
          <p:spPr>
            <a:xfrm>
              <a:off x="1246146" y="24947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" name="pt140"/>
            <p:cNvSpPr/>
            <p:nvPr/>
          </p:nvSpPr>
          <p:spPr>
            <a:xfrm>
              <a:off x="1978378" y="17806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" name="pt141"/>
            <p:cNvSpPr/>
            <p:nvPr/>
          </p:nvSpPr>
          <p:spPr>
            <a:xfrm>
              <a:off x="757991" y="26245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" name="pt142"/>
            <p:cNvSpPr/>
            <p:nvPr/>
          </p:nvSpPr>
          <p:spPr>
            <a:xfrm>
              <a:off x="757991" y="26245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" name="pt143"/>
            <p:cNvSpPr/>
            <p:nvPr/>
          </p:nvSpPr>
          <p:spPr>
            <a:xfrm>
              <a:off x="757991" y="26245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" name="pt144"/>
            <p:cNvSpPr/>
            <p:nvPr/>
          </p:nvSpPr>
          <p:spPr>
            <a:xfrm>
              <a:off x="1246146" y="242979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" name="pt145"/>
            <p:cNvSpPr/>
            <p:nvPr/>
          </p:nvSpPr>
          <p:spPr>
            <a:xfrm>
              <a:off x="757991" y="26245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" name="pt146"/>
            <p:cNvSpPr/>
            <p:nvPr/>
          </p:nvSpPr>
          <p:spPr>
            <a:xfrm>
              <a:off x="757991" y="24947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" name="pt147"/>
            <p:cNvSpPr/>
            <p:nvPr/>
          </p:nvSpPr>
          <p:spPr>
            <a:xfrm>
              <a:off x="1246146" y="21701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" name="pt148"/>
            <p:cNvSpPr/>
            <p:nvPr/>
          </p:nvSpPr>
          <p:spPr>
            <a:xfrm>
              <a:off x="1978378" y="16508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" name="pt149"/>
            <p:cNvSpPr/>
            <p:nvPr/>
          </p:nvSpPr>
          <p:spPr>
            <a:xfrm>
              <a:off x="757991" y="236488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" name="pt150"/>
            <p:cNvSpPr/>
            <p:nvPr/>
          </p:nvSpPr>
          <p:spPr>
            <a:xfrm>
              <a:off x="1978378" y="17806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" name="pt151"/>
            <p:cNvSpPr/>
            <p:nvPr/>
          </p:nvSpPr>
          <p:spPr>
            <a:xfrm>
              <a:off x="1246146" y="2040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" name="pt152"/>
            <p:cNvSpPr/>
            <p:nvPr/>
          </p:nvSpPr>
          <p:spPr>
            <a:xfrm>
              <a:off x="757991" y="255961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" name="pt153"/>
            <p:cNvSpPr/>
            <p:nvPr/>
          </p:nvSpPr>
          <p:spPr>
            <a:xfrm>
              <a:off x="1002068" y="21376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" name="pt154"/>
            <p:cNvSpPr/>
            <p:nvPr/>
          </p:nvSpPr>
          <p:spPr>
            <a:xfrm>
              <a:off x="1002068" y="2235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" name="pt155"/>
            <p:cNvSpPr/>
            <p:nvPr/>
          </p:nvSpPr>
          <p:spPr>
            <a:xfrm>
              <a:off x="1246146" y="2040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" name="pt156"/>
            <p:cNvSpPr/>
            <p:nvPr/>
          </p:nvSpPr>
          <p:spPr>
            <a:xfrm>
              <a:off x="1246146" y="229997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" name="pt157"/>
            <p:cNvSpPr/>
            <p:nvPr/>
          </p:nvSpPr>
          <p:spPr>
            <a:xfrm>
              <a:off x="1734301" y="197541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" name="pt158"/>
            <p:cNvSpPr/>
            <p:nvPr/>
          </p:nvSpPr>
          <p:spPr>
            <a:xfrm>
              <a:off x="1734301" y="171576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" name="pt159"/>
            <p:cNvSpPr/>
            <p:nvPr/>
          </p:nvSpPr>
          <p:spPr>
            <a:xfrm>
              <a:off x="757991" y="255961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" name="pt160"/>
            <p:cNvSpPr/>
            <p:nvPr/>
          </p:nvSpPr>
          <p:spPr>
            <a:xfrm>
              <a:off x="1002068" y="26245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" name="pt161"/>
            <p:cNvSpPr/>
            <p:nvPr/>
          </p:nvSpPr>
          <p:spPr>
            <a:xfrm>
              <a:off x="2954687" y="14561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" name="pt162"/>
            <p:cNvSpPr/>
            <p:nvPr/>
          </p:nvSpPr>
          <p:spPr>
            <a:xfrm>
              <a:off x="757991" y="242979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" name="pt163"/>
            <p:cNvSpPr/>
            <p:nvPr/>
          </p:nvSpPr>
          <p:spPr>
            <a:xfrm>
              <a:off x="1490223" y="2235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" name="pt164"/>
            <p:cNvSpPr/>
            <p:nvPr/>
          </p:nvSpPr>
          <p:spPr>
            <a:xfrm>
              <a:off x="2222455" y="210523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" name="pt165"/>
            <p:cNvSpPr/>
            <p:nvPr/>
          </p:nvSpPr>
          <p:spPr>
            <a:xfrm>
              <a:off x="1002068" y="2235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" name="pt166"/>
            <p:cNvSpPr/>
            <p:nvPr/>
          </p:nvSpPr>
          <p:spPr>
            <a:xfrm>
              <a:off x="2466533" y="11964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" name="pt167"/>
            <p:cNvSpPr/>
            <p:nvPr/>
          </p:nvSpPr>
          <p:spPr>
            <a:xfrm>
              <a:off x="757991" y="2235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" name="pt168"/>
            <p:cNvSpPr/>
            <p:nvPr/>
          </p:nvSpPr>
          <p:spPr>
            <a:xfrm>
              <a:off x="1002068" y="26245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" name="pt169"/>
            <p:cNvSpPr/>
            <p:nvPr/>
          </p:nvSpPr>
          <p:spPr>
            <a:xfrm>
              <a:off x="757991" y="197541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" name="pt170"/>
            <p:cNvSpPr/>
            <p:nvPr/>
          </p:nvSpPr>
          <p:spPr>
            <a:xfrm>
              <a:off x="1490223" y="197541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" name="pt171"/>
            <p:cNvSpPr/>
            <p:nvPr/>
          </p:nvSpPr>
          <p:spPr>
            <a:xfrm>
              <a:off x="1246146" y="242979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" name="pt172"/>
            <p:cNvSpPr/>
            <p:nvPr/>
          </p:nvSpPr>
          <p:spPr>
            <a:xfrm>
              <a:off x="1246146" y="197541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" name="pt173"/>
            <p:cNvSpPr/>
            <p:nvPr/>
          </p:nvSpPr>
          <p:spPr>
            <a:xfrm>
              <a:off x="1246146" y="2040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" name="pt174"/>
            <p:cNvSpPr/>
            <p:nvPr/>
          </p:nvSpPr>
          <p:spPr>
            <a:xfrm>
              <a:off x="3442842" y="11964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" name="pt175"/>
            <p:cNvSpPr/>
            <p:nvPr/>
          </p:nvSpPr>
          <p:spPr>
            <a:xfrm>
              <a:off x="757991" y="26245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" name="pt176"/>
            <p:cNvSpPr/>
            <p:nvPr/>
          </p:nvSpPr>
          <p:spPr>
            <a:xfrm>
              <a:off x="757991" y="259207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" name="pt177"/>
            <p:cNvSpPr/>
            <p:nvPr/>
          </p:nvSpPr>
          <p:spPr>
            <a:xfrm>
              <a:off x="2954687" y="14561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" name="pt178"/>
            <p:cNvSpPr/>
            <p:nvPr/>
          </p:nvSpPr>
          <p:spPr>
            <a:xfrm>
              <a:off x="1490223" y="17806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" name="pt179"/>
            <p:cNvSpPr/>
            <p:nvPr/>
          </p:nvSpPr>
          <p:spPr>
            <a:xfrm>
              <a:off x="1978378" y="197541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" name="pt180"/>
            <p:cNvSpPr/>
            <p:nvPr/>
          </p:nvSpPr>
          <p:spPr>
            <a:xfrm>
              <a:off x="1490223" y="197541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" name="pt181"/>
            <p:cNvSpPr/>
            <p:nvPr/>
          </p:nvSpPr>
          <p:spPr>
            <a:xfrm>
              <a:off x="1978378" y="19105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" name="pt182"/>
            <p:cNvSpPr/>
            <p:nvPr/>
          </p:nvSpPr>
          <p:spPr>
            <a:xfrm>
              <a:off x="1490223" y="20727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" name="pt183"/>
            <p:cNvSpPr/>
            <p:nvPr/>
          </p:nvSpPr>
          <p:spPr>
            <a:xfrm>
              <a:off x="1490223" y="220260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" name="pt184"/>
            <p:cNvSpPr/>
            <p:nvPr/>
          </p:nvSpPr>
          <p:spPr>
            <a:xfrm>
              <a:off x="1246146" y="2040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" name="pt185"/>
            <p:cNvSpPr/>
            <p:nvPr/>
          </p:nvSpPr>
          <p:spPr>
            <a:xfrm>
              <a:off x="1734301" y="11315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" name="pt186"/>
            <p:cNvSpPr/>
            <p:nvPr/>
          </p:nvSpPr>
          <p:spPr>
            <a:xfrm>
              <a:off x="2710610" y="16508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" name="pt187"/>
            <p:cNvSpPr/>
            <p:nvPr/>
          </p:nvSpPr>
          <p:spPr>
            <a:xfrm>
              <a:off x="2954687" y="19105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" name="pt188"/>
            <p:cNvSpPr/>
            <p:nvPr/>
          </p:nvSpPr>
          <p:spPr>
            <a:xfrm>
              <a:off x="1246146" y="197541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" name="pt189"/>
            <p:cNvSpPr/>
            <p:nvPr/>
          </p:nvSpPr>
          <p:spPr>
            <a:xfrm>
              <a:off x="2222455" y="2235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" name="pt190"/>
            <p:cNvSpPr/>
            <p:nvPr/>
          </p:nvSpPr>
          <p:spPr>
            <a:xfrm>
              <a:off x="757991" y="255961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" name="pt191"/>
            <p:cNvSpPr/>
            <p:nvPr/>
          </p:nvSpPr>
          <p:spPr>
            <a:xfrm>
              <a:off x="1490223" y="16508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" name="pt192"/>
            <p:cNvSpPr/>
            <p:nvPr/>
          </p:nvSpPr>
          <p:spPr>
            <a:xfrm>
              <a:off x="1246146" y="210523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" name="pt193"/>
            <p:cNvSpPr/>
            <p:nvPr/>
          </p:nvSpPr>
          <p:spPr>
            <a:xfrm>
              <a:off x="3686920" y="11315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" name="pt194"/>
            <p:cNvSpPr/>
            <p:nvPr/>
          </p:nvSpPr>
          <p:spPr>
            <a:xfrm>
              <a:off x="1246146" y="171576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" name="pt195"/>
            <p:cNvSpPr/>
            <p:nvPr/>
          </p:nvSpPr>
          <p:spPr>
            <a:xfrm>
              <a:off x="1002068" y="25271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" name="pt196"/>
            <p:cNvSpPr/>
            <p:nvPr/>
          </p:nvSpPr>
          <p:spPr>
            <a:xfrm>
              <a:off x="2222455" y="2235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" name="pt197"/>
            <p:cNvSpPr/>
            <p:nvPr/>
          </p:nvSpPr>
          <p:spPr>
            <a:xfrm>
              <a:off x="1490223" y="210523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" name="pt198"/>
            <p:cNvSpPr/>
            <p:nvPr/>
          </p:nvSpPr>
          <p:spPr>
            <a:xfrm>
              <a:off x="1490223" y="14561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" name="pt199"/>
            <p:cNvSpPr/>
            <p:nvPr/>
          </p:nvSpPr>
          <p:spPr>
            <a:xfrm>
              <a:off x="757991" y="2235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" name="pt200"/>
            <p:cNvSpPr/>
            <p:nvPr/>
          </p:nvSpPr>
          <p:spPr>
            <a:xfrm>
              <a:off x="1978378" y="19105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" name="pt201"/>
            <p:cNvSpPr/>
            <p:nvPr/>
          </p:nvSpPr>
          <p:spPr>
            <a:xfrm>
              <a:off x="1734301" y="129384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" name="pt202"/>
            <p:cNvSpPr/>
            <p:nvPr/>
          </p:nvSpPr>
          <p:spPr>
            <a:xfrm>
              <a:off x="1490223" y="171576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" name="pt203"/>
            <p:cNvSpPr/>
            <p:nvPr/>
          </p:nvSpPr>
          <p:spPr>
            <a:xfrm>
              <a:off x="1490223" y="229997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" name="pt204"/>
            <p:cNvSpPr/>
            <p:nvPr/>
          </p:nvSpPr>
          <p:spPr>
            <a:xfrm>
              <a:off x="1734301" y="2040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" name="pt205"/>
            <p:cNvSpPr/>
            <p:nvPr/>
          </p:nvSpPr>
          <p:spPr>
            <a:xfrm>
              <a:off x="2222455" y="197541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" name="pt206"/>
            <p:cNvSpPr/>
            <p:nvPr/>
          </p:nvSpPr>
          <p:spPr>
            <a:xfrm>
              <a:off x="1246146" y="22675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" name="pt207"/>
            <p:cNvSpPr/>
            <p:nvPr/>
          </p:nvSpPr>
          <p:spPr>
            <a:xfrm>
              <a:off x="2222455" y="15859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" name="pt208"/>
            <p:cNvSpPr/>
            <p:nvPr/>
          </p:nvSpPr>
          <p:spPr>
            <a:xfrm>
              <a:off x="1490223" y="21701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" name="pt209"/>
            <p:cNvSpPr/>
            <p:nvPr/>
          </p:nvSpPr>
          <p:spPr>
            <a:xfrm>
              <a:off x="2222455" y="16508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" name="pt210"/>
            <p:cNvSpPr/>
            <p:nvPr/>
          </p:nvSpPr>
          <p:spPr>
            <a:xfrm>
              <a:off x="1490223" y="24947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" name="pt211"/>
            <p:cNvSpPr/>
            <p:nvPr/>
          </p:nvSpPr>
          <p:spPr>
            <a:xfrm>
              <a:off x="1978378" y="19105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" name="pt212"/>
            <p:cNvSpPr/>
            <p:nvPr/>
          </p:nvSpPr>
          <p:spPr>
            <a:xfrm>
              <a:off x="1490223" y="19105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" name="pt213"/>
            <p:cNvSpPr/>
            <p:nvPr/>
          </p:nvSpPr>
          <p:spPr>
            <a:xfrm>
              <a:off x="1490223" y="21701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" name="pt214"/>
            <p:cNvSpPr/>
            <p:nvPr/>
          </p:nvSpPr>
          <p:spPr>
            <a:xfrm>
              <a:off x="1246146" y="19105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" name="pt215"/>
            <p:cNvSpPr/>
            <p:nvPr/>
          </p:nvSpPr>
          <p:spPr>
            <a:xfrm>
              <a:off x="1002068" y="210523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" name="pt216"/>
            <p:cNvSpPr/>
            <p:nvPr/>
          </p:nvSpPr>
          <p:spPr>
            <a:xfrm>
              <a:off x="1002068" y="259207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" name="pt217"/>
            <p:cNvSpPr/>
            <p:nvPr/>
          </p:nvSpPr>
          <p:spPr>
            <a:xfrm>
              <a:off x="757991" y="26245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" name="pt218"/>
            <p:cNvSpPr/>
            <p:nvPr/>
          </p:nvSpPr>
          <p:spPr>
            <a:xfrm>
              <a:off x="1246146" y="19429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" name="pt219"/>
            <p:cNvSpPr/>
            <p:nvPr/>
          </p:nvSpPr>
          <p:spPr>
            <a:xfrm>
              <a:off x="3198765" y="19105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" name="pt220"/>
            <p:cNvSpPr/>
            <p:nvPr/>
          </p:nvSpPr>
          <p:spPr>
            <a:xfrm>
              <a:off x="1734301" y="171576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" name="pt221"/>
            <p:cNvSpPr/>
            <p:nvPr/>
          </p:nvSpPr>
          <p:spPr>
            <a:xfrm>
              <a:off x="757991" y="210523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" name="pt222"/>
            <p:cNvSpPr/>
            <p:nvPr/>
          </p:nvSpPr>
          <p:spPr>
            <a:xfrm>
              <a:off x="1734301" y="187804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" name="pt223"/>
            <p:cNvSpPr/>
            <p:nvPr/>
          </p:nvSpPr>
          <p:spPr>
            <a:xfrm>
              <a:off x="2466533" y="14885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" name="pt224"/>
            <p:cNvSpPr/>
            <p:nvPr/>
          </p:nvSpPr>
          <p:spPr>
            <a:xfrm>
              <a:off x="1002068" y="24947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" name="pt225"/>
            <p:cNvSpPr/>
            <p:nvPr/>
          </p:nvSpPr>
          <p:spPr>
            <a:xfrm>
              <a:off x="757991" y="26245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" name="pt226"/>
            <p:cNvSpPr/>
            <p:nvPr/>
          </p:nvSpPr>
          <p:spPr>
            <a:xfrm>
              <a:off x="1002068" y="26245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" name="pt227"/>
            <p:cNvSpPr/>
            <p:nvPr/>
          </p:nvSpPr>
          <p:spPr>
            <a:xfrm>
              <a:off x="757991" y="26245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" name="pt228"/>
            <p:cNvSpPr/>
            <p:nvPr/>
          </p:nvSpPr>
          <p:spPr>
            <a:xfrm>
              <a:off x="757991" y="24947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" name="pt229"/>
            <p:cNvSpPr/>
            <p:nvPr/>
          </p:nvSpPr>
          <p:spPr>
            <a:xfrm>
              <a:off x="1246146" y="171576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" name="pt230"/>
            <p:cNvSpPr/>
            <p:nvPr/>
          </p:nvSpPr>
          <p:spPr>
            <a:xfrm>
              <a:off x="1490223" y="220260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" name="pt231"/>
            <p:cNvSpPr/>
            <p:nvPr/>
          </p:nvSpPr>
          <p:spPr>
            <a:xfrm>
              <a:off x="1002068" y="22675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" name="pt232"/>
            <p:cNvSpPr/>
            <p:nvPr/>
          </p:nvSpPr>
          <p:spPr>
            <a:xfrm>
              <a:off x="757991" y="25271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" name="pt233"/>
            <p:cNvSpPr/>
            <p:nvPr/>
          </p:nvSpPr>
          <p:spPr>
            <a:xfrm>
              <a:off x="1734301" y="2235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4" name="pt234"/>
            <p:cNvSpPr/>
            <p:nvPr/>
          </p:nvSpPr>
          <p:spPr>
            <a:xfrm>
              <a:off x="4175074" y="14561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" name="pt235"/>
            <p:cNvSpPr/>
            <p:nvPr/>
          </p:nvSpPr>
          <p:spPr>
            <a:xfrm>
              <a:off x="757991" y="255961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" name="pt236"/>
            <p:cNvSpPr/>
            <p:nvPr/>
          </p:nvSpPr>
          <p:spPr>
            <a:xfrm>
              <a:off x="1734301" y="21701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7" name="pt237"/>
            <p:cNvSpPr/>
            <p:nvPr/>
          </p:nvSpPr>
          <p:spPr>
            <a:xfrm>
              <a:off x="1734301" y="2235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8" name="pt238"/>
            <p:cNvSpPr/>
            <p:nvPr/>
          </p:nvSpPr>
          <p:spPr>
            <a:xfrm>
              <a:off x="1734301" y="2040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" name="pt239"/>
            <p:cNvSpPr/>
            <p:nvPr/>
          </p:nvSpPr>
          <p:spPr>
            <a:xfrm>
              <a:off x="1246146" y="21701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" name="pt240"/>
            <p:cNvSpPr/>
            <p:nvPr/>
          </p:nvSpPr>
          <p:spPr>
            <a:xfrm>
              <a:off x="757991" y="236488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1" name="pt241"/>
            <p:cNvSpPr/>
            <p:nvPr/>
          </p:nvSpPr>
          <p:spPr>
            <a:xfrm>
              <a:off x="1978378" y="19105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" name="pt242"/>
            <p:cNvSpPr/>
            <p:nvPr/>
          </p:nvSpPr>
          <p:spPr>
            <a:xfrm>
              <a:off x="2466533" y="19105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3" name="pt243"/>
            <p:cNvSpPr/>
            <p:nvPr/>
          </p:nvSpPr>
          <p:spPr>
            <a:xfrm>
              <a:off x="1002068" y="2235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4" name="pt244"/>
            <p:cNvSpPr/>
            <p:nvPr/>
          </p:nvSpPr>
          <p:spPr>
            <a:xfrm>
              <a:off x="1490223" y="139120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5" name="pt245"/>
            <p:cNvSpPr/>
            <p:nvPr/>
          </p:nvSpPr>
          <p:spPr>
            <a:xfrm>
              <a:off x="1490223" y="168331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6" name="pt246"/>
            <p:cNvSpPr/>
            <p:nvPr/>
          </p:nvSpPr>
          <p:spPr>
            <a:xfrm>
              <a:off x="2466533" y="142366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7" name="pt247"/>
            <p:cNvSpPr/>
            <p:nvPr/>
          </p:nvSpPr>
          <p:spPr>
            <a:xfrm>
              <a:off x="1978378" y="14561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8" name="pt248"/>
            <p:cNvSpPr/>
            <p:nvPr/>
          </p:nvSpPr>
          <p:spPr>
            <a:xfrm>
              <a:off x="1490223" y="19429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" name="pt249"/>
            <p:cNvSpPr/>
            <p:nvPr/>
          </p:nvSpPr>
          <p:spPr>
            <a:xfrm>
              <a:off x="3930997" y="12613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" name="pt250"/>
            <p:cNvSpPr/>
            <p:nvPr/>
          </p:nvSpPr>
          <p:spPr>
            <a:xfrm>
              <a:off x="1002068" y="2040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" name="pt251"/>
            <p:cNvSpPr/>
            <p:nvPr/>
          </p:nvSpPr>
          <p:spPr>
            <a:xfrm>
              <a:off x="1002068" y="21701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" name="pt252"/>
            <p:cNvSpPr/>
            <p:nvPr/>
          </p:nvSpPr>
          <p:spPr>
            <a:xfrm>
              <a:off x="2954687" y="135875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" name="pt253"/>
            <p:cNvSpPr/>
            <p:nvPr/>
          </p:nvSpPr>
          <p:spPr>
            <a:xfrm>
              <a:off x="1002068" y="2235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" name="pt254"/>
            <p:cNvSpPr/>
            <p:nvPr/>
          </p:nvSpPr>
          <p:spPr>
            <a:xfrm>
              <a:off x="2222455" y="135875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" name="pt255"/>
            <p:cNvSpPr/>
            <p:nvPr/>
          </p:nvSpPr>
          <p:spPr>
            <a:xfrm>
              <a:off x="757991" y="24947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6" name="pt256"/>
            <p:cNvSpPr/>
            <p:nvPr/>
          </p:nvSpPr>
          <p:spPr>
            <a:xfrm>
              <a:off x="757991" y="21701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7" name="pt257"/>
            <p:cNvSpPr/>
            <p:nvPr/>
          </p:nvSpPr>
          <p:spPr>
            <a:xfrm>
              <a:off x="757991" y="24947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8" name="pt258"/>
            <p:cNvSpPr/>
            <p:nvPr/>
          </p:nvSpPr>
          <p:spPr>
            <a:xfrm>
              <a:off x="757991" y="26245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9" name="pt259"/>
            <p:cNvSpPr/>
            <p:nvPr/>
          </p:nvSpPr>
          <p:spPr>
            <a:xfrm>
              <a:off x="1002068" y="15859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0" name="pt260"/>
            <p:cNvSpPr/>
            <p:nvPr/>
          </p:nvSpPr>
          <p:spPr>
            <a:xfrm>
              <a:off x="1734301" y="184559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1" name="pt261"/>
            <p:cNvSpPr/>
            <p:nvPr/>
          </p:nvSpPr>
          <p:spPr>
            <a:xfrm>
              <a:off x="1734301" y="171576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2" name="pt262"/>
            <p:cNvSpPr/>
            <p:nvPr/>
          </p:nvSpPr>
          <p:spPr>
            <a:xfrm>
              <a:off x="757991" y="229997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3" name="pt263"/>
            <p:cNvSpPr/>
            <p:nvPr/>
          </p:nvSpPr>
          <p:spPr>
            <a:xfrm>
              <a:off x="1490223" y="21376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4" name="pt264"/>
            <p:cNvSpPr/>
            <p:nvPr/>
          </p:nvSpPr>
          <p:spPr>
            <a:xfrm>
              <a:off x="1490223" y="2040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5" name="pt265"/>
            <p:cNvSpPr/>
            <p:nvPr/>
          </p:nvSpPr>
          <p:spPr>
            <a:xfrm>
              <a:off x="1002068" y="2235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6" name="pt266"/>
            <p:cNvSpPr/>
            <p:nvPr/>
          </p:nvSpPr>
          <p:spPr>
            <a:xfrm>
              <a:off x="1002068" y="210523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7" name="pt267"/>
            <p:cNvSpPr/>
            <p:nvPr/>
          </p:nvSpPr>
          <p:spPr>
            <a:xfrm>
              <a:off x="1002068" y="255961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8" name="pt268"/>
            <p:cNvSpPr/>
            <p:nvPr/>
          </p:nvSpPr>
          <p:spPr>
            <a:xfrm>
              <a:off x="1246146" y="229997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9" name="pt269"/>
            <p:cNvSpPr/>
            <p:nvPr/>
          </p:nvSpPr>
          <p:spPr>
            <a:xfrm>
              <a:off x="757991" y="259207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0" name="pt270"/>
            <p:cNvSpPr/>
            <p:nvPr/>
          </p:nvSpPr>
          <p:spPr>
            <a:xfrm>
              <a:off x="3442842" y="171576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1" name="pt271"/>
            <p:cNvSpPr/>
            <p:nvPr/>
          </p:nvSpPr>
          <p:spPr>
            <a:xfrm>
              <a:off x="3198765" y="12289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2" name="pt272"/>
            <p:cNvSpPr/>
            <p:nvPr/>
          </p:nvSpPr>
          <p:spPr>
            <a:xfrm>
              <a:off x="2710610" y="17806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3" name="pt273"/>
            <p:cNvSpPr/>
            <p:nvPr/>
          </p:nvSpPr>
          <p:spPr>
            <a:xfrm>
              <a:off x="2710610" y="174822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4" name="pt274"/>
            <p:cNvSpPr/>
            <p:nvPr/>
          </p:nvSpPr>
          <p:spPr>
            <a:xfrm>
              <a:off x="2466533" y="14561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5" name="pt275"/>
            <p:cNvSpPr/>
            <p:nvPr/>
          </p:nvSpPr>
          <p:spPr>
            <a:xfrm>
              <a:off x="757991" y="255961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6" name="pt276"/>
            <p:cNvSpPr/>
            <p:nvPr/>
          </p:nvSpPr>
          <p:spPr>
            <a:xfrm>
              <a:off x="1734301" y="17806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7" name="pt277"/>
            <p:cNvSpPr/>
            <p:nvPr/>
          </p:nvSpPr>
          <p:spPr>
            <a:xfrm>
              <a:off x="1978378" y="184559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8" name="pt278"/>
            <p:cNvSpPr/>
            <p:nvPr/>
          </p:nvSpPr>
          <p:spPr>
            <a:xfrm>
              <a:off x="1002068" y="24622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9" name="pt279"/>
            <p:cNvSpPr/>
            <p:nvPr/>
          </p:nvSpPr>
          <p:spPr>
            <a:xfrm>
              <a:off x="1246146" y="21701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0" name="pt280"/>
            <p:cNvSpPr/>
            <p:nvPr/>
          </p:nvSpPr>
          <p:spPr>
            <a:xfrm>
              <a:off x="757991" y="255961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1" name="pt281"/>
            <p:cNvSpPr/>
            <p:nvPr/>
          </p:nvSpPr>
          <p:spPr>
            <a:xfrm>
              <a:off x="1002068" y="24622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2" name="pt282"/>
            <p:cNvSpPr/>
            <p:nvPr/>
          </p:nvSpPr>
          <p:spPr>
            <a:xfrm>
              <a:off x="757991" y="26245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3" name="pt283"/>
            <p:cNvSpPr/>
            <p:nvPr/>
          </p:nvSpPr>
          <p:spPr>
            <a:xfrm>
              <a:off x="1490223" y="21701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4" name="pt284"/>
            <p:cNvSpPr/>
            <p:nvPr/>
          </p:nvSpPr>
          <p:spPr>
            <a:xfrm>
              <a:off x="1490223" y="242979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5" name="pt285"/>
            <p:cNvSpPr/>
            <p:nvPr/>
          </p:nvSpPr>
          <p:spPr>
            <a:xfrm>
              <a:off x="757991" y="26245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6" name="pt286"/>
            <p:cNvSpPr/>
            <p:nvPr/>
          </p:nvSpPr>
          <p:spPr>
            <a:xfrm>
              <a:off x="1002068" y="22675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7" name="pl287"/>
            <p:cNvSpPr/>
            <p:nvPr/>
          </p:nvSpPr>
          <p:spPr>
            <a:xfrm>
              <a:off x="782817" y="1013858"/>
              <a:ext cx="3417083" cy="1377581"/>
            </a:xfrm>
            <a:custGeom>
              <a:avLst/>
              <a:gdLst/>
              <a:ahLst/>
              <a:cxnLst/>
              <a:rect l="0" t="0" r="0" b="0"/>
              <a:pathLst>
                <a:path w="3417083" h="1377581">
                  <a:moveTo>
                    <a:pt x="0" y="1377581"/>
                  </a:moveTo>
                  <a:lnTo>
                    <a:pt x="43254" y="1360144"/>
                  </a:lnTo>
                  <a:lnTo>
                    <a:pt x="86508" y="1342706"/>
                  </a:lnTo>
                  <a:lnTo>
                    <a:pt x="129762" y="1325268"/>
                  </a:lnTo>
                  <a:lnTo>
                    <a:pt x="173016" y="1307830"/>
                  </a:lnTo>
                  <a:lnTo>
                    <a:pt x="216271" y="1290393"/>
                  </a:lnTo>
                  <a:lnTo>
                    <a:pt x="259525" y="1272955"/>
                  </a:lnTo>
                  <a:lnTo>
                    <a:pt x="302779" y="1255517"/>
                  </a:lnTo>
                  <a:lnTo>
                    <a:pt x="346033" y="1238079"/>
                  </a:lnTo>
                  <a:lnTo>
                    <a:pt x="389287" y="1220642"/>
                  </a:lnTo>
                  <a:lnTo>
                    <a:pt x="432542" y="1203204"/>
                  </a:lnTo>
                  <a:lnTo>
                    <a:pt x="475796" y="1185766"/>
                  </a:lnTo>
                  <a:lnTo>
                    <a:pt x="519050" y="1168328"/>
                  </a:lnTo>
                  <a:lnTo>
                    <a:pt x="562304" y="1150891"/>
                  </a:lnTo>
                  <a:lnTo>
                    <a:pt x="605559" y="1133453"/>
                  </a:lnTo>
                  <a:lnTo>
                    <a:pt x="648813" y="1116015"/>
                  </a:lnTo>
                  <a:lnTo>
                    <a:pt x="692067" y="1098577"/>
                  </a:lnTo>
                  <a:lnTo>
                    <a:pt x="735321" y="1081140"/>
                  </a:lnTo>
                  <a:lnTo>
                    <a:pt x="778575" y="1063702"/>
                  </a:lnTo>
                  <a:lnTo>
                    <a:pt x="821830" y="1046264"/>
                  </a:lnTo>
                  <a:lnTo>
                    <a:pt x="865084" y="1028826"/>
                  </a:lnTo>
                  <a:lnTo>
                    <a:pt x="908338" y="1011389"/>
                  </a:lnTo>
                  <a:lnTo>
                    <a:pt x="951592" y="993951"/>
                  </a:lnTo>
                  <a:lnTo>
                    <a:pt x="994847" y="976513"/>
                  </a:lnTo>
                  <a:lnTo>
                    <a:pt x="1038101" y="959075"/>
                  </a:lnTo>
                  <a:lnTo>
                    <a:pt x="1081355" y="941638"/>
                  </a:lnTo>
                  <a:lnTo>
                    <a:pt x="1124609" y="924200"/>
                  </a:lnTo>
                  <a:lnTo>
                    <a:pt x="1167863" y="906762"/>
                  </a:lnTo>
                  <a:lnTo>
                    <a:pt x="1211118" y="889325"/>
                  </a:lnTo>
                  <a:lnTo>
                    <a:pt x="1254372" y="871887"/>
                  </a:lnTo>
                  <a:lnTo>
                    <a:pt x="1297626" y="854449"/>
                  </a:lnTo>
                  <a:lnTo>
                    <a:pt x="1340880" y="837011"/>
                  </a:lnTo>
                  <a:lnTo>
                    <a:pt x="1384135" y="819574"/>
                  </a:lnTo>
                  <a:lnTo>
                    <a:pt x="1427389" y="802136"/>
                  </a:lnTo>
                  <a:lnTo>
                    <a:pt x="1470643" y="784698"/>
                  </a:lnTo>
                  <a:lnTo>
                    <a:pt x="1513897" y="767260"/>
                  </a:lnTo>
                  <a:lnTo>
                    <a:pt x="1557151" y="749823"/>
                  </a:lnTo>
                  <a:lnTo>
                    <a:pt x="1600406" y="732385"/>
                  </a:lnTo>
                  <a:lnTo>
                    <a:pt x="1643660" y="714947"/>
                  </a:lnTo>
                  <a:lnTo>
                    <a:pt x="1686914" y="697509"/>
                  </a:lnTo>
                  <a:lnTo>
                    <a:pt x="1730168" y="680072"/>
                  </a:lnTo>
                  <a:lnTo>
                    <a:pt x="1773423" y="662634"/>
                  </a:lnTo>
                  <a:lnTo>
                    <a:pt x="1816677" y="645196"/>
                  </a:lnTo>
                  <a:lnTo>
                    <a:pt x="1859931" y="627758"/>
                  </a:lnTo>
                  <a:lnTo>
                    <a:pt x="1903185" y="610321"/>
                  </a:lnTo>
                  <a:lnTo>
                    <a:pt x="1946439" y="592883"/>
                  </a:lnTo>
                  <a:lnTo>
                    <a:pt x="1989694" y="575445"/>
                  </a:lnTo>
                  <a:lnTo>
                    <a:pt x="2032948" y="558007"/>
                  </a:lnTo>
                  <a:lnTo>
                    <a:pt x="2076202" y="540570"/>
                  </a:lnTo>
                  <a:lnTo>
                    <a:pt x="2119456" y="523132"/>
                  </a:lnTo>
                  <a:lnTo>
                    <a:pt x="2162711" y="505694"/>
                  </a:lnTo>
                  <a:lnTo>
                    <a:pt x="2205965" y="488256"/>
                  </a:lnTo>
                  <a:lnTo>
                    <a:pt x="2249219" y="470819"/>
                  </a:lnTo>
                  <a:lnTo>
                    <a:pt x="2292473" y="453381"/>
                  </a:lnTo>
                  <a:lnTo>
                    <a:pt x="2335727" y="435943"/>
                  </a:lnTo>
                  <a:lnTo>
                    <a:pt x="2378982" y="418505"/>
                  </a:lnTo>
                  <a:lnTo>
                    <a:pt x="2422236" y="401068"/>
                  </a:lnTo>
                  <a:lnTo>
                    <a:pt x="2465490" y="383630"/>
                  </a:lnTo>
                  <a:lnTo>
                    <a:pt x="2508744" y="366192"/>
                  </a:lnTo>
                  <a:lnTo>
                    <a:pt x="2551999" y="348754"/>
                  </a:lnTo>
                  <a:lnTo>
                    <a:pt x="2595253" y="331317"/>
                  </a:lnTo>
                  <a:lnTo>
                    <a:pt x="2638507" y="313879"/>
                  </a:lnTo>
                  <a:lnTo>
                    <a:pt x="2681761" y="296441"/>
                  </a:lnTo>
                  <a:lnTo>
                    <a:pt x="2725015" y="279003"/>
                  </a:lnTo>
                  <a:lnTo>
                    <a:pt x="2768270" y="261566"/>
                  </a:lnTo>
                  <a:lnTo>
                    <a:pt x="2811524" y="244128"/>
                  </a:lnTo>
                  <a:lnTo>
                    <a:pt x="2854778" y="226690"/>
                  </a:lnTo>
                  <a:lnTo>
                    <a:pt x="2898032" y="209252"/>
                  </a:lnTo>
                  <a:lnTo>
                    <a:pt x="2941287" y="191815"/>
                  </a:lnTo>
                  <a:lnTo>
                    <a:pt x="2984541" y="174377"/>
                  </a:lnTo>
                  <a:lnTo>
                    <a:pt x="3027795" y="156939"/>
                  </a:lnTo>
                  <a:lnTo>
                    <a:pt x="3071049" y="139501"/>
                  </a:lnTo>
                  <a:lnTo>
                    <a:pt x="3114303" y="122064"/>
                  </a:lnTo>
                  <a:lnTo>
                    <a:pt x="3157558" y="104626"/>
                  </a:lnTo>
                  <a:lnTo>
                    <a:pt x="3200812" y="87188"/>
                  </a:lnTo>
                  <a:lnTo>
                    <a:pt x="3244066" y="69750"/>
                  </a:lnTo>
                  <a:lnTo>
                    <a:pt x="3287320" y="52313"/>
                  </a:lnTo>
                  <a:lnTo>
                    <a:pt x="3330575" y="34875"/>
                  </a:lnTo>
                  <a:lnTo>
                    <a:pt x="3373829" y="17437"/>
                  </a:lnTo>
                  <a:lnTo>
                    <a:pt x="3417083" y="0"/>
                  </a:lnTo>
                </a:path>
              </a:pathLst>
            </a:custGeom>
            <a:ln w="27101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8" name="tx288"/>
            <p:cNvSpPr/>
            <p:nvPr/>
          </p:nvSpPr>
          <p:spPr>
            <a:xfrm>
              <a:off x="799902" y="553776"/>
              <a:ext cx="91715" cy="909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 i="1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289" name="tx289"/>
            <p:cNvSpPr/>
            <p:nvPr/>
          </p:nvSpPr>
          <p:spPr>
            <a:xfrm>
              <a:off x="905254" y="518225"/>
              <a:ext cx="49441" cy="638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90" name="tx290"/>
            <p:cNvSpPr/>
            <p:nvPr/>
          </p:nvSpPr>
          <p:spPr>
            <a:xfrm>
              <a:off x="954696" y="644685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291" name="tx291"/>
            <p:cNvSpPr/>
            <p:nvPr/>
          </p:nvSpPr>
          <p:spPr>
            <a:xfrm>
              <a:off x="989485" y="606672"/>
              <a:ext cx="74166" cy="3801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292" name="tx292"/>
            <p:cNvSpPr/>
            <p:nvPr/>
          </p:nvSpPr>
          <p:spPr>
            <a:xfrm>
              <a:off x="1063651" y="644685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293" name="tx293"/>
            <p:cNvSpPr/>
            <p:nvPr/>
          </p:nvSpPr>
          <p:spPr>
            <a:xfrm>
              <a:off x="1098439" y="551854"/>
              <a:ext cx="247178" cy="9283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0.59</a:t>
              </a:r>
            </a:p>
          </p:txBody>
        </p:sp>
        <p:sp>
          <p:nvSpPr>
            <p:cNvPr id="294" name="pl294"/>
            <p:cNvSpPr/>
            <p:nvPr/>
          </p:nvSpPr>
          <p:spPr>
            <a:xfrm>
              <a:off x="4471975" y="2324799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5" name="pl295"/>
            <p:cNvSpPr/>
            <p:nvPr/>
          </p:nvSpPr>
          <p:spPr>
            <a:xfrm>
              <a:off x="4471975" y="1675682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6" name="pl296"/>
            <p:cNvSpPr/>
            <p:nvPr/>
          </p:nvSpPr>
          <p:spPr>
            <a:xfrm>
              <a:off x="4471975" y="1026565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7" name="pl297"/>
            <p:cNvSpPr/>
            <p:nvPr/>
          </p:nvSpPr>
          <p:spPr>
            <a:xfrm>
              <a:off x="5104597" y="397740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8" name="pl298"/>
            <p:cNvSpPr/>
            <p:nvPr/>
          </p:nvSpPr>
          <p:spPr>
            <a:xfrm>
              <a:off x="6028133" y="397740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9" name="pl299"/>
            <p:cNvSpPr/>
            <p:nvPr/>
          </p:nvSpPr>
          <p:spPr>
            <a:xfrm>
              <a:off x="6951669" y="397740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0" name="pl300"/>
            <p:cNvSpPr/>
            <p:nvPr/>
          </p:nvSpPr>
          <p:spPr>
            <a:xfrm>
              <a:off x="7875205" y="397740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1" name="pl301"/>
            <p:cNvSpPr/>
            <p:nvPr/>
          </p:nvSpPr>
          <p:spPr>
            <a:xfrm>
              <a:off x="4471975" y="2649357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2" name="pl302"/>
            <p:cNvSpPr/>
            <p:nvPr/>
          </p:nvSpPr>
          <p:spPr>
            <a:xfrm>
              <a:off x="4471975" y="2000240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3" name="pl303"/>
            <p:cNvSpPr/>
            <p:nvPr/>
          </p:nvSpPr>
          <p:spPr>
            <a:xfrm>
              <a:off x="4471975" y="1351123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4" name="pl304"/>
            <p:cNvSpPr/>
            <p:nvPr/>
          </p:nvSpPr>
          <p:spPr>
            <a:xfrm>
              <a:off x="4471975" y="702007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5" name="pl305"/>
            <p:cNvSpPr/>
            <p:nvPr/>
          </p:nvSpPr>
          <p:spPr>
            <a:xfrm>
              <a:off x="4642829" y="397740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6" name="pl306"/>
            <p:cNvSpPr/>
            <p:nvPr/>
          </p:nvSpPr>
          <p:spPr>
            <a:xfrm>
              <a:off x="5566365" y="397740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7" name="pl307"/>
            <p:cNvSpPr/>
            <p:nvPr/>
          </p:nvSpPr>
          <p:spPr>
            <a:xfrm>
              <a:off x="6489901" y="397740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8" name="pl308"/>
            <p:cNvSpPr/>
            <p:nvPr/>
          </p:nvSpPr>
          <p:spPr>
            <a:xfrm>
              <a:off x="7413437" y="397740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9" name="pt309"/>
            <p:cNvSpPr/>
            <p:nvPr/>
          </p:nvSpPr>
          <p:spPr>
            <a:xfrm>
              <a:off x="6511252" y="16508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0" name="pt310"/>
            <p:cNvSpPr/>
            <p:nvPr/>
          </p:nvSpPr>
          <p:spPr>
            <a:xfrm>
              <a:off x="6188015" y="12289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1" name="pt311"/>
            <p:cNvSpPr/>
            <p:nvPr/>
          </p:nvSpPr>
          <p:spPr>
            <a:xfrm>
              <a:off x="5680070" y="2235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2" name="pt312"/>
            <p:cNvSpPr/>
            <p:nvPr/>
          </p:nvSpPr>
          <p:spPr>
            <a:xfrm>
              <a:off x="5680070" y="17806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3" name="pt313"/>
            <p:cNvSpPr/>
            <p:nvPr/>
          </p:nvSpPr>
          <p:spPr>
            <a:xfrm>
              <a:off x="5726247" y="22675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4" name="pt314"/>
            <p:cNvSpPr/>
            <p:nvPr/>
          </p:nvSpPr>
          <p:spPr>
            <a:xfrm>
              <a:off x="6465075" y="200787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5" name="pt315"/>
            <p:cNvSpPr/>
            <p:nvPr/>
          </p:nvSpPr>
          <p:spPr>
            <a:xfrm>
              <a:off x="5957131" y="19105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6" name="pt316"/>
            <p:cNvSpPr/>
            <p:nvPr/>
          </p:nvSpPr>
          <p:spPr>
            <a:xfrm>
              <a:off x="5310655" y="142366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7" name="pt317"/>
            <p:cNvSpPr/>
            <p:nvPr/>
          </p:nvSpPr>
          <p:spPr>
            <a:xfrm>
              <a:off x="6880667" y="13262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8" name="pt318"/>
            <p:cNvSpPr/>
            <p:nvPr/>
          </p:nvSpPr>
          <p:spPr>
            <a:xfrm>
              <a:off x="6695959" y="142366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9" name="pt319"/>
            <p:cNvSpPr/>
            <p:nvPr/>
          </p:nvSpPr>
          <p:spPr>
            <a:xfrm>
              <a:off x="5910954" y="187804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0" name="pt320"/>
            <p:cNvSpPr/>
            <p:nvPr/>
          </p:nvSpPr>
          <p:spPr>
            <a:xfrm>
              <a:off x="5125948" y="19105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1" name="pt321"/>
            <p:cNvSpPr/>
            <p:nvPr/>
          </p:nvSpPr>
          <p:spPr>
            <a:xfrm>
              <a:off x="5033594" y="200787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2" name="pt322"/>
            <p:cNvSpPr/>
            <p:nvPr/>
          </p:nvSpPr>
          <p:spPr>
            <a:xfrm>
              <a:off x="7065374" y="10991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3" name="pt323"/>
            <p:cNvSpPr/>
            <p:nvPr/>
          </p:nvSpPr>
          <p:spPr>
            <a:xfrm>
              <a:off x="5541539" y="24947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4" name="pt324"/>
            <p:cNvSpPr/>
            <p:nvPr/>
          </p:nvSpPr>
          <p:spPr>
            <a:xfrm>
              <a:off x="6234191" y="19105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5" name="pt325"/>
            <p:cNvSpPr/>
            <p:nvPr/>
          </p:nvSpPr>
          <p:spPr>
            <a:xfrm>
              <a:off x="4802710" y="26245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6" name="pt326"/>
            <p:cNvSpPr/>
            <p:nvPr/>
          </p:nvSpPr>
          <p:spPr>
            <a:xfrm>
              <a:off x="5403009" y="236488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7" name="pt327"/>
            <p:cNvSpPr/>
            <p:nvPr/>
          </p:nvSpPr>
          <p:spPr>
            <a:xfrm>
              <a:off x="5310655" y="21376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8" name="pt328"/>
            <p:cNvSpPr/>
            <p:nvPr/>
          </p:nvSpPr>
          <p:spPr>
            <a:xfrm>
              <a:off x="4802710" y="2235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9" name="pt329"/>
            <p:cNvSpPr/>
            <p:nvPr/>
          </p:nvSpPr>
          <p:spPr>
            <a:xfrm>
              <a:off x="4941241" y="24947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0" name="pt330"/>
            <p:cNvSpPr/>
            <p:nvPr/>
          </p:nvSpPr>
          <p:spPr>
            <a:xfrm>
              <a:off x="4941241" y="210523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1" name="pt331"/>
            <p:cNvSpPr/>
            <p:nvPr/>
          </p:nvSpPr>
          <p:spPr>
            <a:xfrm>
              <a:off x="5633893" y="197541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2" name="pt332"/>
            <p:cNvSpPr/>
            <p:nvPr/>
          </p:nvSpPr>
          <p:spPr>
            <a:xfrm>
              <a:off x="6465075" y="19105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3" name="pt333"/>
            <p:cNvSpPr/>
            <p:nvPr/>
          </p:nvSpPr>
          <p:spPr>
            <a:xfrm>
              <a:off x="6095661" y="2040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4" name="pt334"/>
            <p:cNvSpPr/>
            <p:nvPr/>
          </p:nvSpPr>
          <p:spPr>
            <a:xfrm>
              <a:off x="7203904" y="15859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5" name="pt335"/>
            <p:cNvSpPr/>
            <p:nvPr/>
          </p:nvSpPr>
          <p:spPr>
            <a:xfrm>
              <a:off x="7111551" y="14561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6" name="pt336"/>
            <p:cNvSpPr/>
            <p:nvPr/>
          </p:nvSpPr>
          <p:spPr>
            <a:xfrm>
              <a:off x="5864777" y="2235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7" name="pt337"/>
            <p:cNvSpPr/>
            <p:nvPr/>
          </p:nvSpPr>
          <p:spPr>
            <a:xfrm>
              <a:off x="5218302" y="24947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8" name="pt338"/>
            <p:cNvSpPr/>
            <p:nvPr/>
          </p:nvSpPr>
          <p:spPr>
            <a:xfrm>
              <a:off x="5680070" y="17806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9" name="pt339"/>
            <p:cNvSpPr/>
            <p:nvPr/>
          </p:nvSpPr>
          <p:spPr>
            <a:xfrm>
              <a:off x="6372722" y="181313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0" name="pt340"/>
            <p:cNvSpPr/>
            <p:nvPr/>
          </p:nvSpPr>
          <p:spPr>
            <a:xfrm>
              <a:off x="5587716" y="21376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1" name="pt341"/>
            <p:cNvSpPr/>
            <p:nvPr/>
          </p:nvSpPr>
          <p:spPr>
            <a:xfrm>
              <a:off x="6834490" y="139120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2" name="pt342"/>
            <p:cNvSpPr/>
            <p:nvPr/>
          </p:nvSpPr>
          <p:spPr>
            <a:xfrm>
              <a:off x="6418899" y="139120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3" name="pt343"/>
            <p:cNvSpPr/>
            <p:nvPr/>
          </p:nvSpPr>
          <p:spPr>
            <a:xfrm>
              <a:off x="7342435" y="139120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4" name="pt344"/>
            <p:cNvSpPr/>
            <p:nvPr/>
          </p:nvSpPr>
          <p:spPr>
            <a:xfrm>
              <a:off x="5033594" y="26245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5" name="pt345"/>
            <p:cNvSpPr/>
            <p:nvPr/>
          </p:nvSpPr>
          <p:spPr>
            <a:xfrm>
              <a:off x="5818600" y="16508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6" name="pt346"/>
            <p:cNvSpPr/>
            <p:nvPr/>
          </p:nvSpPr>
          <p:spPr>
            <a:xfrm>
              <a:off x="5633893" y="242979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7" name="pt347"/>
            <p:cNvSpPr/>
            <p:nvPr/>
          </p:nvSpPr>
          <p:spPr>
            <a:xfrm>
              <a:off x="6003307" y="174822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8" name="pt348"/>
            <p:cNvSpPr/>
            <p:nvPr/>
          </p:nvSpPr>
          <p:spPr>
            <a:xfrm>
              <a:off x="6372722" y="229997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9" name="pt349"/>
            <p:cNvSpPr/>
            <p:nvPr/>
          </p:nvSpPr>
          <p:spPr>
            <a:xfrm>
              <a:off x="5310655" y="210523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0" name="pt350"/>
            <p:cNvSpPr/>
            <p:nvPr/>
          </p:nvSpPr>
          <p:spPr>
            <a:xfrm>
              <a:off x="6880667" y="13262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1" name="pt351"/>
            <p:cNvSpPr/>
            <p:nvPr/>
          </p:nvSpPr>
          <p:spPr>
            <a:xfrm>
              <a:off x="5264478" y="2040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2" name="pt352"/>
            <p:cNvSpPr/>
            <p:nvPr/>
          </p:nvSpPr>
          <p:spPr>
            <a:xfrm>
              <a:off x="5172125" y="187804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3" name="pt353"/>
            <p:cNvSpPr/>
            <p:nvPr/>
          </p:nvSpPr>
          <p:spPr>
            <a:xfrm>
              <a:off x="4848887" y="242979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4" name="pt354"/>
            <p:cNvSpPr/>
            <p:nvPr/>
          </p:nvSpPr>
          <p:spPr>
            <a:xfrm>
              <a:off x="5033594" y="200787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5" name="pt355"/>
            <p:cNvSpPr/>
            <p:nvPr/>
          </p:nvSpPr>
          <p:spPr>
            <a:xfrm>
              <a:off x="4802710" y="242979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6" name="pt356"/>
            <p:cNvSpPr/>
            <p:nvPr/>
          </p:nvSpPr>
          <p:spPr>
            <a:xfrm>
              <a:off x="6095661" y="197541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7" name="pt357"/>
            <p:cNvSpPr/>
            <p:nvPr/>
          </p:nvSpPr>
          <p:spPr>
            <a:xfrm>
              <a:off x="6280368" y="171576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8" name="pt358"/>
            <p:cNvSpPr/>
            <p:nvPr/>
          </p:nvSpPr>
          <p:spPr>
            <a:xfrm>
              <a:off x="4987418" y="181313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9" name="pt359"/>
            <p:cNvSpPr/>
            <p:nvPr/>
          </p:nvSpPr>
          <p:spPr>
            <a:xfrm>
              <a:off x="6141838" y="14561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0" name="pt360"/>
            <p:cNvSpPr/>
            <p:nvPr/>
          </p:nvSpPr>
          <p:spPr>
            <a:xfrm>
              <a:off x="5310655" y="24622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1" name="pt361"/>
            <p:cNvSpPr/>
            <p:nvPr/>
          </p:nvSpPr>
          <p:spPr>
            <a:xfrm>
              <a:off x="5957131" y="187804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2" name="pt362"/>
            <p:cNvSpPr/>
            <p:nvPr/>
          </p:nvSpPr>
          <p:spPr>
            <a:xfrm>
              <a:off x="5633893" y="19429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3" name="pt363"/>
            <p:cNvSpPr/>
            <p:nvPr/>
          </p:nvSpPr>
          <p:spPr>
            <a:xfrm>
              <a:off x="5264478" y="229997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4" name="pt364"/>
            <p:cNvSpPr/>
            <p:nvPr/>
          </p:nvSpPr>
          <p:spPr>
            <a:xfrm>
              <a:off x="5403009" y="236488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5" name="pt365"/>
            <p:cNvSpPr/>
            <p:nvPr/>
          </p:nvSpPr>
          <p:spPr>
            <a:xfrm>
              <a:off x="5172125" y="2235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6" name="pt366"/>
            <p:cNvSpPr/>
            <p:nvPr/>
          </p:nvSpPr>
          <p:spPr>
            <a:xfrm>
              <a:off x="5910954" y="11640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7" name="pt367"/>
            <p:cNvSpPr/>
            <p:nvPr/>
          </p:nvSpPr>
          <p:spPr>
            <a:xfrm>
              <a:off x="6095661" y="16508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8" name="pt368"/>
            <p:cNvSpPr/>
            <p:nvPr/>
          </p:nvSpPr>
          <p:spPr>
            <a:xfrm>
              <a:off x="6095661" y="19105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9" name="pt369"/>
            <p:cNvSpPr/>
            <p:nvPr/>
          </p:nvSpPr>
          <p:spPr>
            <a:xfrm>
              <a:off x="5033594" y="255961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0" name="pt370"/>
            <p:cNvSpPr/>
            <p:nvPr/>
          </p:nvSpPr>
          <p:spPr>
            <a:xfrm>
              <a:off x="5172125" y="242979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1" name="pt371"/>
            <p:cNvSpPr/>
            <p:nvPr/>
          </p:nvSpPr>
          <p:spPr>
            <a:xfrm>
              <a:off x="4710357" y="236488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2" name="pt372"/>
            <p:cNvSpPr/>
            <p:nvPr/>
          </p:nvSpPr>
          <p:spPr>
            <a:xfrm>
              <a:off x="5864777" y="21701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3" name="pt373"/>
            <p:cNvSpPr/>
            <p:nvPr/>
          </p:nvSpPr>
          <p:spPr>
            <a:xfrm>
              <a:off x="5310655" y="210523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4" name="pt374"/>
            <p:cNvSpPr/>
            <p:nvPr/>
          </p:nvSpPr>
          <p:spPr>
            <a:xfrm>
              <a:off x="6188015" y="12613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5" name="pt375"/>
            <p:cNvSpPr/>
            <p:nvPr/>
          </p:nvSpPr>
          <p:spPr>
            <a:xfrm>
              <a:off x="5818600" y="15210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6" name="pt376"/>
            <p:cNvSpPr/>
            <p:nvPr/>
          </p:nvSpPr>
          <p:spPr>
            <a:xfrm>
              <a:off x="6649783" y="13262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7" name="pt377"/>
            <p:cNvSpPr/>
            <p:nvPr/>
          </p:nvSpPr>
          <p:spPr>
            <a:xfrm>
              <a:off x="5910954" y="197541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8" name="pt378"/>
            <p:cNvSpPr/>
            <p:nvPr/>
          </p:nvSpPr>
          <p:spPr>
            <a:xfrm>
              <a:off x="6141838" y="17806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9" name="pt379"/>
            <p:cNvSpPr/>
            <p:nvPr/>
          </p:nvSpPr>
          <p:spPr>
            <a:xfrm>
              <a:off x="4895064" y="255961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0" name="pt380"/>
            <p:cNvSpPr/>
            <p:nvPr/>
          </p:nvSpPr>
          <p:spPr>
            <a:xfrm>
              <a:off x="5818600" y="197541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1" name="pt381"/>
            <p:cNvSpPr/>
            <p:nvPr/>
          </p:nvSpPr>
          <p:spPr>
            <a:xfrm>
              <a:off x="6742136" y="139120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2" name="pt382"/>
            <p:cNvSpPr/>
            <p:nvPr/>
          </p:nvSpPr>
          <p:spPr>
            <a:xfrm>
              <a:off x="5310655" y="259207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3" name="pt383"/>
            <p:cNvSpPr/>
            <p:nvPr/>
          </p:nvSpPr>
          <p:spPr>
            <a:xfrm>
              <a:off x="5125948" y="2235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4" name="pt384"/>
            <p:cNvSpPr/>
            <p:nvPr/>
          </p:nvSpPr>
          <p:spPr>
            <a:xfrm>
              <a:off x="5172125" y="24947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5" name="pt385"/>
            <p:cNvSpPr/>
            <p:nvPr/>
          </p:nvSpPr>
          <p:spPr>
            <a:xfrm>
              <a:off x="7203904" y="16508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6" name="pt386"/>
            <p:cNvSpPr/>
            <p:nvPr/>
          </p:nvSpPr>
          <p:spPr>
            <a:xfrm>
              <a:off x="6141838" y="16508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7" name="pt387"/>
            <p:cNvSpPr/>
            <p:nvPr/>
          </p:nvSpPr>
          <p:spPr>
            <a:xfrm>
              <a:off x="5403009" y="17806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8" name="pt388"/>
            <p:cNvSpPr/>
            <p:nvPr/>
          </p:nvSpPr>
          <p:spPr>
            <a:xfrm>
              <a:off x="4802710" y="26245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9" name="pt389"/>
            <p:cNvSpPr/>
            <p:nvPr/>
          </p:nvSpPr>
          <p:spPr>
            <a:xfrm>
              <a:off x="5587716" y="19105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0" name="pt390"/>
            <p:cNvSpPr/>
            <p:nvPr/>
          </p:nvSpPr>
          <p:spPr>
            <a:xfrm>
              <a:off x="5633893" y="2040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1" name="pt391"/>
            <p:cNvSpPr/>
            <p:nvPr/>
          </p:nvSpPr>
          <p:spPr>
            <a:xfrm>
              <a:off x="6049484" y="19105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2" name="pt392"/>
            <p:cNvSpPr/>
            <p:nvPr/>
          </p:nvSpPr>
          <p:spPr>
            <a:xfrm>
              <a:off x="5356832" y="197541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3" name="pt393"/>
            <p:cNvSpPr/>
            <p:nvPr/>
          </p:nvSpPr>
          <p:spPr>
            <a:xfrm>
              <a:off x="6003307" y="210523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4" name="pt394"/>
            <p:cNvSpPr/>
            <p:nvPr/>
          </p:nvSpPr>
          <p:spPr>
            <a:xfrm>
              <a:off x="6418899" y="14561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5" name="pt395"/>
            <p:cNvSpPr/>
            <p:nvPr/>
          </p:nvSpPr>
          <p:spPr>
            <a:xfrm>
              <a:off x="6280368" y="171576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6" name="pt396"/>
            <p:cNvSpPr/>
            <p:nvPr/>
          </p:nvSpPr>
          <p:spPr>
            <a:xfrm>
              <a:off x="5079771" y="200787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7" name="pt397"/>
            <p:cNvSpPr/>
            <p:nvPr/>
          </p:nvSpPr>
          <p:spPr>
            <a:xfrm>
              <a:off x="5449186" y="17806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8" name="pt398"/>
            <p:cNvSpPr/>
            <p:nvPr/>
          </p:nvSpPr>
          <p:spPr>
            <a:xfrm>
              <a:off x="6742136" y="11964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9" name="pt399"/>
            <p:cNvSpPr/>
            <p:nvPr/>
          </p:nvSpPr>
          <p:spPr>
            <a:xfrm>
              <a:off x="6326545" y="15859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0" name="pt400"/>
            <p:cNvSpPr/>
            <p:nvPr/>
          </p:nvSpPr>
          <p:spPr>
            <a:xfrm>
              <a:off x="8035087" y="4824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1" name="pt401"/>
            <p:cNvSpPr/>
            <p:nvPr/>
          </p:nvSpPr>
          <p:spPr>
            <a:xfrm>
              <a:off x="5541539" y="184559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2" name="pt402"/>
            <p:cNvSpPr/>
            <p:nvPr/>
          </p:nvSpPr>
          <p:spPr>
            <a:xfrm>
              <a:off x="5633893" y="139120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3" name="pt403"/>
            <p:cNvSpPr/>
            <p:nvPr/>
          </p:nvSpPr>
          <p:spPr>
            <a:xfrm>
              <a:off x="4848887" y="242979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4" name="pt404"/>
            <p:cNvSpPr/>
            <p:nvPr/>
          </p:nvSpPr>
          <p:spPr>
            <a:xfrm>
              <a:off x="5726247" y="21701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5" name="pt405"/>
            <p:cNvSpPr/>
            <p:nvPr/>
          </p:nvSpPr>
          <p:spPr>
            <a:xfrm>
              <a:off x="5910954" y="181313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6" name="pt406"/>
            <p:cNvSpPr/>
            <p:nvPr/>
          </p:nvSpPr>
          <p:spPr>
            <a:xfrm>
              <a:off x="5033594" y="236488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7" name="pt407"/>
            <p:cNvSpPr/>
            <p:nvPr/>
          </p:nvSpPr>
          <p:spPr>
            <a:xfrm>
              <a:off x="5356832" y="229997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8" name="pt408"/>
            <p:cNvSpPr/>
            <p:nvPr/>
          </p:nvSpPr>
          <p:spPr>
            <a:xfrm>
              <a:off x="5587716" y="19105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9" name="pt409"/>
            <p:cNvSpPr/>
            <p:nvPr/>
          </p:nvSpPr>
          <p:spPr>
            <a:xfrm>
              <a:off x="5079771" y="200787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0" name="pt410"/>
            <p:cNvSpPr/>
            <p:nvPr/>
          </p:nvSpPr>
          <p:spPr>
            <a:xfrm>
              <a:off x="5125948" y="236488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1" name="pt411"/>
            <p:cNvSpPr/>
            <p:nvPr/>
          </p:nvSpPr>
          <p:spPr>
            <a:xfrm>
              <a:off x="4664180" y="229997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2" name="pt412"/>
            <p:cNvSpPr/>
            <p:nvPr/>
          </p:nvSpPr>
          <p:spPr>
            <a:xfrm>
              <a:off x="5726247" y="15210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3" name="pt413"/>
            <p:cNvSpPr/>
            <p:nvPr/>
          </p:nvSpPr>
          <p:spPr>
            <a:xfrm>
              <a:off x="5587716" y="2040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4" name="pt414"/>
            <p:cNvSpPr/>
            <p:nvPr/>
          </p:nvSpPr>
          <p:spPr>
            <a:xfrm>
              <a:off x="6095661" y="2235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5" name="pt415"/>
            <p:cNvSpPr/>
            <p:nvPr/>
          </p:nvSpPr>
          <p:spPr>
            <a:xfrm>
              <a:off x="5033594" y="23324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6" name="pt416"/>
            <p:cNvSpPr/>
            <p:nvPr/>
          </p:nvSpPr>
          <p:spPr>
            <a:xfrm>
              <a:off x="4802710" y="22675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7" name="pt417"/>
            <p:cNvSpPr/>
            <p:nvPr/>
          </p:nvSpPr>
          <p:spPr>
            <a:xfrm>
              <a:off x="5726247" y="14561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8" name="pt418"/>
            <p:cNvSpPr/>
            <p:nvPr/>
          </p:nvSpPr>
          <p:spPr>
            <a:xfrm>
              <a:off x="5264478" y="181313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9" name="pt419"/>
            <p:cNvSpPr/>
            <p:nvPr/>
          </p:nvSpPr>
          <p:spPr>
            <a:xfrm>
              <a:off x="5633893" y="26245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0" name="pt420"/>
            <p:cNvSpPr/>
            <p:nvPr/>
          </p:nvSpPr>
          <p:spPr>
            <a:xfrm>
              <a:off x="5772423" y="2235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1" name="pt421"/>
            <p:cNvSpPr/>
            <p:nvPr/>
          </p:nvSpPr>
          <p:spPr>
            <a:xfrm>
              <a:off x="4618003" y="26245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2" name="pt422"/>
            <p:cNvSpPr/>
            <p:nvPr/>
          </p:nvSpPr>
          <p:spPr>
            <a:xfrm>
              <a:off x="4756534" y="24947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3" name="pt423"/>
            <p:cNvSpPr/>
            <p:nvPr/>
          </p:nvSpPr>
          <p:spPr>
            <a:xfrm>
              <a:off x="4848887" y="24622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4" name="pt424"/>
            <p:cNvSpPr/>
            <p:nvPr/>
          </p:nvSpPr>
          <p:spPr>
            <a:xfrm>
              <a:off x="5818600" y="171576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5" name="pt425"/>
            <p:cNvSpPr/>
            <p:nvPr/>
          </p:nvSpPr>
          <p:spPr>
            <a:xfrm>
              <a:off x="4941241" y="229997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6" name="pt426"/>
            <p:cNvSpPr/>
            <p:nvPr/>
          </p:nvSpPr>
          <p:spPr>
            <a:xfrm>
              <a:off x="5125948" y="242979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7" name="pt427"/>
            <p:cNvSpPr/>
            <p:nvPr/>
          </p:nvSpPr>
          <p:spPr>
            <a:xfrm>
              <a:off x="5310655" y="20727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8" name="pt428"/>
            <p:cNvSpPr/>
            <p:nvPr/>
          </p:nvSpPr>
          <p:spPr>
            <a:xfrm>
              <a:off x="4802710" y="236488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9" name="pt429"/>
            <p:cNvSpPr/>
            <p:nvPr/>
          </p:nvSpPr>
          <p:spPr>
            <a:xfrm>
              <a:off x="4618003" y="26245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0" name="pt430"/>
            <p:cNvSpPr/>
            <p:nvPr/>
          </p:nvSpPr>
          <p:spPr>
            <a:xfrm>
              <a:off x="5726247" y="171576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1" name="pt431"/>
            <p:cNvSpPr/>
            <p:nvPr/>
          </p:nvSpPr>
          <p:spPr>
            <a:xfrm>
              <a:off x="5172125" y="24947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2" name="pt432"/>
            <p:cNvSpPr/>
            <p:nvPr/>
          </p:nvSpPr>
          <p:spPr>
            <a:xfrm>
              <a:off x="6188015" y="17806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3" name="pt433"/>
            <p:cNvSpPr/>
            <p:nvPr/>
          </p:nvSpPr>
          <p:spPr>
            <a:xfrm>
              <a:off x="4802710" y="26245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4" name="pt434"/>
            <p:cNvSpPr/>
            <p:nvPr/>
          </p:nvSpPr>
          <p:spPr>
            <a:xfrm>
              <a:off x="4710357" y="26245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5" name="pt435"/>
            <p:cNvSpPr/>
            <p:nvPr/>
          </p:nvSpPr>
          <p:spPr>
            <a:xfrm>
              <a:off x="4664180" y="26245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6" name="pt436"/>
            <p:cNvSpPr/>
            <p:nvPr/>
          </p:nvSpPr>
          <p:spPr>
            <a:xfrm>
              <a:off x="5772423" y="242979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7" name="pt437"/>
            <p:cNvSpPr/>
            <p:nvPr/>
          </p:nvSpPr>
          <p:spPr>
            <a:xfrm>
              <a:off x="4618003" y="26245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8" name="pt438"/>
            <p:cNvSpPr/>
            <p:nvPr/>
          </p:nvSpPr>
          <p:spPr>
            <a:xfrm>
              <a:off x="4756534" y="24947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9" name="pt439"/>
            <p:cNvSpPr/>
            <p:nvPr/>
          </p:nvSpPr>
          <p:spPr>
            <a:xfrm>
              <a:off x="5541539" y="21701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0" name="pt440"/>
            <p:cNvSpPr/>
            <p:nvPr/>
          </p:nvSpPr>
          <p:spPr>
            <a:xfrm>
              <a:off x="5864777" y="16508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1" name="pt441"/>
            <p:cNvSpPr/>
            <p:nvPr/>
          </p:nvSpPr>
          <p:spPr>
            <a:xfrm>
              <a:off x="5079771" y="236488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2" name="pt442"/>
            <p:cNvSpPr/>
            <p:nvPr/>
          </p:nvSpPr>
          <p:spPr>
            <a:xfrm>
              <a:off x="5957131" y="17806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3" name="pt443"/>
            <p:cNvSpPr/>
            <p:nvPr/>
          </p:nvSpPr>
          <p:spPr>
            <a:xfrm>
              <a:off x="5495362" y="2040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4" name="pt444"/>
            <p:cNvSpPr/>
            <p:nvPr/>
          </p:nvSpPr>
          <p:spPr>
            <a:xfrm>
              <a:off x="4710357" y="255961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5" name="pt445"/>
            <p:cNvSpPr/>
            <p:nvPr/>
          </p:nvSpPr>
          <p:spPr>
            <a:xfrm>
              <a:off x="5310655" y="21376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6" name="pt446"/>
            <p:cNvSpPr/>
            <p:nvPr/>
          </p:nvSpPr>
          <p:spPr>
            <a:xfrm>
              <a:off x="5125948" y="2235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7" name="pt447"/>
            <p:cNvSpPr/>
            <p:nvPr/>
          </p:nvSpPr>
          <p:spPr>
            <a:xfrm>
              <a:off x="5310655" y="2040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8" name="pt448"/>
            <p:cNvSpPr/>
            <p:nvPr/>
          </p:nvSpPr>
          <p:spPr>
            <a:xfrm>
              <a:off x="5125948" y="229997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9" name="pt449"/>
            <p:cNvSpPr/>
            <p:nvPr/>
          </p:nvSpPr>
          <p:spPr>
            <a:xfrm>
              <a:off x="6095661" y="197541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0" name="pt450"/>
            <p:cNvSpPr/>
            <p:nvPr/>
          </p:nvSpPr>
          <p:spPr>
            <a:xfrm>
              <a:off x="5818600" y="171576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1" name="pt451"/>
            <p:cNvSpPr/>
            <p:nvPr/>
          </p:nvSpPr>
          <p:spPr>
            <a:xfrm>
              <a:off x="4618003" y="255961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2" name="pt452"/>
            <p:cNvSpPr/>
            <p:nvPr/>
          </p:nvSpPr>
          <p:spPr>
            <a:xfrm>
              <a:off x="4987418" y="26245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3" name="pt453"/>
            <p:cNvSpPr/>
            <p:nvPr/>
          </p:nvSpPr>
          <p:spPr>
            <a:xfrm>
              <a:off x="6742136" y="14561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4" name="pt454"/>
            <p:cNvSpPr/>
            <p:nvPr/>
          </p:nvSpPr>
          <p:spPr>
            <a:xfrm>
              <a:off x="4802710" y="242979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5" name="pt455"/>
            <p:cNvSpPr/>
            <p:nvPr/>
          </p:nvSpPr>
          <p:spPr>
            <a:xfrm>
              <a:off x="5726247" y="2235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6" name="pt456"/>
            <p:cNvSpPr/>
            <p:nvPr/>
          </p:nvSpPr>
          <p:spPr>
            <a:xfrm>
              <a:off x="6418899" y="210523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7" name="pt457"/>
            <p:cNvSpPr/>
            <p:nvPr/>
          </p:nvSpPr>
          <p:spPr>
            <a:xfrm>
              <a:off x="5403009" y="2235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8" name="pt458"/>
            <p:cNvSpPr/>
            <p:nvPr/>
          </p:nvSpPr>
          <p:spPr>
            <a:xfrm>
              <a:off x="6834490" y="11964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9" name="pt459"/>
            <p:cNvSpPr/>
            <p:nvPr/>
          </p:nvSpPr>
          <p:spPr>
            <a:xfrm>
              <a:off x="4618003" y="2235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0" name="pt460"/>
            <p:cNvSpPr/>
            <p:nvPr/>
          </p:nvSpPr>
          <p:spPr>
            <a:xfrm>
              <a:off x="5125948" y="26245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1" name="pt461"/>
            <p:cNvSpPr/>
            <p:nvPr/>
          </p:nvSpPr>
          <p:spPr>
            <a:xfrm>
              <a:off x="4710357" y="197541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2" name="pt462"/>
            <p:cNvSpPr/>
            <p:nvPr/>
          </p:nvSpPr>
          <p:spPr>
            <a:xfrm>
              <a:off x="5403009" y="197541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3" name="pt463"/>
            <p:cNvSpPr/>
            <p:nvPr/>
          </p:nvSpPr>
          <p:spPr>
            <a:xfrm>
              <a:off x="5541539" y="242979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4" name="pt464"/>
            <p:cNvSpPr/>
            <p:nvPr/>
          </p:nvSpPr>
          <p:spPr>
            <a:xfrm>
              <a:off x="5264478" y="197541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5" name="pt465"/>
            <p:cNvSpPr/>
            <p:nvPr/>
          </p:nvSpPr>
          <p:spPr>
            <a:xfrm>
              <a:off x="5449186" y="2040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6" name="pt466"/>
            <p:cNvSpPr/>
            <p:nvPr/>
          </p:nvSpPr>
          <p:spPr>
            <a:xfrm>
              <a:off x="6880667" y="11964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7" name="pt467"/>
            <p:cNvSpPr/>
            <p:nvPr/>
          </p:nvSpPr>
          <p:spPr>
            <a:xfrm>
              <a:off x="4618003" y="26245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8" name="pt468"/>
            <p:cNvSpPr/>
            <p:nvPr/>
          </p:nvSpPr>
          <p:spPr>
            <a:xfrm>
              <a:off x="4618003" y="259207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9" name="pt469"/>
            <p:cNvSpPr/>
            <p:nvPr/>
          </p:nvSpPr>
          <p:spPr>
            <a:xfrm>
              <a:off x="6465075" y="14561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0" name="pt470"/>
            <p:cNvSpPr/>
            <p:nvPr/>
          </p:nvSpPr>
          <p:spPr>
            <a:xfrm>
              <a:off x="5726247" y="17806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1" name="pt471"/>
            <p:cNvSpPr/>
            <p:nvPr/>
          </p:nvSpPr>
          <p:spPr>
            <a:xfrm>
              <a:off x="6095661" y="197541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2" name="pt472"/>
            <p:cNvSpPr/>
            <p:nvPr/>
          </p:nvSpPr>
          <p:spPr>
            <a:xfrm>
              <a:off x="5633893" y="197541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3" name="pt473"/>
            <p:cNvSpPr/>
            <p:nvPr/>
          </p:nvSpPr>
          <p:spPr>
            <a:xfrm>
              <a:off x="5957131" y="19105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4" name="pt474"/>
            <p:cNvSpPr/>
            <p:nvPr/>
          </p:nvSpPr>
          <p:spPr>
            <a:xfrm>
              <a:off x="5818600" y="20727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5" name="pt475"/>
            <p:cNvSpPr/>
            <p:nvPr/>
          </p:nvSpPr>
          <p:spPr>
            <a:xfrm>
              <a:off x="5449186" y="220260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6" name="pt476"/>
            <p:cNvSpPr/>
            <p:nvPr/>
          </p:nvSpPr>
          <p:spPr>
            <a:xfrm>
              <a:off x="5218302" y="2040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7" name="pt477"/>
            <p:cNvSpPr/>
            <p:nvPr/>
          </p:nvSpPr>
          <p:spPr>
            <a:xfrm>
              <a:off x="6049484" y="11315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8" name="pt478"/>
            <p:cNvSpPr/>
            <p:nvPr/>
          </p:nvSpPr>
          <p:spPr>
            <a:xfrm>
              <a:off x="6418899" y="16508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9" name="pt479"/>
            <p:cNvSpPr/>
            <p:nvPr/>
          </p:nvSpPr>
          <p:spPr>
            <a:xfrm>
              <a:off x="6557429" y="19105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0" name="pt480"/>
            <p:cNvSpPr/>
            <p:nvPr/>
          </p:nvSpPr>
          <p:spPr>
            <a:xfrm>
              <a:off x="5264478" y="197541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1" name="pt481"/>
            <p:cNvSpPr/>
            <p:nvPr/>
          </p:nvSpPr>
          <p:spPr>
            <a:xfrm>
              <a:off x="5957131" y="2235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2" name="pt482"/>
            <p:cNvSpPr/>
            <p:nvPr/>
          </p:nvSpPr>
          <p:spPr>
            <a:xfrm>
              <a:off x="4848887" y="255961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3" name="pt483"/>
            <p:cNvSpPr/>
            <p:nvPr/>
          </p:nvSpPr>
          <p:spPr>
            <a:xfrm>
              <a:off x="5541539" y="16508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4" name="pt484"/>
            <p:cNvSpPr/>
            <p:nvPr/>
          </p:nvSpPr>
          <p:spPr>
            <a:xfrm>
              <a:off x="5680070" y="210523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5" name="pt485"/>
            <p:cNvSpPr/>
            <p:nvPr/>
          </p:nvSpPr>
          <p:spPr>
            <a:xfrm>
              <a:off x="7065374" y="11315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6" name="pt486"/>
            <p:cNvSpPr/>
            <p:nvPr/>
          </p:nvSpPr>
          <p:spPr>
            <a:xfrm>
              <a:off x="5680070" y="171576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7" name="pt487"/>
            <p:cNvSpPr/>
            <p:nvPr/>
          </p:nvSpPr>
          <p:spPr>
            <a:xfrm>
              <a:off x="5033594" y="25271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8" name="pt488"/>
            <p:cNvSpPr/>
            <p:nvPr/>
          </p:nvSpPr>
          <p:spPr>
            <a:xfrm>
              <a:off x="5957131" y="2235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9" name="pt489"/>
            <p:cNvSpPr/>
            <p:nvPr/>
          </p:nvSpPr>
          <p:spPr>
            <a:xfrm>
              <a:off x="5449186" y="210523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0" name="pt490"/>
            <p:cNvSpPr/>
            <p:nvPr/>
          </p:nvSpPr>
          <p:spPr>
            <a:xfrm>
              <a:off x="5633893" y="14561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1" name="pt491"/>
            <p:cNvSpPr/>
            <p:nvPr/>
          </p:nvSpPr>
          <p:spPr>
            <a:xfrm>
              <a:off x="5033594" y="2235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2" name="pt492"/>
            <p:cNvSpPr/>
            <p:nvPr/>
          </p:nvSpPr>
          <p:spPr>
            <a:xfrm>
              <a:off x="6049484" y="19105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3" name="pt493"/>
            <p:cNvSpPr/>
            <p:nvPr/>
          </p:nvSpPr>
          <p:spPr>
            <a:xfrm>
              <a:off x="5957131" y="129384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4" name="pt494"/>
            <p:cNvSpPr/>
            <p:nvPr/>
          </p:nvSpPr>
          <p:spPr>
            <a:xfrm>
              <a:off x="5541539" y="171576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5" name="pt495"/>
            <p:cNvSpPr/>
            <p:nvPr/>
          </p:nvSpPr>
          <p:spPr>
            <a:xfrm>
              <a:off x="5449186" y="229997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6" name="pt496"/>
            <p:cNvSpPr/>
            <p:nvPr/>
          </p:nvSpPr>
          <p:spPr>
            <a:xfrm>
              <a:off x="5818600" y="2040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7" name="pt497"/>
            <p:cNvSpPr/>
            <p:nvPr/>
          </p:nvSpPr>
          <p:spPr>
            <a:xfrm>
              <a:off x="6326545" y="197541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8" name="pt498"/>
            <p:cNvSpPr/>
            <p:nvPr/>
          </p:nvSpPr>
          <p:spPr>
            <a:xfrm>
              <a:off x="5495362" y="22675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9" name="pt499"/>
            <p:cNvSpPr/>
            <p:nvPr/>
          </p:nvSpPr>
          <p:spPr>
            <a:xfrm>
              <a:off x="5957131" y="15859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0" name="pt500"/>
            <p:cNvSpPr/>
            <p:nvPr/>
          </p:nvSpPr>
          <p:spPr>
            <a:xfrm>
              <a:off x="5680070" y="21701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1" name="pt501"/>
            <p:cNvSpPr/>
            <p:nvPr/>
          </p:nvSpPr>
          <p:spPr>
            <a:xfrm>
              <a:off x="6049484" y="16508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2" name="pt502"/>
            <p:cNvSpPr/>
            <p:nvPr/>
          </p:nvSpPr>
          <p:spPr>
            <a:xfrm>
              <a:off x="5403009" y="24947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3" name="pt503"/>
            <p:cNvSpPr/>
            <p:nvPr/>
          </p:nvSpPr>
          <p:spPr>
            <a:xfrm>
              <a:off x="6141838" y="19105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4" name="pt504"/>
            <p:cNvSpPr/>
            <p:nvPr/>
          </p:nvSpPr>
          <p:spPr>
            <a:xfrm>
              <a:off x="5495362" y="19105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5" name="pt505"/>
            <p:cNvSpPr/>
            <p:nvPr/>
          </p:nvSpPr>
          <p:spPr>
            <a:xfrm>
              <a:off x="5403009" y="21701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6" name="pt506"/>
            <p:cNvSpPr/>
            <p:nvPr/>
          </p:nvSpPr>
          <p:spPr>
            <a:xfrm>
              <a:off x="5079771" y="19105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7" name="pt507"/>
            <p:cNvSpPr/>
            <p:nvPr/>
          </p:nvSpPr>
          <p:spPr>
            <a:xfrm>
              <a:off x="5079771" y="210523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8" name="pt508"/>
            <p:cNvSpPr/>
            <p:nvPr/>
          </p:nvSpPr>
          <p:spPr>
            <a:xfrm>
              <a:off x="5218302" y="259207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9" name="pt509"/>
            <p:cNvSpPr/>
            <p:nvPr/>
          </p:nvSpPr>
          <p:spPr>
            <a:xfrm>
              <a:off x="4756534" y="26245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0" name="pt510"/>
            <p:cNvSpPr/>
            <p:nvPr/>
          </p:nvSpPr>
          <p:spPr>
            <a:xfrm>
              <a:off x="5449186" y="19429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1" name="pt511"/>
            <p:cNvSpPr/>
            <p:nvPr/>
          </p:nvSpPr>
          <p:spPr>
            <a:xfrm>
              <a:off x="6742136" y="19105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2" name="pt512"/>
            <p:cNvSpPr/>
            <p:nvPr/>
          </p:nvSpPr>
          <p:spPr>
            <a:xfrm>
              <a:off x="5680070" y="171576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3" name="pt513"/>
            <p:cNvSpPr/>
            <p:nvPr/>
          </p:nvSpPr>
          <p:spPr>
            <a:xfrm>
              <a:off x="4710357" y="210523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4" name="pt514"/>
            <p:cNvSpPr/>
            <p:nvPr/>
          </p:nvSpPr>
          <p:spPr>
            <a:xfrm>
              <a:off x="5633893" y="187804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5" name="pt515"/>
            <p:cNvSpPr/>
            <p:nvPr/>
          </p:nvSpPr>
          <p:spPr>
            <a:xfrm>
              <a:off x="6234191" y="14885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6" name="pt516"/>
            <p:cNvSpPr/>
            <p:nvPr/>
          </p:nvSpPr>
          <p:spPr>
            <a:xfrm>
              <a:off x="5218302" y="24947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7" name="pt517"/>
            <p:cNvSpPr/>
            <p:nvPr/>
          </p:nvSpPr>
          <p:spPr>
            <a:xfrm>
              <a:off x="4802710" y="26245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8" name="pt518"/>
            <p:cNvSpPr/>
            <p:nvPr/>
          </p:nvSpPr>
          <p:spPr>
            <a:xfrm>
              <a:off x="5125948" y="26245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9" name="pt519"/>
            <p:cNvSpPr/>
            <p:nvPr/>
          </p:nvSpPr>
          <p:spPr>
            <a:xfrm>
              <a:off x="4710357" y="26245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0" name="pt520"/>
            <p:cNvSpPr/>
            <p:nvPr/>
          </p:nvSpPr>
          <p:spPr>
            <a:xfrm>
              <a:off x="4618003" y="24947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1" name="pt521"/>
            <p:cNvSpPr/>
            <p:nvPr/>
          </p:nvSpPr>
          <p:spPr>
            <a:xfrm>
              <a:off x="5310655" y="171576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2" name="pt522"/>
            <p:cNvSpPr/>
            <p:nvPr/>
          </p:nvSpPr>
          <p:spPr>
            <a:xfrm>
              <a:off x="5587716" y="220260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3" name="pt523"/>
            <p:cNvSpPr/>
            <p:nvPr/>
          </p:nvSpPr>
          <p:spPr>
            <a:xfrm>
              <a:off x="4895064" y="22675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4" name="pt524"/>
            <p:cNvSpPr/>
            <p:nvPr/>
          </p:nvSpPr>
          <p:spPr>
            <a:xfrm>
              <a:off x="4710357" y="25271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5" name="pt525"/>
            <p:cNvSpPr/>
            <p:nvPr/>
          </p:nvSpPr>
          <p:spPr>
            <a:xfrm>
              <a:off x="5726247" y="2235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6" name="pt526"/>
            <p:cNvSpPr/>
            <p:nvPr/>
          </p:nvSpPr>
          <p:spPr>
            <a:xfrm>
              <a:off x="7573319" y="14561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7" name="pt527"/>
            <p:cNvSpPr/>
            <p:nvPr/>
          </p:nvSpPr>
          <p:spPr>
            <a:xfrm>
              <a:off x="4710357" y="255961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8" name="pt528"/>
            <p:cNvSpPr/>
            <p:nvPr/>
          </p:nvSpPr>
          <p:spPr>
            <a:xfrm>
              <a:off x="5449186" y="21701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9" name="pt529"/>
            <p:cNvSpPr/>
            <p:nvPr/>
          </p:nvSpPr>
          <p:spPr>
            <a:xfrm>
              <a:off x="6003307" y="2235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0" name="pt530"/>
            <p:cNvSpPr/>
            <p:nvPr/>
          </p:nvSpPr>
          <p:spPr>
            <a:xfrm>
              <a:off x="5818600" y="2040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1" name="pt531"/>
            <p:cNvSpPr/>
            <p:nvPr/>
          </p:nvSpPr>
          <p:spPr>
            <a:xfrm>
              <a:off x="5310655" y="21701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2" name="pt532"/>
            <p:cNvSpPr/>
            <p:nvPr/>
          </p:nvSpPr>
          <p:spPr>
            <a:xfrm>
              <a:off x="4848887" y="236488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3" name="pt533"/>
            <p:cNvSpPr/>
            <p:nvPr/>
          </p:nvSpPr>
          <p:spPr>
            <a:xfrm>
              <a:off x="6141838" y="19105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4" name="pt534"/>
            <p:cNvSpPr/>
            <p:nvPr/>
          </p:nvSpPr>
          <p:spPr>
            <a:xfrm>
              <a:off x="6372722" y="19105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5" name="pt535"/>
            <p:cNvSpPr/>
            <p:nvPr/>
          </p:nvSpPr>
          <p:spPr>
            <a:xfrm>
              <a:off x="5125948" y="2235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6" name="pt536"/>
            <p:cNvSpPr/>
            <p:nvPr/>
          </p:nvSpPr>
          <p:spPr>
            <a:xfrm>
              <a:off x="5680070" y="139120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7" name="pt537"/>
            <p:cNvSpPr/>
            <p:nvPr/>
          </p:nvSpPr>
          <p:spPr>
            <a:xfrm>
              <a:off x="5680070" y="168331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8" name="pt538"/>
            <p:cNvSpPr/>
            <p:nvPr/>
          </p:nvSpPr>
          <p:spPr>
            <a:xfrm>
              <a:off x="6511252" y="142366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9" name="pt539"/>
            <p:cNvSpPr/>
            <p:nvPr/>
          </p:nvSpPr>
          <p:spPr>
            <a:xfrm>
              <a:off x="6188015" y="14561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0" name="pt540"/>
            <p:cNvSpPr/>
            <p:nvPr/>
          </p:nvSpPr>
          <p:spPr>
            <a:xfrm>
              <a:off x="5541539" y="19429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1" name="pt541"/>
            <p:cNvSpPr/>
            <p:nvPr/>
          </p:nvSpPr>
          <p:spPr>
            <a:xfrm>
              <a:off x="6926843" y="12613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2" name="pt542"/>
            <p:cNvSpPr/>
            <p:nvPr/>
          </p:nvSpPr>
          <p:spPr>
            <a:xfrm>
              <a:off x="4895064" y="2040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3" name="pt543"/>
            <p:cNvSpPr/>
            <p:nvPr/>
          </p:nvSpPr>
          <p:spPr>
            <a:xfrm>
              <a:off x="5172125" y="21701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4" name="pt544"/>
            <p:cNvSpPr/>
            <p:nvPr/>
          </p:nvSpPr>
          <p:spPr>
            <a:xfrm>
              <a:off x="6465075" y="135875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5" name="pt545"/>
            <p:cNvSpPr/>
            <p:nvPr/>
          </p:nvSpPr>
          <p:spPr>
            <a:xfrm>
              <a:off x="5218302" y="2235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6" name="pt546"/>
            <p:cNvSpPr/>
            <p:nvPr/>
          </p:nvSpPr>
          <p:spPr>
            <a:xfrm>
              <a:off x="6234191" y="135875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7" name="pt547"/>
            <p:cNvSpPr/>
            <p:nvPr/>
          </p:nvSpPr>
          <p:spPr>
            <a:xfrm>
              <a:off x="5033594" y="24947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8" name="pt548"/>
            <p:cNvSpPr/>
            <p:nvPr/>
          </p:nvSpPr>
          <p:spPr>
            <a:xfrm>
              <a:off x="5079771" y="21701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9" name="pt549"/>
            <p:cNvSpPr/>
            <p:nvPr/>
          </p:nvSpPr>
          <p:spPr>
            <a:xfrm>
              <a:off x="4802710" y="24947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0" name="pt550"/>
            <p:cNvSpPr/>
            <p:nvPr/>
          </p:nvSpPr>
          <p:spPr>
            <a:xfrm>
              <a:off x="4618003" y="26245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1" name="pt551"/>
            <p:cNvSpPr/>
            <p:nvPr/>
          </p:nvSpPr>
          <p:spPr>
            <a:xfrm>
              <a:off x="5449186" y="15859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2" name="pt552"/>
            <p:cNvSpPr/>
            <p:nvPr/>
          </p:nvSpPr>
          <p:spPr>
            <a:xfrm>
              <a:off x="5726247" y="184559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3" name="pt553"/>
            <p:cNvSpPr/>
            <p:nvPr/>
          </p:nvSpPr>
          <p:spPr>
            <a:xfrm>
              <a:off x="5726247" y="171576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4" name="pt554"/>
            <p:cNvSpPr/>
            <p:nvPr/>
          </p:nvSpPr>
          <p:spPr>
            <a:xfrm>
              <a:off x="4802710" y="229997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5" name="pt555"/>
            <p:cNvSpPr/>
            <p:nvPr/>
          </p:nvSpPr>
          <p:spPr>
            <a:xfrm>
              <a:off x="5541539" y="21376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6" name="pt556"/>
            <p:cNvSpPr/>
            <p:nvPr/>
          </p:nvSpPr>
          <p:spPr>
            <a:xfrm>
              <a:off x="5587716" y="2040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7" name="pt557"/>
            <p:cNvSpPr/>
            <p:nvPr/>
          </p:nvSpPr>
          <p:spPr>
            <a:xfrm>
              <a:off x="4848887" y="2235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8" name="pt558"/>
            <p:cNvSpPr/>
            <p:nvPr/>
          </p:nvSpPr>
          <p:spPr>
            <a:xfrm>
              <a:off x="5079771" y="210523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9" name="pt559"/>
            <p:cNvSpPr/>
            <p:nvPr/>
          </p:nvSpPr>
          <p:spPr>
            <a:xfrm>
              <a:off x="5079771" y="255961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0" name="pt560"/>
            <p:cNvSpPr/>
            <p:nvPr/>
          </p:nvSpPr>
          <p:spPr>
            <a:xfrm>
              <a:off x="5541539" y="229997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1" name="pt561"/>
            <p:cNvSpPr/>
            <p:nvPr/>
          </p:nvSpPr>
          <p:spPr>
            <a:xfrm>
              <a:off x="4618003" y="259207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2" name="pt562"/>
            <p:cNvSpPr/>
            <p:nvPr/>
          </p:nvSpPr>
          <p:spPr>
            <a:xfrm>
              <a:off x="6926843" y="171576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3" name="pt563"/>
            <p:cNvSpPr/>
            <p:nvPr/>
          </p:nvSpPr>
          <p:spPr>
            <a:xfrm>
              <a:off x="6880667" y="12289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4" name="pt564"/>
            <p:cNvSpPr/>
            <p:nvPr/>
          </p:nvSpPr>
          <p:spPr>
            <a:xfrm>
              <a:off x="6280368" y="17806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5" name="pt565"/>
            <p:cNvSpPr/>
            <p:nvPr/>
          </p:nvSpPr>
          <p:spPr>
            <a:xfrm>
              <a:off x="6465075" y="174822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6" name="pt566"/>
            <p:cNvSpPr/>
            <p:nvPr/>
          </p:nvSpPr>
          <p:spPr>
            <a:xfrm>
              <a:off x="6372722" y="14561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7" name="pt567"/>
            <p:cNvSpPr/>
            <p:nvPr/>
          </p:nvSpPr>
          <p:spPr>
            <a:xfrm>
              <a:off x="4710357" y="255961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8" name="pt568"/>
            <p:cNvSpPr/>
            <p:nvPr/>
          </p:nvSpPr>
          <p:spPr>
            <a:xfrm>
              <a:off x="6095661" y="17806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9" name="pt569"/>
            <p:cNvSpPr/>
            <p:nvPr/>
          </p:nvSpPr>
          <p:spPr>
            <a:xfrm>
              <a:off x="6003307" y="184559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0" name="pt570"/>
            <p:cNvSpPr/>
            <p:nvPr/>
          </p:nvSpPr>
          <p:spPr>
            <a:xfrm>
              <a:off x="5125948" y="24622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1" name="pt571"/>
            <p:cNvSpPr/>
            <p:nvPr/>
          </p:nvSpPr>
          <p:spPr>
            <a:xfrm>
              <a:off x="5079771" y="21701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2" name="pt572"/>
            <p:cNvSpPr/>
            <p:nvPr/>
          </p:nvSpPr>
          <p:spPr>
            <a:xfrm>
              <a:off x="4664180" y="255961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3" name="pt573"/>
            <p:cNvSpPr/>
            <p:nvPr/>
          </p:nvSpPr>
          <p:spPr>
            <a:xfrm>
              <a:off x="4941241" y="24622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4" name="pt574"/>
            <p:cNvSpPr/>
            <p:nvPr/>
          </p:nvSpPr>
          <p:spPr>
            <a:xfrm>
              <a:off x="4618003" y="26245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5" name="pt575"/>
            <p:cNvSpPr/>
            <p:nvPr/>
          </p:nvSpPr>
          <p:spPr>
            <a:xfrm>
              <a:off x="5541539" y="21701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6" name="pt576"/>
            <p:cNvSpPr/>
            <p:nvPr/>
          </p:nvSpPr>
          <p:spPr>
            <a:xfrm>
              <a:off x="5403009" y="242979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7" name="pt577"/>
            <p:cNvSpPr/>
            <p:nvPr/>
          </p:nvSpPr>
          <p:spPr>
            <a:xfrm>
              <a:off x="4710357" y="26245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8" name="pt578"/>
            <p:cNvSpPr/>
            <p:nvPr/>
          </p:nvSpPr>
          <p:spPr>
            <a:xfrm>
              <a:off x="5264478" y="22675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9" name="pl579"/>
            <p:cNvSpPr/>
            <p:nvPr/>
          </p:nvSpPr>
          <p:spPr>
            <a:xfrm>
              <a:off x="4642829" y="866566"/>
              <a:ext cx="3417083" cy="1663273"/>
            </a:xfrm>
            <a:custGeom>
              <a:avLst/>
              <a:gdLst/>
              <a:ahLst/>
              <a:cxnLst/>
              <a:rect l="0" t="0" r="0" b="0"/>
              <a:pathLst>
                <a:path w="3417083" h="1663273">
                  <a:moveTo>
                    <a:pt x="0" y="1663273"/>
                  </a:moveTo>
                  <a:lnTo>
                    <a:pt x="43254" y="1642219"/>
                  </a:lnTo>
                  <a:lnTo>
                    <a:pt x="86508" y="1621165"/>
                  </a:lnTo>
                  <a:lnTo>
                    <a:pt x="129762" y="1600111"/>
                  </a:lnTo>
                  <a:lnTo>
                    <a:pt x="173016" y="1579057"/>
                  </a:lnTo>
                  <a:lnTo>
                    <a:pt x="216271" y="1558003"/>
                  </a:lnTo>
                  <a:lnTo>
                    <a:pt x="259525" y="1536949"/>
                  </a:lnTo>
                  <a:lnTo>
                    <a:pt x="302779" y="1515895"/>
                  </a:lnTo>
                  <a:lnTo>
                    <a:pt x="346033" y="1494841"/>
                  </a:lnTo>
                  <a:lnTo>
                    <a:pt x="389287" y="1473786"/>
                  </a:lnTo>
                  <a:lnTo>
                    <a:pt x="432542" y="1452732"/>
                  </a:lnTo>
                  <a:lnTo>
                    <a:pt x="475796" y="1431678"/>
                  </a:lnTo>
                  <a:lnTo>
                    <a:pt x="519050" y="1410624"/>
                  </a:lnTo>
                  <a:lnTo>
                    <a:pt x="562304" y="1389570"/>
                  </a:lnTo>
                  <a:lnTo>
                    <a:pt x="605559" y="1368516"/>
                  </a:lnTo>
                  <a:lnTo>
                    <a:pt x="648813" y="1347462"/>
                  </a:lnTo>
                  <a:lnTo>
                    <a:pt x="692067" y="1326408"/>
                  </a:lnTo>
                  <a:lnTo>
                    <a:pt x="735321" y="1305354"/>
                  </a:lnTo>
                  <a:lnTo>
                    <a:pt x="778575" y="1284300"/>
                  </a:lnTo>
                  <a:lnTo>
                    <a:pt x="821830" y="1263245"/>
                  </a:lnTo>
                  <a:lnTo>
                    <a:pt x="865084" y="1242191"/>
                  </a:lnTo>
                  <a:lnTo>
                    <a:pt x="908338" y="1221137"/>
                  </a:lnTo>
                  <a:lnTo>
                    <a:pt x="951592" y="1200083"/>
                  </a:lnTo>
                  <a:lnTo>
                    <a:pt x="994847" y="1179029"/>
                  </a:lnTo>
                  <a:lnTo>
                    <a:pt x="1038101" y="1157975"/>
                  </a:lnTo>
                  <a:lnTo>
                    <a:pt x="1081355" y="1136921"/>
                  </a:lnTo>
                  <a:lnTo>
                    <a:pt x="1124609" y="1115867"/>
                  </a:lnTo>
                  <a:lnTo>
                    <a:pt x="1167863" y="1094813"/>
                  </a:lnTo>
                  <a:lnTo>
                    <a:pt x="1211118" y="1073759"/>
                  </a:lnTo>
                  <a:lnTo>
                    <a:pt x="1254372" y="1052704"/>
                  </a:lnTo>
                  <a:lnTo>
                    <a:pt x="1297626" y="1031650"/>
                  </a:lnTo>
                  <a:lnTo>
                    <a:pt x="1340880" y="1010596"/>
                  </a:lnTo>
                  <a:lnTo>
                    <a:pt x="1384135" y="989542"/>
                  </a:lnTo>
                  <a:lnTo>
                    <a:pt x="1427389" y="968488"/>
                  </a:lnTo>
                  <a:lnTo>
                    <a:pt x="1470643" y="947434"/>
                  </a:lnTo>
                  <a:lnTo>
                    <a:pt x="1513897" y="926380"/>
                  </a:lnTo>
                  <a:lnTo>
                    <a:pt x="1557151" y="905326"/>
                  </a:lnTo>
                  <a:lnTo>
                    <a:pt x="1600406" y="884272"/>
                  </a:lnTo>
                  <a:lnTo>
                    <a:pt x="1643660" y="863218"/>
                  </a:lnTo>
                  <a:lnTo>
                    <a:pt x="1686914" y="842163"/>
                  </a:lnTo>
                  <a:lnTo>
                    <a:pt x="1730168" y="821109"/>
                  </a:lnTo>
                  <a:lnTo>
                    <a:pt x="1773423" y="800055"/>
                  </a:lnTo>
                  <a:lnTo>
                    <a:pt x="1816677" y="779001"/>
                  </a:lnTo>
                  <a:lnTo>
                    <a:pt x="1859931" y="757947"/>
                  </a:lnTo>
                  <a:lnTo>
                    <a:pt x="1903185" y="736893"/>
                  </a:lnTo>
                  <a:lnTo>
                    <a:pt x="1946439" y="715839"/>
                  </a:lnTo>
                  <a:lnTo>
                    <a:pt x="1989694" y="694785"/>
                  </a:lnTo>
                  <a:lnTo>
                    <a:pt x="2032948" y="673731"/>
                  </a:lnTo>
                  <a:lnTo>
                    <a:pt x="2076202" y="652677"/>
                  </a:lnTo>
                  <a:lnTo>
                    <a:pt x="2119456" y="631622"/>
                  </a:lnTo>
                  <a:lnTo>
                    <a:pt x="2162711" y="610568"/>
                  </a:lnTo>
                  <a:lnTo>
                    <a:pt x="2205965" y="589514"/>
                  </a:lnTo>
                  <a:lnTo>
                    <a:pt x="2249219" y="568460"/>
                  </a:lnTo>
                  <a:lnTo>
                    <a:pt x="2292473" y="547406"/>
                  </a:lnTo>
                  <a:lnTo>
                    <a:pt x="2335727" y="526352"/>
                  </a:lnTo>
                  <a:lnTo>
                    <a:pt x="2378982" y="505298"/>
                  </a:lnTo>
                  <a:lnTo>
                    <a:pt x="2422236" y="484244"/>
                  </a:lnTo>
                  <a:lnTo>
                    <a:pt x="2465490" y="463190"/>
                  </a:lnTo>
                  <a:lnTo>
                    <a:pt x="2508744" y="442136"/>
                  </a:lnTo>
                  <a:lnTo>
                    <a:pt x="2551999" y="421081"/>
                  </a:lnTo>
                  <a:lnTo>
                    <a:pt x="2595253" y="400027"/>
                  </a:lnTo>
                  <a:lnTo>
                    <a:pt x="2638507" y="378973"/>
                  </a:lnTo>
                  <a:lnTo>
                    <a:pt x="2681761" y="357919"/>
                  </a:lnTo>
                  <a:lnTo>
                    <a:pt x="2725015" y="336865"/>
                  </a:lnTo>
                  <a:lnTo>
                    <a:pt x="2768270" y="315811"/>
                  </a:lnTo>
                  <a:lnTo>
                    <a:pt x="2811524" y="294757"/>
                  </a:lnTo>
                  <a:lnTo>
                    <a:pt x="2854778" y="273703"/>
                  </a:lnTo>
                  <a:lnTo>
                    <a:pt x="2898032" y="252649"/>
                  </a:lnTo>
                  <a:lnTo>
                    <a:pt x="2941287" y="231595"/>
                  </a:lnTo>
                  <a:lnTo>
                    <a:pt x="2984541" y="210540"/>
                  </a:lnTo>
                  <a:lnTo>
                    <a:pt x="3027795" y="189486"/>
                  </a:lnTo>
                  <a:lnTo>
                    <a:pt x="3071049" y="168432"/>
                  </a:lnTo>
                  <a:lnTo>
                    <a:pt x="3114303" y="147378"/>
                  </a:lnTo>
                  <a:lnTo>
                    <a:pt x="3157558" y="126324"/>
                  </a:lnTo>
                  <a:lnTo>
                    <a:pt x="3200812" y="105270"/>
                  </a:lnTo>
                  <a:lnTo>
                    <a:pt x="3244066" y="84216"/>
                  </a:lnTo>
                  <a:lnTo>
                    <a:pt x="3287320" y="63162"/>
                  </a:lnTo>
                  <a:lnTo>
                    <a:pt x="3330575" y="42108"/>
                  </a:lnTo>
                  <a:lnTo>
                    <a:pt x="3373829" y="21054"/>
                  </a:lnTo>
                  <a:lnTo>
                    <a:pt x="3417083" y="0"/>
                  </a:lnTo>
                </a:path>
              </a:pathLst>
            </a:custGeom>
            <a:ln w="27101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0" name="tx580"/>
            <p:cNvSpPr/>
            <p:nvPr/>
          </p:nvSpPr>
          <p:spPr>
            <a:xfrm>
              <a:off x="4659915" y="553776"/>
              <a:ext cx="91715" cy="909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 i="1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581" name="tx581"/>
            <p:cNvSpPr/>
            <p:nvPr/>
          </p:nvSpPr>
          <p:spPr>
            <a:xfrm>
              <a:off x="4765266" y="518225"/>
              <a:ext cx="49441" cy="638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582" name="tx582"/>
            <p:cNvSpPr/>
            <p:nvPr/>
          </p:nvSpPr>
          <p:spPr>
            <a:xfrm>
              <a:off x="4814708" y="644685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583" name="tx583"/>
            <p:cNvSpPr/>
            <p:nvPr/>
          </p:nvSpPr>
          <p:spPr>
            <a:xfrm>
              <a:off x="4849497" y="606672"/>
              <a:ext cx="74166" cy="3801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584" name="tx584"/>
            <p:cNvSpPr/>
            <p:nvPr/>
          </p:nvSpPr>
          <p:spPr>
            <a:xfrm>
              <a:off x="4923663" y="644685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585" name="tx585"/>
            <p:cNvSpPr/>
            <p:nvPr/>
          </p:nvSpPr>
          <p:spPr>
            <a:xfrm>
              <a:off x="4958451" y="551854"/>
              <a:ext cx="247178" cy="9283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0.62</a:t>
              </a:r>
            </a:p>
          </p:txBody>
        </p:sp>
        <p:sp>
          <p:nvSpPr>
            <p:cNvPr id="586" name="pl586"/>
            <p:cNvSpPr/>
            <p:nvPr/>
          </p:nvSpPr>
          <p:spPr>
            <a:xfrm>
              <a:off x="8331987" y="2324799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7" name="pl587"/>
            <p:cNvSpPr/>
            <p:nvPr/>
          </p:nvSpPr>
          <p:spPr>
            <a:xfrm>
              <a:off x="8331987" y="1675682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8" name="pl588"/>
            <p:cNvSpPr/>
            <p:nvPr/>
          </p:nvSpPr>
          <p:spPr>
            <a:xfrm>
              <a:off x="8331987" y="1026565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9" name="pl589"/>
            <p:cNvSpPr/>
            <p:nvPr/>
          </p:nvSpPr>
          <p:spPr>
            <a:xfrm>
              <a:off x="9005354" y="397740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0" name="pl590"/>
            <p:cNvSpPr/>
            <p:nvPr/>
          </p:nvSpPr>
          <p:spPr>
            <a:xfrm>
              <a:off x="10010378" y="397740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1" name="pl591"/>
            <p:cNvSpPr/>
            <p:nvPr/>
          </p:nvSpPr>
          <p:spPr>
            <a:xfrm>
              <a:off x="11015403" y="397740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2" name="pl592"/>
            <p:cNvSpPr/>
            <p:nvPr/>
          </p:nvSpPr>
          <p:spPr>
            <a:xfrm>
              <a:off x="12020427" y="397740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3" name="pl593"/>
            <p:cNvSpPr/>
            <p:nvPr/>
          </p:nvSpPr>
          <p:spPr>
            <a:xfrm>
              <a:off x="8331987" y="2649357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4" name="pl594"/>
            <p:cNvSpPr/>
            <p:nvPr/>
          </p:nvSpPr>
          <p:spPr>
            <a:xfrm>
              <a:off x="8331987" y="2000240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5" name="pl595"/>
            <p:cNvSpPr/>
            <p:nvPr/>
          </p:nvSpPr>
          <p:spPr>
            <a:xfrm>
              <a:off x="8331987" y="1351123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6" name="pl596"/>
            <p:cNvSpPr/>
            <p:nvPr/>
          </p:nvSpPr>
          <p:spPr>
            <a:xfrm>
              <a:off x="8331987" y="702007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7" name="pl597"/>
            <p:cNvSpPr/>
            <p:nvPr/>
          </p:nvSpPr>
          <p:spPr>
            <a:xfrm>
              <a:off x="8502841" y="397740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8" name="pl598"/>
            <p:cNvSpPr/>
            <p:nvPr/>
          </p:nvSpPr>
          <p:spPr>
            <a:xfrm>
              <a:off x="9507866" y="397740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9" name="pl599"/>
            <p:cNvSpPr/>
            <p:nvPr/>
          </p:nvSpPr>
          <p:spPr>
            <a:xfrm>
              <a:off x="10512891" y="397740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0" name="pl600"/>
            <p:cNvSpPr/>
            <p:nvPr/>
          </p:nvSpPr>
          <p:spPr>
            <a:xfrm>
              <a:off x="11517915" y="397740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1" name="pt601"/>
            <p:cNvSpPr/>
            <p:nvPr/>
          </p:nvSpPr>
          <p:spPr>
            <a:xfrm>
              <a:off x="11292084" y="16508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2" name="pt602"/>
            <p:cNvSpPr/>
            <p:nvPr/>
          </p:nvSpPr>
          <p:spPr>
            <a:xfrm>
              <a:off x="11124580" y="12289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3" name="pt603"/>
            <p:cNvSpPr/>
            <p:nvPr/>
          </p:nvSpPr>
          <p:spPr>
            <a:xfrm>
              <a:off x="9382538" y="2235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4" name="pt604"/>
            <p:cNvSpPr/>
            <p:nvPr/>
          </p:nvSpPr>
          <p:spPr>
            <a:xfrm>
              <a:off x="9248534" y="17806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5" name="pt605"/>
            <p:cNvSpPr/>
            <p:nvPr/>
          </p:nvSpPr>
          <p:spPr>
            <a:xfrm>
              <a:off x="10253559" y="22675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6" name="pt606"/>
            <p:cNvSpPr/>
            <p:nvPr/>
          </p:nvSpPr>
          <p:spPr>
            <a:xfrm>
              <a:off x="10990577" y="200787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7" name="pt607"/>
            <p:cNvSpPr/>
            <p:nvPr/>
          </p:nvSpPr>
          <p:spPr>
            <a:xfrm>
              <a:off x="10287060" y="19105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8" name="pt608"/>
            <p:cNvSpPr/>
            <p:nvPr/>
          </p:nvSpPr>
          <p:spPr>
            <a:xfrm>
              <a:off x="10488065" y="142366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9" name="pt609"/>
            <p:cNvSpPr/>
            <p:nvPr/>
          </p:nvSpPr>
          <p:spPr>
            <a:xfrm>
              <a:off x="11694094" y="13262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0" name="pt610"/>
            <p:cNvSpPr/>
            <p:nvPr/>
          </p:nvSpPr>
          <p:spPr>
            <a:xfrm>
              <a:off x="11694094" y="142366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1" name="pt611"/>
            <p:cNvSpPr/>
            <p:nvPr/>
          </p:nvSpPr>
          <p:spPr>
            <a:xfrm>
              <a:off x="10890074" y="187804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2" name="pt612"/>
            <p:cNvSpPr/>
            <p:nvPr/>
          </p:nvSpPr>
          <p:spPr>
            <a:xfrm>
              <a:off x="9516541" y="19105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3" name="pt613"/>
            <p:cNvSpPr/>
            <p:nvPr/>
          </p:nvSpPr>
          <p:spPr>
            <a:xfrm>
              <a:off x="8478015" y="200787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4" name="pt614"/>
            <p:cNvSpPr/>
            <p:nvPr/>
          </p:nvSpPr>
          <p:spPr>
            <a:xfrm>
              <a:off x="11694094" y="10991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5" name="pt615"/>
            <p:cNvSpPr/>
            <p:nvPr/>
          </p:nvSpPr>
          <p:spPr>
            <a:xfrm>
              <a:off x="9952051" y="24947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6" name="pt616"/>
            <p:cNvSpPr/>
            <p:nvPr/>
          </p:nvSpPr>
          <p:spPr>
            <a:xfrm>
              <a:off x="11493089" y="19105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7" name="pt617"/>
            <p:cNvSpPr/>
            <p:nvPr/>
          </p:nvSpPr>
          <p:spPr>
            <a:xfrm>
              <a:off x="8478015" y="26245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8" name="pt618"/>
            <p:cNvSpPr/>
            <p:nvPr/>
          </p:nvSpPr>
          <p:spPr>
            <a:xfrm>
              <a:off x="10387562" y="236488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9" name="pt619"/>
            <p:cNvSpPr/>
            <p:nvPr/>
          </p:nvSpPr>
          <p:spPr>
            <a:xfrm>
              <a:off x="9851549" y="21376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0" name="pt620"/>
            <p:cNvSpPr/>
            <p:nvPr/>
          </p:nvSpPr>
          <p:spPr>
            <a:xfrm>
              <a:off x="8578518" y="2235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1" name="pt621"/>
            <p:cNvSpPr/>
            <p:nvPr/>
          </p:nvSpPr>
          <p:spPr>
            <a:xfrm>
              <a:off x="9684045" y="24947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2" name="pt622"/>
            <p:cNvSpPr/>
            <p:nvPr/>
          </p:nvSpPr>
          <p:spPr>
            <a:xfrm>
              <a:off x="8779523" y="210523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3" name="pt623"/>
            <p:cNvSpPr/>
            <p:nvPr/>
          </p:nvSpPr>
          <p:spPr>
            <a:xfrm>
              <a:off x="10153056" y="197541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4" name="pt624"/>
            <p:cNvSpPr/>
            <p:nvPr/>
          </p:nvSpPr>
          <p:spPr>
            <a:xfrm>
              <a:off x="10823073" y="19105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5" name="pt625"/>
            <p:cNvSpPr/>
            <p:nvPr/>
          </p:nvSpPr>
          <p:spPr>
            <a:xfrm>
              <a:off x="10287060" y="2040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6" name="pt626"/>
            <p:cNvSpPr/>
            <p:nvPr/>
          </p:nvSpPr>
          <p:spPr>
            <a:xfrm>
              <a:off x="11694094" y="15859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7" name="pt627"/>
            <p:cNvSpPr/>
            <p:nvPr/>
          </p:nvSpPr>
          <p:spPr>
            <a:xfrm>
              <a:off x="11694094" y="14561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8" name="pt628"/>
            <p:cNvSpPr/>
            <p:nvPr/>
          </p:nvSpPr>
          <p:spPr>
            <a:xfrm>
              <a:off x="10086055" y="2235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9" name="pt629"/>
            <p:cNvSpPr/>
            <p:nvPr/>
          </p:nvSpPr>
          <p:spPr>
            <a:xfrm>
              <a:off x="9483040" y="24947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0" name="pt630"/>
            <p:cNvSpPr/>
            <p:nvPr/>
          </p:nvSpPr>
          <p:spPr>
            <a:xfrm>
              <a:off x="10253559" y="17806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1" name="pt631"/>
            <p:cNvSpPr/>
            <p:nvPr/>
          </p:nvSpPr>
          <p:spPr>
            <a:xfrm>
              <a:off x="9885050" y="181313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2" name="pt632"/>
            <p:cNvSpPr/>
            <p:nvPr/>
          </p:nvSpPr>
          <p:spPr>
            <a:xfrm>
              <a:off x="9684045" y="21376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3" name="pt633"/>
            <p:cNvSpPr/>
            <p:nvPr/>
          </p:nvSpPr>
          <p:spPr>
            <a:xfrm>
              <a:off x="11660593" y="139120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4" name="pt634"/>
            <p:cNvSpPr/>
            <p:nvPr/>
          </p:nvSpPr>
          <p:spPr>
            <a:xfrm>
              <a:off x="9952051" y="139120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5" name="pt635"/>
            <p:cNvSpPr/>
            <p:nvPr/>
          </p:nvSpPr>
          <p:spPr>
            <a:xfrm>
              <a:off x="11694094" y="139120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6" name="pt636"/>
            <p:cNvSpPr/>
            <p:nvPr/>
          </p:nvSpPr>
          <p:spPr>
            <a:xfrm>
              <a:off x="9315536" y="26245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7" name="pt637"/>
            <p:cNvSpPr/>
            <p:nvPr/>
          </p:nvSpPr>
          <p:spPr>
            <a:xfrm>
              <a:off x="10119556" y="16508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8" name="pt638"/>
            <p:cNvSpPr/>
            <p:nvPr/>
          </p:nvSpPr>
          <p:spPr>
            <a:xfrm>
              <a:off x="10387562" y="242979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9" name="pt639"/>
            <p:cNvSpPr/>
            <p:nvPr/>
          </p:nvSpPr>
          <p:spPr>
            <a:xfrm>
              <a:off x="10287060" y="174822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0" name="pt640"/>
            <p:cNvSpPr/>
            <p:nvPr/>
          </p:nvSpPr>
          <p:spPr>
            <a:xfrm>
              <a:off x="10287060" y="229997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1" name="pt641"/>
            <p:cNvSpPr/>
            <p:nvPr/>
          </p:nvSpPr>
          <p:spPr>
            <a:xfrm>
              <a:off x="9885050" y="210523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2" name="pt642"/>
            <p:cNvSpPr/>
            <p:nvPr/>
          </p:nvSpPr>
          <p:spPr>
            <a:xfrm>
              <a:off x="11694094" y="13262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3" name="pt643"/>
            <p:cNvSpPr/>
            <p:nvPr/>
          </p:nvSpPr>
          <p:spPr>
            <a:xfrm>
              <a:off x="9985552" y="2040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4" name="pt644"/>
            <p:cNvSpPr/>
            <p:nvPr/>
          </p:nvSpPr>
          <p:spPr>
            <a:xfrm>
              <a:off x="10186557" y="187804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5" name="pt645"/>
            <p:cNvSpPr/>
            <p:nvPr/>
          </p:nvSpPr>
          <p:spPr>
            <a:xfrm>
              <a:off x="8846524" y="242979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6" name="pt646"/>
            <p:cNvSpPr/>
            <p:nvPr/>
          </p:nvSpPr>
          <p:spPr>
            <a:xfrm>
              <a:off x="10019053" y="200787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7" name="pt647"/>
            <p:cNvSpPr/>
            <p:nvPr/>
          </p:nvSpPr>
          <p:spPr>
            <a:xfrm>
              <a:off x="9583542" y="242979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8" name="pt648"/>
            <p:cNvSpPr/>
            <p:nvPr/>
          </p:nvSpPr>
          <p:spPr>
            <a:xfrm>
              <a:off x="10119556" y="197541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9" name="pt649"/>
            <p:cNvSpPr/>
            <p:nvPr/>
          </p:nvSpPr>
          <p:spPr>
            <a:xfrm>
              <a:off x="10622068" y="171576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0" name="pt650"/>
            <p:cNvSpPr/>
            <p:nvPr/>
          </p:nvSpPr>
          <p:spPr>
            <a:xfrm>
              <a:off x="8679020" y="181313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1" name="pt651"/>
            <p:cNvSpPr/>
            <p:nvPr/>
          </p:nvSpPr>
          <p:spPr>
            <a:xfrm>
              <a:off x="11091079" y="14561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2" name="pt652"/>
            <p:cNvSpPr/>
            <p:nvPr/>
          </p:nvSpPr>
          <p:spPr>
            <a:xfrm>
              <a:off x="9416038" y="24622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3" name="pt653"/>
            <p:cNvSpPr/>
            <p:nvPr/>
          </p:nvSpPr>
          <p:spPr>
            <a:xfrm>
              <a:off x="9784547" y="187804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4" name="pt654"/>
            <p:cNvSpPr/>
            <p:nvPr/>
          </p:nvSpPr>
          <p:spPr>
            <a:xfrm>
              <a:off x="10990577" y="19429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5" name="pt655"/>
            <p:cNvSpPr/>
            <p:nvPr/>
          </p:nvSpPr>
          <p:spPr>
            <a:xfrm>
              <a:off x="10220058" y="229997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6" name="pt656"/>
            <p:cNvSpPr/>
            <p:nvPr/>
          </p:nvSpPr>
          <p:spPr>
            <a:xfrm>
              <a:off x="9717546" y="236488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7" name="pt657"/>
            <p:cNvSpPr/>
            <p:nvPr/>
          </p:nvSpPr>
          <p:spPr>
            <a:xfrm>
              <a:off x="9583542" y="2235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8" name="pt658"/>
            <p:cNvSpPr/>
            <p:nvPr/>
          </p:nvSpPr>
          <p:spPr>
            <a:xfrm>
              <a:off x="11426088" y="11640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9" name="pt659"/>
            <p:cNvSpPr/>
            <p:nvPr/>
          </p:nvSpPr>
          <p:spPr>
            <a:xfrm>
              <a:off x="10789572" y="16508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0" name="pt660"/>
            <p:cNvSpPr/>
            <p:nvPr/>
          </p:nvSpPr>
          <p:spPr>
            <a:xfrm>
              <a:off x="9784547" y="19105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1" name="pt661"/>
            <p:cNvSpPr/>
            <p:nvPr/>
          </p:nvSpPr>
          <p:spPr>
            <a:xfrm>
              <a:off x="9617043" y="255961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2" name="pt662"/>
            <p:cNvSpPr/>
            <p:nvPr/>
          </p:nvSpPr>
          <p:spPr>
            <a:xfrm>
              <a:off x="9315536" y="242979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3" name="pt663"/>
            <p:cNvSpPr/>
            <p:nvPr/>
          </p:nvSpPr>
          <p:spPr>
            <a:xfrm>
              <a:off x="8612019" y="236488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4" name="pt664"/>
            <p:cNvSpPr/>
            <p:nvPr/>
          </p:nvSpPr>
          <p:spPr>
            <a:xfrm>
              <a:off x="10186557" y="21701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5" name="pt665"/>
            <p:cNvSpPr/>
            <p:nvPr/>
          </p:nvSpPr>
          <p:spPr>
            <a:xfrm>
              <a:off x="9148032" y="210523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6" name="pt666"/>
            <p:cNvSpPr/>
            <p:nvPr/>
          </p:nvSpPr>
          <p:spPr>
            <a:xfrm>
              <a:off x="11359086" y="12613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7" name="pt667"/>
            <p:cNvSpPr/>
            <p:nvPr/>
          </p:nvSpPr>
          <p:spPr>
            <a:xfrm>
              <a:off x="10454564" y="15210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8" name="pt668"/>
            <p:cNvSpPr/>
            <p:nvPr/>
          </p:nvSpPr>
          <p:spPr>
            <a:xfrm>
              <a:off x="11459588" y="13262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9" name="pt669"/>
            <p:cNvSpPr/>
            <p:nvPr/>
          </p:nvSpPr>
          <p:spPr>
            <a:xfrm>
              <a:off x="10488065" y="197541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0" name="pt670"/>
            <p:cNvSpPr/>
            <p:nvPr/>
          </p:nvSpPr>
          <p:spPr>
            <a:xfrm>
              <a:off x="9784547" y="17806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1" name="pt671"/>
            <p:cNvSpPr/>
            <p:nvPr/>
          </p:nvSpPr>
          <p:spPr>
            <a:xfrm>
              <a:off x="8679020" y="255961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2" name="pt672"/>
            <p:cNvSpPr/>
            <p:nvPr/>
          </p:nvSpPr>
          <p:spPr>
            <a:xfrm>
              <a:off x="10320560" y="197541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3" name="pt673"/>
            <p:cNvSpPr/>
            <p:nvPr/>
          </p:nvSpPr>
          <p:spPr>
            <a:xfrm>
              <a:off x="10086055" y="139120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4" name="pt674"/>
            <p:cNvSpPr/>
            <p:nvPr/>
          </p:nvSpPr>
          <p:spPr>
            <a:xfrm>
              <a:off x="8478015" y="259207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5" name="pt675"/>
            <p:cNvSpPr/>
            <p:nvPr/>
          </p:nvSpPr>
          <p:spPr>
            <a:xfrm>
              <a:off x="9382538" y="2235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6" name="pt676"/>
            <p:cNvSpPr/>
            <p:nvPr/>
          </p:nvSpPr>
          <p:spPr>
            <a:xfrm>
              <a:off x="8947027" y="24947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7" name="pt677"/>
            <p:cNvSpPr/>
            <p:nvPr/>
          </p:nvSpPr>
          <p:spPr>
            <a:xfrm>
              <a:off x="11794597" y="16508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8" name="pt678"/>
            <p:cNvSpPr/>
            <p:nvPr/>
          </p:nvSpPr>
          <p:spPr>
            <a:xfrm>
              <a:off x="11124580" y="16508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9" name="pt679"/>
            <p:cNvSpPr/>
            <p:nvPr/>
          </p:nvSpPr>
          <p:spPr>
            <a:xfrm>
              <a:off x="9985552" y="17806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0" name="pt680"/>
            <p:cNvSpPr/>
            <p:nvPr/>
          </p:nvSpPr>
          <p:spPr>
            <a:xfrm>
              <a:off x="8478015" y="26245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1" name="pt681"/>
            <p:cNvSpPr/>
            <p:nvPr/>
          </p:nvSpPr>
          <p:spPr>
            <a:xfrm>
              <a:off x="10387562" y="19105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2" name="pt682"/>
            <p:cNvSpPr/>
            <p:nvPr/>
          </p:nvSpPr>
          <p:spPr>
            <a:xfrm>
              <a:off x="8947027" y="2040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3" name="pt683"/>
            <p:cNvSpPr/>
            <p:nvPr/>
          </p:nvSpPr>
          <p:spPr>
            <a:xfrm>
              <a:off x="9952051" y="19105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4" name="pt684"/>
            <p:cNvSpPr/>
            <p:nvPr/>
          </p:nvSpPr>
          <p:spPr>
            <a:xfrm>
              <a:off x="9650544" y="197541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5" name="pt685"/>
            <p:cNvSpPr/>
            <p:nvPr/>
          </p:nvSpPr>
          <p:spPr>
            <a:xfrm>
              <a:off x="11057579" y="210523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6" name="pt686"/>
            <p:cNvSpPr/>
            <p:nvPr/>
          </p:nvSpPr>
          <p:spPr>
            <a:xfrm>
              <a:off x="11593592" y="14561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7" name="pt687"/>
            <p:cNvSpPr/>
            <p:nvPr/>
          </p:nvSpPr>
          <p:spPr>
            <a:xfrm>
              <a:off x="11593592" y="171576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8" name="pt688"/>
            <p:cNvSpPr/>
            <p:nvPr/>
          </p:nvSpPr>
          <p:spPr>
            <a:xfrm>
              <a:off x="10287060" y="200787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9" name="pt689"/>
            <p:cNvSpPr/>
            <p:nvPr/>
          </p:nvSpPr>
          <p:spPr>
            <a:xfrm>
              <a:off x="10488065" y="17806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0" name="pt690"/>
            <p:cNvSpPr/>
            <p:nvPr/>
          </p:nvSpPr>
          <p:spPr>
            <a:xfrm>
              <a:off x="11794597" y="11964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1" name="pt691"/>
            <p:cNvSpPr/>
            <p:nvPr/>
          </p:nvSpPr>
          <p:spPr>
            <a:xfrm>
              <a:off x="11593592" y="15859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2" name="pt692"/>
            <p:cNvSpPr/>
            <p:nvPr/>
          </p:nvSpPr>
          <p:spPr>
            <a:xfrm>
              <a:off x="11694094" y="4824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3" name="pt693"/>
            <p:cNvSpPr/>
            <p:nvPr/>
          </p:nvSpPr>
          <p:spPr>
            <a:xfrm>
              <a:off x="10890074" y="184559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4" name="pt694"/>
            <p:cNvSpPr/>
            <p:nvPr/>
          </p:nvSpPr>
          <p:spPr>
            <a:xfrm>
              <a:off x="10588567" y="139120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5" name="pt695"/>
            <p:cNvSpPr/>
            <p:nvPr/>
          </p:nvSpPr>
          <p:spPr>
            <a:xfrm>
              <a:off x="9081030" y="242979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6" name="pt696"/>
            <p:cNvSpPr/>
            <p:nvPr/>
          </p:nvSpPr>
          <p:spPr>
            <a:xfrm>
              <a:off x="10689070" y="21701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7" name="pt697"/>
            <p:cNvSpPr/>
            <p:nvPr/>
          </p:nvSpPr>
          <p:spPr>
            <a:xfrm>
              <a:off x="10789572" y="181313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8" name="pt698"/>
            <p:cNvSpPr/>
            <p:nvPr/>
          </p:nvSpPr>
          <p:spPr>
            <a:xfrm>
              <a:off x="9583542" y="236488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9" name="pt699"/>
            <p:cNvSpPr/>
            <p:nvPr/>
          </p:nvSpPr>
          <p:spPr>
            <a:xfrm>
              <a:off x="10086055" y="229997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0" name="pt700"/>
            <p:cNvSpPr/>
            <p:nvPr/>
          </p:nvSpPr>
          <p:spPr>
            <a:xfrm>
              <a:off x="10588567" y="19105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1" name="pt701"/>
            <p:cNvSpPr/>
            <p:nvPr/>
          </p:nvSpPr>
          <p:spPr>
            <a:xfrm>
              <a:off x="9382538" y="200787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2" name="pt702"/>
            <p:cNvSpPr/>
            <p:nvPr/>
          </p:nvSpPr>
          <p:spPr>
            <a:xfrm>
              <a:off x="9985552" y="236488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3" name="pt703"/>
            <p:cNvSpPr/>
            <p:nvPr/>
          </p:nvSpPr>
          <p:spPr>
            <a:xfrm>
              <a:off x="8478015" y="229997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4" name="pt704"/>
            <p:cNvSpPr/>
            <p:nvPr/>
          </p:nvSpPr>
          <p:spPr>
            <a:xfrm>
              <a:off x="10990577" y="15210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5" name="pt705"/>
            <p:cNvSpPr/>
            <p:nvPr/>
          </p:nvSpPr>
          <p:spPr>
            <a:xfrm>
              <a:off x="9985552" y="2040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6" name="pt706"/>
            <p:cNvSpPr/>
            <p:nvPr/>
          </p:nvSpPr>
          <p:spPr>
            <a:xfrm>
              <a:off x="11191582" y="2235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7" name="pt707"/>
            <p:cNvSpPr/>
            <p:nvPr/>
          </p:nvSpPr>
          <p:spPr>
            <a:xfrm>
              <a:off x="9684045" y="23324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8" name="pt708"/>
            <p:cNvSpPr/>
            <p:nvPr/>
          </p:nvSpPr>
          <p:spPr>
            <a:xfrm>
              <a:off x="9382538" y="22675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9" name="pt709"/>
            <p:cNvSpPr/>
            <p:nvPr/>
          </p:nvSpPr>
          <p:spPr>
            <a:xfrm>
              <a:off x="11392587" y="14561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0" name="pt710"/>
            <p:cNvSpPr/>
            <p:nvPr/>
          </p:nvSpPr>
          <p:spPr>
            <a:xfrm>
              <a:off x="9784547" y="181313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1" name="pt711"/>
            <p:cNvSpPr/>
            <p:nvPr/>
          </p:nvSpPr>
          <p:spPr>
            <a:xfrm>
              <a:off x="10789572" y="26245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2" name="pt712"/>
            <p:cNvSpPr/>
            <p:nvPr/>
          </p:nvSpPr>
          <p:spPr>
            <a:xfrm>
              <a:off x="11292084" y="2235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3" name="pt713"/>
            <p:cNvSpPr/>
            <p:nvPr/>
          </p:nvSpPr>
          <p:spPr>
            <a:xfrm>
              <a:off x="8478015" y="26245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4" name="pt714"/>
            <p:cNvSpPr/>
            <p:nvPr/>
          </p:nvSpPr>
          <p:spPr>
            <a:xfrm>
              <a:off x="8478015" y="24947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5" name="pt715"/>
            <p:cNvSpPr/>
            <p:nvPr/>
          </p:nvSpPr>
          <p:spPr>
            <a:xfrm>
              <a:off x="10287060" y="24622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6" name="pt716"/>
            <p:cNvSpPr/>
            <p:nvPr/>
          </p:nvSpPr>
          <p:spPr>
            <a:xfrm>
              <a:off x="11091079" y="171576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7" name="pt717"/>
            <p:cNvSpPr/>
            <p:nvPr/>
          </p:nvSpPr>
          <p:spPr>
            <a:xfrm>
              <a:off x="9583542" y="229997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8" name="pt718"/>
            <p:cNvSpPr/>
            <p:nvPr/>
          </p:nvSpPr>
          <p:spPr>
            <a:xfrm>
              <a:off x="9684045" y="242979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9" name="pt719"/>
            <p:cNvSpPr/>
            <p:nvPr/>
          </p:nvSpPr>
          <p:spPr>
            <a:xfrm>
              <a:off x="10387562" y="20727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0" name="pt720"/>
            <p:cNvSpPr/>
            <p:nvPr/>
          </p:nvSpPr>
          <p:spPr>
            <a:xfrm>
              <a:off x="9483040" y="236488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1" name="pt721"/>
            <p:cNvSpPr/>
            <p:nvPr/>
          </p:nvSpPr>
          <p:spPr>
            <a:xfrm>
              <a:off x="8478015" y="26245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2" name="pt722"/>
            <p:cNvSpPr/>
            <p:nvPr/>
          </p:nvSpPr>
          <p:spPr>
            <a:xfrm>
              <a:off x="9885050" y="171576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3" name="pt723"/>
            <p:cNvSpPr/>
            <p:nvPr/>
          </p:nvSpPr>
          <p:spPr>
            <a:xfrm>
              <a:off x="9751047" y="24947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4" name="pt724"/>
            <p:cNvSpPr/>
            <p:nvPr/>
          </p:nvSpPr>
          <p:spPr>
            <a:xfrm>
              <a:off x="10789572" y="17806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5" name="pt725"/>
            <p:cNvSpPr/>
            <p:nvPr/>
          </p:nvSpPr>
          <p:spPr>
            <a:xfrm>
              <a:off x="9382538" y="26245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6" name="pt726"/>
            <p:cNvSpPr/>
            <p:nvPr/>
          </p:nvSpPr>
          <p:spPr>
            <a:xfrm>
              <a:off x="8846524" y="26245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7" name="pt727"/>
            <p:cNvSpPr/>
            <p:nvPr/>
          </p:nvSpPr>
          <p:spPr>
            <a:xfrm>
              <a:off x="8478015" y="26245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8" name="pt728"/>
            <p:cNvSpPr/>
            <p:nvPr/>
          </p:nvSpPr>
          <p:spPr>
            <a:xfrm>
              <a:off x="9784547" y="242979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9" name="pt729"/>
            <p:cNvSpPr/>
            <p:nvPr/>
          </p:nvSpPr>
          <p:spPr>
            <a:xfrm>
              <a:off x="8612019" y="26245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0" name="pt730"/>
            <p:cNvSpPr/>
            <p:nvPr/>
          </p:nvSpPr>
          <p:spPr>
            <a:xfrm>
              <a:off x="8813024" y="24947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1" name="pt731"/>
            <p:cNvSpPr/>
            <p:nvPr/>
          </p:nvSpPr>
          <p:spPr>
            <a:xfrm>
              <a:off x="8679020" y="21701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2" name="pt732"/>
            <p:cNvSpPr/>
            <p:nvPr/>
          </p:nvSpPr>
          <p:spPr>
            <a:xfrm>
              <a:off x="9483040" y="16508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3" name="pt733"/>
            <p:cNvSpPr/>
            <p:nvPr/>
          </p:nvSpPr>
          <p:spPr>
            <a:xfrm>
              <a:off x="8880025" y="236488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4" name="pt734"/>
            <p:cNvSpPr/>
            <p:nvPr/>
          </p:nvSpPr>
          <p:spPr>
            <a:xfrm>
              <a:off x="10856574" y="17806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5" name="pt735"/>
            <p:cNvSpPr/>
            <p:nvPr/>
          </p:nvSpPr>
          <p:spPr>
            <a:xfrm>
              <a:off x="9583542" y="2040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6" name="pt736"/>
            <p:cNvSpPr/>
            <p:nvPr/>
          </p:nvSpPr>
          <p:spPr>
            <a:xfrm>
              <a:off x="8880025" y="255961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7" name="pt737"/>
            <p:cNvSpPr/>
            <p:nvPr/>
          </p:nvSpPr>
          <p:spPr>
            <a:xfrm>
              <a:off x="9784547" y="21376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8" name="pt738"/>
            <p:cNvSpPr/>
            <p:nvPr/>
          </p:nvSpPr>
          <p:spPr>
            <a:xfrm>
              <a:off x="9751047" y="2235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9" name="pt739"/>
            <p:cNvSpPr/>
            <p:nvPr/>
          </p:nvSpPr>
          <p:spPr>
            <a:xfrm>
              <a:off x="10052554" y="2040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0" name="pt740"/>
            <p:cNvSpPr/>
            <p:nvPr/>
          </p:nvSpPr>
          <p:spPr>
            <a:xfrm>
              <a:off x="9985552" y="229997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1" name="pt741"/>
            <p:cNvSpPr/>
            <p:nvPr/>
          </p:nvSpPr>
          <p:spPr>
            <a:xfrm>
              <a:off x="10789572" y="197541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2" name="pt742"/>
            <p:cNvSpPr/>
            <p:nvPr/>
          </p:nvSpPr>
          <p:spPr>
            <a:xfrm>
              <a:off x="11091079" y="171576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3" name="pt743"/>
            <p:cNvSpPr/>
            <p:nvPr/>
          </p:nvSpPr>
          <p:spPr>
            <a:xfrm>
              <a:off x="8712521" y="255961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4" name="pt744"/>
            <p:cNvSpPr/>
            <p:nvPr/>
          </p:nvSpPr>
          <p:spPr>
            <a:xfrm>
              <a:off x="8880025" y="26245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5" name="pt745"/>
            <p:cNvSpPr/>
            <p:nvPr/>
          </p:nvSpPr>
          <p:spPr>
            <a:xfrm>
              <a:off x="11258583" y="14561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6" name="pt746"/>
            <p:cNvSpPr/>
            <p:nvPr/>
          </p:nvSpPr>
          <p:spPr>
            <a:xfrm>
              <a:off x="9181533" y="242979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7" name="pt747"/>
            <p:cNvSpPr/>
            <p:nvPr/>
          </p:nvSpPr>
          <p:spPr>
            <a:xfrm>
              <a:off x="9650544" y="2235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8" name="pt748"/>
            <p:cNvSpPr/>
            <p:nvPr/>
          </p:nvSpPr>
          <p:spPr>
            <a:xfrm>
              <a:off x="10655569" y="210523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9" name="pt749"/>
            <p:cNvSpPr/>
            <p:nvPr/>
          </p:nvSpPr>
          <p:spPr>
            <a:xfrm>
              <a:off x="9583542" y="2235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0" name="pt750"/>
            <p:cNvSpPr/>
            <p:nvPr/>
          </p:nvSpPr>
          <p:spPr>
            <a:xfrm>
              <a:off x="11258583" y="11964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1" name="pt751"/>
            <p:cNvSpPr/>
            <p:nvPr/>
          </p:nvSpPr>
          <p:spPr>
            <a:xfrm>
              <a:off x="8478015" y="2235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2" name="pt752"/>
            <p:cNvSpPr/>
            <p:nvPr/>
          </p:nvSpPr>
          <p:spPr>
            <a:xfrm>
              <a:off x="8913526" y="26245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3" name="pt753"/>
            <p:cNvSpPr/>
            <p:nvPr/>
          </p:nvSpPr>
          <p:spPr>
            <a:xfrm>
              <a:off x="9081030" y="197541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4" name="pt754"/>
            <p:cNvSpPr/>
            <p:nvPr/>
          </p:nvSpPr>
          <p:spPr>
            <a:xfrm>
              <a:off x="9717546" y="197541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5" name="pt755"/>
            <p:cNvSpPr/>
            <p:nvPr/>
          </p:nvSpPr>
          <p:spPr>
            <a:xfrm>
              <a:off x="10086055" y="242979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6" name="pt756"/>
            <p:cNvSpPr/>
            <p:nvPr/>
          </p:nvSpPr>
          <p:spPr>
            <a:xfrm>
              <a:off x="9684045" y="197541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7" name="pt757"/>
            <p:cNvSpPr/>
            <p:nvPr/>
          </p:nvSpPr>
          <p:spPr>
            <a:xfrm>
              <a:off x="10052554" y="2040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8" name="pt758"/>
            <p:cNvSpPr/>
            <p:nvPr/>
          </p:nvSpPr>
          <p:spPr>
            <a:xfrm>
              <a:off x="11794597" y="11964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9" name="pt759"/>
            <p:cNvSpPr/>
            <p:nvPr/>
          </p:nvSpPr>
          <p:spPr>
            <a:xfrm>
              <a:off x="8478015" y="26245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0" name="pt760"/>
            <p:cNvSpPr/>
            <p:nvPr/>
          </p:nvSpPr>
          <p:spPr>
            <a:xfrm>
              <a:off x="8478015" y="259207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1" name="pt761"/>
            <p:cNvSpPr/>
            <p:nvPr/>
          </p:nvSpPr>
          <p:spPr>
            <a:xfrm>
              <a:off x="11660593" y="14561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2" name="pt762"/>
            <p:cNvSpPr/>
            <p:nvPr/>
          </p:nvSpPr>
          <p:spPr>
            <a:xfrm>
              <a:off x="10421063" y="17806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3" name="pt763"/>
            <p:cNvSpPr/>
            <p:nvPr/>
          </p:nvSpPr>
          <p:spPr>
            <a:xfrm>
              <a:off x="10488065" y="197541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4" name="pt764"/>
            <p:cNvSpPr/>
            <p:nvPr/>
          </p:nvSpPr>
          <p:spPr>
            <a:xfrm>
              <a:off x="9885050" y="197541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5" name="pt765"/>
            <p:cNvSpPr/>
            <p:nvPr/>
          </p:nvSpPr>
          <p:spPr>
            <a:xfrm>
              <a:off x="11057579" y="19105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6" name="pt766"/>
            <p:cNvSpPr/>
            <p:nvPr/>
          </p:nvSpPr>
          <p:spPr>
            <a:xfrm>
              <a:off x="10287060" y="20727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7" name="pt767"/>
            <p:cNvSpPr/>
            <p:nvPr/>
          </p:nvSpPr>
          <p:spPr>
            <a:xfrm>
              <a:off x="9684045" y="220260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8" name="pt768"/>
            <p:cNvSpPr/>
            <p:nvPr/>
          </p:nvSpPr>
          <p:spPr>
            <a:xfrm>
              <a:off x="9282035" y="2040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9" name="pt769"/>
            <p:cNvSpPr/>
            <p:nvPr/>
          </p:nvSpPr>
          <p:spPr>
            <a:xfrm>
              <a:off x="11091079" y="11315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0" name="pt770"/>
            <p:cNvSpPr/>
            <p:nvPr/>
          </p:nvSpPr>
          <p:spPr>
            <a:xfrm>
              <a:off x="10856574" y="16508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1" name="pt771"/>
            <p:cNvSpPr/>
            <p:nvPr/>
          </p:nvSpPr>
          <p:spPr>
            <a:xfrm>
              <a:off x="11593592" y="19105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2" name="pt772"/>
            <p:cNvSpPr/>
            <p:nvPr/>
          </p:nvSpPr>
          <p:spPr>
            <a:xfrm>
              <a:off x="9583542" y="197541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3" name="pt773"/>
            <p:cNvSpPr/>
            <p:nvPr/>
          </p:nvSpPr>
          <p:spPr>
            <a:xfrm>
              <a:off x="10421063" y="2235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4" name="pt774"/>
            <p:cNvSpPr/>
            <p:nvPr/>
          </p:nvSpPr>
          <p:spPr>
            <a:xfrm>
              <a:off x="8679020" y="255961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5" name="pt775"/>
            <p:cNvSpPr/>
            <p:nvPr/>
          </p:nvSpPr>
          <p:spPr>
            <a:xfrm>
              <a:off x="10320560" y="16508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6" name="pt776"/>
            <p:cNvSpPr/>
            <p:nvPr/>
          </p:nvSpPr>
          <p:spPr>
            <a:xfrm>
              <a:off x="9985552" y="210523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7" name="pt777"/>
            <p:cNvSpPr/>
            <p:nvPr/>
          </p:nvSpPr>
          <p:spPr>
            <a:xfrm>
              <a:off x="11292084" y="11315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8" name="pt778"/>
            <p:cNvSpPr/>
            <p:nvPr/>
          </p:nvSpPr>
          <p:spPr>
            <a:xfrm>
              <a:off x="10186557" y="171576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9" name="pt779"/>
            <p:cNvSpPr/>
            <p:nvPr/>
          </p:nvSpPr>
          <p:spPr>
            <a:xfrm>
              <a:off x="9449539" y="25271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0" name="pt780"/>
            <p:cNvSpPr/>
            <p:nvPr/>
          </p:nvSpPr>
          <p:spPr>
            <a:xfrm>
              <a:off x="10287060" y="2235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1" name="pt781"/>
            <p:cNvSpPr/>
            <p:nvPr/>
          </p:nvSpPr>
          <p:spPr>
            <a:xfrm>
              <a:off x="9684045" y="210523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2" name="pt782"/>
            <p:cNvSpPr/>
            <p:nvPr/>
          </p:nvSpPr>
          <p:spPr>
            <a:xfrm>
              <a:off x="10488065" y="14561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3" name="pt783"/>
            <p:cNvSpPr/>
            <p:nvPr/>
          </p:nvSpPr>
          <p:spPr>
            <a:xfrm>
              <a:off x="9684045" y="2235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4" name="pt784"/>
            <p:cNvSpPr/>
            <p:nvPr/>
          </p:nvSpPr>
          <p:spPr>
            <a:xfrm>
              <a:off x="10387562" y="19105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5" name="pt785"/>
            <p:cNvSpPr/>
            <p:nvPr/>
          </p:nvSpPr>
          <p:spPr>
            <a:xfrm>
              <a:off x="10387562" y="129384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6" name="pt786"/>
            <p:cNvSpPr/>
            <p:nvPr/>
          </p:nvSpPr>
          <p:spPr>
            <a:xfrm>
              <a:off x="9985552" y="171576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7" name="pt787"/>
            <p:cNvSpPr/>
            <p:nvPr/>
          </p:nvSpPr>
          <p:spPr>
            <a:xfrm>
              <a:off x="9349037" y="229997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8" name="pt788"/>
            <p:cNvSpPr/>
            <p:nvPr/>
          </p:nvSpPr>
          <p:spPr>
            <a:xfrm>
              <a:off x="10186557" y="2040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9" name="pt789"/>
            <p:cNvSpPr/>
            <p:nvPr/>
          </p:nvSpPr>
          <p:spPr>
            <a:xfrm>
              <a:off x="11191582" y="197541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0" name="pt790"/>
            <p:cNvSpPr/>
            <p:nvPr/>
          </p:nvSpPr>
          <p:spPr>
            <a:xfrm>
              <a:off x="9684045" y="22675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1" name="pt791"/>
            <p:cNvSpPr/>
            <p:nvPr/>
          </p:nvSpPr>
          <p:spPr>
            <a:xfrm>
              <a:off x="10689070" y="15859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2" name="pt792"/>
            <p:cNvSpPr/>
            <p:nvPr/>
          </p:nvSpPr>
          <p:spPr>
            <a:xfrm>
              <a:off x="9684045" y="21701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3" name="pt793"/>
            <p:cNvSpPr/>
            <p:nvPr/>
          </p:nvSpPr>
          <p:spPr>
            <a:xfrm>
              <a:off x="11057579" y="16508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4" name="pt794"/>
            <p:cNvSpPr/>
            <p:nvPr/>
          </p:nvSpPr>
          <p:spPr>
            <a:xfrm>
              <a:off x="9885050" y="24947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5" name="pt795"/>
            <p:cNvSpPr/>
            <p:nvPr/>
          </p:nvSpPr>
          <p:spPr>
            <a:xfrm>
              <a:off x="10086055" y="19105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6" name="pt796"/>
            <p:cNvSpPr/>
            <p:nvPr/>
          </p:nvSpPr>
          <p:spPr>
            <a:xfrm>
              <a:off x="9684045" y="19105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7" name="pt797"/>
            <p:cNvSpPr/>
            <p:nvPr/>
          </p:nvSpPr>
          <p:spPr>
            <a:xfrm>
              <a:off x="9684045" y="21701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8" name="pt798"/>
            <p:cNvSpPr/>
            <p:nvPr/>
          </p:nvSpPr>
          <p:spPr>
            <a:xfrm>
              <a:off x="9684045" y="19105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9" name="pt799"/>
            <p:cNvSpPr/>
            <p:nvPr/>
          </p:nvSpPr>
          <p:spPr>
            <a:xfrm>
              <a:off x="9583542" y="210523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0" name="pt800"/>
            <p:cNvSpPr/>
            <p:nvPr/>
          </p:nvSpPr>
          <p:spPr>
            <a:xfrm>
              <a:off x="9349037" y="259207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1" name="pt801"/>
            <p:cNvSpPr/>
            <p:nvPr/>
          </p:nvSpPr>
          <p:spPr>
            <a:xfrm>
              <a:off x="8478015" y="26245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2" name="pt802"/>
            <p:cNvSpPr/>
            <p:nvPr/>
          </p:nvSpPr>
          <p:spPr>
            <a:xfrm>
              <a:off x="9617043" y="19429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3" name="pt803"/>
            <p:cNvSpPr/>
            <p:nvPr/>
          </p:nvSpPr>
          <p:spPr>
            <a:xfrm>
              <a:off x="11593592" y="19105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4" name="pt804"/>
            <p:cNvSpPr/>
            <p:nvPr/>
          </p:nvSpPr>
          <p:spPr>
            <a:xfrm>
              <a:off x="10521565" y="171576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5" name="pt805"/>
            <p:cNvSpPr/>
            <p:nvPr/>
          </p:nvSpPr>
          <p:spPr>
            <a:xfrm>
              <a:off x="8779523" y="210523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6" name="pt806"/>
            <p:cNvSpPr/>
            <p:nvPr/>
          </p:nvSpPr>
          <p:spPr>
            <a:xfrm>
              <a:off x="10186557" y="187804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7" name="pt807"/>
            <p:cNvSpPr/>
            <p:nvPr/>
          </p:nvSpPr>
          <p:spPr>
            <a:xfrm>
              <a:off x="10756071" y="14885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8" name="pt808"/>
            <p:cNvSpPr/>
            <p:nvPr/>
          </p:nvSpPr>
          <p:spPr>
            <a:xfrm>
              <a:off x="9349037" y="24947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9" name="pt809"/>
            <p:cNvSpPr/>
            <p:nvPr/>
          </p:nvSpPr>
          <p:spPr>
            <a:xfrm>
              <a:off x="8478015" y="26245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0" name="pt810"/>
            <p:cNvSpPr/>
            <p:nvPr/>
          </p:nvSpPr>
          <p:spPr>
            <a:xfrm>
              <a:off x="8913526" y="26245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1" name="pt811"/>
            <p:cNvSpPr/>
            <p:nvPr/>
          </p:nvSpPr>
          <p:spPr>
            <a:xfrm>
              <a:off x="8578518" y="26245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2" name="pt812"/>
            <p:cNvSpPr/>
            <p:nvPr/>
          </p:nvSpPr>
          <p:spPr>
            <a:xfrm>
              <a:off x="8478015" y="24947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3" name="pt813"/>
            <p:cNvSpPr/>
            <p:nvPr/>
          </p:nvSpPr>
          <p:spPr>
            <a:xfrm>
              <a:off x="9181533" y="171576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4" name="pt814"/>
            <p:cNvSpPr/>
            <p:nvPr/>
          </p:nvSpPr>
          <p:spPr>
            <a:xfrm>
              <a:off x="10052554" y="220260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5" name="pt815"/>
            <p:cNvSpPr/>
            <p:nvPr/>
          </p:nvSpPr>
          <p:spPr>
            <a:xfrm>
              <a:off x="9382538" y="22675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6" name="pt816"/>
            <p:cNvSpPr/>
            <p:nvPr/>
          </p:nvSpPr>
          <p:spPr>
            <a:xfrm>
              <a:off x="9014029" y="25271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7" name="pt817"/>
            <p:cNvSpPr/>
            <p:nvPr/>
          </p:nvSpPr>
          <p:spPr>
            <a:xfrm>
              <a:off x="10756071" y="2235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8" name="pt818"/>
            <p:cNvSpPr/>
            <p:nvPr/>
          </p:nvSpPr>
          <p:spPr>
            <a:xfrm>
              <a:off x="11895099" y="14561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9" name="pt819"/>
            <p:cNvSpPr/>
            <p:nvPr/>
          </p:nvSpPr>
          <p:spPr>
            <a:xfrm>
              <a:off x="8947027" y="255961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0" name="pt820"/>
            <p:cNvSpPr/>
            <p:nvPr/>
          </p:nvSpPr>
          <p:spPr>
            <a:xfrm>
              <a:off x="9985552" y="21701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1" name="pt821"/>
            <p:cNvSpPr/>
            <p:nvPr/>
          </p:nvSpPr>
          <p:spPr>
            <a:xfrm>
              <a:off x="10521565" y="2235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2" name="pt822"/>
            <p:cNvSpPr/>
            <p:nvPr/>
          </p:nvSpPr>
          <p:spPr>
            <a:xfrm>
              <a:off x="9684045" y="2040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3" name="pt823"/>
            <p:cNvSpPr/>
            <p:nvPr/>
          </p:nvSpPr>
          <p:spPr>
            <a:xfrm>
              <a:off x="9985552" y="21701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4" name="pt824"/>
            <p:cNvSpPr/>
            <p:nvPr/>
          </p:nvSpPr>
          <p:spPr>
            <a:xfrm>
              <a:off x="9349037" y="236488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5" name="pt825"/>
            <p:cNvSpPr/>
            <p:nvPr/>
          </p:nvSpPr>
          <p:spPr>
            <a:xfrm>
              <a:off x="10756071" y="19105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6" name="pt826"/>
            <p:cNvSpPr/>
            <p:nvPr/>
          </p:nvSpPr>
          <p:spPr>
            <a:xfrm>
              <a:off x="10890074" y="19105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7" name="pt827"/>
            <p:cNvSpPr/>
            <p:nvPr/>
          </p:nvSpPr>
          <p:spPr>
            <a:xfrm>
              <a:off x="9148032" y="2235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8" name="pt828"/>
            <p:cNvSpPr/>
            <p:nvPr/>
          </p:nvSpPr>
          <p:spPr>
            <a:xfrm>
              <a:off x="10588567" y="139120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9" name="pt829"/>
            <p:cNvSpPr/>
            <p:nvPr/>
          </p:nvSpPr>
          <p:spPr>
            <a:xfrm>
              <a:off x="9684045" y="168331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0" name="pt830"/>
            <p:cNvSpPr/>
            <p:nvPr/>
          </p:nvSpPr>
          <p:spPr>
            <a:xfrm>
              <a:off x="11426088" y="142366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1" name="pt831"/>
            <p:cNvSpPr/>
            <p:nvPr/>
          </p:nvSpPr>
          <p:spPr>
            <a:xfrm>
              <a:off x="10287060" y="14561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2" name="pt832"/>
            <p:cNvSpPr/>
            <p:nvPr/>
          </p:nvSpPr>
          <p:spPr>
            <a:xfrm>
              <a:off x="9818048" y="19429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3" name="pt833"/>
            <p:cNvSpPr/>
            <p:nvPr/>
          </p:nvSpPr>
          <p:spPr>
            <a:xfrm>
              <a:off x="11694094" y="12613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4" name="pt834"/>
            <p:cNvSpPr/>
            <p:nvPr/>
          </p:nvSpPr>
          <p:spPr>
            <a:xfrm>
              <a:off x="9550042" y="2040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5" name="pt835"/>
            <p:cNvSpPr/>
            <p:nvPr/>
          </p:nvSpPr>
          <p:spPr>
            <a:xfrm>
              <a:off x="9583542" y="21701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6" name="pt836"/>
            <p:cNvSpPr/>
            <p:nvPr/>
          </p:nvSpPr>
          <p:spPr>
            <a:xfrm>
              <a:off x="11292084" y="135875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7" name="pt837"/>
            <p:cNvSpPr/>
            <p:nvPr/>
          </p:nvSpPr>
          <p:spPr>
            <a:xfrm>
              <a:off x="9583542" y="2235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8" name="pt838"/>
            <p:cNvSpPr/>
            <p:nvPr/>
          </p:nvSpPr>
          <p:spPr>
            <a:xfrm>
              <a:off x="11191582" y="135875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9" name="pt839"/>
            <p:cNvSpPr/>
            <p:nvPr/>
          </p:nvSpPr>
          <p:spPr>
            <a:xfrm>
              <a:off x="9148032" y="24947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0" name="pt840"/>
            <p:cNvSpPr/>
            <p:nvPr/>
          </p:nvSpPr>
          <p:spPr>
            <a:xfrm>
              <a:off x="9014029" y="21701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1" name="pt841"/>
            <p:cNvSpPr/>
            <p:nvPr/>
          </p:nvSpPr>
          <p:spPr>
            <a:xfrm>
              <a:off x="8645520" y="24947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2" name="pt842"/>
            <p:cNvSpPr/>
            <p:nvPr/>
          </p:nvSpPr>
          <p:spPr>
            <a:xfrm>
              <a:off x="8679020" y="26245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3" name="pt843"/>
            <p:cNvSpPr/>
            <p:nvPr/>
          </p:nvSpPr>
          <p:spPr>
            <a:xfrm>
              <a:off x="10186557" y="15859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4" name="pt844"/>
            <p:cNvSpPr/>
            <p:nvPr/>
          </p:nvSpPr>
          <p:spPr>
            <a:xfrm>
              <a:off x="10253559" y="184559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5" name="pt845"/>
            <p:cNvSpPr/>
            <p:nvPr/>
          </p:nvSpPr>
          <p:spPr>
            <a:xfrm>
              <a:off x="11091079" y="171576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6" name="pt846"/>
            <p:cNvSpPr/>
            <p:nvPr/>
          </p:nvSpPr>
          <p:spPr>
            <a:xfrm>
              <a:off x="9550042" y="229997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7" name="pt847"/>
            <p:cNvSpPr/>
            <p:nvPr/>
          </p:nvSpPr>
          <p:spPr>
            <a:xfrm>
              <a:off x="10588567" y="21376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8" name="pt848"/>
            <p:cNvSpPr/>
            <p:nvPr/>
          </p:nvSpPr>
          <p:spPr>
            <a:xfrm>
              <a:off x="10689070" y="2040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9" name="pt849"/>
            <p:cNvSpPr/>
            <p:nvPr/>
          </p:nvSpPr>
          <p:spPr>
            <a:xfrm>
              <a:off x="9081030" y="2235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0" name="pt850"/>
            <p:cNvSpPr/>
            <p:nvPr/>
          </p:nvSpPr>
          <p:spPr>
            <a:xfrm>
              <a:off x="9684045" y="210523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1" name="pt851"/>
            <p:cNvSpPr/>
            <p:nvPr/>
          </p:nvSpPr>
          <p:spPr>
            <a:xfrm>
              <a:off x="9985552" y="255961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2" name="pt852"/>
            <p:cNvSpPr/>
            <p:nvPr/>
          </p:nvSpPr>
          <p:spPr>
            <a:xfrm>
              <a:off x="10488065" y="229997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3" name="pt853"/>
            <p:cNvSpPr/>
            <p:nvPr/>
          </p:nvSpPr>
          <p:spPr>
            <a:xfrm>
              <a:off x="8511516" y="259207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4" name="pt854"/>
            <p:cNvSpPr/>
            <p:nvPr/>
          </p:nvSpPr>
          <p:spPr>
            <a:xfrm>
              <a:off x="11660593" y="171576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5" name="pt855"/>
            <p:cNvSpPr/>
            <p:nvPr/>
          </p:nvSpPr>
          <p:spPr>
            <a:xfrm>
              <a:off x="11694094" y="12289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6" name="pt856"/>
            <p:cNvSpPr/>
            <p:nvPr/>
          </p:nvSpPr>
          <p:spPr>
            <a:xfrm>
              <a:off x="11292084" y="17806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7" name="pt857"/>
            <p:cNvSpPr/>
            <p:nvPr/>
          </p:nvSpPr>
          <p:spPr>
            <a:xfrm>
              <a:off x="11191582" y="174822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8" name="pt858"/>
            <p:cNvSpPr/>
            <p:nvPr/>
          </p:nvSpPr>
          <p:spPr>
            <a:xfrm>
              <a:off x="10856574" y="14561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9" name="pt859"/>
            <p:cNvSpPr/>
            <p:nvPr/>
          </p:nvSpPr>
          <p:spPr>
            <a:xfrm>
              <a:off x="8578518" y="255961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0" name="pt860"/>
            <p:cNvSpPr/>
            <p:nvPr/>
          </p:nvSpPr>
          <p:spPr>
            <a:xfrm>
              <a:off x="9885050" y="17806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1" name="pt861"/>
            <p:cNvSpPr/>
            <p:nvPr/>
          </p:nvSpPr>
          <p:spPr>
            <a:xfrm>
              <a:off x="10287060" y="184559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2" name="pt862"/>
            <p:cNvSpPr/>
            <p:nvPr/>
          </p:nvSpPr>
          <p:spPr>
            <a:xfrm>
              <a:off x="10086055" y="24622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3" name="pt863"/>
            <p:cNvSpPr/>
            <p:nvPr/>
          </p:nvSpPr>
          <p:spPr>
            <a:xfrm>
              <a:off x="9851549" y="21701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4" name="pt864"/>
            <p:cNvSpPr/>
            <p:nvPr/>
          </p:nvSpPr>
          <p:spPr>
            <a:xfrm>
              <a:off x="8478015" y="255961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5" name="pt865"/>
            <p:cNvSpPr/>
            <p:nvPr/>
          </p:nvSpPr>
          <p:spPr>
            <a:xfrm>
              <a:off x="9449539" y="24622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6" name="pt866"/>
            <p:cNvSpPr/>
            <p:nvPr/>
          </p:nvSpPr>
          <p:spPr>
            <a:xfrm>
              <a:off x="8746022" y="26245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7" name="pt867"/>
            <p:cNvSpPr/>
            <p:nvPr/>
          </p:nvSpPr>
          <p:spPr>
            <a:xfrm>
              <a:off x="10186557" y="21701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8" name="pt868"/>
            <p:cNvSpPr/>
            <p:nvPr/>
          </p:nvSpPr>
          <p:spPr>
            <a:xfrm>
              <a:off x="10186557" y="242979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9" name="pt869"/>
            <p:cNvSpPr/>
            <p:nvPr/>
          </p:nvSpPr>
          <p:spPr>
            <a:xfrm>
              <a:off x="8913526" y="26245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0" name="pt870"/>
            <p:cNvSpPr/>
            <p:nvPr/>
          </p:nvSpPr>
          <p:spPr>
            <a:xfrm>
              <a:off x="9650544" y="22675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1" name="pl871"/>
            <p:cNvSpPr/>
            <p:nvPr/>
          </p:nvSpPr>
          <p:spPr>
            <a:xfrm>
              <a:off x="8502841" y="1428415"/>
              <a:ext cx="3417083" cy="1149570"/>
            </a:xfrm>
            <a:custGeom>
              <a:avLst/>
              <a:gdLst/>
              <a:ahLst/>
              <a:cxnLst/>
              <a:rect l="0" t="0" r="0" b="0"/>
              <a:pathLst>
                <a:path w="3417083" h="1149570">
                  <a:moveTo>
                    <a:pt x="0" y="1149570"/>
                  </a:moveTo>
                  <a:lnTo>
                    <a:pt x="43254" y="1135018"/>
                  </a:lnTo>
                  <a:lnTo>
                    <a:pt x="86508" y="1120467"/>
                  </a:lnTo>
                  <a:lnTo>
                    <a:pt x="129762" y="1105915"/>
                  </a:lnTo>
                  <a:lnTo>
                    <a:pt x="173016" y="1091364"/>
                  </a:lnTo>
                  <a:lnTo>
                    <a:pt x="216271" y="1076812"/>
                  </a:lnTo>
                  <a:lnTo>
                    <a:pt x="259525" y="1062261"/>
                  </a:lnTo>
                  <a:lnTo>
                    <a:pt x="302779" y="1047709"/>
                  </a:lnTo>
                  <a:lnTo>
                    <a:pt x="346033" y="1033158"/>
                  </a:lnTo>
                  <a:lnTo>
                    <a:pt x="389287" y="1018606"/>
                  </a:lnTo>
                  <a:lnTo>
                    <a:pt x="432542" y="1004054"/>
                  </a:lnTo>
                  <a:lnTo>
                    <a:pt x="475796" y="989503"/>
                  </a:lnTo>
                  <a:lnTo>
                    <a:pt x="519050" y="974951"/>
                  </a:lnTo>
                  <a:lnTo>
                    <a:pt x="562304" y="960400"/>
                  </a:lnTo>
                  <a:lnTo>
                    <a:pt x="605559" y="945848"/>
                  </a:lnTo>
                  <a:lnTo>
                    <a:pt x="648813" y="931297"/>
                  </a:lnTo>
                  <a:lnTo>
                    <a:pt x="692067" y="916745"/>
                  </a:lnTo>
                  <a:lnTo>
                    <a:pt x="735321" y="902194"/>
                  </a:lnTo>
                  <a:lnTo>
                    <a:pt x="778575" y="887642"/>
                  </a:lnTo>
                  <a:lnTo>
                    <a:pt x="821830" y="873091"/>
                  </a:lnTo>
                  <a:lnTo>
                    <a:pt x="865084" y="858539"/>
                  </a:lnTo>
                  <a:lnTo>
                    <a:pt x="908338" y="843988"/>
                  </a:lnTo>
                  <a:lnTo>
                    <a:pt x="951592" y="829436"/>
                  </a:lnTo>
                  <a:lnTo>
                    <a:pt x="994847" y="814885"/>
                  </a:lnTo>
                  <a:lnTo>
                    <a:pt x="1038101" y="800333"/>
                  </a:lnTo>
                  <a:lnTo>
                    <a:pt x="1081355" y="785782"/>
                  </a:lnTo>
                  <a:lnTo>
                    <a:pt x="1124609" y="771230"/>
                  </a:lnTo>
                  <a:lnTo>
                    <a:pt x="1167863" y="756679"/>
                  </a:lnTo>
                  <a:lnTo>
                    <a:pt x="1211118" y="742127"/>
                  </a:lnTo>
                  <a:lnTo>
                    <a:pt x="1254372" y="727576"/>
                  </a:lnTo>
                  <a:lnTo>
                    <a:pt x="1297626" y="713024"/>
                  </a:lnTo>
                  <a:lnTo>
                    <a:pt x="1340880" y="698473"/>
                  </a:lnTo>
                  <a:lnTo>
                    <a:pt x="1384135" y="683921"/>
                  </a:lnTo>
                  <a:lnTo>
                    <a:pt x="1427389" y="669369"/>
                  </a:lnTo>
                  <a:lnTo>
                    <a:pt x="1470643" y="654818"/>
                  </a:lnTo>
                  <a:lnTo>
                    <a:pt x="1513897" y="640266"/>
                  </a:lnTo>
                  <a:lnTo>
                    <a:pt x="1557151" y="625715"/>
                  </a:lnTo>
                  <a:lnTo>
                    <a:pt x="1600406" y="611163"/>
                  </a:lnTo>
                  <a:lnTo>
                    <a:pt x="1643660" y="596612"/>
                  </a:lnTo>
                  <a:lnTo>
                    <a:pt x="1686914" y="582060"/>
                  </a:lnTo>
                  <a:lnTo>
                    <a:pt x="1730168" y="567509"/>
                  </a:lnTo>
                  <a:lnTo>
                    <a:pt x="1773423" y="552957"/>
                  </a:lnTo>
                  <a:lnTo>
                    <a:pt x="1816677" y="538406"/>
                  </a:lnTo>
                  <a:lnTo>
                    <a:pt x="1859931" y="523854"/>
                  </a:lnTo>
                  <a:lnTo>
                    <a:pt x="1903185" y="509303"/>
                  </a:lnTo>
                  <a:lnTo>
                    <a:pt x="1946439" y="494751"/>
                  </a:lnTo>
                  <a:lnTo>
                    <a:pt x="1989694" y="480200"/>
                  </a:lnTo>
                  <a:lnTo>
                    <a:pt x="2032948" y="465648"/>
                  </a:lnTo>
                  <a:lnTo>
                    <a:pt x="2076202" y="451097"/>
                  </a:lnTo>
                  <a:lnTo>
                    <a:pt x="2119456" y="436545"/>
                  </a:lnTo>
                  <a:lnTo>
                    <a:pt x="2162711" y="421994"/>
                  </a:lnTo>
                  <a:lnTo>
                    <a:pt x="2205965" y="407442"/>
                  </a:lnTo>
                  <a:lnTo>
                    <a:pt x="2249219" y="392891"/>
                  </a:lnTo>
                  <a:lnTo>
                    <a:pt x="2292473" y="378339"/>
                  </a:lnTo>
                  <a:lnTo>
                    <a:pt x="2335727" y="363788"/>
                  </a:lnTo>
                  <a:lnTo>
                    <a:pt x="2378982" y="349236"/>
                  </a:lnTo>
                  <a:lnTo>
                    <a:pt x="2422236" y="334684"/>
                  </a:lnTo>
                  <a:lnTo>
                    <a:pt x="2465490" y="320133"/>
                  </a:lnTo>
                  <a:lnTo>
                    <a:pt x="2508744" y="305581"/>
                  </a:lnTo>
                  <a:lnTo>
                    <a:pt x="2551999" y="291030"/>
                  </a:lnTo>
                  <a:lnTo>
                    <a:pt x="2595253" y="276478"/>
                  </a:lnTo>
                  <a:lnTo>
                    <a:pt x="2638507" y="261927"/>
                  </a:lnTo>
                  <a:lnTo>
                    <a:pt x="2681761" y="247375"/>
                  </a:lnTo>
                  <a:lnTo>
                    <a:pt x="2725015" y="232824"/>
                  </a:lnTo>
                  <a:lnTo>
                    <a:pt x="2768270" y="218272"/>
                  </a:lnTo>
                  <a:lnTo>
                    <a:pt x="2811524" y="203721"/>
                  </a:lnTo>
                  <a:lnTo>
                    <a:pt x="2854778" y="189169"/>
                  </a:lnTo>
                  <a:lnTo>
                    <a:pt x="2898032" y="174618"/>
                  </a:lnTo>
                  <a:lnTo>
                    <a:pt x="2941287" y="160066"/>
                  </a:lnTo>
                  <a:lnTo>
                    <a:pt x="2984541" y="145515"/>
                  </a:lnTo>
                  <a:lnTo>
                    <a:pt x="3027795" y="130963"/>
                  </a:lnTo>
                  <a:lnTo>
                    <a:pt x="3071049" y="116412"/>
                  </a:lnTo>
                  <a:lnTo>
                    <a:pt x="3114303" y="101860"/>
                  </a:lnTo>
                  <a:lnTo>
                    <a:pt x="3157558" y="87309"/>
                  </a:lnTo>
                  <a:lnTo>
                    <a:pt x="3200812" y="72757"/>
                  </a:lnTo>
                  <a:lnTo>
                    <a:pt x="3244066" y="58206"/>
                  </a:lnTo>
                  <a:lnTo>
                    <a:pt x="3287320" y="43654"/>
                  </a:lnTo>
                  <a:lnTo>
                    <a:pt x="3330575" y="29103"/>
                  </a:lnTo>
                  <a:lnTo>
                    <a:pt x="3373829" y="14551"/>
                  </a:lnTo>
                  <a:lnTo>
                    <a:pt x="3417083" y="0"/>
                  </a:lnTo>
                </a:path>
              </a:pathLst>
            </a:custGeom>
            <a:ln w="27101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2" name="tx872"/>
            <p:cNvSpPr/>
            <p:nvPr/>
          </p:nvSpPr>
          <p:spPr>
            <a:xfrm>
              <a:off x="8519927" y="553776"/>
              <a:ext cx="91715" cy="909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 i="1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873" name="tx873"/>
            <p:cNvSpPr/>
            <p:nvPr/>
          </p:nvSpPr>
          <p:spPr>
            <a:xfrm>
              <a:off x="8625279" y="518225"/>
              <a:ext cx="49441" cy="638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874" name="tx874"/>
            <p:cNvSpPr/>
            <p:nvPr/>
          </p:nvSpPr>
          <p:spPr>
            <a:xfrm>
              <a:off x="8674720" y="644685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875" name="tx875"/>
            <p:cNvSpPr/>
            <p:nvPr/>
          </p:nvSpPr>
          <p:spPr>
            <a:xfrm>
              <a:off x="8709509" y="606672"/>
              <a:ext cx="74166" cy="3801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876" name="tx876"/>
            <p:cNvSpPr/>
            <p:nvPr/>
          </p:nvSpPr>
          <p:spPr>
            <a:xfrm>
              <a:off x="8783675" y="644685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877" name="tx877"/>
            <p:cNvSpPr/>
            <p:nvPr/>
          </p:nvSpPr>
          <p:spPr>
            <a:xfrm>
              <a:off x="8818464" y="551854"/>
              <a:ext cx="247178" cy="9283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0.57</a:t>
              </a:r>
            </a:p>
          </p:txBody>
        </p:sp>
        <p:sp>
          <p:nvSpPr>
            <p:cNvPr id="878" name="pl878"/>
            <p:cNvSpPr/>
            <p:nvPr/>
          </p:nvSpPr>
          <p:spPr>
            <a:xfrm>
              <a:off x="611963" y="5440526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9" name="pl879"/>
            <p:cNvSpPr/>
            <p:nvPr/>
          </p:nvSpPr>
          <p:spPr>
            <a:xfrm>
              <a:off x="611963" y="4791409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0" name="pl880"/>
            <p:cNvSpPr/>
            <p:nvPr/>
          </p:nvSpPr>
          <p:spPr>
            <a:xfrm>
              <a:off x="611963" y="4142293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1" name="pl881"/>
            <p:cNvSpPr/>
            <p:nvPr/>
          </p:nvSpPr>
          <p:spPr>
            <a:xfrm>
              <a:off x="1352331" y="3513467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2" name="pl882"/>
            <p:cNvSpPr/>
            <p:nvPr/>
          </p:nvSpPr>
          <p:spPr>
            <a:xfrm>
              <a:off x="2491359" y="3513467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3" name="pl883"/>
            <p:cNvSpPr/>
            <p:nvPr/>
          </p:nvSpPr>
          <p:spPr>
            <a:xfrm>
              <a:off x="3630386" y="3513467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4" name="pl884"/>
            <p:cNvSpPr/>
            <p:nvPr/>
          </p:nvSpPr>
          <p:spPr>
            <a:xfrm>
              <a:off x="611963" y="5765085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5" name="pl885"/>
            <p:cNvSpPr/>
            <p:nvPr/>
          </p:nvSpPr>
          <p:spPr>
            <a:xfrm>
              <a:off x="611963" y="5115968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6" name="pl886"/>
            <p:cNvSpPr/>
            <p:nvPr/>
          </p:nvSpPr>
          <p:spPr>
            <a:xfrm>
              <a:off x="611963" y="4466851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7" name="pl887"/>
            <p:cNvSpPr/>
            <p:nvPr/>
          </p:nvSpPr>
          <p:spPr>
            <a:xfrm>
              <a:off x="611963" y="3817734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8" name="pl888"/>
            <p:cNvSpPr/>
            <p:nvPr/>
          </p:nvSpPr>
          <p:spPr>
            <a:xfrm>
              <a:off x="782817" y="3513467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9" name="pl889"/>
            <p:cNvSpPr/>
            <p:nvPr/>
          </p:nvSpPr>
          <p:spPr>
            <a:xfrm>
              <a:off x="1921845" y="3513467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0" name="pl890"/>
            <p:cNvSpPr/>
            <p:nvPr/>
          </p:nvSpPr>
          <p:spPr>
            <a:xfrm>
              <a:off x="3060873" y="3513467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1" name="pl891"/>
            <p:cNvSpPr/>
            <p:nvPr/>
          </p:nvSpPr>
          <p:spPr>
            <a:xfrm>
              <a:off x="4199900" y="3513467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2" name="pt892"/>
            <p:cNvSpPr/>
            <p:nvPr/>
          </p:nvSpPr>
          <p:spPr>
            <a:xfrm>
              <a:off x="1897019" y="49613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3" name="pt893"/>
            <p:cNvSpPr/>
            <p:nvPr/>
          </p:nvSpPr>
          <p:spPr>
            <a:xfrm>
              <a:off x="3263852" y="44420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4" name="pt894"/>
            <p:cNvSpPr/>
            <p:nvPr/>
          </p:nvSpPr>
          <p:spPr>
            <a:xfrm>
              <a:off x="2352630" y="49613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5" name="pt895"/>
            <p:cNvSpPr/>
            <p:nvPr/>
          </p:nvSpPr>
          <p:spPr>
            <a:xfrm>
              <a:off x="1897019" y="47665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6" name="pt896"/>
            <p:cNvSpPr/>
            <p:nvPr/>
          </p:nvSpPr>
          <p:spPr>
            <a:xfrm>
              <a:off x="3491658" y="45718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7" name="pt897"/>
            <p:cNvSpPr/>
            <p:nvPr/>
          </p:nvSpPr>
          <p:spPr>
            <a:xfrm>
              <a:off x="2352630" y="52534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8" name="pt898"/>
            <p:cNvSpPr/>
            <p:nvPr/>
          </p:nvSpPr>
          <p:spPr>
            <a:xfrm>
              <a:off x="1669213" y="48964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9" name="pt899"/>
            <p:cNvSpPr/>
            <p:nvPr/>
          </p:nvSpPr>
          <p:spPr>
            <a:xfrm>
              <a:off x="1897019" y="541570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0" name="pt900"/>
            <p:cNvSpPr/>
            <p:nvPr/>
          </p:nvSpPr>
          <p:spPr>
            <a:xfrm>
              <a:off x="1213602" y="51560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1" name="pt901"/>
            <p:cNvSpPr/>
            <p:nvPr/>
          </p:nvSpPr>
          <p:spPr>
            <a:xfrm>
              <a:off x="2124824" y="4863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2" name="pt902"/>
            <p:cNvSpPr/>
            <p:nvPr/>
          </p:nvSpPr>
          <p:spPr>
            <a:xfrm>
              <a:off x="1213602" y="548061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3" name="pt903"/>
            <p:cNvSpPr/>
            <p:nvPr/>
          </p:nvSpPr>
          <p:spPr>
            <a:xfrm>
              <a:off x="1669213" y="48964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4" name="pt904"/>
            <p:cNvSpPr/>
            <p:nvPr/>
          </p:nvSpPr>
          <p:spPr>
            <a:xfrm>
              <a:off x="2580435" y="460430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5" name="pt905"/>
            <p:cNvSpPr/>
            <p:nvPr/>
          </p:nvSpPr>
          <p:spPr>
            <a:xfrm>
              <a:off x="1897019" y="51560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6" name="pt906"/>
            <p:cNvSpPr/>
            <p:nvPr/>
          </p:nvSpPr>
          <p:spPr>
            <a:xfrm>
              <a:off x="2124824" y="47016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7" name="pt907"/>
            <p:cNvSpPr/>
            <p:nvPr/>
          </p:nvSpPr>
          <p:spPr>
            <a:xfrm>
              <a:off x="3036047" y="47665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8" name="pt908"/>
            <p:cNvSpPr/>
            <p:nvPr/>
          </p:nvSpPr>
          <p:spPr>
            <a:xfrm>
              <a:off x="1441408" y="561043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9" name="pt909"/>
            <p:cNvSpPr/>
            <p:nvPr/>
          </p:nvSpPr>
          <p:spPr>
            <a:xfrm>
              <a:off x="2352630" y="4831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0" name="pt910"/>
            <p:cNvSpPr/>
            <p:nvPr/>
          </p:nvSpPr>
          <p:spPr>
            <a:xfrm>
              <a:off x="2580435" y="45069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1" name="pt911"/>
            <p:cNvSpPr/>
            <p:nvPr/>
          </p:nvSpPr>
          <p:spPr>
            <a:xfrm>
              <a:off x="2580435" y="47990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2" name="pt912"/>
            <p:cNvSpPr/>
            <p:nvPr/>
          </p:nvSpPr>
          <p:spPr>
            <a:xfrm>
              <a:off x="3719463" y="42797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3" name="pt913"/>
            <p:cNvSpPr/>
            <p:nvPr/>
          </p:nvSpPr>
          <p:spPr>
            <a:xfrm>
              <a:off x="2352630" y="45718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4" name="pt914"/>
            <p:cNvSpPr/>
            <p:nvPr/>
          </p:nvSpPr>
          <p:spPr>
            <a:xfrm>
              <a:off x="2580435" y="447448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5" name="pt915"/>
            <p:cNvSpPr/>
            <p:nvPr/>
          </p:nvSpPr>
          <p:spPr>
            <a:xfrm>
              <a:off x="2124824" y="48964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6" name="pt916"/>
            <p:cNvSpPr/>
            <p:nvPr/>
          </p:nvSpPr>
          <p:spPr>
            <a:xfrm>
              <a:off x="1669213" y="447448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7" name="pt917"/>
            <p:cNvSpPr/>
            <p:nvPr/>
          </p:nvSpPr>
          <p:spPr>
            <a:xfrm>
              <a:off x="2124824" y="47016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8" name="pt918"/>
            <p:cNvSpPr/>
            <p:nvPr/>
          </p:nvSpPr>
          <p:spPr>
            <a:xfrm>
              <a:off x="2808241" y="43771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9" name="pt919"/>
            <p:cNvSpPr/>
            <p:nvPr/>
          </p:nvSpPr>
          <p:spPr>
            <a:xfrm>
              <a:off x="2124824" y="46692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0" name="pt920"/>
            <p:cNvSpPr/>
            <p:nvPr/>
          </p:nvSpPr>
          <p:spPr>
            <a:xfrm>
              <a:off x="1213602" y="50262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1" name="pt921"/>
            <p:cNvSpPr/>
            <p:nvPr/>
          </p:nvSpPr>
          <p:spPr>
            <a:xfrm>
              <a:off x="2352630" y="46692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2" name="pt922"/>
            <p:cNvSpPr/>
            <p:nvPr/>
          </p:nvSpPr>
          <p:spPr>
            <a:xfrm>
              <a:off x="1897019" y="51235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3" name="pt923"/>
            <p:cNvSpPr/>
            <p:nvPr/>
          </p:nvSpPr>
          <p:spPr>
            <a:xfrm>
              <a:off x="2580435" y="47990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4" name="pt924"/>
            <p:cNvSpPr/>
            <p:nvPr/>
          </p:nvSpPr>
          <p:spPr>
            <a:xfrm>
              <a:off x="3036047" y="44095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5" name="pt925"/>
            <p:cNvSpPr/>
            <p:nvPr/>
          </p:nvSpPr>
          <p:spPr>
            <a:xfrm>
              <a:off x="757991" y="522096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6" name="pt926"/>
            <p:cNvSpPr/>
            <p:nvPr/>
          </p:nvSpPr>
          <p:spPr>
            <a:xfrm>
              <a:off x="2580435" y="47665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7" name="pt927"/>
            <p:cNvSpPr/>
            <p:nvPr/>
          </p:nvSpPr>
          <p:spPr>
            <a:xfrm>
              <a:off x="1213602" y="53832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8" name="pt928"/>
            <p:cNvSpPr/>
            <p:nvPr/>
          </p:nvSpPr>
          <p:spPr>
            <a:xfrm>
              <a:off x="2124824" y="47990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9" name="pt929"/>
            <p:cNvSpPr/>
            <p:nvPr/>
          </p:nvSpPr>
          <p:spPr>
            <a:xfrm>
              <a:off x="1213602" y="52858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0" name="pt930"/>
            <p:cNvSpPr/>
            <p:nvPr/>
          </p:nvSpPr>
          <p:spPr>
            <a:xfrm>
              <a:off x="985797" y="57078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1" name="pt931"/>
            <p:cNvSpPr/>
            <p:nvPr/>
          </p:nvSpPr>
          <p:spPr>
            <a:xfrm>
              <a:off x="1441408" y="51560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2" name="pt932"/>
            <p:cNvSpPr/>
            <p:nvPr/>
          </p:nvSpPr>
          <p:spPr>
            <a:xfrm>
              <a:off x="757991" y="57402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3" name="pt933"/>
            <p:cNvSpPr/>
            <p:nvPr/>
          </p:nvSpPr>
          <p:spPr>
            <a:xfrm>
              <a:off x="757991" y="57402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4" name="pt934"/>
            <p:cNvSpPr/>
            <p:nvPr/>
          </p:nvSpPr>
          <p:spPr>
            <a:xfrm>
              <a:off x="757991" y="57402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5" name="pt935"/>
            <p:cNvSpPr/>
            <p:nvPr/>
          </p:nvSpPr>
          <p:spPr>
            <a:xfrm>
              <a:off x="757991" y="57402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6" name="pt936"/>
            <p:cNvSpPr/>
            <p:nvPr/>
          </p:nvSpPr>
          <p:spPr>
            <a:xfrm>
              <a:off x="1669213" y="49613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7" name="pt937"/>
            <p:cNvSpPr/>
            <p:nvPr/>
          </p:nvSpPr>
          <p:spPr>
            <a:xfrm>
              <a:off x="1897019" y="46367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8" name="pt938"/>
            <p:cNvSpPr/>
            <p:nvPr/>
          </p:nvSpPr>
          <p:spPr>
            <a:xfrm>
              <a:off x="2124824" y="460430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9" name="pt939"/>
            <p:cNvSpPr/>
            <p:nvPr/>
          </p:nvSpPr>
          <p:spPr>
            <a:xfrm>
              <a:off x="757991" y="57402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0" name="pt940"/>
            <p:cNvSpPr/>
            <p:nvPr/>
          </p:nvSpPr>
          <p:spPr>
            <a:xfrm>
              <a:off x="1897019" y="47665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1" name="pt941"/>
            <p:cNvSpPr/>
            <p:nvPr/>
          </p:nvSpPr>
          <p:spPr>
            <a:xfrm>
              <a:off x="757991" y="57402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2" name="pt942"/>
            <p:cNvSpPr/>
            <p:nvPr/>
          </p:nvSpPr>
          <p:spPr>
            <a:xfrm>
              <a:off x="1441408" y="54481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3" name="pt943"/>
            <p:cNvSpPr/>
            <p:nvPr/>
          </p:nvSpPr>
          <p:spPr>
            <a:xfrm>
              <a:off x="1897019" y="49613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4" name="pt944"/>
            <p:cNvSpPr/>
            <p:nvPr/>
          </p:nvSpPr>
          <p:spPr>
            <a:xfrm>
              <a:off x="3263852" y="44095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5" name="pt945"/>
            <p:cNvSpPr/>
            <p:nvPr/>
          </p:nvSpPr>
          <p:spPr>
            <a:xfrm>
              <a:off x="757991" y="522096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6" name="pt946"/>
            <p:cNvSpPr/>
            <p:nvPr/>
          </p:nvSpPr>
          <p:spPr>
            <a:xfrm>
              <a:off x="757991" y="57402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7" name="pt947"/>
            <p:cNvSpPr/>
            <p:nvPr/>
          </p:nvSpPr>
          <p:spPr>
            <a:xfrm>
              <a:off x="1441408" y="52534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8" name="pt948"/>
            <p:cNvSpPr/>
            <p:nvPr/>
          </p:nvSpPr>
          <p:spPr>
            <a:xfrm>
              <a:off x="1441408" y="473412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9" name="pt949"/>
            <p:cNvSpPr/>
            <p:nvPr/>
          </p:nvSpPr>
          <p:spPr>
            <a:xfrm>
              <a:off x="985797" y="4863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0" name="pt950"/>
            <p:cNvSpPr/>
            <p:nvPr/>
          </p:nvSpPr>
          <p:spPr>
            <a:xfrm>
              <a:off x="2580435" y="46692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1" name="pt951"/>
            <p:cNvSpPr/>
            <p:nvPr/>
          </p:nvSpPr>
          <p:spPr>
            <a:xfrm>
              <a:off x="2808241" y="414992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2" name="pt952"/>
            <p:cNvSpPr/>
            <p:nvPr/>
          </p:nvSpPr>
          <p:spPr>
            <a:xfrm>
              <a:off x="1669213" y="47665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3" name="pt953"/>
            <p:cNvSpPr/>
            <p:nvPr/>
          </p:nvSpPr>
          <p:spPr>
            <a:xfrm>
              <a:off x="2808241" y="44420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4" name="pt954"/>
            <p:cNvSpPr/>
            <p:nvPr/>
          </p:nvSpPr>
          <p:spPr>
            <a:xfrm>
              <a:off x="4175074" y="41823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5" name="pt955"/>
            <p:cNvSpPr/>
            <p:nvPr/>
          </p:nvSpPr>
          <p:spPr>
            <a:xfrm>
              <a:off x="2808241" y="53832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6" name="pt956"/>
            <p:cNvSpPr/>
            <p:nvPr/>
          </p:nvSpPr>
          <p:spPr>
            <a:xfrm>
              <a:off x="3491658" y="41823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7" name="pt957"/>
            <p:cNvSpPr/>
            <p:nvPr/>
          </p:nvSpPr>
          <p:spPr>
            <a:xfrm>
              <a:off x="3263852" y="4831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8" name="pt958"/>
            <p:cNvSpPr/>
            <p:nvPr/>
          </p:nvSpPr>
          <p:spPr>
            <a:xfrm>
              <a:off x="1897019" y="46367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9" name="pt959"/>
            <p:cNvSpPr/>
            <p:nvPr/>
          </p:nvSpPr>
          <p:spPr>
            <a:xfrm>
              <a:off x="3719463" y="434465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0" name="pt960"/>
            <p:cNvSpPr/>
            <p:nvPr/>
          </p:nvSpPr>
          <p:spPr>
            <a:xfrm>
              <a:off x="1441408" y="52534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1" name="pt961"/>
            <p:cNvSpPr/>
            <p:nvPr/>
          </p:nvSpPr>
          <p:spPr>
            <a:xfrm>
              <a:off x="2352630" y="45069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2" name="pt962"/>
            <p:cNvSpPr/>
            <p:nvPr/>
          </p:nvSpPr>
          <p:spPr>
            <a:xfrm>
              <a:off x="2580435" y="44420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3" name="pt963"/>
            <p:cNvSpPr/>
            <p:nvPr/>
          </p:nvSpPr>
          <p:spPr>
            <a:xfrm>
              <a:off x="3036047" y="51560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4" name="pt964"/>
            <p:cNvSpPr/>
            <p:nvPr/>
          </p:nvSpPr>
          <p:spPr>
            <a:xfrm>
              <a:off x="1669213" y="49613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5" name="pt965"/>
            <p:cNvSpPr/>
            <p:nvPr/>
          </p:nvSpPr>
          <p:spPr>
            <a:xfrm>
              <a:off x="3263852" y="460430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6" name="pt966"/>
            <p:cNvSpPr/>
            <p:nvPr/>
          </p:nvSpPr>
          <p:spPr>
            <a:xfrm>
              <a:off x="3263852" y="48964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7" name="pt967"/>
            <p:cNvSpPr/>
            <p:nvPr/>
          </p:nvSpPr>
          <p:spPr>
            <a:xfrm>
              <a:off x="2124824" y="49937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8" name="pt968"/>
            <p:cNvSpPr/>
            <p:nvPr/>
          </p:nvSpPr>
          <p:spPr>
            <a:xfrm>
              <a:off x="3263852" y="47016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9" name="pt969"/>
            <p:cNvSpPr/>
            <p:nvPr/>
          </p:nvSpPr>
          <p:spPr>
            <a:xfrm>
              <a:off x="3491658" y="42472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0" name="pt970"/>
            <p:cNvSpPr/>
            <p:nvPr/>
          </p:nvSpPr>
          <p:spPr>
            <a:xfrm>
              <a:off x="2124824" y="473412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1" name="pt971"/>
            <p:cNvSpPr/>
            <p:nvPr/>
          </p:nvSpPr>
          <p:spPr>
            <a:xfrm>
              <a:off x="1897019" y="522096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2" name="pt972"/>
            <p:cNvSpPr/>
            <p:nvPr/>
          </p:nvSpPr>
          <p:spPr>
            <a:xfrm>
              <a:off x="1441408" y="51560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3" name="pt973"/>
            <p:cNvSpPr/>
            <p:nvPr/>
          </p:nvSpPr>
          <p:spPr>
            <a:xfrm>
              <a:off x="3036047" y="46367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4" name="pt974"/>
            <p:cNvSpPr/>
            <p:nvPr/>
          </p:nvSpPr>
          <p:spPr>
            <a:xfrm>
              <a:off x="3491658" y="421483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5" name="pt975"/>
            <p:cNvSpPr/>
            <p:nvPr/>
          </p:nvSpPr>
          <p:spPr>
            <a:xfrm>
              <a:off x="2808241" y="46367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6" name="pt976"/>
            <p:cNvSpPr/>
            <p:nvPr/>
          </p:nvSpPr>
          <p:spPr>
            <a:xfrm>
              <a:off x="985797" y="548061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7" name="pt977"/>
            <p:cNvSpPr/>
            <p:nvPr/>
          </p:nvSpPr>
          <p:spPr>
            <a:xfrm>
              <a:off x="2352630" y="522096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8" name="pt978"/>
            <p:cNvSpPr/>
            <p:nvPr/>
          </p:nvSpPr>
          <p:spPr>
            <a:xfrm>
              <a:off x="1669213" y="51560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9" name="pt979"/>
            <p:cNvSpPr/>
            <p:nvPr/>
          </p:nvSpPr>
          <p:spPr>
            <a:xfrm>
              <a:off x="3263852" y="46367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0" name="pt980"/>
            <p:cNvSpPr/>
            <p:nvPr/>
          </p:nvSpPr>
          <p:spPr>
            <a:xfrm>
              <a:off x="4175074" y="44095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1" name="pt981"/>
            <p:cNvSpPr/>
            <p:nvPr/>
          </p:nvSpPr>
          <p:spPr>
            <a:xfrm>
              <a:off x="1441408" y="52858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2" name="pt982"/>
            <p:cNvSpPr/>
            <p:nvPr/>
          </p:nvSpPr>
          <p:spPr>
            <a:xfrm>
              <a:off x="3036047" y="49937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3" name="pt983"/>
            <p:cNvSpPr/>
            <p:nvPr/>
          </p:nvSpPr>
          <p:spPr>
            <a:xfrm>
              <a:off x="1213602" y="535078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4" name="pt984"/>
            <p:cNvSpPr/>
            <p:nvPr/>
          </p:nvSpPr>
          <p:spPr>
            <a:xfrm>
              <a:off x="2580435" y="47016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5" name="pt985"/>
            <p:cNvSpPr/>
            <p:nvPr/>
          </p:nvSpPr>
          <p:spPr>
            <a:xfrm>
              <a:off x="1669213" y="49613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6" name="pt986"/>
            <p:cNvSpPr/>
            <p:nvPr/>
          </p:nvSpPr>
          <p:spPr>
            <a:xfrm>
              <a:off x="2124824" y="46367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7" name="pt987"/>
            <p:cNvSpPr/>
            <p:nvPr/>
          </p:nvSpPr>
          <p:spPr>
            <a:xfrm>
              <a:off x="1897019" y="49613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8" name="pt988"/>
            <p:cNvSpPr/>
            <p:nvPr/>
          </p:nvSpPr>
          <p:spPr>
            <a:xfrm>
              <a:off x="2808241" y="49613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9" name="pt989"/>
            <p:cNvSpPr/>
            <p:nvPr/>
          </p:nvSpPr>
          <p:spPr>
            <a:xfrm>
              <a:off x="1441408" y="48964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0" name="pt990"/>
            <p:cNvSpPr/>
            <p:nvPr/>
          </p:nvSpPr>
          <p:spPr>
            <a:xfrm>
              <a:off x="3719463" y="45718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1" name="pt991"/>
            <p:cNvSpPr/>
            <p:nvPr/>
          </p:nvSpPr>
          <p:spPr>
            <a:xfrm>
              <a:off x="1897019" y="509114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2" name="pt992"/>
            <p:cNvSpPr/>
            <p:nvPr/>
          </p:nvSpPr>
          <p:spPr>
            <a:xfrm>
              <a:off x="1441408" y="48964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3" name="pt993"/>
            <p:cNvSpPr/>
            <p:nvPr/>
          </p:nvSpPr>
          <p:spPr>
            <a:xfrm>
              <a:off x="2352630" y="460430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4" name="pt994"/>
            <p:cNvSpPr/>
            <p:nvPr/>
          </p:nvSpPr>
          <p:spPr>
            <a:xfrm>
              <a:off x="1669213" y="509114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5" name="pt995"/>
            <p:cNvSpPr/>
            <p:nvPr/>
          </p:nvSpPr>
          <p:spPr>
            <a:xfrm>
              <a:off x="757991" y="541570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6" name="pt996"/>
            <p:cNvSpPr/>
            <p:nvPr/>
          </p:nvSpPr>
          <p:spPr>
            <a:xfrm>
              <a:off x="1441408" y="50586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7" name="pt997"/>
            <p:cNvSpPr/>
            <p:nvPr/>
          </p:nvSpPr>
          <p:spPr>
            <a:xfrm>
              <a:off x="3036047" y="4831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8" name="pt998"/>
            <p:cNvSpPr/>
            <p:nvPr/>
          </p:nvSpPr>
          <p:spPr>
            <a:xfrm>
              <a:off x="1441408" y="518850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9" name="pt999"/>
            <p:cNvSpPr/>
            <p:nvPr/>
          </p:nvSpPr>
          <p:spPr>
            <a:xfrm>
              <a:off x="1669213" y="45718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0" name="pt1000"/>
            <p:cNvSpPr/>
            <p:nvPr/>
          </p:nvSpPr>
          <p:spPr>
            <a:xfrm>
              <a:off x="1897019" y="50586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1" name="pt1001"/>
            <p:cNvSpPr/>
            <p:nvPr/>
          </p:nvSpPr>
          <p:spPr>
            <a:xfrm>
              <a:off x="1669213" y="522096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2" name="pt1002"/>
            <p:cNvSpPr/>
            <p:nvPr/>
          </p:nvSpPr>
          <p:spPr>
            <a:xfrm>
              <a:off x="3263852" y="48964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3" name="pt1003"/>
            <p:cNvSpPr/>
            <p:nvPr/>
          </p:nvSpPr>
          <p:spPr>
            <a:xfrm>
              <a:off x="3036047" y="434465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4" name="pt1004"/>
            <p:cNvSpPr/>
            <p:nvPr/>
          </p:nvSpPr>
          <p:spPr>
            <a:xfrm>
              <a:off x="2580435" y="44420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5" name="pt1005"/>
            <p:cNvSpPr/>
            <p:nvPr/>
          </p:nvSpPr>
          <p:spPr>
            <a:xfrm>
              <a:off x="1669213" y="4863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6" name="pt1006"/>
            <p:cNvSpPr/>
            <p:nvPr/>
          </p:nvSpPr>
          <p:spPr>
            <a:xfrm>
              <a:off x="1669213" y="47016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7" name="pt1007"/>
            <p:cNvSpPr/>
            <p:nvPr/>
          </p:nvSpPr>
          <p:spPr>
            <a:xfrm>
              <a:off x="985797" y="561043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8" name="pt1008"/>
            <p:cNvSpPr/>
            <p:nvPr/>
          </p:nvSpPr>
          <p:spPr>
            <a:xfrm>
              <a:off x="985797" y="561043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9" name="pt1009"/>
            <p:cNvSpPr/>
            <p:nvPr/>
          </p:nvSpPr>
          <p:spPr>
            <a:xfrm>
              <a:off x="2352630" y="4928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0" name="pt1010"/>
            <p:cNvSpPr/>
            <p:nvPr/>
          </p:nvSpPr>
          <p:spPr>
            <a:xfrm>
              <a:off x="1669213" y="52858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1" name="pt1011"/>
            <p:cNvSpPr/>
            <p:nvPr/>
          </p:nvSpPr>
          <p:spPr>
            <a:xfrm>
              <a:off x="3947269" y="434465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2" name="pt1012"/>
            <p:cNvSpPr/>
            <p:nvPr/>
          </p:nvSpPr>
          <p:spPr>
            <a:xfrm>
              <a:off x="2352630" y="45393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3" name="pt1013"/>
            <p:cNvSpPr/>
            <p:nvPr/>
          </p:nvSpPr>
          <p:spPr>
            <a:xfrm>
              <a:off x="1441408" y="51560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4" name="pt1014"/>
            <p:cNvSpPr/>
            <p:nvPr/>
          </p:nvSpPr>
          <p:spPr>
            <a:xfrm>
              <a:off x="3263852" y="46367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5" name="pt1015"/>
            <p:cNvSpPr/>
            <p:nvPr/>
          </p:nvSpPr>
          <p:spPr>
            <a:xfrm>
              <a:off x="1213602" y="51560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6" name="pt1016"/>
            <p:cNvSpPr/>
            <p:nvPr/>
          </p:nvSpPr>
          <p:spPr>
            <a:xfrm>
              <a:off x="1897019" y="46367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7" name="pt1017"/>
            <p:cNvSpPr/>
            <p:nvPr/>
          </p:nvSpPr>
          <p:spPr>
            <a:xfrm>
              <a:off x="1213602" y="5545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8" name="pt1018"/>
            <p:cNvSpPr/>
            <p:nvPr/>
          </p:nvSpPr>
          <p:spPr>
            <a:xfrm>
              <a:off x="1441408" y="522096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9" name="pt1019"/>
            <p:cNvSpPr/>
            <p:nvPr/>
          </p:nvSpPr>
          <p:spPr>
            <a:xfrm>
              <a:off x="1213602" y="47016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0" name="pt1020"/>
            <p:cNvSpPr/>
            <p:nvPr/>
          </p:nvSpPr>
          <p:spPr>
            <a:xfrm>
              <a:off x="2124824" y="51560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1" name="pt1021"/>
            <p:cNvSpPr/>
            <p:nvPr/>
          </p:nvSpPr>
          <p:spPr>
            <a:xfrm>
              <a:off x="2352630" y="473412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2" name="pt1022"/>
            <p:cNvSpPr/>
            <p:nvPr/>
          </p:nvSpPr>
          <p:spPr>
            <a:xfrm>
              <a:off x="1213602" y="5545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3" name="pt1023"/>
            <p:cNvSpPr/>
            <p:nvPr/>
          </p:nvSpPr>
          <p:spPr>
            <a:xfrm>
              <a:off x="985797" y="51560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4" name="pt1024"/>
            <p:cNvSpPr/>
            <p:nvPr/>
          </p:nvSpPr>
          <p:spPr>
            <a:xfrm>
              <a:off x="2124824" y="47665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5" name="pt1025"/>
            <p:cNvSpPr/>
            <p:nvPr/>
          </p:nvSpPr>
          <p:spPr>
            <a:xfrm>
              <a:off x="985797" y="52858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6" name="pt1026"/>
            <p:cNvSpPr/>
            <p:nvPr/>
          </p:nvSpPr>
          <p:spPr>
            <a:xfrm>
              <a:off x="2124824" y="44420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7" name="pt1027"/>
            <p:cNvSpPr/>
            <p:nvPr/>
          </p:nvSpPr>
          <p:spPr>
            <a:xfrm>
              <a:off x="1441408" y="53183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8" name="pt1028"/>
            <p:cNvSpPr/>
            <p:nvPr/>
          </p:nvSpPr>
          <p:spPr>
            <a:xfrm>
              <a:off x="757991" y="567534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9" name="pt1029"/>
            <p:cNvSpPr/>
            <p:nvPr/>
          </p:nvSpPr>
          <p:spPr>
            <a:xfrm>
              <a:off x="1441408" y="49613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0" name="pt1030"/>
            <p:cNvSpPr/>
            <p:nvPr/>
          </p:nvSpPr>
          <p:spPr>
            <a:xfrm>
              <a:off x="757991" y="548061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1" name="pt1031"/>
            <p:cNvSpPr/>
            <p:nvPr/>
          </p:nvSpPr>
          <p:spPr>
            <a:xfrm>
              <a:off x="1213602" y="52858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2" name="pt1032"/>
            <p:cNvSpPr/>
            <p:nvPr/>
          </p:nvSpPr>
          <p:spPr>
            <a:xfrm>
              <a:off x="1441408" y="548061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3" name="pt1033"/>
            <p:cNvSpPr/>
            <p:nvPr/>
          </p:nvSpPr>
          <p:spPr>
            <a:xfrm>
              <a:off x="1213602" y="561043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4" name="pt1034"/>
            <p:cNvSpPr/>
            <p:nvPr/>
          </p:nvSpPr>
          <p:spPr>
            <a:xfrm>
              <a:off x="1213602" y="49937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5" name="pt1035"/>
            <p:cNvSpPr/>
            <p:nvPr/>
          </p:nvSpPr>
          <p:spPr>
            <a:xfrm>
              <a:off x="985797" y="561043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6" name="pt1036"/>
            <p:cNvSpPr/>
            <p:nvPr/>
          </p:nvSpPr>
          <p:spPr>
            <a:xfrm>
              <a:off x="2352630" y="45393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7" name="pt1037"/>
            <p:cNvSpPr/>
            <p:nvPr/>
          </p:nvSpPr>
          <p:spPr>
            <a:xfrm>
              <a:off x="1213602" y="51560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8" name="pt1038"/>
            <p:cNvSpPr/>
            <p:nvPr/>
          </p:nvSpPr>
          <p:spPr>
            <a:xfrm>
              <a:off x="1213602" y="548061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9" name="pt1039"/>
            <p:cNvSpPr/>
            <p:nvPr/>
          </p:nvSpPr>
          <p:spPr>
            <a:xfrm>
              <a:off x="1213602" y="541570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0" name="pt1040"/>
            <p:cNvSpPr/>
            <p:nvPr/>
          </p:nvSpPr>
          <p:spPr>
            <a:xfrm>
              <a:off x="1441408" y="522096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1" name="pt1041"/>
            <p:cNvSpPr/>
            <p:nvPr/>
          </p:nvSpPr>
          <p:spPr>
            <a:xfrm>
              <a:off x="985797" y="5545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2" name="pt1042"/>
            <p:cNvSpPr/>
            <p:nvPr/>
          </p:nvSpPr>
          <p:spPr>
            <a:xfrm>
              <a:off x="985797" y="57402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3" name="pt1043"/>
            <p:cNvSpPr/>
            <p:nvPr/>
          </p:nvSpPr>
          <p:spPr>
            <a:xfrm>
              <a:off x="1897019" y="49937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4" name="pt1044"/>
            <p:cNvSpPr/>
            <p:nvPr/>
          </p:nvSpPr>
          <p:spPr>
            <a:xfrm>
              <a:off x="1213602" y="50262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5" name="pt1045"/>
            <p:cNvSpPr/>
            <p:nvPr/>
          </p:nvSpPr>
          <p:spPr>
            <a:xfrm>
              <a:off x="757991" y="57402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6" name="pt1046"/>
            <p:cNvSpPr/>
            <p:nvPr/>
          </p:nvSpPr>
          <p:spPr>
            <a:xfrm>
              <a:off x="1441408" y="535078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7" name="pt1047"/>
            <p:cNvSpPr/>
            <p:nvPr/>
          </p:nvSpPr>
          <p:spPr>
            <a:xfrm>
              <a:off x="985797" y="50262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8" name="pt1048"/>
            <p:cNvSpPr/>
            <p:nvPr/>
          </p:nvSpPr>
          <p:spPr>
            <a:xfrm>
              <a:off x="985797" y="51560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9" name="pt1049"/>
            <p:cNvSpPr/>
            <p:nvPr/>
          </p:nvSpPr>
          <p:spPr>
            <a:xfrm>
              <a:off x="757991" y="535078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0" name="pt1050"/>
            <p:cNvSpPr/>
            <p:nvPr/>
          </p:nvSpPr>
          <p:spPr>
            <a:xfrm>
              <a:off x="757991" y="57402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1" name="pt1051"/>
            <p:cNvSpPr/>
            <p:nvPr/>
          </p:nvSpPr>
          <p:spPr>
            <a:xfrm>
              <a:off x="1213602" y="47665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2" name="pt1052"/>
            <p:cNvSpPr/>
            <p:nvPr/>
          </p:nvSpPr>
          <p:spPr>
            <a:xfrm>
              <a:off x="985797" y="50262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3" name="pt1053"/>
            <p:cNvSpPr/>
            <p:nvPr/>
          </p:nvSpPr>
          <p:spPr>
            <a:xfrm>
              <a:off x="985797" y="57402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4" name="pt1054"/>
            <p:cNvSpPr/>
            <p:nvPr/>
          </p:nvSpPr>
          <p:spPr>
            <a:xfrm>
              <a:off x="3036047" y="44420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5" name="pt1055"/>
            <p:cNvSpPr/>
            <p:nvPr/>
          </p:nvSpPr>
          <p:spPr>
            <a:xfrm>
              <a:off x="1441408" y="49613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6" name="pt1056"/>
            <p:cNvSpPr/>
            <p:nvPr/>
          </p:nvSpPr>
          <p:spPr>
            <a:xfrm>
              <a:off x="1213602" y="52858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7" name="pt1057"/>
            <p:cNvSpPr/>
            <p:nvPr/>
          </p:nvSpPr>
          <p:spPr>
            <a:xfrm>
              <a:off x="1669213" y="50262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8" name="pt1058"/>
            <p:cNvSpPr/>
            <p:nvPr/>
          </p:nvSpPr>
          <p:spPr>
            <a:xfrm>
              <a:off x="1213602" y="50586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9" name="pt1059"/>
            <p:cNvSpPr/>
            <p:nvPr/>
          </p:nvSpPr>
          <p:spPr>
            <a:xfrm>
              <a:off x="3036047" y="47016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0" name="pt1060"/>
            <p:cNvSpPr/>
            <p:nvPr/>
          </p:nvSpPr>
          <p:spPr>
            <a:xfrm>
              <a:off x="1213602" y="4831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1" name="pt1061"/>
            <p:cNvSpPr/>
            <p:nvPr/>
          </p:nvSpPr>
          <p:spPr>
            <a:xfrm>
              <a:off x="1441408" y="4863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2" name="pt1062"/>
            <p:cNvSpPr/>
            <p:nvPr/>
          </p:nvSpPr>
          <p:spPr>
            <a:xfrm>
              <a:off x="1213602" y="48964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3" name="pt1063"/>
            <p:cNvSpPr/>
            <p:nvPr/>
          </p:nvSpPr>
          <p:spPr>
            <a:xfrm>
              <a:off x="1441408" y="51560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4" name="pt1064"/>
            <p:cNvSpPr/>
            <p:nvPr/>
          </p:nvSpPr>
          <p:spPr>
            <a:xfrm>
              <a:off x="1213602" y="548061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5" name="pt1065"/>
            <p:cNvSpPr/>
            <p:nvPr/>
          </p:nvSpPr>
          <p:spPr>
            <a:xfrm>
              <a:off x="985797" y="522096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6" name="pt1066"/>
            <p:cNvSpPr/>
            <p:nvPr/>
          </p:nvSpPr>
          <p:spPr>
            <a:xfrm>
              <a:off x="1441408" y="50262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7" name="pt1067"/>
            <p:cNvSpPr/>
            <p:nvPr/>
          </p:nvSpPr>
          <p:spPr>
            <a:xfrm>
              <a:off x="2580435" y="4831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8" name="pt1068"/>
            <p:cNvSpPr/>
            <p:nvPr/>
          </p:nvSpPr>
          <p:spPr>
            <a:xfrm>
              <a:off x="1441408" y="51560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9" name="pt1069"/>
            <p:cNvSpPr/>
            <p:nvPr/>
          </p:nvSpPr>
          <p:spPr>
            <a:xfrm>
              <a:off x="985797" y="48964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0" name="pt1070"/>
            <p:cNvSpPr/>
            <p:nvPr/>
          </p:nvSpPr>
          <p:spPr>
            <a:xfrm>
              <a:off x="1213602" y="522096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1" name="pt1071"/>
            <p:cNvSpPr/>
            <p:nvPr/>
          </p:nvSpPr>
          <p:spPr>
            <a:xfrm>
              <a:off x="1441408" y="49613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2" name="pt1072"/>
            <p:cNvSpPr/>
            <p:nvPr/>
          </p:nvSpPr>
          <p:spPr>
            <a:xfrm>
              <a:off x="757991" y="535078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3" name="pt1073"/>
            <p:cNvSpPr/>
            <p:nvPr/>
          </p:nvSpPr>
          <p:spPr>
            <a:xfrm>
              <a:off x="1897019" y="45393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4" name="pt1074"/>
            <p:cNvSpPr/>
            <p:nvPr/>
          </p:nvSpPr>
          <p:spPr>
            <a:xfrm>
              <a:off x="757991" y="567534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5" name="pt1075"/>
            <p:cNvSpPr/>
            <p:nvPr/>
          </p:nvSpPr>
          <p:spPr>
            <a:xfrm>
              <a:off x="985797" y="541570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6" name="pt1076"/>
            <p:cNvSpPr/>
            <p:nvPr/>
          </p:nvSpPr>
          <p:spPr>
            <a:xfrm>
              <a:off x="757991" y="57402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7" name="pt1077"/>
            <p:cNvSpPr/>
            <p:nvPr/>
          </p:nvSpPr>
          <p:spPr>
            <a:xfrm>
              <a:off x="1441408" y="48964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8" name="pt1078"/>
            <p:cNvSpPr/>
            <p:nvPr/>
          </p:nvSpPr>
          <p:spPr>
            <a:xfrm>
              <a:off x="2124824" y="522096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9" name="pt1079"/>
            <p:cNvSpPr/>
            <p:nvPr/>
          </p:nvSpPr>
          <p:spPr>
            <a:xfrm>
              <a:off x="1669213" y="47990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0" name="pt1080"/>
            <p:cNvSpPr/>
            <p:nvPr/>
          </p:nvSpPr>
          <p:spPr>
            <a:xfrm>
              <a:off x="3036047" y="46692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1" name="pt1081"/>
            <p:cNvSpPr/>
            <p:nvPr/>
          </p:nvSpPr>
          <p:spPr>
            <a:xfrm>
              <a:off x="757991" y="57402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2" name="pt1082"/>
            <p:cNvSpPr/>
            <p:nvPr/>
          </p:nvSpPr>
          <p:spPr>
            <a:xfrm>
              <a:off x="1441408" y="52858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3" name="pt1083"/>
            <p:cNvSpPr/>
            <p:nvPr/>
          </p:nvSpPr>
          <p:spPr>
            <a:xfrm>
              <a:off x="1213602" y="561043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4" name="pt1084"/>
            <p:cNvSpPr/>
            <p:nvPr/>
          </p:nvSpPr>
          <p:spPr>
            <a:xfrm>
              <a:off x="1441408" y="51560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5" name="pt1085"/>
            <p:cNvSpPr/>
            <p:nvPr/>
          </p:nvSpPr>
          <p:spPr>
            <a:xfrm>
              <a:off x="2580435" y="43122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6" name="pt1086"/>
            <p:cNvSpPr/>
            <p:nvPr/>
          </p:nvSpPr>
          <p:spPr>
            <a:xfrm>
              <a:off x="1213602" y="541570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7" name="pt1087"/>
            <p:cNvSpPr/>
            <p:nvPr/>
          </p:nvSpPr>
          <p:spPr>
            <a:xfrm>
              <a:off x="985797" y="5545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8" name="pt1088"/>
            <p:cNvSpPr/>
            <p:nvPr/>
          </p:nvSpPr>
          <p:spPr>
            <a:xfrm>
              <a:off x="2352630" y="47665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9" name="pt1089"/>
            <p:cNvSpPr/>
            <p:nvPr/>
          </p:nvSpPr>
          <p:spPr>
            <a:xfrm>
              <a:off x="3719463" y="460430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0" name="pt1090"/>
            <p:cNvSpPr/>
            <p:nvPr/>
          </p:nvSpPr>
          <p:spPr>
            <a:xfrm>
              <a:off x="1897019" y="541570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1" name="pt1091"/>
            <p:cNvSpPr/>
            <p:nvPr/>
          </p:nvSpPr>
          <p:spPr>
            <a:xfrm>
              <a:off x="1213602" y="48964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2" name="pt1092"/>
            <p:cNvSpPr/>
            <p:nvPr/>
          </p:nvSpPr>
          <p:spPr>
            <a:xfrm>
              <a:off x="1897019" y="48964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3" name="pt1093"/>
            <p:cNvSpPr/>
            <p:nvPr/>
          </p:nvSpPr>
          <p:spPr>
            <a:xfrm>
              <a:off x="1441408" y="49613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4" name="pt1094"/>
            <p:cNvSpPr/>
            <p:nvPr/>
          </p:nvSpPr>
          <p:spPr>
            <a:xfrm>
              <a:off x="2352630" y="4863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5" name="pt1095"/>
            <p:cNvSpPr/>
            <p:nvPr/>
          </p:nvSpPr>
          <p:spPr>
            <a:xfrm>
              <a:off x="1897019" y="51560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6" name="pt1096"/>
            <p:cNvSpPr/>
            <p:nvPr/>
          </p:nvSpPr>
          <p:spPr>
            <a:xfrm>
              <a:off x="2580435" y="45718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7" name="pt1097"/>
            <p:cNvSpPr/>
            <p:nvPr/>
          </p:nvSpPr>
          <p:spPr>
            <a:xfrm>
              <a:off x="2808241" y="421483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8" name="pt1098"/>
            <p:cNvSpPr/>
            <p:nvPr/>
          </p:nvSpPr>
          <p:spPr>
            <a:xfrm>
              <a:off x="3491658" y="44420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9" name="pt1099"/>
            <p:cNvSpPr/>
            <p:nvPr/>
          </p:nvSpPr>
          <p:spPr>
            <a:xfrm>
              <a:off x="2352630" y="44420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0" name="pt1100"/>
            <p:cNvSpPr/>
            <p:nvPr/>
          </p:nvSpPr>
          <p:spPr>
            <a:xfrm>
              <a:off x="2352630" y="47016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1" name="pt1101"/>
            <p:cNvSpPr/>
            <p:nvPr/>
          </p:nvSpPr>
          <p:spPr>
            <a:xfrm>
              <a:off x="2124824" y="47016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2" name="pt1102"/>
            <p:cNvSpPr/>
            <p:nvPr/>
          </p:nvSpPr>
          <p:spPr>
            <a:xfrm>
              <a:off x="2808241" y="46367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3" name="pt1103"/>
            <p:cNvSpPr/>
            <p:nvPr/>
          </p:nvSpPr>
          <p:spPr>
            <a:xfrm>
              <a:off x="1897019" y="46367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4" name="pt1104"/>
            <p:cNvSpPr/>
            <p:nvPr/>
          </p:nvSpPr>
          <p:spPr>
            <a:xfrm>
              <a:off x="985797" y="50262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5" name="pt1105"/>
            <p:cNvSpPr/>
            <p:nvPr/>
          </p:nvSpPr>
          <p:spPr>
            <a:xfrm>
              <a:off x="3263852" y="522096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6" name="pt1106"/>
            <p:cNvSpPr/>
            <p:nvPr/>
          </p:nvSpPr>
          <p:spPr>
            <a:xfrm>
              <a:off x="3263852" y="46692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7" name="pt1107"/>
            <p:cNvSpPr/>
            <p:nvPr/>
          </p:nvSpPr>
          <p:spPr>
            <a:xfrm>
              <a:off x="1441408" y="47665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8" name="pt1108"/>
            <p:cNvSpPr/>
            <p:nvPr/>
          </p:nvSpPr>
          <p:spPr>
            <a:xfrm>
              <a:off x="2580435" y="44257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9" name="pt1109"/>
            <p:cNvSpPr/>
            <p:nvPr/>
          </p:nvSpPr>
          <p:spPr>
            <a:xfrm>
              <a:off x="2580435" y="44420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0" name="pt1110"/>
            <p:cNvSpPr/>
            <p:nvPr/>
          </p:nvSpPr>
          <p:spPr>
            <a:xfrm>
              <a:off x="2352630" y="45718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1" name="pt1111"/>
            <p:cNvSpPr/>
            <p:nvPr/>
          </p:nvSpPr>
          <p:spPr>
            <a:xfrm>
              <a:off x="2124824" y="447448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2" name="pt1112"/>
            <p:cNvSpPr/>
            <p:nvPr/>
          </p:nvSpPr>
          <p:spPr>
            <a:xfrm>
              <a:off x="1213602" y="51560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3" name="pt1113"/>
            <p:cNvSpPr/>
            <p:nvPr/>
          </p:nvSpPr>
          <p:spPr>
            <a:xfrm>
              <a:off x="1213602" y="564289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4" name="pt1114"/>
            <p:cNvSpPr/>
            <p:nvPr/>
          </p:nvSpPr>
          <p:spPr>
            <a:xfrm>
              <a:off x="1213602" y="47665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5" name="pt1115"/>
            <p:cNvSpPr/>
            <p:nvPr/>
          </p:nvSpPr>
          <p:spPr>
            <a:xfrm>
              <a:off x="1669213" y="548061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6" name="pt1116"/>
            <p:cNvSpPr/>
            <p:nvPr/>
          </p:nvSpPr>
          <p:spPr>
            <a:xfrm>
              <a:off x="1213602" y="509114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7" name="pt1117"/>
            <p:cNvSpPr/>
            <p:nvPr/>
          </p:nvSpPr>
          <p:spPr>
            <a:xfrm>
              <a:off x="3263852" y="48964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8" name="pt1118"/>
            <p:cNvSpPr/>
            <p:nvPr/>
          </p:nvSpPr>
          <p:spPr>
            <a:xfrm>
              <a:off x="1213602" y="522096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9" name="pt1119"/>
            <p:cNvSpPr/>
            <p:nvPr/>
          </p:nvSpPr>
          <p:spPr>
            <a:xfrm>
              <a:off x="2124824" y="49613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0" name="pt1120"/>
            <p:cNvSpPr/>
            <p:nvPr/>
          </p:nvSpPr>
          <p:spPr>
            <a:xfrm>
              <a:off x="1441408" y="535078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1" name="pt1121"/>
            <p:cNvSpPr/>
            <p:nvPr/>
          </p:nvSpPr>
          <p:spPr>
            <a:xfrm>
              <a:off x="1897019" y="447448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2" name="pt1122"/>
            <p:cNvSpPr/>
            <p:nvPr/>
          </p:nvSpPr>
          <p:spPr>
            <a:xfrm>
              <a:off x="1897019" y="5545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3" name="pt1123"/>
            <p:cNvSpPr/>
            <p:nvPr/>
          </p:nvSpPr>
          <p:spPr>
            <a:xfrm>
              <a:off x="1213602" y="50262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4" name="pt1124"/>
            <p:cNvSpPr/>
            <p:nvPr/>
          </p:nvSpPr>
          <p:spPr>
            <a:xfrm>
              <a:off x="2352630" y="49613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5" name="pt1125"/>
            <p:cNvSpPr/>
            <p:nvPr/>
          </p:nvSpPr>
          <p:spPr>
            <a:xfrm>
              <a:off x="1669213" y="522096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6" name="pt1126"/>
            <p:cNvSpPr/>
            <p:nvPr/>
          </p:nvSpPr>
          <p:spPr>
            <a:xfrm>
              <a:off x="1441408" y="47665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7" name="pt1127"/>
            <p:cNvSpPr/>
            <p:nvPr/>
          </p:nvSpPr>
          <p:spPr>
            <a:xfrm>
              <a:off x="1441408" y="509114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8" name="pt1128"/>
            <p:cNvSpPr/>
            <p:nvPr/>
          </p:nvSpPr>
          <p:spPr>
            <a:xfrm>
              <a:off x="1213602" y="4928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9" name="pt1129"/>
            <p:cNvSpPr/>
            <p:nvPr/>
          </p:nvSpPr>
          <p:spPr>
            <a:xfrm>
              <a:off x="1213602" y="46692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0" name="pt1130"/>
            <p:cNvSpPr/>
            <p:nvPr/>
          </p:nvSpPr>
          <p:spPr>
            <a:xfrm>
              <a:off x="985797" y="52858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1" name="pt1131"/>
            <p:cNvSpPr/>
            <p:nvPr/>
          </p:nvSpPr>
          <p:spPr>
            <a:xfrm>
              <a:off x="1669213" y="522096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2" name="pt1132"/>
            <p:cNvSpPr/>
            <p:nvPr/>
          </p:nvSpPr>
          <p:spPr>
            <a:xfrm>
              <a:off x="1213602" y="548061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3" name="pt1133"/>
            <p:cNvSpPr/>
            <p:nvPr/>
          </p:nvSpPr>
          <p:spPr>
            <a:xfrm>
              <a:off x="3036047" y="45718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4" name="pt1134"/>
            <p:cNvSpPr/>
            <p:nvPr/>
          </p:nvSpPr>
          <p:spPr>
            <a:xfrm>
              <a:off x="2808241" y="47990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5" name="pt1135"/>
            <p:cNvSpPr/>
            <p:nvPr/>
          </p:nvSpPr>
          <p:spPr>
            <a:xfrm>
              <a:off x="757991" y="567534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6" name="pt1136"/>
            <p:cNvSpPr/>
            <p:nvPr/>
          </p:nvSpPr>
          <p:spPr>
            <a:xfrm>
              <a:off x="985797" y="522096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7" name="pt1137"/>
            <p:cNvSpPr/>
            <p:nvPr/>
          </p:nvSpPr>
          <p:spPr>
            <a:xfrm>
              <a:off x="1213602" y="52858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8" name="pt1138"/>
            <p:cNvSpPr/>
            <p:nvPr/>
          </p:nvSpPr>
          <p:spPr>
            <a:xfrm>
              <a:off x="1213602" y="5545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9" name="pt1139"/>
            <p:cNvSpPr/>
            <p:nvPr/>
          </p:nvSpPr>
          <p:spPr>
            <a:xfrm>
              <a:off x="985797" y="561043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0" name="pt1140"/>
            <p:cNvSpPr/>
            <p:nvPr/>
          </p:nvSpPr>
          <p:spPr>
            <a:xfrm>
              <a:off x="3036047" y="46367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1" name="pt1141"/>
            <p:cNvSpPr/>
            <p:nvPr/>
          </p:nvSpPr>
          <p:spPr>
            <a:xfrm>
              <a:off x="1441408" y="518850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2" name="pt1142"/>
            <p:cNvSpPr/>
            <p:nvPr/>
          </p:nvSpPr>
          <p:spPr>
            <a:xfrm>
              <a:off x="1669213" y="49613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3" name="pt1143"/>
            <p:cNvSpPr/>
            <p:nvPr/>
          </p:nvSpPr>
          <p:spPr>
            <a:xfrm>
              <a:off x="985797" y="5545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4" name="pt1144"/>
            <p:cNvSpPr/>
            <p:nvPr/>
          </p:nvSpPr>
          <p:spPr>
            <a:xfrm>
              <a:off x="1441408" y="48964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5" name="pt1145"/>
            <p:cNvSpPr/>
            <p:nvPr/>
          </p:nvSpPr>
          <p:spPr>
            <a:xfrm>
              <a:off x="2580435" y="50262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6" name="pt1146"/>
            <p:cNvSpPr/>
            <p:nvPr/>
          </p:nvSpPr>
          <p:spPr>
            <a:xfrm>
              <a:off x="1441408" y="53832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7" name="pt1147"/>
            <p:cNvSpPr/>
            <p:nvPr/>
          </p:nvSpPr>
          <p:spPr>
            <a:xfrm>
              <a:off x="1213602" y="51235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8" name="pt1148"/>
            <p:cNvSpPr/>
            <p:nvPr/>
          </p:nvSpPr>
          <p:spPr>
            <a:xfrm>
              <a:off x="2352630" y="52534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9" name="pt1149"/>
            <p:cNvSpPr/>
            <p:nvPr/>
          </p:nvSpPr>
          <p:spPr>
            <a:xfrm>
              <a:off x="1669213" y="51560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0" name="pt1150"/>
            <p:cNvSpPr/>
            <p:nvPr/>
          </p:nvSpPr>
          <p:spPr>
            <a:xfrm>
              <a:off x="2580435" y="4831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1" name="pt1151"/>
            <p:cNvSpPr/>
            <p:nvPr/>
          </p:nvSpPr>
          <p:spPr>
            <a:xfrm>
              <a:off x="985797" y="551306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2" name="pt1152"/>
            <p:cNvSpPr/>
            <p:nvPr/>
          </p:nvSpPr>
          <p:spPr>
            <a:xfrm>
              <a:off x="1897019" y="45718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3" name="pt1153"/>
            <p:cNvSpPr/>
            <p:nvPr/>
          </p:nvSpPr>
          <p:spPr>
            <a:xfrm>
              <a:off x="1669213" y="50586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4" name="pt1154"/>
            <p:cNvSpPr/>
            <p:nvPr/>
          </p:nvSpPr>
          <p:spPr>
            <a:xfrm>
              <a:off x="2352630" y="52534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5" name="pt1155"/>
            <p:cNvSpPr/>
            <p:nvPr/>
          </p:nvSpPr>
          <p:spPr>
            <a:xfrm>
              <a:off x="985797" y="522096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6" name="pt1156"/>
            <p:cNvSpPr/>
            <p:nvPr/>
          </p:nvSpPr>
          <p:spPr>
            <a:xfrm>
              <a:off x="985797" y="46367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7" name="pt1157"/>
            <p:cNvSpPr/>
            <p:nvPr/>
          </p:nvSpPr>
          <p:spPr>
            <a:xfrm>
              <a:off x="1213602" y="5545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8" name="pt1158"/>
            <p:cNvSpPr/>
            <p:nvPr/>
          </p:nvSpPr>
          <p:spPr>
            <a:xfrm>
              <a:off x="757991" y="551306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9" name="pt1159"/>
            <p:cNvSpPr/>
            <p:nvPr/>
          </p:nvSpPr>
          <p:spPr>
            <a:xfrm>
              <a:off x="2124824" y="518850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0" name="pt1160"/>
            <p:cNvSpPr/>
            <p:nvPr/>
          </p:nvSpPr>
          <p:spPr>
            <a:xfrm>
              <a:off x="2580435" y="45393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1" name="pt1161"/>
            <p:cNvSpPr/>
            <p:nvPr/>
          </p:nvSpPr>
          <p:spPr>
            <a:xfrm>
              <a:off x="1213602" y="509114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2" name="pt1162"/>
            <p:cNvSpPr/>
            <p:nvPr/>
          </p:nvSpPr>
          <p:spPr>
            <a:xfrm>
              <a:off x="1441408" y="53183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3" name="pt1163"/>
            <p:cNvSpPr/>
            <p:nvPr/>
          </p:nvSpPr>
          <p:spPr>
            <a:xfrm>
              <a:off x="2580435" y="522096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4" name="pt1164"/>
            <p:cNvSpPr/>
            <p:nvPr/>
          </p:nvSpPr>
          <p:spPr>
            <a:xfrm>
              <a:off x="2808241" y="49937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5" name="pt1165"/>
            <p:cNvSpPr/>
            <p:nvPr/>
          </p:nvSpPr>
          <p:spPr>
            <a:xfrm>
              <a:off x="2808241" y="509114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6" name="pt1166"/>
            <p:cNvSpPr/>
            <p:nvPr/>
          </p:nvSpPr>
          <p:spPr>
            <a:xfrm>
              <a:off x="1441408" y="4928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7" name="pt1167"/>
            <p:cNvSpPr/>
            <p:nvPr/>
          </p:nvSpPr>
          <p:spPr>
            <a:xfrm>
              <a:off x="1897019" y="46367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8" name="pt1168"/>
            <p:cNvSpPr/>
            <p:nvPr/>
          </p:nvSpPr>
          <p:spPr>
            <a:xfrm>
              <a:off x="3263852" y="44420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9" name="pt1169"/>
            <p:cNvSpPr/>
            <p:nvPr/>
          </p:nvSpPr>
          <p:spPr>
            <a:xfrm>
              <a:off x="1669213" y="52858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0" name="pt1170"/>
            <p:cNvSpPr/>
            <p:nvPr/>
          </p:nvSpPr>
          <p:spPr>
            <a:xfrm>
              <a:off x="1213602" y="48964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1" name="pt1171"/>
            <p:cNvSpPr/>
            <p:nvPr/>
          </p:nvSpPr>
          <p:spPr>
            <a:xfrm>
              <a:off x="1897019" y="46367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2" name="pt1172"/>
            <p:cNvSpPr/>
            <p:nvPr/>
          </p:nvSpPr>
          <p:spPr>
            <a:xfrm>
              <a:off x="2352630" y="47665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3" name="pt1173"/>
            <p:cNvSpPr/>
            <p:nvPr/>
          </p:nvSpPr>
          <p:spPr>
            <a:xfrm>
              <a:off x="2808241" y="47665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4" name="pt1174"/>
            <p:cNvSpPr/>
            <p:nvPr/>
          </p:nvSpPr>
          <p:spPr>
            <a:xfrm>
              <a:off x="1213602" y="51560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5" name="pt1175"/>
            <p:cNvSpPr/>
            <p:nvPr/>
          </p:nvSpPr>
          <p:spPr>
            <a:xfrm>
              <a:off x="1441408" y="522096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6" name="pt1176"/>
            <p:cNvSpPr/>
            <p:nvPr/>
          </p:nvSpPr>
          <p:spPr>
            <a:xfrm>
              <a:off x="985797" y="564289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7" name="pt1177"/>
            <p:cNvSpPr/>
            <p:nvPr/>
          </p:nvSpPr>
          <p:spPr>
            <a:xfrm>
              <a:off x="2580435" y="4928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8" name="pt1178"/>
            <p:cNvSpPr/>
            <p:nvPr/>
          </p:nvSpPr>
          <p:spPr>
            <a:xfrm>
              <a:off x="985797" y="5545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9" name="pt1179"/>
            <p:cNvSpPr/>
            <p:nvPr/>
          </p:nvSpPr>
          <p:spPr>
            <a:xfrm>
              <a:off x="985797" y="567534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0" name="pt1180"/>
            <p:cNvSpPr/>
            <p:nvPr/>
          </p:nvSpPr>
          <p:spPr>
            <a:xfrm>
              <a:off x="3263852" y="48964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1" name="pt1181"/>
            <p:cNvSpPr/>
            <p:nvPr/>
          </p:nvSpPr>
          <p:spPr>
            <a:xfrm>
              <a:off x="985797" y="548061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2" name="pt1182"/>
            <p:cNvSpPr/>
            <p:nvPr/>
          </p:nvSpPr>
          <p:spPr>
            <a:xfrm>
              <a:off x="2352630" y="473412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3" name="pt1183"/>
            <p:cNvSpPr/>
            <p:nvPr/>
          </p:nvSpPr>
          <p:spPr>
            <a:xfrm>
              <a:off x="2352630" y="45718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4" name="pt1184"/>
            <p:cNvSpPr/>
            <p:nvPr/>
          </p:nvSpPr>
          <p:spPr>
            <a:xfrm>
              <a:off x="985797" y="53183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5" name="pt1185"/>
            <p:cNvSpPr/>
            <p:nvPr/>
          </p:nvSpPr>
          <p:spPr>
            <a:xfrm>
              <a:off x="1669213" y="5545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6" name="pl1186"/>
            <p:cNvSpPr/>
            <p:nvPr/>
          </p:nvSpPr>
          <p:spPr>
            <a:xfrm>
              <a:off x="782817" y="4210115"/>
              <a:ext cx="3417083" cy="1214998"/>
            </a:xfrm>
            <a:custGeom>
              <a:avLst/>
              <a:gdLst/>
              <a:ahLst/>
              <a:cxnLst/>
              <a:rect l="0" t="0" r="0" b="0"/>
              <a:pathLst>
                <a:path w="3417083" h="1214998">
                  <a:moveTo>
                    <a:pt x="0" y="1214998"/>
                  </a:moveTo>
                  <a:lnTo>
                    <a:pt x="43254" y="1199618"/>
                  </a:lnTo>
                  <a:lnTo>
                    <a:pt x="86508" y="1184238"/>
                  </a:lnTo>
                  <a:lnTo>
                    <a:pt x="129762" y="1168859"/>
                  </a:lnTo>
                  <a:lnTo>
                    <a:pt x="173016" y="1153479"/>
                  </a:lnTo>
                  <a:lnTo>
                    <a:pt x="216271" y="1138099"/>
                  </a:lnTo>
                  <a:lnTo>
                    <a:pt x="259525" y="1122719"/>
                  </a:lnTo>
                  <a:lnTo>
                    <a:pt x="302779" y="1107340"/>
                  </a:lnTo>
                  <a:lnTo>
                    <a:pt x="346033" y="1091960"/>
                  </a:lnTo>
                  <a:lnTo>
                    <a:pt x="389287" y="1076580"/>
                  </a:lnTo>
                  <a:lnTo>
                    <a:pt x="432542" y="1061201"/>
                  </a:lnTo>
                  <a:lnTo>
                    <a:pt x="475796" y="1045821"/>
                  </a:lnTo>
                  <a:lnTo>
                    <a:pt x="519050" y="1030441"/>
                  </a:lnTo>
                  <a:lnTo>
                    <a:pt x="562304" y="1015061"/>
                  </a:lnTo>
                  <a:lnTo>
                    <a:pt x="605559" y="999682"/>
                  </a:lnTo>
                  <a:lnTo>
                    <a:pt x="648813" y="984302"/>
                  </a:lnTo>
                  <a:lnTo>
                    <a:pt x="692067" y="968922"/>
                  </a:lnTo>
                  <a:lnTo>
                    <a:pt x="735321" y="953542"/>
                  </a:lnTo>
                  <a:lnTo>
                    <a:pt x="778575" y="938163"/>
                  </a:lnTo>
                  <a:lnTo>
                    <a:pt x="821830" y="922783"/>
                  </a:lnTo>
                  <a:lnTo>
                    <a:pt x="865084" y="907403"/>
                  </a:lnTo>
                  <a:lnTo>
                    <a:pt x="908338" y="892024"/>
                  </a:lnTo>
                  <a:lnTo>
                    <a:pt x="951592" y="876644"/>
                  </a:lnTo>
                  <a:lnTo>
                    <a:pt x="994847" y="861264"/>
                  </a:lnTo>
                  <a:lnTo>
                    <a:pt x="1038101" y="845884"/>
                  </a:lnTo>
                  <a:lnTo>
                    <a:pt x="1081355" y="830505"/>
                  </a:lnTo>
                  <a:lnTo>
                    <a:pt x="1124609" y="815125"/>
                  </a:lnTo>
                  <a:lnTo>
                    <a:pt x="1167863" y="799745"/>
                  </a:lnTo>
                  <a:lnTo>
                    <a:pt x="1211118" y="784365"/>
                  </a:lnTo>
                  <a:lnTo>
                    <a:pt x="1254372" y="768986"/>
                  </a:lnTo>
                  <a:lnTo>
                    <a:pt x="1297626" y="753606"/>
                  </a:lnTo>
                  <a:lnTo>
                    <a:pt x="1340880" y="738226"/>
                  </a:lnTo>
                  <a:lnTo>
                    <a:pt x="1384135" y="722847"/>
                  </a:lnTo>
                  <a:lnTo>
                    <a:pt x="1427389" y="707467"/>
                  </a:lnTo>
                  <a:lnTo>
                    <a:pt x="1470643" y="692087"/>
                  </a:lnTo>
                  <a:lnTo>
                    <a:pt x="1513897" y="676707"/>
                  </a:lnTo>
                  <a:lnTo>
                    <a:pt x="1557151" y="661328"/>
                  </a:lnTo>
                  <a:lnTo>
                    <a:pt x="1600406" y="645948"/>
                  </a:lnTo>
                  <a:lnTo>
                    <a:pt x="1643660" y="630568"/>
                  </a:lnTo>
                  <a:lnTo>
                    <a:pt x="1686914" y="615189"/>
                  </a:lnTo>
                  <a:lnTo>
                    <a:pt x="1730168" y="599809"/>
                  </a:lnTo>
                  <a:lnTo>
                    <a:pt x="1773423" y="584429"/>
                  </a:lnTo>
                  <a:lnTo>
                    <a:pt x="1816677" y="569049"/>
                  </a:lnTo>
                  <a:lnTo>
                    <a:pt x="1859931" y="553670"/>
                  </a:lnTo>
                  <a:lnTo>
                    <a:pt x="1903185" y="538290"/>
                  </a:lnTo>
                  <a:lnTo>
                    <a:pt x="1946439" y="522910"/>
                  </a:lnTo>
                  <a:lnTo>
                    <a:pt x="1989694" y="507530"/>
                  </a:lnTo>
                  <a:lnTo>
                    <a:pt x="2032948" y="492151"/>
                  </a:lnTo>
                  <a:lnTo>
                    <a:pt x="2076202" y="476771"/>
                  </a:lnTo>
                  <a:lnTo>
                    <a:pt x="2119456" y="461391"/>
                  </a:lnTo>
                  <a:lnTo>
                    <a:pt x="2162711" y="446012"/>
                  </a:lnTo>
                  <a:lnTo>
                    <a:pt x="2205965" y="430632"/>
                  </a:lnTo>
                  <a:lnTo>
                    <a:pt x="2249219" y="415252"/>
                  </a:lnTo>
                  <a:lnTo>
                    <a:pt x="2292473" y="399872"/>
                  </a:lnTo>
                  <a:lnTo>
                    <a:pt x="2335727" y="384493"/>
                  </a:lnTo>
                  <a:lnTo>
                    <a:pt x="2378982" y="369113"/>
                  </a:lnTo>
                  <a:lnTo>
                    <a:pt x="2422236" y="353733"/>
                  </a:lnTo>
                  <a:lnTo>
                    <a:pt x="2465490" y="338353"/>
                  </a:lnTo>
                  <a:lnTo>
                    <a:pt x="2508744" y="322974"/>
                  </a:lnTo>
                  <a:lnTo>
                    <a:pt x="2551999" y="307594"/>
                  </a:lnTo>
                  <a:lnTo>
                    <a:pt x="2595253" y="292214"/>
                  </a:lnTo>
                  <a:lnTo>
                    <a:pt x="2638507" y="276835"/>
                  </a:lnTo>
                  <a:lnTo>
                    <a:pt x="2681761" y="261455"/>
                  </a:lnTo>
                  <a:lnTo>
                    <a:pt x="2725015" y="246075"/>
                  </a:lnTo>
                  <a:lnTo>
                    <a:pt x="2768270" y="230695"/>
                  </a:lnTo>
                  <a:lnTo>
                    <a:pt x="2811524" y="215316"/>
                  </a:lnTo>
                  <a:lnTo>
                    <a:pt x="2854778" y="199936"/>
                  </a:lnTo>
                  <a:lnTo>
                    <a:pt x="2898032" y="184556"/>
                  </a:lnTo>
                  <a:lnTo>
                    <a:pt x="2941287" y="169176"/>
                  </a:lnTo>
                  <a:lnTo>
                    <a:pt x="2984541" y="153797"/>
                  </a:lnTo>
                  <a:lnTo>
                    <a:pt x="3027795" y="138417"/>
                  </a:lnTo>
                  <a:lnTo>
                    <a:pt x="3071049" y="123037"/>
                  </a:lnTo>
                  <a:lnTo>
                    <a:pt x="3114303" y="107658"/>
                  </a:lnTo>
                  <a:lnTo>
                    <a:pt x="3157558" y="92278"/>
                  </a:lnTo>
                  <a:lnTo>
                    <a:pt x="3200812" y="76898"/>
                  </a:lnTo>
                  <a:lnTo>
                    <a:pt x="3244066" y="61518"/>
                  </a:lnTo>
                  <a:lnTo>
                    <a:pt x="3287320" y="46139"/>
                  </a:lnTo>
                  <a:lnTo>
                    <a:pt x="3330575" y="30759"/>
                  </a:lnTo>
                  <a:lnTo>
                    <a:pt x="3373829" y="15379"/>
                  </a:lnTo>
                  <a:lnTo>
                    <a:pt x="3417083" y="0"/>
                  </a:lnTo>
                </a:path>
              </a:pathLst>
            </a:custGeom>
            <a:ln w="27101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7" name="tx1187"/>
            <p:cNvSpPr/>
            <p:nvPr/>
          </p:nvSpPr>
          <p:spPr>
            <a:xfrm>
              <a:off x="799902" y="3669504"/>
              <a:ext cx="91715" cy="909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 i="1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1188" name="tx1188"/>
            <p:cNvSpPr/>
            <p:nvPr/>
          </p:nvSpPr>
          <p:spPr>
            <a:xfrm>
              <a:off x="905254" y="3633952"/>
              <a:ext cx="49441" cy="638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189" name="tx1189"/>
            <p:cNvSpPr/>
            <p:nvPr/>
          </p:nvSpPr>
          <p:spPr>
            <a:xfrm>
              <a:off x="954696" y="3760413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190" name="tx1190"/>
            <p:cNvSpPr/>
            <p:nvPr/>
          </p:nvSpPr>
          <p:spPr>
            <a:xfrm>
              <a:off x="989485" y="3722400"/>
              <a:ext cx="74166" cy="3801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1191" name="tx1191"/>
            <p:cNvSpPr/>
            <p:nvPr/>
          </p:nvSpPr>
          <p:spPr>
            <a:xfrm>
              <a:off x="1063651" y="3760413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192" name="tx1192"/>
            <p:cNvSpPr/>
            <p:nvPr/>
          </p:nvSpPr>
          <p:spPr>
            <a:xfrm>
              <a:off x="1098439" y="3667581"/>
              <a:ext cx="247178" cy="9283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0.54</a:t>
              </a:r>
            </a:p>
          </p:txBody>
        </p:sp>
        <p:sp>
          <p:nvSpPr>
            <p:cNvPr id="1193" name="pl1193"/>
            <p:cNvSpPr/>
            <p:nvPr/>
          </p:nvSpPr>
          <p:spPr>
            <a:xfrm>
              <a:off x="4471975" y="5440526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4" name="pl1194"/>
            <p:cNvSpPr/>
            <p:nvPr/>
          </p:nvSpPr>
          <p:spPr>
            <a:xfrm>
              <a:off x="4471975" y="4791409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5" name="pl1195"/>
            <p:cNvSpPr/>
            <p:nvPr/>
          </p:nvSpPr>
          <p:spPr>
            <a:xfrm>
              <a:off x="4471975" y="4142293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6" name="pl1196"/>
            <p:cNvSpPr/>
            <p:nvPr/>
          </p:nvSpPr>
          <p:spPr>
            <a:xfrm>
              <a:off x="5160569" y="3513467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7" name="pl1197"/>
            <p:cNvSpPr/>
            <p:nvPr/>
          </p:nvSpPr>
          <p:spPr>
            <a:xfrm>
              <a:off x="6196049" y="3513467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8" name="pl1198"/>
            <p:cNvSpPr/>
            <p:nvPr/>
          </p:nvSpPr>
          <p:spPr>
            <a:xfrm>
              <a:off x="7231529" y="3513467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9" name="pl1199"/>
            <p:cNvSpPr/>
            <p:nvPr/>
          </p:nvSpPr>
          <p:spPr>
            <a:xfrm>
              <a:off x="4471975" y="5765085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0" name="pl1200"/>
            <p:cNvSpPr/>
            <p:nvPr/>
          </p:nvSpPr>
          <p:spPr>
            <a:xfrm>
              <a:off x="4471975" y="5115968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1" name="pl1201"/>
            <p:cNvSpPr/>
            <p:nvPr/>
          </p:nvSpPr>
          <p:spPr>
            <a:xfrm>
              <a:off x="4471975" y="4466851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2" name="pl1202"/>
            <p:cNvSpPr/>
            <p:nvPr/>
          </p:nvSpPr>
          <p:spPr>
            <a:xfrm>
              <a:off x="4471975" y="3817734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3" name="pl1203"/>
            <p:cNvSpPr/>
            <p:nvPr/>
          </p:nvSpPr>
          <p:spPr>
            <a:xfrm>
              <a:off x="4642829" y="3513467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4" name="pl1204"/>
            <p:cNvSpPr/>
            <p:nvPr/>
          </p:nvSpPr>
          <p:spPr>
            <a:xfrm>
              <a:off x="5678309" y="3513467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5" name="pl1205"/>
            <p:cNvSpPr/>
            <p:nvPr/>
          </p:nvSpPr>
          <p:spPr>
            <a:xfrm>
              <a:off x="6713789" y="3513467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6" name="pl1206"/>
            <p:cNvSpPr/>
            <p:nvPr/>
          </p:nvSpPr>
          <p:spPr>
            <a:xfrm>
              <a:off x="7749269" y="3513467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7" name="pt1207"/>
            <p:cNvSpPr/>
            <p:nvPr/>
          </p:nvSpPr>
          <p:spPr>
            <a:xfrm>
              <a:off x="6378319" y="49613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8" name="pt1208"/>
            <p:cNvSpPr/>
            <p:nvPr/>
          </p:nvSpPr>
          <p:spPr>
            <a:xfrm>
              <a:off x="7154929" y="44420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9" name="pt1209"/>
            <p:cNvSpPr/>
            <p:nvPr/>
          </p:nvSpPr>
          <p:spPr>
            <a:xfrm>
              <a:off x="6585415" y="49613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0" name="pt1210"/>
            <p:cNvSpPr/>
            <p:nvPr/>
          </p:nvSpPr>
          <p:spPr>
            <a:xfrm>
              <a:off x="6119449" y="47665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1" name="pt1211"/>
            <p:cNvSpPr/>
            <p:nvPr/>
          </p:nvSpPr>
          <p:spPr>
            <a:xfrm>
              <a:off x="7362025" y="45718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2" name="pt1212"/>
            <p:cNvSpPr/>
            <p:nvPr/>
          </p:nvSpPr>
          <p:spPr>
            <a:xfrm>
              <a:off x="6326545" y="52534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3" name="pt1213"/>
            <p:cNvSpPr/>
            <p:nvPr/>
          </p:nvSpPr>
          <p:spPr>
            <a:xfrm>
              <a:off x="5964127" y="48964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4" name="pt1214"/>
            <p:cNvSpPr/>
            <p:nvPr/>
          </p:nvSpPr>
          <p:spPr>
            <a:xfrm>
              <a:off x="6171223" y="541570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5" name="pt1215"/>
            <p:cNvSpPr/>
            <p:nvPr/>
          </p:nvSpPr>
          <p:spPr>
            <a:xfrm>
              <a:off x="5705257" y="51560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6" name="pt1216"/>
            <p:cNvSpPr/>
            <p:nvPr/>
          </p:nvSpPr>
          <p:spPr>
            <a:xfrm>
              <a:off x="6326545" y="4863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7" name="pt1217"/>
            <p:cNvSpPr/>
            <p:nvPr/>
          </p:nvSpPr>
          <p:spPr>
            <a:xfrm>
              <a:off x="5601709" y="548061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8" name="pt1218"/>
            <p:cNvSpPr/>
            <p:nvPr/>
          </p:nvSpPr>
          <p:spPr>
            <a:xfrm>
              <a:off x="6119449" y="48964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9" name="pt1219"/>
            <p:cNvSpPr/>
            <p:nvPr/>
          </p:nvSpPr>
          <p:spPr>
            <a:xfrm>
              <a:off x="6792511" y="460430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0" name="pt1220"/>
            <p:cNvSpPr/>
            <p:nvPr/>
          </p:nvSpPr>
          <p:spPr>
            <a:xfrm>
              <a:off x="6171223" y="51560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1" name="pt1221"/>
            <p:cNvSpPr/>
            <p:nvPr/>
          </p:nvSpPr>
          <p:spPr>
            <a:xfrm>
              <a:off x="6274771" y="47016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2" name="pt1222"/>
            <p:cNvSpPr/>
            <p:nvPr/>
          </p:nvSpPr>
          <p:spPr>
            <a:xfrm>
              <a:off x="7051381" y="47665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3" name="pt1223"/>
            <p:cNvSpPr/>
            <p:nvPr/>
          </p:nvSpPr>
          <p:spPr>
            <a:xfrm>
              <a:off x="5653483" y="561043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4" name="pt1224"/>
            <p:cNvSpPr/>
            <p:nvPr/>
          </p:nvSpPr>
          <p:spPr>
            <a:xfrm>
              <a:off x="6481867" y="4831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5" name="pt1225"/>
            <p:cNvSpPr/>
            <p:nvPr/>
          </p:nvSpPr>
          <p:spPr>
            <a:xfrm>
              <a:off x="6792511" y="45069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6" name="pt1226"/>
            <p:cNvSpPr/>
            <p:nvPr/>
          </p:nvSpPr>
          <p:spPr>
            <a:xfrm>
              <a:off x="6378319" y="47990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7" name="pt1227"/>
            <p:cNvSpPr/>
            <p:nvPr/>
          </p:nvSpPr>
          <p:spPr>
            <a:xfrm>
              <a:off x="7569121" y="42797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8" name="pt1228"/>
            <p:cNvSpPr/>
            <p:nvPr/>
          </p:nvSpPr>
          <p:spPr>
            <a:xfrm>
              <a:off x="6274771" y="45718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9" name="pt1229"/>
            <p:cNvSpPr/>
            <p:nvPr/>
          </p:nvSpPr>
          <p:spPr>
            <a:xfrm>
              <a:off x="6896059" y="447448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0" name="pt1230"/>
            <p:cNvSpPr/>
            <p:nvPr/>
          </p:nvSpPr>
          <p:spPr>
            <a:xfrm>
              <a:off x="6326545" y="48964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1" name="pt1231"/>
            <p:cNvSpPr/>
            <p:nvPr/>
          </p:nvSpPr>
          <p:spPr>
            <a:xfrm>
              <a:off x="6119449" y="447448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2" name="pt1232"/>
            <p:cNvSpPr/>
            <p:nvPr/>
          </p:nvSpPr>
          <p:spPr>
            <a:xfrm>
              <a:off x="6222997" y="47016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3" name="pt1233"/>
            <p:cNvSpPr/>
            <p:nvPr/>
          </p:nvSpPr>
          <p:spPr>
            <a:xfrm>
              <a:off x="6585415" y="43771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4" name="pt1234"/>
            <p:cNvSpPr/>
            <p:nvPr/>
          </p:nvSpPr>
          <p:spPr>
            <a:xfrm>
              <a:off x="6430093" y="46692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5" name="pt1235"/>
            <p:cNvSpPr/>
            <p:nvPr/>
          </p:nvSpPr>
          <p:spPr>
            <a:xfrm>
              <a:off x="5705257" y="50262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6" name="pt1236"/>
            <p:cNvSpPr/>
            <p:nvPr/>
          </p:nvSpPr>
          <p:spPr>
            <a:xfrm>
              <a:off x="6119449" y="46692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7" name="pt1237"/>
            <p:cNvSpPr/>
            <p:nvPr/>
          </p:nvSpPr>
          <p:spPr>
            <a:xfrm>
              <a:off x="6481867" y="51235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8" name="pt1238"/>
            <p:cNvSpPr/>
            <p:nvPr/>
          </p:nvSpPr>
          <p:spPr>
            <a:xfrm>
              <a:off x="6844285" y="47990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9" name="pt1239"/>
            <p:cNvSpPr/>
            <p:nvPr/>
          </p:nvSpPr>
          <p:spPr>
            <a:xfrm>
              <a:off x="6999607" y="44095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0" name="pt1240"/>
            <p:cNvSpPr/>
            <p:nvPr/>
          </p:nvSpPr>
          <p:spPr>
            <a:xfrm>
              <a:off x="5135743" y="522096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1" name="pt1241"/>
            <p:cNvSpPr/>
            <p:nvPr/>
          </p:nvSpPr>
          <p:spPr>
            <a:xfrm>
              <a:off x="6430093" y="47665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2" name="pt1242"/>
            <p:cNvSpPr/>
            <p:nvPr/>
          </p:nvSpPr>
          <p:spPr>
            <a:xfrm>
              <a:off x="5757031" y="53832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3" name="pt1243"/>
            <p:cNvSpPr/>
            <p:nvPr/>
          </p:nvSpPr>
          <p:spPr>
            <a:xfrm>
              <a:off x="6378319" y="47990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4" name="pt1244"/>
            <p:cNvSpPr/>
            <p:nvPr/>
          </p:nvSpPr>
          <p:spPr>
            <a:xfrm>
              <a:off x="5498161" y="52858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5" name="pt1245"/>
            <p:cNvSpPr/>
            <p:nvPr/>
          </p:nvSpPr>
          <p:spPr>
            <a:xfrm>
              <a:off x="5187517" y="57078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6" name="pt1246"/>
            <p:cNvSpPr/>
            <p:nvPr/>
          </p:nvSpPr>
          <p:spPr>
            <a:xfrm>
              <a:off x="5549935" y="51560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7" name="pt1247"/>
            <p:cNvSpPr/>
            <p:nvPr/>
          </p:nvSpPr>
          <p:spPr>
            <a:xfrm>
              <a:off x="4618003" y="57402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8" name="pt1248"/>
            <p:cNvSpPr/>
            <p:nvPr/>
          </p:nvSpPr>
          <p:spPr>
            <a:xfrm>
              <a:off x="4618003" y="57402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9" name="pt1249"/>
            <p:cNvSpPr/>
            <p:nvPr/>
          </p:nvSpPr>
          <p:spPr>
            <a:xfrm>
              <a:off x="4618003" y="57402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0" name="pt1250"/>
            <p:cNvSpPr/>
            <p:nvPr/>
          </p:nvSpPr>
          <p:spPr>
            <a:xfrm>
              <a:off x="4618003" y="57402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1" name="pt1251"/>
            <p:cNvSpPr/>
            <p:nvPr/>
          </p:nvSpPr>
          <p:spPr>
            <a:xfrm>
              <a:off x="6171223" y="49613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2" name="pt1252"/>
            <p:cNvSpPr/>
            <p:nvPr/>
          </p:nvSpPr>
          <p:spPr>
            <a:xfrm>
              <a:off x="5964127" y="46367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3" name="pt1253"/>
            <p:cNvSpPr/>
            <p:nvPr/>
          </p:nvSpPr>
          <p:spPr>
            <a:xfrm>
              <a:off x="6844285" y="460430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4" name="pt1254"/>
            <p:cNvSpPr/>
            <p:nvPr/>
          </p:nvSpPr>
          <p:spPr>
            <a:xfrm>
              <a:off x="4618003" y="57402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5" name="pt1255"/>
            <p:cNvSpPr/>
            <p:nvPr/>
          </p:nvSpPr>
          <p:spPr>
            <a:xfrm>
              <a:off x="5964127" y="47665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6" name="pt1256"/>
            <p:cNvSpPr/>
            <p:nvPr/>
          </p:nvSpPr>
          <p:spPr>
            <a:xfrm>
              <a:off x="4669777" y="57402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7" name="pt1257"/>
            <p:cNvSpPr/>
            <p:nvPr/>
          </p:nvSpPr>
          <p:spPr>
            <a:xfrm>
              <a:off x="5860579" y="54481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8" name="pt1258"/>
            <p:cNvSpPr/>
            <p:nvPr/>
          </p:nvSpPr>
          <p:spPr>
            <a:xfrm>
              <a:off x="6222997" y="49613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9" name="pt1259"/>
            <p:cNvSpPr/>
            <p:nvPr/>
          </p:nvSpPr>
          <p:spPr>
            <a:xfrm>
              <a:off x="7206703" y="44095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0" name="pt1260"/>
            <p:cNvSpPr/>
            <p:nvPr/>
          </p:nvSpPr>
          <p:spPr>
            <a:xfrm>
              <a:off x="5239291" y="522096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1" name="pt1261"/>
            <p:cNvSpPr/>
            <p:nvPr/>
          </p:nvSpPr>
          <p:spPr>
            <a:xfrm>
              <a:off x="4618003" y="57402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2" name="pt1262"/>
            <p:cNvSpPr/>
            <p:nvPr/>
          </p:nvSpPr>
          <p:spPr>
            <a:xfrm>
              <a:off x="5964127" y="52534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3" name="pt1263"/>
            <p:cNvSpPr/>
            <p:nvPr/>
          </p:nvSpPr>
          <p:spPr>
            <a:xfrm>
              <a:off x="5860579" y="473412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4" name="pt1264"/>
            <p:cNvSpPr/>
            <p:nvPr/>
          </p:nvSpPr>
          <p:spPr>
            <a:xfrm>
              <a:off x="5498161" y="4863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5" name="pt1265"/>
            <p:cNvSpPr/>
            <p:nvPr/>
          </p:nvSpPr>
          <p:spPr>
            <a:xfrm>
              <a:off x="6844285" y="46692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6" name="pt1266"/>
            <p:cNvSpPr/>
            <p:nvPr/>
          </p:nvSpPr>
          <p:spPr>
            <a:xfrm>
              <a:off x="6792511" y="414992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7" name="pt1267"/>
            <p:cNvSpPr/>
            <p:nvPr/>
          </p:nvSpPr>
          <p:spPr>
            <a:xfrm>
              <a:off x="5860579" y="47665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8" name="pt1268"/>
            <p:cNvSpPr/>
            <p:nvPr/>
          </p:nvSpPr>
          <p:spPr>
            <a:xfrm>
              <a:off x="6896059" y="44420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9" name="pt1269"/>
            <p:cNvSpPr/>
            <p:nvPr/>
          </p:nvSpPr>
          <p:spPr>
            <a:xfrm>
              <a:off x="7931539" y="41823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0" name="pt1270"/>
            <p:cNvSpPr/>
            <p:nvPr/>
          </p:nvSpPr>
          <p:spPr>
            <a:xfrm>
              <a:off x="7362025" y="53832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1" name="pt1271"/>
            <p:cNvSpPr/>
            <p:nvPr/>
          </p:nvSpPr>
          <p:spPr>
            <a:xfrm>
              <a:off x="7569121" y="41823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2" name="pt1272"/>
            <p:cNvSpPr/>
            <p:nvPr/>
          </p:nvSpPr>
          <p:spPr>
            <a:xfrm>
              <a:off x="7103155" y="4831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3" name="pt1273"/>
            <p:cNvSpPr/>
            <p:nvPr/>
          </p:nvSpPr>
          <p:spPr>
            <a:xfrm>
              <a:off x="6378319" y="46367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4" name="pt1274"/>
            <p:cNvSpPr/>
            <p:nvPr/>
          </p:nvSpPr>
          <p:spPr>
            <a:xfrm>
              <a:off x="7620895" y="434465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5" name="pt1275"/>
            <p:cNvSpPr/>
            <p:nvPr/>
          </p:nvSpPr>
          <p:spPr>
            <a:xfrm>
              <a:off x="5601709" y="52534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6" name="pt1276"/>
            <p:cNvSpPr/>
            <p:nvPr/>
          </p:nvSpPr>
          <p:spPr>
            <a:xfrm>
              <a:off x="6481867" y="45069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7" name="pt1277"/>
            <p:cNvSpPr/>
            <p:nvPr/>
          </p:nvSpPr>
          <p:spPr>
            <a:xfrm>
              <a:off x="6585415" y="44420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8" name="pt1278"/>
            <p:cNvSpPr/>
            <p:nvPr/>
          </p:nvSpPr>
          <p:spPr>
            <a:xfrm>
              <a:off x="6947833" y="51560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9" name="pt1279"/>
            <p:cNvSpPr/>
            <p:nvPr/>
          </p:nvSpPr>
          <p:spPr>
            <a:xfrm>
              <a:off x="6067675" y="49613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0" name="pt1280"/>
            <p:cNvSpPr/>
            <p:nvPr/>
          </p:nvSpPr>
          <p:spPr>
            <a:xfrm>
              <a:off x="7154929" y="460430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1" name="pt1281"/>
            <p:cNvSpPr/>
            <p:nvPr/>
          </p:nvSpPr>
          <p:spPr>
            <a:xfrm>
              <a:off x="7258477" y="48964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2" name="pt1282"/>
            <p:cNvSpPr/>
            <p:nvPr/>
          </p:nvSpPr>
          <p:spPr>
            <a:xfrm>
              <a:off x="6274771" y="49937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3" name="pt1283"/>
            <p:cNvSpPr/>
            <p:nvPr/>
          </p:nvSpPr>
          <p:spPr>
            <a:xfrm>
              <a:off x="7154929" y="47016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4" name="pt1284"/>
            <p:cNvSpPr/>
            <p:nvPr/>
          </p:nvSpPr>
          <p:spPr>
            <a:xfrm>
              <a:off x="7517347" y="42472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5" name="pt1285"/>
            <p:cNvSpPr/>
            <p:nvPr/>
          </p:nvSpPr>
          <p:spPr>
            <a:xfrm>
              <a:off x="6119449" y="473412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6" name="pt1286"/>
            <p:cNvSpPr/>
            <p:nvPr/>
          </p:nvSpPr>
          <p:spPr>
            <a:xfrm>
              <a:off x="6222997" y="522096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7" name="pt1287"/>
            <p:cNvSpPr/>
            <p:nvPr/>
          </p:nvSpPr>
          <p:spPr>
            <a:xfrm>
              <a:off x="5601709" y="51560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8" name="pt1288"/>
            <p:cNvSpPr/>
            <p:nvPr/>
          </p:nvSpPr>
          <p:spPr>
            <a:xfrm>
              <a:off x="6792511" y="46367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9" name="pt1289"/>
            <p:cNvSpPr/>
            <p:nvPr/>
          </p:nvSpPr>
          <p:spPr>
            <a:xfrm>
              <a:off x="7258477" y="421483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0" name="pt1290"/>
            <p:cNvSpPr/>
            <p:nvPr/>
          </p:nvSpPr>
          <p:spPr>
            <a:xfrm>
              <a:off x="6792511" y="46367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1" name="pt1291"/>
            <p:cNvSpPr/>
            <p:nvPr/>
          </p:nvSpPr>
          <p:spPr>
            <a:xfrm>
              <a:off x="5032195" y="548061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2" name="pt1292"/>
            <p:cNvSpPr/>
            <p:nvPr/>
          </p:nvSpPr>
          <p:spPr>
            <a:xfrm>
              <a:off x="6171223" y="522096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3" name="pt1293"/>
            <p:cNvSpPr/>
            <p:nvPr/>
          </p:nvSpPr>
          <p:spPr>
            <a:xfrm>
              <a:off x="5705257" y="51560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4" name="pt1294"/>
            <p:cNvSpPr/>
            <p:nvPr/>
          </p:nvSpPr>
          <p:spPr>
            <a:xfrm>
              <a:off x="6740737" y="46367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5" name="pt1295"/>
            <p:cNvSpPr/>
            <p:nvPr/>
          </p:nvSpPr>
          <p:spPr>
            <a:xfrm>
              <a:off x="8035087" y="44095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6" name="pt1296"/>
            <p:cNvSpPr/>
            <p:nvPr/>
          </p:nvSpPr>
          <p:spPr>
            <a:xfrm>
              <a:off x="5498161" y="52858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7" name="pt1297"/>
            <p:cNvSpPr/>
            <p:nvPr/>
          </p:nvSpPr>
          <p:spPr>
            <a:xfrm>
              <a:off x="6585415" y="49937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8" name="pt1298"/>
            <p:cNvSpPr/>
            <p:nvPr/>
          </p:nvSpPr>
          <p:spPr>
            <a:xfrm>
              <a:off x="5291065" y="535078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9" name="pt1299"/>
            <p:cNvSpPr/>
            <p:nvPr/>
          </p:nvSpPr>
          <p:spPr>
            <a:xfrm>
              <a:off x="6740737" y="47016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0" name="pt1300"/>
            <p:cNvSpPr/>
            <p:nvPr/>
          </p:nvSpPr>
          <p:spPr>
            <a:xfrm>
              <a:off x="6222997" y="49613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1" name="pt1301"/>
            <p:cNvSpPr/>
            <p:nvPr/>
          </p:nvSpPr>
          <p:spPr>
            <a:xfrm>
              <a:off x="6637189" y="46367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2" name="pt1302"/>
            <p:cNvSpPr/>
            <p:nvPr/>
          </p:nvSpPr>
          <p:spPr>
            <a:xfrm>
              <a:off x="6015901" y="49613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3" name="pt1303"/>
            <p:cNvSpPr/>
            <p:nvPr/>
          </p:nvSpPr>
          <p:spPr>
            <a:xfrm>
              <a:off x="7051381" y="49613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4" name="pt1304"/>
            <p:cNvSpPr/>
            <p:nvPr/>
          </p:nvSpPr>
          <p:spPr>
            <a:xfrm>
              <a:off x="5964127" y="48964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5" name="pt1305"/>
            <p:cNvSpPr/>
            <p:nvPr/>
          </p:nvSpPr>
          <p:spPr>
            <a:xfrm>
              <a:off x="7569121" y="45718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6" name="pt1306"/>
            <p:cNvSpPr/>
            <p:nvPr/>
          </p:nvSpPr>
          <p:spPr>
            <a:xfrm>
              <a:off x="6222997" y="509114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7" name="pt1307"/>
            <p:cNvSpPr/>
            <p:nvPr/>
          </p:nvSpPr>
          <p:spPr>
            <a:xfrm>
              <a:off x="5860579" y="48964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8" name="pt1308"/>
            <p:cNvSpPr/>
            <p:nvPr/>
          </p:nvSpPr>
          <p:spPr>
            <a:xfrm>
              <a:off x="6430093" y="460430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9" name="pt1309"/>
            <p:cNvSpPr/>
            <p:nvPr/>
          </p:nvSpPr>
          <p:spPr>
            <a:xfrm>
              <a:off x="6119449" y="509114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0" name="pt1310"/>
            <p:cNvSpPr/>
            <p:nvPr/>
          </p:nvSpPr>
          <p:spPr>
            <a:xfrm>
              <a:off x="5342839" y="541570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1" name="pt1311"/>
            <p:cNvSpPr/>
            <p:nvPr/>
          </p:nvSpPr>
          <p:spPr>
            <a:xfrm>
              <a:off x="5912353" y="50586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2" name="pt1312"/>
            <p:cNvSpPr/>
            <p:nvPr/>
          </p:nvSpPr>
          <p:spPr>
            <a:xfrm>
              <a:off x="6792511" y="4831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3" name="pt1313"/>
            <p:cNvSpPr/>
            <p:nvPr/>
          </p:nvSpPr>
          <p:spPr>
            <a:xfrm>
              <a:off x="5860579" y="518850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4" name="pt1314"/>
            <p:cNvSpPr/>
            <p:nvPr/>
          </p:nvSpPr>
          <p:spPr>
            <a:xfrm>
              <a:off x="6067675" y="45718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5" name="pt1315"/>
            <p:cNvSpPr/>
            <p:nvPr/>
          </p:nvSpPr>
          <p:spPr>
            <a:xfrm>
              <a:off x="6119449" y="50586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6" name="pt1316"/>
            <p:cNvSpPr/>
            <p:nvPr/>
          </p:nvSpPr>
          <p:spPr>
            <a:xfrm>
              <a:off x="6067675" y="522096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7" name="pt1317"/>
            <p:cNvSpPr/>
            <p:nvPr/>
          </p:nvSpPr>
          <p:spPr>
            <a:xfrm>
              <a:off x="6999607" y="48964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8" name="pt1318"/>
            <p:cNvSpPr/>
            <p:nvPr/>
          </p:nvSpPr>
          <p:spPr>
            <a:xfrm>
              <a:off x="6947833" y="434465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9" name="pt1319"/>
            <p:cNvSpPr/>
            <p:nvPr/>
          </p:nvSpPr>
          <p:spPr>
            <a:xfrm>
              <a:off x="6740737" y="44420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0" name="pt1320"/>
            <p:cNvSpPr/>
            <p:nvPr/>
          </p:nvSpPr>
          <p:spPr>
            <a:xfrm>
              <a:off x="5808805" y="4863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1" name="pt1321"/>
            <p:cNvSpPr/>
            <p:nvPr/>
          </p:nvSpPr>
          <p:spPr>
            <a:xfrm>
              <a:off x="6015901" y="47016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2" name="pt1322"/>
            <p:cNvSpPr/>
            <p:nvPr/>
          </p:nvSpPr>
          <p:spPr>
            <a:xfrm>
              <a:off x="5342839" y="561043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3" name="pt1323"/>
            <p:cNvSpPr/>
            <p:nvPr/>
          </p:nvSpPr>
          <p:spPr>
            <a:xfrm>
              <a:off x="5446387" y="561043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4" name="pt1324"/>
            <p:cNvSpPr/>
            <p:nvPr/>
          </p:nvSpPr>
          <p:spPr>
            <a:xfrm>
              <a:off x="6119449" y="4928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5" name="pt1325"/>
            <p:cNvSpPr/>
            <p:nvPr/>
          </p:nvSpPr>
          <p:spPr>
            <a:xfrm>
              <a:off x="5912353" y="52858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6" name="pt1326"/>
            <p:cNvSpPr/>
            <p:nvPr/>
          </p:nvSpPr>
          <p:spPr>
            <a:xfrm>
              <a:off x="8035087" y="434465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7" name="pt1327"/>
            <p:cNvSpPr/>
            <p:nvPr/>
          </p:nvSpPr>
          <p:spPr>
            <a:xfrm>
              <a:off x="6585415" y="45393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8" name="pt1328"/>
            <p:cNvSpPr/>
            <p:nvPr/>
          </p:nvSpPr>
          <p:spPr>
            <a:xfrm>
              <a:off x="5808805" y="51560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9" name="pt1329"/>
            <p:cNvSpPr/>
            <p:nvPr/>
          </p:nvSpPr>
          <p:spPr>
            <a:xfrm>
              <a:off x="7310251" y="46367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0" name="pt1330"/>
            <p:cNvSpPr/>
            <p:nvPr/>
          </p:nvSpPr>
          <p:spPr>
            <a:xfrm>
              <a:off x="5601709" y="51560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1" name="pt1331"/>
            <p:cNvSpPr/>
            <p:nvPr/>
          </p:nvSpPr>
          <p:spPr>
            <a:xfrm>
              <a:off x="6171223" y="46367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2" name="pt1332"/>
            <p:cNvSpPr/>
            <p:nvPr/>
          </p:nvSpPr>
          <p:spPr>
            <a:xfrm>
              <a:off x="5187517" y="5545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3" name="pt1333"/>
            <p:cNvSpPr/>
            <p:nvPr/>
          </p:nvSpPr>
          <p:spPr>
            <a:xfrm>
              <a:off x="5860579" y="522096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4" name="pt1334"/>
            <p:cNvSpPr/>
            <p:nvPr/>
          </p:nvSpPr>
          <p:spPr>
            <a:xfrm>
              <a:off x="5912353" y="47016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5" name="pt1335"/>
            <p:cNvSpPr/>
            <p:nvPr/>
          </p:nvSpPr>
          <p:spPr>
            <a:xfrm>
              <a:off x="6326545" y="51560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6" name="pt1336"/>
            <p:cNvSpPr/>
            <p:nvPr/>
          </p:nvSpPr>
          <p:spPr>
            <a:xfrm>
              <a:off x="6533641" y="473412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7" name="pt1337"/>
            <p:cNvSpPr/>
            <p:nvPr/>
          </p:nvSpPr>
          <p:spPr>
            <a:xfrm>
              <a:off x="5601709" y="5545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8" name="pt1338"/>
            <p:cNvSpPr/>
            <p:nvPr/>
          </p:nvSpPr>
          <p:spPr>
            <a:xfrm>
              <a:off x="5446387" y="51560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9" name="pt1339"/>
            <p:cNvSpPr/>
            <p:nvPr/>
          </p:nvSpPr>
          <p:spPr>
            <a:xfrm>
              <a:off x="6274771" y="47665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0" name="pt1340"/>
            <p:cNvSpPr/>
            <p:nvPr/>
          </p:nvSpPr>
          <p:spPr>
            <a:xfrm>
              <a:off x="5291065" y="52858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1" name="pt1341"/>
            <p:cNvSpPr/>
            <p:nvPr/>
          </p:nvSpPr>
          <p:spPr>
            <a:xfrm>
              <a:off x="6430093" y="44420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2" name="pt1342"/>
            <p:cNvSpPr/>
            <p:nvPr/>
          </p:nvSpPr>
          <p:spPr>
            <a:xfrm>
              <a:off x="5705257" y="53183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3" name="pt1343"/>
            <p:cNvSpPr/>
            <p:nvPr/>
          </p:nvSpPr>
          <p:spPr>
            <a:xfrm>
              <a:off x="4773325" y="567534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4" name="pt1344"/>
            <p:cNvSpPr/>
            <p:nvPr/>
          </p:nvSpPr>
          <p:spPr>
            <a:xfrm>
              <a:off x="5860579" y="49613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5" name="pt1345"/>
            <p:cNvSpPr/>
            <p:nvPr/>
          </p:nvSpPr>
          <p:spPr>
            <a:xfrm>
              <a:off x="4876873" y="548061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6" name="pt1346"/>
            <p:cNvSpPr/>
            <p:nvPr/>
          </p:nvSpPr>
          <p:spPr>
            <a:xfrm>
              <a:off x="5342839" y="52858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7" name="pt1347"/>
            <p:cNvSpPr/>
            <p:nvPr/>
          </p:nvSpPr>
          <p:spPr>
            <a:xfrm>
              <a:off x="5705257" y="548061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8" name="pt1348"/>
            <p:cNvSpPr/>
            <p:nvPr/>
          </p:nvSpPr>
          <p:spPr>
            <a:xfrm>
              <a:off x="5446387" y="561043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9" name="pt1349"/>
            <p:cNvSpPr/>
            <p:nvPr/>
          </p:nvSpPr>
          <p:spPr>
            <a:xfrm>
              <a:off x="5394613" y="49937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0" name="pt1350"/>
            <p:cNvSpPr/>
            <p:nvPr/>
          </p:nvSpPr>
          <p:spPr>
            <a:xfrm>
              <a:off x="5239291" y="561043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1" name="pt1351"/>
            <p:cNvSpPr/>
            <p:nvPr/>
          </p:nvSpPr>
          <p:spPr>
            <a:xfrm>
              <a:off x="6585415" y="45393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2" name="pt1352"/>
            <p:cNvSpPr/>
            <p:nvPr/>
          </p:nvSpPr>
          <p:spPr>
            <a:xfrm>
              <a:off x="5549935" y="51560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3" name="pt1353"/>
            <p:cNvSpPr/>
            <p:nvPr/>
          </p:nvSpPr>
          <p:spPr>
            <a:xfrm>
              <a:off x="5394613" y="548061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4" name="pt1354"/>
            <p:cNvSpPr/>
            <p:nvPr/>
          </p:nvSpPr>
          <p:spPr>
            <a:xfrm>
              <a:off x="5342839" y="541570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5" name="pt1355"/>
            <p:cNvSpPr/>
            <p:nvPr/>
          </p:nvSpPr>
          <p:spPr>
            <a:xfrm>
              <a:off x="5860579" y="522096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6" name="pt1356"/>
            <p:cNvSpPr/>
            <p:nvPr/>
          </p:nvSpPr>
          <p:spPr>
            <a:xfrm>
              <a:off x="5083969" y="5545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7" name="pt1357"/>
            <p:cNvSpPr/>
            <p:nvPr/>
          </p:nvSpPr>
          <p:spPr>
            <a:xfrm>
              <a:off x="5291065" y="57402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8" name="pt1358"/>
            <p:cNvSpPr/>
            <p:nvPr/>
          </p:nvSpPr>
          <p:spPr>
            <a:xfrm>
              <a:off x="6171223" y="49937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9" name="pt1359"/>
            <p:cNvSpPr/>
            <p:nvPr/>
          </p:nvSpPr>
          <p:spPr>
            <a:xfrm>
              <a:off x="5498161" y="50262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0" name="pt1360"/>
            <p:cNvSpPr/>
            <p:nvPr/>
          </p:nvSpPr>
          <p:spPr>
            <a:xfrm>
              <a:off x="4773325" y="57402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1" name="pt1361"/>
            <p:cNvSpPr/>
            <p:nvPr/>
          </p:nvSpPr>
          <p:spPr>
            <a:xfrm>
              <a:off x="5860579" y="535078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2" name="pt1362"/>
            <p:cNvSpPr/>
            <p:nvPr/>
          </p:nvSpPr>
          <p:spPr>
            <a:xfrm>
              <a:off x="5394613" y="50262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3" name="pt1363"/>
            <p:cNvSpPr/>
            <p:nvPr/>
          </p:nvSpPr>
          <p:spPr>
            <a:xfrm>
              <a:off x="5498161" y="51560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4" name="pt1364"/>
            <p:cNvSpPr/>
            <p:nvPr/>
          </p:nvSpPr>
          <p:spPr>
            <a:xfrm>
              <a:off x="5291065" y="535078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5" name="pt1365"/>
            <p:cNvSpPr/>
            <p:nvPr/>
          </p:nvSpPr>
          <p:spPr>
            <a:xfrm>
              <a:off x="5239291" y="57402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6" name="pt1366"/>
            <p:cNvSpPr/>
            <p:nvPr/>
          </p:nvSpPr>
          <p:spPr>
            <a:xfrm>
              <a:off x="5446387" y="47665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7" name="pt1367"/>
            <p:cNvSpPr/>
            <p:nvPr/>
          </p:nvSpPr>
          <p:spPr>
            <a:xfrm>
              <a:off x="5498161" y="50262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8" name="pt1368"/>
            <p:cNvSpPr/>
            <p:nvPr/>
          </p:nvSpPr>
          <p:spPr>
            <a:xfrm>
              <a:off x="5032195" y="57402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9" name="pt1369"/>
            <p:cNvSpPr/>
            <p:nvPr/>
          </p:nvSpPr>
          <p:spPr>
            <a:xfrm>
              <a:off x="7258477" y="44420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0" name="pt1370"/>
            <p:cNvSpPr/>
            <p:nvPr/>
          </p:nvSpPr>
          <p:spPr>
            <a:xfrm>
              <a:off x="5860579" y="49613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1" name="pt1371"/>
            <p:cNvSpPr/>
            <p:nvPr/>
          </p:nvSpPr>
          <p:spPr>
            <a:xfrm>
              <a:off x="5653483" y="52858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2" name="pt1372"/>
            <p:cNvSpPr/>
            <p:nvPr/>
          </p:nvSpPr>
          <p:spPr>
            <a:xfrm>
              <a:off x="6222997" y="50262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3" name="pt1373"/>
            <p:cNvSpPr/>
            <p:nvPr/>
          </p:nvSpPr>
          <p:spPr>
            <a:xfrm>
              <a:off x="5342839" y="50586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4" name="pt1374"/>
            <p:cNvSpPr/>
            <p:nvPr/>
          </p:nvSpPr>
          <p:spPr>
            <a:xfrm>
              <a:off x="7154929" y="47016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5" name="pt1375"/>
            <p:cNvSpPr/>
            <p:nvPr/>
          </p:nvSpPr>
          <p:spPr>
            <a:xfrm>
              <a:off x="5498161" y="4831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6" name="pt1376"/>
            <p:cNvSpPr/>
            <p:nvPr/>
          </p:nvSpPr>
          <p:spPr>
            <a:xfrm>
              <a:off x="6067675" y="4863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7" name="pt1377"/>
            <p:cNvSpPr/>
            <p:nvPr/>
          </p:nvSpPr>
          <p:spPr>
            <a:xfrm>
              <a:off x="5601709" y="48964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8" name="pt1378"/>
            <p:cNvSpPr/>
            <p:nvPr/>
          </p:nvSpPr>
          <p:spPr>
            <a:xfrm>
              <a:off x="5964127" y="51560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9" name="pt1379"/>
            <p:cNvSpPr/>
            <p:nvPr/>
          </p:nvSpPr>
          <p:spPr>
            <a:xfrm>
              <a:off x="5601709" y="548061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0" name="pt1380"/>
            <p:cNvSpPr/>
            <p:nvPr/>
          </p:nvSpPr>
          <p:spPr>
            <a:xfrm>
              <a:off x="5705257" y="522096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1" name="pt1381"/>
            <p:cNvSpPr/>
            <p:nvPr/>
          </p:nvSpPr>
          <p:spPr>
            <a:xfrm>
              <a:off x="6171223" y="50262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2" name="pt1382"/>
            <p:cNvSpPr/>
            <p:nvPr/>
          </p:nvSpPr>
          <p:spPr>
            <a:xfrm>
              <a:off x="6896059" y="4831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3" name="pt1383"/>
            <p:cNvSpPr/>
            <p:nvPr/>
          </p:nvSpPr>
          <p:spPr>
            <a:xfrm>
              <a:off x="6119449" y="51560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4" name="pt1384"/>
            <p:cNvSpPr/>
            <p:nvPr/>
          </p:nvSpPr>
          <p:spPr>
            <a:xfrm>
              <a:off x="5549935" y="48964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5" name="pt1385"/>
            <p:cNvSpPr/>
            <p:nvPr/>
          </p:nvSpPr>
          <p:spPr>
            <a:xfrm>
              <a:off x="5498161" y="522096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6" name="pt1386"/>
            <p:cNvSpPr/>
            <p:nvPr/>
          </p:nvSpPr>
          <p:spPr>
            <a:xfrm>
              <a:off x="6274771" y="49613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7" name="pt1387"/>
            <p:cNvSpPr/>
            <p:nvPr/>
          </p:nvSpPr>
          <p:spPr>
            <a:xfrm>
              <a:off x="5032195" y="535078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8" name="pt1388"/>
            <p:cNvSpPr/>
            <p:nvPr/>
          </p:nvSpPr>
          <p:spPr>
            <a:xfrm>
              <a:off x="6274771" y="45393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9" name="pt1389"/>
            <p:cNvSpPr/>
            <p:nvPr/>
          </p:nvSpPr>
          <p:spPr>
            <a:xfrm>
              <a:off x="5239291" y="567534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0" name="pt1390"/>
            <p:cNvSpPr/>
            <p:nvPr/>
          </p:nvSpPr>
          <p:spPr>
            <a:xfrm>
              <a:off x="5601709" y="541570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1" name="pt1391"/>
            <p:cNvSpPr/>
            <p:nvPr/>
          </p:nvSpPr>
          <p:spPr>
            <a:xfrm>
              <a:off x="4669777" y="57402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2" name="pt1392"/>
            <p:cNvSpPr/>
            <p:nvPr/>
          </p:nvSpPr>
          <p:spPr>
            <a:xfrm>
              <a:off x="6119449" y="48964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3" name="pt1393"/>
            <p:cNvSpPr/>
            <p:nvPr/>
          </p:nvSpPr>
          <p:spPr>
            <a:xfrm>
              <a:off x="6688963" y="522096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4" name="pt1394"/>
            <p:cNvSpPr/>
            <p:nvPr/>
          </p:nvSpPr>
          <p:spPr>
            <a:xfrm>
              <a:off x="6274771" y="47990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5" name="pt1395"/>
            <p:cNvSpPr/>
            <p:nvPr/>
          </p:nvSpPr>
          <p:spPr>
            <a:xfrm>
              <a:off x="6844285" y="46692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6" name="pt1396"/>
            <p:cNvSpPr/>
            <p:nvPr/>
          </p:nvSpPr>
          <p:spPr>
            <a:xfrm>
              <a:off x="5187517" y="57402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7" name="pt1397"/>
            <p:cNvSpPr/>
            <p:nvPr/>
          </p:nvSpPr>
          <p:spPr>
            <a:xfrm>
              <a:off x="5757031" y="52858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8" name="pt1398"/>
            <p:cNvSpPr/>
            <p:nvPr/>
          </p:nvSpPr>
          <p:spPr>
            <a:xfrm>
              <a:off x="5394613" y="561043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9" name="pt1399"/>
            <p:cNvSpPr/>
            <p:nvPr/>
          </p:nvSpPr>
          <p:spPr>
            <a:xfrm>
              <a:off x="5964127" y="51560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0" name="pt1400"/>
            <p:cNvSpPr/>
            <p:nvPr/>
          </p:nvSpPr>
          <p:spPr>
            <a:xfrm>
              <a:off x="6999607" y="43122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1" name="pt1401"/>
            <p:cNvSpPr/>
            <p:nvPr/>
          </p:nvSpPr>
          <p:spPr>
            <a:xfrm>
              <a:off x="5705257" y="541570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2" name="pt1402"/>
            <p:cNvSpPr/>
            <p:nvPr/>
          </p:nvSpPr>
          <p:spPr>
            <a:xfrm>
              <a:off x="5342839" y="5545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3" name="pt1403"/>
            <p:cNvSpPr/>
            <p:nvPr/>
          </p:nvSpPr>
          <p:spPr>
            <a:xfrm>
              <a:off x="6274771" y="47665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4" name="pt1404"/>
            <p:cNvSpPr/>
            <p:nvPr/>
          </p:nvSpPr>
          <p:spPr>
            <a:xfrm>
              <a:off x="7103155" y="460430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5" name="pt1405"/>
            <p:cNvSpPr/>
            <p:nvPr/>
          </p:nvSpPr>
          <p:spPr>
            <a:xfrm>
              <a:off x="6274771" y="541570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6" name="pt1406"/>
            <p:cNvSpPr/>
            <p:nvPr/>
          </p:nvSpPr>
          <p:spPr>
            <a:xfrm>
              <a:off x="5757031" y="48964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7" name="pt1407"/>
            <p:cNvSpPr/>
            <p:nvPr/>
          </p:nvSpPr>
          <p:spPr>
            <a:xfrm>
              <a:off x="6119449" y="48964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8" name="pt1408"/>
            <p:cNvSpPr/>
            <p:nvPr/>
          </p:nvSpPr>
          <p:spPr>
            <a:xfrm>
              <a:off x="5549935" y="49613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9" name="pt1409"/>
            <p:cNvSpPr/>
            <p:nvPr/>
          </p:nvSpPr>
          <p:spPr>
            <a:xfrm>
              <a:off x="6430093" y="4863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0" name="pt1410"/>
            <p:cNvSpPr/>
            <p:nvPr/>
          </p:nvSpPr>
          <p:spPr>
            <a:xfrm>
              <a:off x="5964127" y="51560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1" name="pt1411"/>
            <p:cNvSpPr/>
            <p:nvPr/>
          </p:nvSpPr>
          <p:spPr>
            <a:xfrm>
              <a:off x="6585415" y="45718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2" name="pt1412"/>
            <p:cNvSpPr/>
            <p:nvPr/>
          </p:nvSpPr>
          <p:spPr>
            <a:xfrm>
              <a:off x="6688963" y="421483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3" name="pt1413"/>
            <p:cNvSpPr/>
            <p:nvPr/>
          </p:nvSpPr>
          <p:spPr>
            <a:xfrm>
              <a:off x="7103155" y="44420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4" name="pt1414"/>
            <p:cNvSpPr/>
            <p:nvPr/>
          </p:nvSpPr>
          <p:spPr>
            <a:xfrm>
              <a:off x="6533641" y="44420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5" name="pt1415"/>
            <p:cNvSpPr/>
            <p:nvPr/>
          </p:nvSpPr>
          <p:spPr>
            <a:xfrm>
              <a:off x="6378319" y="47016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6" name="pt1416"/>
            <p:cNvSpPr/>
            <p:nvPr/>
          </p:nvSpPr>
          <p:spPr>
            <a:xfrm>
              <a:off x="6378319" y="47016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7" name="pt1417"/>
            <p:cNvSpPr/>
            <p:nvPr/>
          </p:nvSpPr>
          <p:spPr>
            <a:xfrm>
              <a:off x="6999607" y="46367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8" name="pt1418"/>
            <p:cNvSpPr/>
            <p:nvPr/>
          </p:nvSpPr>
          <p:spPr>
            <a:xfrm>
              <a:off x="6171223" y="46367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9" name="pt1419"/>
            <p:cNvSpPr/>
            <p:nvPr/>
          </p:nvSpPr>
          <p:spPr>
            <a:xfrm>
              <a:off x="5549935" y="50262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0" name="pt1420"/>
            <p:cNvSpPr/>
            <p:nvPr/>
          </p:nvSpPr>
          <p:spPr>
            <a:xfrm>
              <a:off x="6792511" y="522096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1" name="pt1421"/>
            <p:cNvSpPr/>
            <p:nvPr/>
          </p:nvSpPr>
          <p:spPr>
            <a:xfrm>
              <a:off x="7103155" y="46692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2" name="pt1422"/>
            <p:cNvSpPr/>
            <p:nvPr/>
          </p:nvSpPr>
          <p:spPr>
            <a:xfrm>
              <a:off x="5705257" y="47665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3" name="pt1423"/>
            <p:cNvSpPr/>
            <p:nvPr/>
          </p:nvSpPr>
          <p:spPr>
            <a:xfrm>
              <a:off x="6688963" y="44257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4" name="pt1424"/>
            <p:cNvSpPr/>
            <p:nvPr/>
          </p:nvSpPr>
          <p:spPr>
            <a:xfrm>
              <a:off x="6688963" y="44420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5" name="pt1425"/>
            <p:cNvSpPr/>
            <p:nvPr/>
          </p:nvSpPr>
          <p:spPr>
            <a:xfrm>
              <a:off x="6533641" y="45718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6" name="pt1426"/>
            <p:cNvSpPr/>
            <p:nvPr/>
          </p:nvSpPr>
          <p:spPr>
            <a:xfrm>
              <a:off x="6740737" y="447448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7" name="pt1427"/>
            <p:cNvSpPr/>
            <p:nvPr/>
          </p:nvSpPr>
          <p:spPr>
            <a:xfrm>
              <a:off x="5860579" y="51560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8" name="pt1428"/>
            <p:cNvSpPr/>
            <p:nvPr/>
          </p:nvSpPr>
          <p:spPr>
            <a:xfrm>
              <a:off x="5757031" y="564289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9" name="pt1429"/>
            <p:cNvSpPr/>
            <p:nvPr/>
          </p:nvSpPr>
          <p:spPr>
            <a:xfrm>
              <a:off x="5342839" y="47665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0" name="pt1430"/>
            <p:cNvSpPr/>
            <p:nvPr/>
          </p:nvSpPr>
          <p:spPr>
            <a:xfrm>
              <a:off x="5912353" y="548061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1" name="pt1431"/>
            <p:cNvSpPr/>
            <p:nvPr/>
          </p:nvSpPr>
          <p:spPr>
            <a:xfrm>
              <a:off x="5446387" y="509114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2" name="pt1432"/>
            <p:cNvSpPr/>
            <p:nvPr/>
          </p:nvSpPr>
          <p:spPr>
            <a:xfrm>
              <a:off x="7051381" y="48964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3" name="pt1433"/>
            <p:cNvSpPr/>
            <p:nvPr/>
          </p:nvSpPr>
          <p:spPr>
            <a:xfrm>
              <a:off x="5705257" y="522096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4" name="pt1434"/>
            <p:cNvSpPr/>
            <p:nvPr/>
          </p:nvSpPr>
          <p:spPr>
            <a:xfrm>
              <a:off x="6119449" y="49613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5" name="pt1435"/>
            <p:cNvSpPr/>
            <p:nvPr/>
          </p:nvSpPr>
          <p:spPr>
            <a:xfrm>
              <a:off x="6171223" y="535078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6" name="pt1436"/>
            <p:cNvSpPr/>
            <p:nvPr/>
          </p:nvSpPr>
          <p:spPr>
            <a:xfrm>
              <a:off x="6481867" y="447448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7" name="pt1437"/>
            <p:cNvSpPr/>
            <p:nvPr/>
          </p:nvSpPr>
          <p:spPr>
            <a:xfrm>
              <a:off x="5757031" y="5545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8" name="pt1438"/>
            <p:cNvSpPr/>
            <p:nvPr/>
          </p:nvSpPr>
          <p:spPr>
            <a:xfrm>
              <a:off x="5498161" y="50262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9" name="pt1439"/>
            <p:cNvSpPr/>
            <p:nvPr/>
          </p:nvSpPr>
          <p:spPr>
            <a:xfrm>
              <a:off x="6481867" y="49613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0" name="pt1440"/>
            <p:cNvSpPr/>
            <p:nvPr/>
          </p:nvSpPr>
          <p:spPr>
            <a:xfrm>
              <a:off x="6171223" y="522096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1" name="pt1441"/>
            <p:cNvSpPr/>
            <p:nvPr/>
          </p:nvSpPr>
          <p:spPr>
            <a:xfrm>
              <a:off x="5653483" y="47665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2" name="pt1442"/>
            <p:cNvSpPr/>
            <p:nvPr/>
          </p:nvSpPr>
          <p:spPr>
            <a:xfrm>
              <a:off x="5705257" y="509114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3" name="pt1443"/>
            <p:cNvSpPr/>
            <p:nvPr/>
          </p:nvSpPr>
          <p:spPr>
            <a:xfrm>
              <a:off x="5653483" y="4928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4" name="pt1444"/>
            <p:cNvSpPr/>
            <p:nvPr/>
          </p:nvSpPr>
          <p:spPr>
            <a:xfrm>
              <a:off x="5601709" y="46692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5" name="pt1445"/>
            <p:cNvSpPr/>
            <p:nvPr/>
          </p:nvSpPr>
          <p:spPr>
            <a:xfrm>
              <a:off x="5394613" y="52858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6" name="pt1446"/>
            <p:cNvSpPr/>
            <p:nvPr/>
          </p:nvSpPr>
          <p:spPr>
            <a:xfrm>
              <a:off x="6222997" y="522096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7" name="pt1447"/>
            <p:cNvSpPr/>
            <p:nvPr/>
          </p:nvSpPr>
          <p:spPr>
            <a:xfrm>
              <a:off x="5446387" y="548061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8" name="pt1448"/>
            <p:cNvSpPr/>
            <p:nvPr/>
          </p:nvSpPr>
          <p:spPr>
            <a:xfrm>
              <a:off x="7051381" y="45718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9" name="pt1449"/>
            <p:cNvSpPr/>
            <p:nvPr/>
          </p:nvSpPr>
          <p:spPr>
            <a:xfrm>
              <a:off x="7103155" y="47990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0" name="pt1450"/>
            <p:cNvSpPr/>
            <p:nvPr/>
          </p:nvSpPr>
          <p:spPr>
            <a:xfrm>
              <a:off x="5135743" y="567534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1" name="pt1451"/>
            <p:cNvSpPr/>
            <p:nvPr/>
          </p:nvSpPr>
          <p:spPr>
            <a:xfrm>
              <a:off x="5653483" y="522096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2" name="pt1452"/>
            <p:cNvSpPr/>
            <p:nvPr/>
          </p:nvSpPr>
          <p:spPr>
            <a:xfrm>
              <a:off x="5601709" y="52858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3" name="pt1453"/>
            <p:cNvSpPr/>
            <p:nvPr/>
          </p:nvSpPr>
          <p:spPr>
            <a:xfrm>
              <a:off x="5808805" y="5545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4" name="pt1454"/>
            <p:cNvSpPr/>
            <p:nvPr/>
          </p:nvSpPr>
          <p:spPr>
            <a:xfrm>
              <a:off x="5498161" y="561043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5" name="pt1455"/>
            <p:cNvSpPr/>
            <p:nvPr/>
          </p:nvSpPr>
          <p:spPr>
            <a:xfrm>
              <a:off x="7154929" y="46367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6" name="pt1456"/>
            <p:cNvSpPr/>
            <p:nvPr/>
          </p:nvSpPr>
          <p:spPr>
            <a:xfrm>
              <a:off x="5653483" y="518850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7" name="pt1457"/>
            <p:cNvSpPr/>
            <p:nvPr/>
          </p:nvSpPr>
          <p:spPr>
            <a:xfrm>
              <a:off x="5964127" y="49613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8" name="pt1458"/>
            <p:cNvSpPr/>
            <p:nvPr/>
          </p:nvSpPr>
          <p:spPr>
            <a:xfrm>
              <a:off x="5498161" y="5545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9" name="pt1459"/>
            <p:cNvSpPr/>
            <p:nvPr/>
          </p:nvSpPr>
          <p:spPr>
            <a:xfrm>
              <a:off x="5808805" y="48964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0" name="pt1460"/>
            <p:cNvSpPr/>
            <p:nvPr/>
          </p:nvSpPr>
          <p:spPr>
            <a:xfrm>
              <a:off x="6430093" y="50262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1" name="pt1461"/>
            <p:cNvSpPr/>
            <p:nvPr/>
          </p:nvSpPr>
          <p:spPr>
            <a:xfrm>
              <a:off x="5549935" y="53832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2" name="pt1462"/>
            <p:cNvSpPr/>
            <p:nvPr/>
          </p:nvSpPr>
          <p:spPr>
            <a:xfrm>
              <a:off x="5860579" y="51235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3" name="pt1463"/>
            <p:cNvSpPr/>
            <p:nvPr/>
          </p:nvSpPr>
          <p:spPr>
            <a:xfrm>
              <a:off x="6222997" y="52534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4" name="pt1464"/>
            <p:cNvSpPr/>
            <p:nvPr/>
          </p:nvSpPr>
          <p:spPr>
            <a:xfrm>
              <a:off x="6274771" y="51560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5" name="pt1465"/>
            <p:cNvSpPr/>
            <p:nvPr/>
          </p:nvSpPr>
          <p:spPr>
            <a:xfrm>
              <a:off x="6637189" y="4831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6" name="pt1466"/>
            <p:cNvSpPr/>
            <p:nvPr/>
          </p:nvSpPr>
          <p:spPr>
            <a:xfrm>
              <a:off x="5342839" y="551306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7" name="pt1467"/>
            <p:cNvSpPr/>
            <p:nvPr/>
          </p:nvSpPr>
          <p:spPr>
            <a:xfrm>
              <a:off x="6222997" y="45718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8" name="pt1468"/>
            <p:cNvSpPr/>
            <p:nvPr/>
          </p:nvSpPr>
          <p:spPr>
            <a:xfrm>
              <a:off x="5653483" y="50586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9" name="pt1469"/>
            <p:cNvSpPr/>
            <p:nvPr/>
          </p:nvSpPr>
          <p:spPr>
            <a:xfrm>
              <a:off x="6430093" y="52534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0" name="pt1470"/>
            <p:cNvSpPr/>
            <p:nvPr/>
          </p:nvSpPr>
          <p:spPr>
            <a:xfrm>
              <a:off x="5860579" y="522096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1" name="pt1471"/>
            <p:cNvSpPr/>
            <p:nvPr/>
          </p:nvSpPr>
          <p:spPr>
            <a:xfrm>
              <a:off x="5757031" y="46367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2" name="pt1472"/>
            <p:cNvSpPr/>
            <p:nvPr/>
          </p:nvSpPr>
          <p:spPr>
            <a:xfrm>
              <a:off x="5446387" y="5545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3" name="pt1473"/>
            <p:cNvSpPr/>
            <p:nvPr/>
          </p:nvSpPr>
          <p:spPr>
            <a:xfrm>
              <a:off x="5032195" y="551306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4" name="pt1474"/>
            <p:cNvSpPr/>
            <p:nvPr/>
          </p:nvSpPr>
          <p:spPr>
            <a:xfrm>
              <a:off x="6430093" y="518850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5" name="pt1475"/>
            <p:cNvSpPr/>
            <p:nvPr/>
          </p:nvSpPr>
          <p:spPr>
            <a:xfrm>
              <a:off x="6896059" y="45393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6" name="pt1476"/>
            <p:cNvSpPr/>
            <p:nvPr/>
          </p:nvSpPr>
          <p:spPr>
            <a:xfrm>
              <a:off x="5705257" y="509114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7" name="pt1477"/>
            <p:cNvSpPr/>
            <p:nvPr/>
          </p:nvSpPr>
          <p:spPr>
            <a:xfrm>
              <a:off x="6222997" y="53183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8" name="pt1478"/>
            <p:cNvSpPr/>
            <p:nvPr/>
          </p:nvSpPr>
          <p:spPr>
            <a:xfrm>
              <a:off x="6688963" y="522096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9" name="pt1479"/>
            <p:cNvSpPr/>
            <p:nvPr/>
          </p:nvSpPr>
          <p:spPr>
            <a:xfrm>
              <a:off x="6378319" y="49937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0" name="pt1480"/>
            <p:cNvSpPr/>
            <p:nvPr/>
          </p:nvSpPr>
          <p:spPr>
            <a:xfrm>
              <a:off x="6999607" y="509114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1" name="pt1481"/>
            <p:cNvSpPr/>
            <p:nvPr/>
          </p:nvSpPr>
          <p:spPr>
            <a:xfrm>
              <a:off x="5964127" y="4928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2" name="pt1482"/>
            <p:cNvSpPr/>
            <p:nvPr/>
          </p:nvSpPr>
          <p:spPr>
            <a:xfrm>
              <a:off x="6430093" y="46367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3" name="pt1483"/>
            <p:cNvSpPr/>
            <p:nvPr/>
          </p:nvSpPr>
          <p:spPr>
            <a:xfrm>
              <a:off x="7362025" y="44420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4" name="pt1484"/>
            <p:cNvSpPr/>
            <p:nvPr/>
          </p:nvSpPr>
          <p:spPr>
            <a:xfrm>
              <a:off x="6015901" y="52858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5" name="pt1485"/>
            <p:cNvSpPr/>
            <p:nvPr/>
          </p:nvSpPr>
          <p:spPr>
            <a:xfrm>
              <a:off x="5446387" y="48964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6" name="pt1486"/>
            <p:cNvSpPr/>
            <p:nvPr/>
          </p:nvSpPr>
          <p:spPr>
            <a:xfrm>
              <a:off x="6067675" y="46367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7" name="pt1487"/>
            <p:cNvSpPr/>
            <p:nvPr/>
          </p:nvSpPr>
          <p:spPr>
            <a:xfrm>
              <a:off x="6326545" y="47665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8" name="pt1488"/>
            <p:cNvSpPr/>
            <p:nvPr/>
          </p:nvSpPr>
          <p:spPr>
            <a:xfrm>
              <a:off x="7051381" y="47665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9" name="pt1489"/>
            <p:cNvSpPr/>
            <p:nvPr/>
          </p:nvSpPr>
          <p:spPr>
            <a:xfrm>
              <a:off x="5601709" y="51560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0" name="pt1490"/>
            <p:cNvSpPr/>
            <p:nvPr/>
          </p:nvSpPr>
          <p:spPr>
            <a:xfrm>
              <a:off x="5549935" y="522096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1" name="pt1491"/>
            <p:cNvSpPr/>
            <p:nvPr/>
          </p:nvSpPr>
          <p:spPr>
            <a:xfrm>
              <a:off x="5342839" y="564289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2" name="pt1492"/>
            <p:cNvSpPr/>
            <p:nvPr/>
          </p:nvSpPr>
          <p:spPr>
            <a:xfrm>
              <a:off x="6844285" y="4928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3" name="pt1493"/>
            <p:cNvSpPr/>
            <p:nvPr/>
          </p:nvSpPr>
          <p:spPr>
            <a:xfrm>
              <a:off x="5187517" y="5545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4" name="pt1494"/>
            <p:cNvSpPr/>
            <p:nvPr/>
          </p:nvSpPr>
          <p:spPr>
            <a:xfrm>
              <a:off x="5549935" y="567534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5" name="pt1495"/>
            <p:cNvSpPr/>
            <p:nvPr/>
          </p:nvSpPr>
          <p:spPr>
            <a:xfrm>
              <a:off x="7310251" y="48964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6" name="pt1496"/>
            <p:cNvSpPr/>
            <p:nvPr/>
          </p:nvSpPr>
          <p:spPr>
            <a:xfrm>
              <a:off x="5342839" y="548061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7" name="pt1497"/>
            <p:cNvSpPr/>
            <p:nvPr/>
          </p:nvSpPr>
          <p:spPr>
            <a:xfrm>
              <a:off x="6637189" y="473412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8" name="pt1498"/>
            <p:cNvSpPr/>
            <p:nvPr/>
          </p:nvSpPr>
          <p:spPr>
            <a:xfrm>
              <a:off x="6585415" y="45718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9" name="pt1499"/>
            <p:cNvSpPr/>
            <p:nvPr/>
          </p:nvSpPr>
          <p:spPr>
            <a:xfrm>
              <a:off x="5291065" y="53183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0" name="pt1500"/>
            <p:cNvSpPr/>
            <p:nvPr/>
          </p:nvSpPr>
          <p:spPr>
            <a:xfrm>
              <a:off x="6067675" y="5545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1" name="pl1501"/>
            <p:cNvSpPr/>
            <p:nvPr/>
          </p:nvSpPr>
          <p:spPr>
            <a:xfrm>
              <a:off x="4642829" y="4189124"/>
              <a:ext cx="3417083" cy="1485143"/>
            </a:xfrm>
            <a:custGeom>
              <a:avLst/>
              <a:gdLst/>
              <a:ahLst/>
              <a:cxnLst/>
              <a:rect l="0" t="0" r="0" b="0"/>
              <a:pathLst>
                <a:path w="3417083" h="1485143">
                  <a:moveTo>
                    <a:pt x="0" y="1485143"/>
                  </a:moveTo>
                  <a:lnTo>
                    <a:pt x="43254" y="1466343"/>
                  </a:lnTo>
                  <a:lnTo>
                    <a:pt x="86508" y="1447544"/>
                  </a:lnTo>
                  <a:lnTo>
                    <a:pt x="129762" y="1428745"/>
                  </a:lnTo>
                  <a:lnTo>
                    <a:pt x="173016" y="1409945"/>
                  </a:lnTo>
                  <a:lnTo>
                    <a:pt x="216271" y="1391146"/>
                  </a:lnTo>
                  <a:lnTo>
                    <a:pt x="259525" y="1372347"/>
                  </a:lnTo>
                  <a:lnTo>
                    <a:pt x="302779" y="1353548"/>
                  </a:lnTo>
                  <a:lnTo>
                    <a:pt x="346033" y="1334748"/>
                  </a:lnTo>
                  <a:lnTo>
                    <a:pt x="389287" y="1315949"/>
                  </a:lnTo>
                  <a:lnTo>
                    <a:pt x="432542" y="1297150"/>
                  </a:lnTo>
                  <a:lnTo>
                    <a:pt x="475796" y="1278350"/>
                  </a:lnTo>
                  <a:lnTo>
                    <a:pt x="519050" y="1259551"/>
                  </a:lnTo>
                  <a:lnTo>
                    <a:pt x="562304" y="1240752"/>
                  </a:lnTo>
                  <a:lnTo>
                    <a:pt x="605559" y="1221953"/>
                  </a:lnTo>
                  <a:lnTo>
                    <a:pt x="648813" y="1203153"/>
                  </a:lnTo>
                  <a:lnTo>
                    <a:pt x="692067" y="1184354"/>
                  </a:lnTo>
                  <a:lnTo>
                    <a:pt x="735321" y="1165555"/>
                  </a:lnTo>
                  <a:lnTo>
                    <a:pt x="778575" y="1146756"/>
                  </a:lnTo>
                  <a:lnTo>
                    <a:pt x="821830" y="1127956"/>
                  </a:lnTo>
                  <a:lnTo>
                    <a:pt x="865084" y="1109157"/>
                  </a:lnTo>
                  <a:lnTo>
                    <a:pt x="908338" y="1090358"/>
                  </a:lnTo>
                  <a:lnTo>
                    <a:pt x="951592" y="1071558"/>
                  </a:lnTo>
                  <a:lnTo>
                    <a:pt x="994847" y="1052759"/>
                  </a:lnTo>
                  <a:lnTo>
                    <a:pt x="1038101" y="1033960"/>
                  </a:lnTo>
                  <a:lnTo>
                    <a:pt x="1081355" y="1015161"/>
                  </a:lnTo>
                  <a:lnTo>
                    <a:pt x="1124609" y="996361"/>
                  </a:lnTo>
                  <a:lnTo>
                    <a:pt x="1167863" y="977562"/>
                  </a:lnTo>
                  <a:lnTo>
                    <a:pt x="1211118" y="958763"/>
                  </a:lnTo>
                  <a:lnTo>
                    <a:pt x="1254372" y="939963"/>
                  </a:lnTo>
                  <a:lnTo>
                    <a:pt x="1297626" y="921164"/>
                  </a:lnTo>
                  <a:lnTo>
                    <a:pt x="1340880" y="902365"/>
                  </a:lnTo>
                  <a:lnTo>
                    <a:pt x="1384135" y="883566"/>
                  </a:lnTo>
                  <a:lnTo>
                    <a:pt x="1427389" y="864766"/>
                  </a:lnTo>
                  <a:lnTo>
                    <a:pt x="1470643" y="845967"/>
                  </a:lnTo>
                  <a:lnTo>
                    <a:pt x="1513897" y="827168"/>
                  </a:lnTo>
                  <a:lnTo>
                    <a:pt x="1557151" y="808369"/>
                  </a:lnTo>
                  <a:lnTo>
                    <a:pt x="1600406" y="789569"/>
                  </a:lnTo>
                  <a:lnTo>
                    <a:pt x="1643660" y="770770"/>
                  </a:lnTo>
                  <a:lnTo>
                    <a:pt x="1686914" y="751971"/>
                  </a:lnTo>
                  <a:lnTo>
                    <a:pt x="1730168" y="733171"/>
                  </a:lnTo>
                  <a:lnTo>
                    <a:pt x="1773423" y="714372"/>
                  </a:lnTo>
                  <a:lnTo>
                    <a:pt x="1816677" y="695573"/>
                  </a:lnTo>
                  <a:lnTo>
                    <a:pt x="1859931" y="676774"/>
                  </a:lnTo>
                  <a:lnTo>
                    <a:pt x="1903185" y="657974"/>
                  </a:lnTo>
                  <a:lnTo>
                    <a:pt x="1946439" y="639175"/>
                  </a:lnTo>
                  <a:lnTo>
                    <a:pt x="1989694" y="620376"/>
                  </a:lnTo>
                  <a:lnTo>
                    <a:pt x="2032948" y="601576"/>
                  </a:lnTo>
                  <a:lnTo>
                    <a:pt x="2076202" y="582777"/>
                  </a:lnTo>
                  <a:lnTo>
                    <a:pt x="2119456" y="563978"/>
                  </a:lnTo>
                  <a:lnTo>
                    <a:pt x="2162711" y="545179"/>
                  </a:lnTo>
                  <a:lnTo>
                    <a:pt x="2205965" y="526379"/>
                  </a:lnTo>
                  <a:lnTo>
                    <a:pt x="2249219" y="507580"/>
                  </a:lnTo>
                  <a:lnTo>
                    <a:pt x="2292473" y="488781"/>
                  </a:lnTo>
                  <a:lnTo>
                    <a:pt x="2335727" y="469981"/>
                  </a:lnTo>
                  <a:lnTo>
                    <a:pt x="2378982" y="451182"/>
                  </a:lnTo>
                  <a:lnTo>
                    <a:pt x="2422236" y="432383"/>
                  </a:lnTo>
                  <a:lnTo>
                    <a:pt x="2465490" y="413584"/>
                  </a:lnTo>
                  <a:lnTo>
                    <a:pt x="2508744" y="394784"/>
                  </a:lnTo>
                  <a:lnTo>
                    <a:pt x="2551999" y="375985"/>
                  </a:lnTo>
                  <a:lnTo>
                    <a:pt x="2595253" y="357186"/>
                  </a:lnTo>
                  <a:lnTo>
                    <a:pt x="2638507" y="338387"/>
                  </a:lnTo>
                  <a:lnTo>
                    <a:pt x="2681761" y="319587"/>
                  </a:lnTo>
                  <a:lnTo>
                    <a:pt x="2725015" y="300788"/>
                  </a:lnTo>
                  <a:lnTo>
                    <a:pt x="2768270" y="281989"/>
                  </a:lnTo>
                  <a:lnTo>
                    <a:pt x="2811524" y="263189"/>
                  </a:lnTo>
                  <a:lnTo>
                    <a:pt x="2854778" y="244390"/>
                  </a:lnTo>
                  <a:lnTo>
                    <a:pt x="2898032" y="225591"/>
                  </a:lnTo>
                  <a:lnTo>
                    <a:pt x="2941287" y="206792"/>
                  </a:lnTo>
                  <a:lnTo>
                    <a:pt x="2984541" y="187992"/>
                  </a:lnTo>
                  <a:lnTo>
                    <a:pt x="3027795" y="169193"/>
                  </a:lnTo>
                  <a:lnTo>
                    <a:pt x="3071049" y="150394"/>
                  </a:lnTo>
                  <a:lnTo>
                    <a:pt x="3114303" y="131594"/>
                  </a:lnTo>
                  <a:lnTo>
                    <a:pt x="3157558" y="112795"/>
                  </a:lnTo>
                  <a:lnTo>
                    <a:pt x="3200812" y="93996"/>
                  </a:lnTo>
                  <a:lnTo>
                    <a:pt x="3244066" y="75197"/>
                  </a:lnTo>
                  <a:lnTo>
                    <a:pt x="3287320" y="56397"/>
                  </a:lnTo>
                  <a:lnTo>
                    <a:pt x="3330575" y="37598"/>
                  </a:lnTo>
                  <a:lnTo>
                    <a:pt x="3373829" y="18799"/>
                  </a:lnTo>
                  <a:lnTo>
                    <a:pt x="3417083" y="0"/>
                  </a:lnTo>
                </a:path>
              </a:pathLst>
            </a:custGeom>
            <a:ln w="27101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2" name="tx1502"/>
            <p:cNvSpPr/>
            <p:nvPr/>
          </p:nvSpPr>
          <p:spPr>
            <a:xfrm>
              <a:off x="4659915" y="3669504"/>
              <a:ext cx="91715" cy="909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 i="1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1503" name="tx1503"/>
            <p:cNvSpPr/>
            <p:nvPr/>
          </p:nvSpPr>
          <p:spPr>
            <a:xfrm>
              <a:off x="4765266" y="3633952"/>
              <a:ext cx="49441" cy="638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504" name="tx1504"/>
            <p:cNvSpPr/>
            <p:nvPr/>
          </p:nvSpPr>
          <p:spPr>
            <a:xfrm>
              <a:off x="4814708" y="3760413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505" name="tx1505"/>
            <p:cNvSpPr/>
            <p:nvPr/>
          </p:nvSpPr>
          <p:spPr>
            <a:xfrm>
              <a:off x="4849497" y="3722400"/>
              <a:ext cx="74166" cy="3801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1506" name="tx1506"/>
            <p:cNvSpPr/>
            <p:nvPr/>
          </p:nvSpPr>
          <p:spPr>
            <a:xfrm>
              <a:off x="4923663" y="3760413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507" name="tx1507"/>
            <p:cNvSpPr/>
            <p:nvPr/>
          </p:nvSpPr>
          <p:spPr>
            <a:xfrm>
              <a:off x="4958451" y="3667581"/>
              <a:ext cx="247178" cy="9283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0.59</a:t>
              </a:r>
            </a:p>
          </p:txBody>
        </p:sp>
        <p:sp>
          <p:nvSpPr>
            <p:cNvPr id="1508" name="pl1508"/>
            <p:cNvSpPr/>
            <p:nvPr/>
          </p:nvSpPr>
          <p:spPr>
            <a:xfrm>
              <a:off x="8331987" y="5440526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9" name="pl1509"/>
            <p:cNvSpPr/>
            <p:nvPr/>
          </p:nvSpPr>
          <p:spPr>
            <a:xfrm>
              <a:off x="8331987" y="4791409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0" name="pl1510"/>
            <p:cNvSpPr/>
            <p:nvPr/>
          </p:nvSpPr>
          <p:spPr>
            <a:xfrm>
              <a:off x="8331987" y="4142293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1" name="pl1511"/>
            <p:cNvSpPr/>
            <p:nvPr/>
          </p:nvSpPr>
          <p:spPr>
            <a:xfrm>
              <a:off x="9005354" y="3513467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2" name="pl1512"/>
            <p:cNvSpPr/>
            <p:nvPr/>
          </p:nvSpPr>
          <p:spPr>
            <a:xfrm>
              <a:off x="10010378" y="3513467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3" name="pl1513"/>
            <p:cNvSpPr/>
            <p:nvPr/>
          </p:nvSpPr>
          <p:spPr>
            <a:xfrm>
              <a:off x="11015403" y="3513467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4" name="pl1514"/>
            <p:cNvSpPr/>
            <p:nvPr/>
          </p:nvSpPr>
          <p:spPr>
            <a:xfrm>
              <a:off x="12020427" y="3513467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5" name="pl1515"/>
            <p:cNvSpPr/>
            <p:nvPr/>
          </p:nvSpPr>
          <p:spPr>
            <a:xfrm>
              <a:off x="8331987" y="5765085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6" name="pl1516"/>
            <p:cNvSpPr/>
            <p:nvPr/>
          </p:nvSpPr>
          <p:spPr>
            <a:xfrm>
              <a:off x="8331987" y="5115968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7" name="pl1517"/>
            <p:cNvSpPr/>
            <p:nvPr/>
          </p:nvSpPr>
          <p:spPr>
            <a:xfrm>
              <a:off x="8331987" y="4466851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8" name="pl1518"/>
            <p:cNvSpPr/>
            <p:nvPr/>
          </p:nvSpPr>
          <p:spPr>
            <a:xfrm>
              <a:off x="8331987" y="3817734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9" name="pl1519"/>
            <p:cNvSpPr/>
            <p:nvPr/>
          </p:nvSpPr>
          <p:spPr>
            <a:xfrm>
              <a:off x="8502841" y="3513467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0" name="pl1520"/>
            <p:cNvSpPr/>
            <p:nvPr/>
          </p:nvSpPr>
          <p:spPr>
            <a:xfrm>
              <a:off x="9507866" y="3513467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1" name="pl1521"/>
            <p:cNvSpPr/>
            <p:nvPr/>
          </p:nvSpPr>
          <p:spPr>
            <a:xfrm>
              <a:off x="10512891" y="3513467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2" name="pl1522"/>
            <p:cNvSpPr/>
            <p:nvPr/>
          </p:nvSpPr>
          <p:spPr>
            <a:xfrm>
              <a:off x="11517915" y="3513467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3" name="pt1523"/>
            <p:cNvSpPr/>
            <p:nvPr/>
          </p:nvSpPr>
          <p:spPr>
            <a:xfrm>
              <a:off x="9885050" y="49613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4" name="pt1524"/>
            <p:cNvSpPr/>
            <p:nvPr/>
          </p:nvSpPr>
          <p:spPr>
            <a:xfrm>
              <a:off x="11694094" y="44420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5" name="pt1525"/>
            <p:cNvSpPr/>
            <p:nvPr/>
          </p:nvSpPr>
          <p:spPr>
            <a:xfrm>
              <a:off x="11258583" y="49613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6" name="pt1526"/>
            <p:cNvSpPr/>
            <p:nvPr/>
          </p:nvSpPr>
          <p:spPr>
            <a:xfrm>
              <a:off x="10823073" y="47665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7" name="pt1527"/>
            <p:cNvSpPr/>
            <p:nvPr/>
          </p:nvSpPr>
          <p:spPr>
            <a:xfrm>
              <a:off x="11794597" y="45718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8" name="pt1528"/>
            <p:cNvSpPr/>
            <p:nvPr/>
          </p:nvSpPr>
          <p:spPr>
            <a:xfrm>
              <a:off x="11493089" y="52534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9" name="pt1529"/>
            <p:cNvSpPr/>
            <p:nvPr/>
          </p:nvSpPr>
          <p:spPr>
            <a:xfrm>
              <a:off x="11057579" y="48964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0" name="pt1530"/>
            <p:cNvSpPr/>
            <p:nvPr/>
          </p:nvSpPr>
          <p:spPr>
            <a:xfrm>
              <a:off x="10287060" y="541570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1" name="pt1531"/>
            <p:cNvSpPr/>
            <p:nvPr/>
          </p:nvSpPr>
          <p:spPr>
            <a:xfrm>
              <a:off x="10421063" y="51560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2" name="pt1532"/>
            <p:cNvSpPr/>
            <p:nvPr/>
          </p:nvSpPr>
          <p:spPr>
            <a:xfrm>
              <a:off x="11560091" y="4863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3" name="pt1533"/>
            <p:cNvSpPr/>
            <p:nvPr/>
          </p:nvSpPr>
          <p:spPr>
            <a:xfrm>
              <a:off x="10488065" y="548061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4" name="pt1534"/>
            <p:cNvSpPr/>
            <p:nvPr/>
          </p:nvSpPr>
          <p:spPr>
            <a:xfrm>
              <a:off x="10354061" y="48964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5" name="pt1535"/>
            <p:cNvSpPr/>
            <p:nvPr/>
          </p:nvSpPr>
          <p:spPr>
            <a:xfrm>
              <a:off x="11694094" y="460430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6" name="pt1536"/>
            <p:cNvSpPr/>
            <p:nvPr/>
          </p:nvSpPr>
          <p:spPr>
            <a:xfrm>
              <a:off x="10756071" y="51560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7" name="pt1537"/>
            <p:cNvSpPr/>
            <p:nvPr/>
          </p:nvSpPr>
          <p:spPr>
            <a:xfrm>
              <a:off x="10689070" y="47016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8" name="pt1538"/>
            <p:cNvSpPr/>
            <p:nvPr/>
          </p:nvSpPr>
          <p:spPr>
            <a:xfrm>
              <a:off x="11694094" y="47665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9" name="pt1539"/>
            <p:cNvSpPr/>
            <p:nvPr/>
          </p:nvSpPr>
          <p:spPr>
            <a:xfrm>
              <a:off x="10086055" y="561043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0" name="pt1540"/>
            <p:cNvSpPr/>
            <p:nvPr/>
          </p:nvSpPr>
          <p:spPr>
            <a:xfrm>
              <a:off x="11459588" y="4831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1" name="pt1541"/>
            <p:cNvSpPr/>
            <p:nvPr/>
          </p:nvSpPr>
          <p:spPr>
            <a:xfrm>
              <a:off x="9784547" y="45069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2" name="pt1542"/>
            <p:cNvSpPr/>
            <p:nvPr/>
          </p:nvSpPr>
          <p:spPr>
            <a:xfrm>
              <a:off x="11694094" y="47990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3" name="pt1543"/>
            <p:cNvSpPr/>
            <p:nvPr/>
          </p:nvSpPr>
          <p:spPr>
            <a:xfrm>
              <a:off x="11895099" y="42797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4" name="pt1544"/>
            <p:cNvSpPr/>
            <p:nvPr/>
          </p:nvSpPr>
          <p:spPr>
            <a:xfrm>
              <a:off x="11292084" y="45718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5" name="pt1545"/>
            <p:cNvSpPr/>
            <p:nvPr/>
          </p:nvSpPr>
          <p:spPr>
            <a:xfrm>
              <a:off x="11694094" y="447448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6" name="pt1546"/>
            <p:cNvSpPr/>
            <p:nvPr/>
          </p:nvSpPr>
          <p:spPr>
            <a:xfrm>
              <a:off x="11091079" y="48964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7" name="pt1547"/>
            <p:cNvSpPr/>
            <p:nvPr/>
          </p:nvSpPr>
          <p:spPr>
            <a:xfrm>
              <a:off x="10689070" y="447448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8" name="pt1548"/>
            <p:cNvSpPr/>
            <p:nvPr/>
          </p:nvSpPr>
          <p:spPr>
            <a:xfrm>
              <a:off x="11191582" y="47016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9" name="pt1549"/>
            <p:cNvSpPr/>
            <p:nvPr/>
          </p:nvSpPr>
          <p:spPr>
            <a:xfrm>
              <a:off x="11694094" y="43771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0" name="pt1550"/>
            <p:cNvSpPr/>
            <p:nvPr/>
          </p:nvSpPr>
          <p:spPr>
            <a:xfrm>
              <a:off x="11191582" y="46692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1" name="pt1551"/>
            <p:cNvSpPr/>
            <p:nvPr/>
          </p:nvSpPr>
          <p:spPr>
            <a:xfrm>
              <a:off x="10454564" y="50262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2" name="pt1552"/>
            <p:cNvSpPr/>
            <p:nvPr/>
          </p:nvSpPr>
          <p:spPr>
            <a:xfrm>
              <a:off x="11258583" y="46692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3" name="pt1553"/>
            <p:cNvSpPr/>
            <p:nvPr/>
          </p:nvSpPr>
          <p:spPr>
            <a:xfrm>
              <a:off x="11191582" y="51235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4" name="pt1554"/>
            <p:cNvSpPr/>
            <p:nvPr/>
          </p:nvSpPr>
          <p:spPr>
            <a:xfrm>
              <a:off x="11325585" y="47990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5" name="pt1555"/>
            <p:cNvSpPr/>
            <p:nvPr/>
          </p:nvSpPr>
          <p:spPr>
            <a:xfrm>
              <a:off x="11694094" y="44095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6" name="pt1556"/>
            <p:cNvSpPr/>
            <p:nvPr/>
          </p:nvSpPr>
          <p:spPr>
            <a:xfrm>
              <a:off x="9583542" y="522096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7" name="pt1557"/>
            <p:cNvSpPr/>
            <p:nvPr/>
          </p:nvSpPr>
          <p:spPr>
            <a:xfrm>
              <a:off x="10789572" y="47665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8" name="pt1558"/>
            <p:cNvSpPr/>
            <p:nvPr/>
          </p:nvSpPr>
          <p:spPr>
            <a:xfrm>
              <a:off x="10354061" y="53832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9" name="pt1559"/>
            <p:cNvSpPr/>
            <p:nvPr/>
          </p:nvSpPr>
          <p:spPr>
            <a:xfrm>
              <a:off x="11493089" y="47990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0" name="pt1560"/>
            <p:cNvSpPr/>
            <p:nvPr/>
          </p:nvSpPr>
          <p:spPr>
            <a:xfrm>
              <a:off x="9650544" y="52858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1" name="pt1561"/>
            <p:cNvSpPr/>
            <p:nvPr/>
          </p:nvSpPr>
          <p:spPr>
            <a:xfrm>
              <a:off x="9416038" y="57078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2" name="pt1562"/>
            <p:cNvSpPr/>
            <p:nvPr/>
          </p:nvSpPr>
          <p:spPr>
            <a:xfrm>
              <a:off x="10253559" y="51560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3" name="pt1563"/>
            <p:cNvSpPr/>
            <p:nvPr/>
          </p:nvSpPr>
          <p:spPr>
            <a:xfrm>
              <a:off x="8478015" y="57402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4" name="pt1564"/>
            <p:cNvSpPr/>
            <p:nvPr/>
          </p:nvSpPr>
          <p:spPr>
            <a:xfrm>
              <a:off x="8545017" y="57402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5" name="pt1565"/>
            <p:cNvSpPr/>
            <p:nvPr/>
          </p:nvSpPr>
          <p:spPr>
            <a:xfrm>
              <a:off x="8478015" y="57402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6" name="pt1566"/>
            <p:cNvSpPr/>
            <p:nvPr/>
          </p:nvSpPr>
          <p:spPr>
            <a:xfrm>
              <a:off x="8478015" y="57402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7" name="pt1567"/>
            <p:cNvSpPr/>
            <p:nvPr/>
          </p:nvSpPr>
          <p:spPr>
            <a:xfrm>
              <a:off x="11158081" y="49613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8" name="pt1568"/>
            <p:cNvSpPr/>
            <p:nvPr/>
          </p:nvSpPr>
          <p:spPr>
            <a:xfrm>
              <a:off x="10823073" y="46367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9" name="pt1569"/>
            <p:cNvSpPr/>
            <p:nvPr/>
          </p:nvSpPr>
          <p:spPr>
            <a:xfrm>
              <a:off x="11593592" y="460430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0" name="pt1570"/>
            <p:cNvSpPr/>
            <p:nvPr/>
          </p:nvSpPr>
          <p:spPr>
            <a:xfrm>
              <a:off x="8612019" y="57402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1" name="pt1571"/>
            <p:cNvSpPr/>
            <p:nvPr/>
          </p:nvSpPr>
          <p:spPr>
            <a:xfrm>
              <a:off x="10856574" y="47665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2" name="pt1572"/>
            <p:cNvSpPr/>
            <p:nvPr/>
          </p:nvSpPr>
          <p:spPr>
            <a:xfrm>
              <a:off x="8679020" y="57402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3" name="pt1573"/>
            <p:cNvSpPr/>
            <p:nvPr/>
          </p:nvSpPr>
          <p:spPr>
            <a:xfrm>
              <a:off x="10789572" y="54481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4" name="pt1574"/>
            <p:cNvSpPr/>
            <p:nvPr/>
          </p:nvSpPr>
          <p:spPr>
            <a:xfrm>
              <a:off x="11694094" y="49613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5" name="pt1575"/>
            <p:cNvSpPr/>
            <p:nvPr/>
          </p:nvSpPr>
          <p:spPr>
            <a:xfrm>
              <a:off x="11694094" y="44095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6" name="pt1576"/>
            <p:cNvSpPr/>
            <p:nvPr/>
          </p:nvSpPr>
          <p:spPr>
            <a:xfrm>
              <a:off x="9349037" y="522096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7" name="pt1577"/>
            <p:cNvSpPr/>
            <p:nvPr/>
          </p:nvSpPr>
          <p:spPr>
            <a:xfrm>
              <a:off x="9349037" y="57402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8" name="pt1578"/>
            <p:cNvSpPr/>
            <p:nvPr/>
          </p:nvSpPr>
          <p:spPr>
            <a:xfrm>
              <a:off x="10421063" y="52534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9" name="pt1579"/>
            <p:cNvSpPr/>
            <p:nvPr/>
          </p:nvSpPr>
          <p:spPr>
            <a:xfrm>
              <a:off x="10153056" y="473412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0" name="pt1580"/>
            <p:cNvSpPr/>
            <p:nvPr/>
          </p:nvSpPr>
          <p:spPr>
            <a:xfrm>
              <a:off x="10052554" y="4863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1" name="pt1581"/>
            <p:cNvSpPr/>
            <p:nvPr/>
          </p:nvSpPr>
          <p:spPr>
            <a:xfrm>
              <a:off x="11694094" y="46692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2" name="pt1582"/>
            <p:cNvSpPr/>
            <p:nvPr/>
          </p:nvSpPr>
          <p:spPr>
            <a:xfrm>
              <a:off x="11292084" y="414992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3" name="pt1583"/>
            <p:cNvSpPr/>
            <p:nvPr/>
          </p:nvSpPr>
          <p:spPr>
            <a:xfrm>
              <a:off x="10588567" y="47665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4" name="pt1584"/>
            <p:cNvSpPr/>
            <p:nvPr/>
          </p:nvSpPr>
          <p:spPr>
            <a:xfrm>
              <a:off x="11292084" y="44420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5" name="pt1585"/>
            <p:cNvSpPr/>
            <p:nvPr/>
          </p:nvSpPr>
          <p:spPr>
            <a:xfrm>
              <a:off x="11895099" y="41823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6" name="pt1586"/>
            <p:cNvSpPr/>
            <p:nvPr/>
          </p:nvSpPr>
          <p:spPr>
            <a:xfrm>
              <a:off x="11593592" y="53832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7" name="pt1587"/>
            <p:cNvSpPr/>
            <p:nvPr/>
          </p:nvSpPr>
          <p:spPr>
            <a:xfrm>
              <a:off x="11694094" y="41823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8" name="pt1588"/>
            <p:cNvSpPr/>
            <p:nvPr/>
          </p:nvSpPr>
          <p:spPr>
            <a:xfrm>
              <a:off x="11694094" y="4831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9" name="pt1589"/>
            <p:cNvSpPr/>
            <p:nvPr/>
          </p:nvSpPr>
          <p:spPr>
            <a:xfrm>
              <a:off x="11191582" y="46367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0" name="pt1590"/>
            <p:cNvSpPr/>
            <p:nvPr/>
          </p:nvSpPr>
          <p:spPr>
            <a:xfrm>
              <a:off x="11794597" y="434465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1" name="pt1591"/>
            <p:cNvSpPr/>
            <p:nvPr/>
          </p:nvSpPr>
          <p:spPr>
            <a:xfrm>
              <a:off x="9282035" y="52534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2" name="pt1592"/>
            <p:cNvSpPr/>
            <p:nvPr/>
          </p:nvSpPr>
          <p:spPr>
            <a:xfrm>
              <a:off x="10890074" y="45069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3" name="pt1593"/>
            <p:cNvSpPr/>
            <p:nvPr/>
          </p:nvSpPr>
          <p:spPr>
            <a:xfrm>
              <a:off x="11560091" y="44420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4" name="pt1594"/>
            <p:cNvSpPr/>
            <p:nvPr/>
          </p:nvSpPr>
          <p:spPr>
            <a:xfrm>
              <a:off x="11694094" y="51560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5" name="pt1595"/>
            <p:cNvSpPr/>
            <p:nvPr/>
          </p:nvSpPr>
          <p:spPr>
            <a:xfrm>
              <a:off x="11091079" y="49613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6" name="pt1596"/>
            <p:cNvSpPr/>
            <p:nvPr/>
          </p:nvSpPr>
          <p:spPr>
            <a:xfrm>
              <a:off x="11694094" y="460430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7" name="pt1597"/>
            <p:cNvSpPr/>
            <p:nvPr/>
          </p:nvSpPr>
          <p:spPr>
            <a:xfrm>
              <a:off x="11694094" y="48964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8" name="pt1598"/>
            <p:cNvSpPr/>
            <p:nvPr/>
          </p:nvSpPr>
          <p:spPr>
            <a:xfrm>
              <a:off x="11191582" y="49937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9" name="pt1599"/>
            <p:cNvSpPr/>
            <p:nvPr/>
          </p:nvSpPr>
          <p:spPr>
            <a:xfrm>
              <a:off x="11895099" y="47016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0" name="pt1600"/>
            <p:cNvSpPr/>
            <p:nvPr/>
          </p:nvSpPr>
          <p:spPr>
            <a:xfrm>
              <a:off x="11493089" y="42472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1" name="pt1601"/>
            <p:cNvSpPr/>
            <p:nvPr/>
          </p:nvSpPr>
          <p:spPr>
            <a:xfrm>
              <a:off x="11091079" y="473412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2" name="pt1602"/>
            <p:cNvSpPr/>
            <p:nvPr/>
          </p:nvSpPr>
          <p:spPr>
            <a:xfrm>
              <a:off x="10689070" y="522096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3" name="pt1603"/>
            <p:cNvSpPr/>
            <p:nvPr/>
          </p:nvSpPr>
          <p:spPr>
            <a:xfrm>
              <a:off x="10689070" y="51560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4" name="pt1604"/>
            <p:cNvSpPr/>
            <p:nvPr/>
          </p:nvSpPr>
          <p:spPr>
            <a:xfrm>
              <a:off x="10890074" y="46367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5" name="pt1605"/>
            <p:cNvSpPr/>
            <p:nvPr/>
          </p:nvSpPr>
          <p:spPr>
            <a:xfrm>
              <a:off x="11593592" y="421483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6" name="pt1606"/>
            <p:cNvSpPr/>
            <p:nvPr/>
          </p:nvSpPr>
          <p:spPr>
            <a:xfrm>
              <a:off x="11426088" y="46367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7" name="pt1607"/>
            <p:cNvSpPr/>
            <p:nvPr/>
          </p:nvSpPr>
          <p:spPr>
            <a:xfrm>
              <a:off x="10890074" y="548061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8" name="pt1608"/>
            <p:cNvSpPr/>
            <p:nvPr/>
          </p:nvSpPr>
          <p:spPr>
            <a:xfrm>
              <a:off x="11191582" y="522096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9" name="pt1609"/>
            <p:cNvSpPr/>
            <p:nvPr/>
          </p:nvSpPr>
          <p:spPr>
            <a:xfrm>
              <a:off x="11091079" y="51560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0" name="pt1610"/>
            <p:cNvSpPr/>
            <p:nvPr/>
          </p:nvSpPr>
          <p:spPr>
            <a:xfrm>
              <a:off x="11694094" y="46367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1" name="pt1611"/>
            <p:cNvSpPr/>
            <p:nvPr/>
          </p:nvSpPr>
          <p:spPr>
            <a:xfrm>
              <a:off x="11895099" y="44095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2" name="pt1612"/>
            <p:cNvSpPr/>
            <p:nvPr/>
          </p:nvSpPr>
          <p:spPr>
            <a:xfrm>
              <a:off x="10186557" y="52858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3" name="pt1613"/>
            <p:cNvSpPr/>
            <p:nvPr/>
          </p:nvSpPr>
          <p:spPr>
            <a:xfrm>
              <a:off x="11091079" y="49937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4" name="pt1614"/>
            <p:cNvSpPr/>
            <p:nvPr/>
          </p:nvSpPr>
          <p:spPr>
            <a:xfrm>
              <a:off x="10086055" y="535078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5" name="pt1615"/>
            <p:cNvSpPr/>
            <p:nvPr/>
          </p:nvSpPr>
          <p:spPr>
            <a:xfrm>
              <a:off x="11124580" y="47016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6" name="pt1616"/>
            <p:cNvSpPr/>
            <p:nvPr/>
          </p:nvSpPr>
          <p:spPr>
            <a:xfrm>
              <a:off x="10488065" y="49613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7" name="pt1617"/>
            <p:cNvSpPr/>
            <p:nvPr/>
          </p:nvSpPr>
          <p:spPr>
            <a:xfrm>
              <a:off x="10789572" y="46367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8" name="pt1618"/>
            <p:cNvSpPr/>
            <p:nvPr/>
          </p:nvSpPr>
          <p:spPr>
            <a:xfrm>
              <a:off x="10890074" y="49613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9" name="pt1619"/>
            <p:cNvSpPr/>
            <p:nvPr/>
          </p:nvSpPr>
          <p:spPr>
            <a:xfrm>
              <a:off x="11694094" y="49613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0" name="pt1620"/>
            <p:cNvSpPr/>
            <p:nvPr/>
          </p:nvSpPr>
          <p:spPr>
            <a:xfrm>
              <a:off x="10588567" y="48964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1" name="pt1621"/>
            <p:cNvSpPr/>
            <p:nvPr/>
          </p:nvSpPr>
          <p:spPr>
            <a:xfrm>
              <a:off x="11794597" y="45718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2" name="pt1622"/>
            <p:cNvSpPr/>
            <p:nvPr/>
          </p:nvSpPr>
          <p:spPr>
            <a:xfrm>
              <a:off x="10588567" y="509114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3" name="pt1623"/>
            <p:cNvSpPr/>
            <p:nvPr/>
          </p:nvSpPr>
          <p:spPr>
            <a:xfrm>
              <a:off x="10387562" y="48964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4" name="pt1624"/>
            <p:cNvSpPr/>
            <p:nvPr/>
          </p:nvSpPr>
          <p:spPr>
            <a:xfrm>
              <a:off x="11292084" y="460430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5" name="pt1625"/>
            <p:cNvSpPr/>
            <p:nvPr/>
          </p:nvSpPr>
          <p:spPr>
            <a:xfrm>
              <a:off x="10387562" y="509114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6" name="pt1626"/>
            <p:cNvSpPr/>
            <p:nvPr/>
          </p:nvSpPr>
          <p:spPr>
            <a:xfrm>
              <a:off x="10287060" y="541570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7" name="pt1627"/>
            <p:cNvSpPr/>
            <p:nvPr/>
          </p:nvSpPr>
          <p:spPr>
            <a:xfrm>
              <a:off x="10622068" y="50586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8" name="pt1628"/>
            <p:cNvSpPr/>
            <p:nvPr/>
          </p:nvSpPr>
          <p:spPr>
            <a:xfrm>
              <a:off x="11694094" y="4831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9" name="pt1629"/>
            <p:cNvSpPr/>
            <p:nvPr/>
          </p:nvSpPr>
          <p:spPr>
            <a:xfrm>
              <a:off x="11057579" y="518850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0" name="pt1630"/>
            <p:cNvSpPr/>
            <p:nvPr/>
          </p:nvSpPr>
          <p:spPr>
            <a:xfrm>
              <a:off x="11392587" y="45718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1" name="pt1631"/>
            <p:cNvSpPr/>
            <p:nvPr/>
          </p:nvSpPr>
          <p:spPr>
            <a:xfrm>
              <a:off x="10990577" y="50586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2" name="pt1632"/>
            <p:cNvSpPr/>
            <p:nvPr/>
          </p:nvSpPr>
          <p:spPr>
            <a:xfrm>
              <a:off x="10689070" y="522096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3" name="pt1633"/>
            <p:cNvSpPr/>
            <p:nvPr/>
          </p:nvSpPr>
          <p:spPr>
            <a:xfrm>
              <a:off x="11694094" y="48964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4" name="pt1634"/>
            <p:cNvSpPr/>
            <p:nvPr/>
          </p:nvSpPr>
          <p:spPr>
            <a:xfrm>
              <a:off x="11660593" y="434465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5" name="pt1635"/>
            <p:cNvSpPr/>
            <p:nvPr/>
          </p:nvSpPr>
          <p:spPr>
            <a:xfrm>
              <a:off x="11694094" y="44420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6" name="pt1636"/>
            <p:cNvSpPr/>
            <p:nvPr/>
          </p:nvSpPr>
          <p:spPr>
            <a:xfrm>
              <a:off x="10588567" y="4863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7" name="pt1637"/>
            <p:cNvSpPr/>
            <p:nvPr/>
          </p:nvSpPr>
          <p:spPr>
            <a:xfrm>
              <a:off x="10689070" y="47016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8" name="pt1638"/>
            <p:cNvSpPr/>
            <p:nvPr/>
          </p:nvSpPr>
          <p:spPr>
            <a:xfrm>
              <a:off x="9684045" y="561043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9" name="pt1639"/>
            <p:cNvSpPr/>
            <p:nvPr/>
          </p:nvSpPr>
          <p:spPr>
            <a:xfrm>
              <a:off x="9985552" y="561043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0" name="pt1640"/>
            <p:cNvSpPr/>
            <p:nvPr/>
          </p:nvSpPr>
          <p:spPr>
            <a:xfrm>
              <a:off x="11593592" y="4928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1" name="pt1641"/>
            <p:cNvSpPr/>
            <p:nvPr/>
          </p:nvSpPr>
          <p:spPr>
            <a:xfrm>
              <a:off x="10052554" y="52858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2" name="pt1642"/>
            <p:cNvSpPr/>
            <p:nvPr/>
          </p:nvSpPr>
          <p:spPr>
            <a:xfrm>
              <a:off x="11895099" y="434465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3" name="pt1643"/>
            <p:cNvSpPr/>
            <p:nvPr/>
          </p:nvSpPr>
          <p:spPr>
            <a:xfrm>
              <a:off x="11593592" y="45393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4" name="pt1644"/>
            <p:cNvSpPr/>
            <p:nvPr/>
          </p:nvSpPr>
          <p:spPr>
            <a:xfrm>
              <a:off x="10086055" y="51560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5" name="pt1645"/>
            <p:cNvSpPr/>
            <p:nvPr/>
          </p:nvSpPr>
          <p:spPr>
            <a:xfrm>
              <a:off x="11694094" y="46367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6" name="pt1646"/>
            <p:cNvSpPr/>
            <p:nvPr/>
          </p:nvSpPr>
          <p:spPr>
            <a:xfrm>
              <a:off x="10387562" y="51560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7" name="pt1647"/>
            <p:cNvSpPr/>
            <p:nvPr/>
          </p:nvSpPr>
          <p:spPr>
            <a:xfrm>
              <a:off x="11225083" y="46367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8" name="pt1648"/>
            <p:cNvSpPr/>
            <p:nvPr/>
          </p:nvSpPr>
          <p:spPr>
            <a:xfrm>
              <a:off x="9650544" y="5545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9" name="pt1649"/>
            <p:cNvSpPr/>
            <p:nvPr/>
          </p:nvSpPr>
          <p:spPr>
            <a:xfrm>
              <a:off x="10588567" y="522096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0" name="pt1650"/>
            <p:cNvSpPr/>
            <p:nvPr/>
          </p:nvSpPr>
          <p:spPr>
            <a:xfrm>
              <a:off x="10990577" y="47016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1" name="pt1651"/>
            <p:cNvSpPr/>
            <p:nvPr/>
          </p:nvSpPr>
          <p:spPr>
            <a:xfrm>
              <a:off x="11091079" y="51560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2" name="pt1652"/>
            <p:cNvSpPr/>
            <p:nvPr/>
          </p:nvSpPr>
          <p:spPr>
            <a:xfrm>
              <a:off x="11593592" y="473412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3" name="pt1653"/>
            <p:cNvSpPr/>
            <p:nvPr/>
          </p:nvSpPr>
          <p:spPr>
            <a:xfrm>
              <a:off x="10086055" y="5545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4" name="pt1654"/>
            <p:cNvSpPr/>
            <p:nvPr/>
          </p:nvSpPr>
          <p:spPr>
            <a:xfrm>
              <a:off x="10186557" y="51560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5" name="pt1655"/>
            <p:cNvSpPr/>
            <p:nvPr/>
          </p:nvSpPr>
          <p:spPr>
            <a:xfrm>
              <a:off x="10421063" y="47665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6" name="pt1656"/>
            <p:cNvSpPr/>
            <p:nvPr/>
          </p:nvSpPr>
          <p:spPr>
            <a:xfrm>
              <a:off x="10119556" y="52858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7" name="pt1657"/>
            <p:cNvSpPr/>
            <p:nvPr/>
          </p:nvSpPr>
          <p:spPr>
            <a:xfrm>
              <a:off x="10789572" y="44420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8" name="pt1658"/>
            <p:cNvSpPr/>
            <p:nvPr/>
          </p:nvSpPr>
          <p:spPr>
            <a:xfrm>
              <a:off x="10555066" y="53183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9" name="pt1659"/>
            <p:cNvSpPr/>
            <p:nvPr/>
          </p:nvSpPr>
          <p:spPr>
            <a:xfrm>
              <a:off x="8679020" y="567534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0" name="pt1660"/>
            <p:cNvSpPr/>
            <p:nvPr/>
          </p:nvSpPr>
          <p:spPr>
            <a:xfrm>
              <a:off x="10186557" y="49613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1" name="pt1661"/>
            <p:cNvSpPr/>
            <p:nvPr/>
          </p:nvSpPr>
          <p:spPr>
            <a:xfrm>
              <a:off x="9583542" y="548061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2" name="pt1662"/>
            <p:cNvSpPr/>
            <p:nvPr/>
          </p:nvSpPr>
          <p:spPr>
            <a:xfrm>
              <a:off x="10990577" y="52858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3" name="pt1663"/>
            <p:cNvSpPr/>
            <p:nvPr/>
          </p:nvSpPr>
          <p:spPr>
            <a:xfrm>
              <a:off x="10890074" y="548061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4" name="pt1664"/>
            <p:cNvSpPr/>
            <p:nvPr/>
          </p:nvSpPr>
          <p:spPr>
            <a:xfrm>
              <a:off x="10186557" y="561043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5" name="pt1665"/>
            <p:cNvSpPr/>
            <p:nvPr/>
          </p:nvSpPr>
          <p:spPr>
            <a:xfrm>
              <a:off x="10521565" y="49937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6" name="pt1666"/>
            <p:cNvSpPr/>
            <p:nvPr/>
          </p:nvSpPr>
          <p:spPr>
            <a:xfrm>
              <a:off x="9885050" y="561043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7" name="pt1667"/>
            <p:cNvSpPr/>
            <p:nvPr/>
          </p:nvSpPr>
          <p:spPr>
            <a:xfrm>
              <a:off x="11593592" y="45393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8" name="pt1668"/>
            <p:cNvSpPr/>
            <p:nvPr/>
          </p:nvSpPr>
          <p:spPr>
            <a:xfrm>
              <a:off x="10488065" y="51560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9" name="pt1669"/>
            <p:cNvSpPr/>
            <p:nvPr/>
          </p:nvSpPr>
          <p:spPr>
            <a:xfrm>
              <a:off x="10387562" y="548061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0" name="pt1670"/>
            <p:cNvSpPr/>
            <p:nvPr/>
          </p:nvSpPr>
          <p:spPr>
            <a:xfrm>
              <a:off x="10186557" y="541570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1" name="pt1671"/>
            <p:cNvSpPr/>
            <p:nvPr/>
          </p:nvSpPr>
          <p:spPr>
            <a:xfrm>
              <a:off x="10890074" y="522096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2" name="pt1672"/>
            <p:cNvSpPr/>
            <p:nvPr/>
          </p:nvSpPr>
          <p:spPr>
            <a:xfrm>
              <a:off x="8980528" y="5545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3" name="pt1673"/>
            <p:cNvSpPr/>
            <p:nvPr/>
          </p:nvSpPr>
          <p:spPr>
            <a:xfrm>
              <a:off x="10387562" y="57402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4" name="pt1674"/>
            <p:cNvSpPr/>
            <p:nvPr/>
          </p:nvSpPr>
          <p:spPr>
            <a:xfrm>
              <a:off x="11091079" y="49937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5" name="pt1675"/>
            <p:cNvSpPr/>
            <p:nvPr/>
          </p:nvSpPr>
          <p:spPr>
            <a:xfrm>
              <a:off x="10186557" y="50262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6" name="pt1676"/>
            <p:cNvSpPr/>
            <p:nvPr/>
          </p:nvSpPr>
          <p:spPr>
            <a:xfrm>
              <a:off x="9282035" y="57402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7" name="pt1677"/>
            <p:cNvSpPr/>
            <p:nvPr/>
          </p:nvSpPr>
          <p:spPr>
            <a:xfrm>
              <a:off x="10890074" y="535078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8" name="pt1678"/>
            <p:cNvSpPr/>
            <p:nvPr/>
          </p:nvSpPr>
          <p:spPr>
            <a:xfrm>
              <a:off x="10287060" y="50262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9" name="pt1679"/>
            <p:cNvSpPr/>
            <p:nvPr/>
          </p:nvSpPr>
          <p:spPr>
            <a:xfrm>
              <a:off x="10086055" y="51560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0" name="pt1680"/>
            <p:cNvSpPr/>
            <p:nvPr/>
          </p:nvSpPr>
          <p:spPr>
            <a:xfrm>
              <a:off x="9583542" y="535078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1" name="pt1681"/>
            <p:cNvSpPr/>
            <p:nvPr/>
          </p:nvSpPr>
          <p:spPr>
            <a:xfrm>
              <a:off x="9985552" y="57402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2" name="pt1682"/>
            <p:cNvSpPr/>
            <p:nvPr/>
          </p:nvSpPr>
          <p:spPr>
            <a:xfrm>
              <a:off x="10387562" y="47665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3" name="pt1683"/>
            <p:cNvSpPr/>
            <p:nvPr/>
          </p:nvSpPr>
          <p:spPr>
            <a:xfrm>
              <a:off x="10387562" y="50262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4" name="pt1684"/>
            <p:cNvSpPr/>
            <p:nvPr/>
          </p:nvSpPr>
          <p:spPr>
            <a:xfrm>
              <a:off x="9684045" y="57402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5" name="pt1685"/>
            <p:cNvSpPr/>
            <p:nvPr/>
          </p:nvSpPr>
          <p:spPr>
            <a:xfrm>
              <a:off x="11694094" y="44420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6" name="pt1686"/>
            <p:cNvSpPr/>
            <p:nvPr/>
          </p:nvSpPr>
          <p:spPr>
            <a:xfrm>
              <a:off x="10186557" y="49613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7" name="pt1687"/>
            <p:cNvSpPr/>
            <p:nvPr/>
          </p:nvSpPr>
          <p:spPr>
            <a:xfrm>
              <a:off x="9885050" y="52858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8" name="pt1688"/>
            <p:cNvSpPr/>
            <p:nvPr/>
          </p:nvSpPr>
          <p:spPr>
            <a:xfrm>
              <a:off x="10689070" y="50262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9" name="pt1689"/>
            <p:cNvSpPr/>
            <p:nvPr/>
          </p:nvSpPr>
          <p:spPr>
            <a:xfrm>
              <a:off x="9985552" y="50586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0" name="pt1690"/>
            <p:cNvSpPr/>
            <p:nvPr/>
          </p:nvSpPr>
          <p:spPr>
            <a:xfrm>
              <a:off x="11694094" y="47016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1" name="pt1691"/>
            <p:cNvSpPr/>
            <p:nvPr/>
          </p:nvSpPr>
          <p:spPr>
            <a:xfrm>
              <a:off x="10488065" y="4831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2" name="pt1692"/>
            <p:cNvSpPr/>
            <p:nvPr/>
          </p:nvSpPr>
          <p:spPr>
            <a:xfrm>
              <a:off x="10588567" y="4863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3" name="pt1693"/>
            <p:cNvSpPr/>
            <p:nvPr/>
          </p:nvSpPr>
          <p:spPr>
            <a:xfrm>
              <a:off x="10086055" y="48964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4" name="pt1694"/>
            <p:cNvSpPr/>
            <p:nvPr/>
          </p:nvSpPr>
          <p:spPr>
            <a:xfrm>
              <a:off x="10588567" y="51560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5" name="pt1695"/>
            <p:cNvSpPr/>
            <p:nvPr/>
          </p:nvSpPr>
          <p:spPr>
            <a:xfrm>
              <a:off x="10086055" y="548061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6" name="pt1696"/>
            <p:cNvSpPr/>
            <p:nvPr/>
          </p:nvSpPr>
          <p:spPr>
            <a:xfrm>
              <a:off x="10387562" y="522096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7" name="pt1697"/>
            <p:cNvSpPr/>
            <p:nvPr/>
          </p:nvSpPr>
          <p:spPr>
            <a:xfrm>
              <a:off x="10421063" y="50262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8" name="pt1698"/>
            <p:cNvSpPr/>
            <p:nvPr/>
          </p:nvSpPr>
          <p:spPr>
            <a:xfrm>
              <a:off x="11694094" y="4831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9" name="pt1699"/>
            <p:cNvSpPr/>
            <p:nvPr/>
          </p:nvSpPr>
          <p:spPr>
            <a:xfrm>
              <a:off x="9851549" y="51560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0" name="pt1700"/>
            <p:cNvSpPr/>
            <p:nvPr/>
          </p:nvSpPr>
          <p:spPr>
            <a:xfrm>
              <a:off x="10555066" y="48964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1" name="pt1701"/>
            <p:cNvSpPr/>
            <p:nvPr/>
          </p:nvSpPr>
          <p:spPr>
            <a:xfrm>
              <a:off x="10153056" y="522096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2" name="pt1702"/>
            <p:cNvSpPr/>
            <p:nvPr/>
          </p:nvSpPr>
          <p:spPr>
            <a:xfrm>
              <a:off x="10923575" y="49613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3" name="pt1703"/>
            <p:cNvSpPr/>
            <p:nvPr/>
          </p:nvSpPr>
          <p:spPr>
            <a:xfrm>
              <a:off x="10387562" y="535078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4" name="pt1704"/>
            <p:cNvSpPr/>
            <p:nvPr/>
          </p:nvSpPr>
          <p:spPr>
            <a:xfrm>
              <a:off x="10990577" y="45393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5" name="pt1705"/>
            <p:cNvSpPr/>
            <p:nvPr/>
          </p:nvSpPr>
          <p:spPr>
            <a:xfrm>
              <a:off x="10186557" y="567534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6" name="pt1706"/>
            <p:cNvSpPr/>
            <p:nvPr/>
          </p:nvSpPr>
          <p:spPr>
            <a:xfrm>
              <a:off x="10320560" y="541570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7" name="pt1707"/>
            <p:cNvSpPr/>
            <p:nvPr/>
          </p:nvSpPr>
          <p:spPr>
            <a:xfrm>
              <a:off x="9382538" y="57402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8" name="pt1708"/>
            <p:cNvSpPr/>
            <p:nvPr/>
          </p:nvSpPr>
          <p:spPr>
            <a:xfrm>
              <a:off x="10488065" y="48964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9" name="pt1709"/>
            <p:cNvSpPr/>
            <p:nvPr/>
          </p:nvSpPr>
          <p:spPr>
            <a:xfrm>
              <a:off x="11392587" y="522096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0" name="pt1710"/>
            <p:cNvSpPr/>
            <p:nvPr/>
          </p:nvSpPr>
          <p:spPr>
            <a:xfrm>
              <a:off x="10990577" y="47990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1" name="pt1711"/>
            <p:cNvSpPr/>
            <p:nvPr/>
          </p:nvSpPr>
          <p:spPr>
            <a:xfrm>
              <a:off x="11694094" y="46692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2" name="pt1712"/>
            <p:cNvSpPr/>
            <p:nvPr/>
          </p:nvSpPr>
          <p:spPr>
            <a:xfrm>
              <a:off x="9382538" y="57402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3" name="pt1713"/>
            <p:cNvSpPr/>
            <p:nvPr/>
          </p:nvSpPr>
          <p:spPr>
            <a:xfrm>
              <a:off x="10689070" y="52858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4" name="pt1714"/>
            <p:cNvSpPr/>
            <p:nvPr/>
          </p:nvSpPr>
          <p:spPr>
            <a:xfrm>
              <a:off x="10186557" y="561043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5" name="pt1715"/>
            <p:cNvSpPr/>
            <p:nvPr/>
          </p:nvSpPr>
          <p:spPr>
            <a:xfrm>
              <a:off x="10622068" y="51560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6" name="pt1716"/>
            <p:cNvSpPr/>
            <p:nvPr/>
          </p:nvSpPr>
          <p:spPr>
            <a:xfrm>
              <a:off x="11593592" y="43122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7" name="pt1717"/>
            <p:cNvSpPr/>
            <p:nvPr/>
          </p:nvSpPr>
          <p:spPr>
            <a:xfrm>
              <a:off x="10555066" y="541570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8" name="pt1718"/>
            <p:cNvSpPr/>
            <p:nvPr/>
          </p:nvSpPr>
          <p:spPr>
            <a:xfrm>
              <a:off x="9885050" y="5545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9" name="pt1719"/>
            <p:cNvSpPr/>
            <p:nvPr/>
          </p:nvSpPr>
          <p:spPr>
            <a:xfrm>
              <a:off x="11493089" y="47665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0" name="pt1720"/>
            <p:cNvSpPr/>
            <p:nvPr/>
          </p:nvSpPr>
          <p:spPr>
            <a:xfrm>
              <a:off x="11895099" y="460430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1" name="pt1721"/>
            <p:cNvSpPr/>
            <p:nvPr/>
          </p:nvSpPr>
          <p:spPr>
            <a:xfrm>
              <a:off x="11493089" y="541570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2" name="pt1722"/>
            <p:cNvSpPr/>
            <p:nvPr/>
          </p:nvSpPr>
          <p:spPr>
            <a:xfrm>
              <a:off x="10588567" y="48964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3" name="pt1723"/>
            <p:cNvSpPr/>
            <p:nvPr/>
          </p:nvSpPr>
          <p:spPr>
            <a:xfrm>
              <a:off x="11459588" y="48964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4" name="pt1724"/>
            <p:cNvSpPr/>
            <p:nvPr/>
          </p:nvSpPr>
          <p:spPr>
            <a:xfrm>
              <a:off x="10890074" y="49613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5" name="pt1725"/>
            <p:cNvSpPr/>
            <p:nvPr/>
          </p:nvSpPr>
          <p:spPr>
            <a:xfrm>
              <a:off x="11694094" y="4863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6" name="pt1726"/>
            <p:cNvSpPr/>
            <p:nvPr/>
          </p:nvSpPr>
          <p:spPr>
            <a:xfrm>
              <a:off x="11158081" y="51560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7" name="pt1727"/>
            <p:cNvSpPr/>
            <p:nvPr/>
          </p:nvSpPr>
          <p:spPr>
            <a:xfrm>
              <a:off x="11258583" y="45718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8" name="pt1728"/>
            <p:cNvSpPr/>
            <p:nvPr/>
          </p:nvSpPr>
          <p:spPr>
            <a:xfrm>
              <a:off x="11694094" y="421483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9" name="pt1729"/>
            <p:cNvSpPr/>
            <p:nvPr/>
          </p:nvSpPr>
          <p:spPr>
            <a:xfrm>
              <a:off x="11794597" y="44420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0" name="pt1730"/>
            <p:cNvSpPr/>
            <p:nvPr/>
          </p:nvSpPr>
          <p:spPr>
            <a:xfrm>
              <a:off x="11292084" y="44420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1" name="pt1731"/>
            <p:cNvSpPr/>
            <p:nvPr/>
          </p:nvSpPr>
          <p:spPr>
            <a:xfrm>
              <a:off x="11292084" y="47016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2" name="pt1732"/>
            <p:cNvSpPr/>
            <p:nvPr/>
          </p:nvSpPr>
          <p:spPr>
            <a:xfrm>
              <a:off x="11292084" y="47016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3" name="pt1733"/>
            <p:cNvSpPr/>
            <p:nvPr/>
          </p:nvSpPr>
          <p:spPr>
            <a:xfrm>
              <a:off x="11593592" y="46367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4" name="pt1734"/>
            <p:cNvSpPr/>
            <p:nvPr/>
          </p:nvSpPr>
          <p:spPr>
            <a:xfrm>
              <a:off x="10789572" y="46367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5" name="pt1735"/>
            <p:cNvSpPr/>
            <p:nvPr/>
          </p:nvSpPr>
          <p:spPr>
            <a:xfrm>
              <a:off x="9818048" y="50262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6" name="pt1736"/>
            <p:cNvSpPr/>
            <p:nvPr/>
          </p:nvSpPr>
          <p:spPr>
            <a:xfrm>
              <a:off x="11694094" y="522096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7" name="pt1737"/>
            <p:cNvSpPr/>
            <p:nvPr/>
          </p:nvSpPr>
          <p:spPr>
            <a:xfrm>
              <a:off x="11694094" y="46692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8" name="pt1738"/>
            <p:cNvSpPr/>
            <p:nvPr/>
          </p:nvSpPr>
          <p:spPr>
            <a:xfrm>
              <a:off x="9382538" y="47665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9" name="pt1739"/>
            <p:cNvSpPr/>
            <p:nvPr/>
          </p:nvSpPr>
          <p:spPr>
            <a:xfrm>
              <a:off x="11258583" y="44257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0" name="pt1740"/>
            <p:cNvSpPr/>
            <p:nvPr/>
          </p:nvSpPr>
          <p:spPr>
            <a:xfrm>
              <a:off x="11392587" y="44420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1" name="pt1741"/>
            <p:cNvSpPr/>
            <p:nvPr/>
          </p:nvSpPr>
          <p:spPr>
            <a:xfrm>
              <a:off x="11459588" y="45718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2" name="pt1742"/>
            <p:cNvSpPr/>
            <p:nvPr/>
          </p:nvSpPr>
          <p:spPr>
            <a:xfrm>
              <a:off x="11191582" y="447448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3" name="pt1743"/>
            <p:cNvSpPr/>
            <p:nvPr/>
          </p:nvSpPr>
          <p:spPr>
            <a:xfrm>
              <a:off x="10689070" y="51560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4" name="pt1744"/>
            <p:cNvSpPr/>
            <p:nvPr/>
          </p:nvSpPr>
          <p:spPr>
            <a:xfrm>
              <a:off x="10588567" y="564289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5" name="pt1745"/>
            <p:cNvSpPr/>
            <p:nvPr/>
          </p:nvSpPr>
          <p:spPr>
            <a:xfrm>
              <a:off x="10454564" y="47665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6" name="pt1746"/>
            <p:cNvSpPr/>
            <p:nvPr/>
          </p:nvSpPr>
          <p:spPr>
            <a:xfrm>
              <a:off x="10387562" y="548061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7" name="pt1747"/>
            <p:cNvSpPr/>
            <p:nvPr/>
          </p:nvSpPr>
          <p:spPr>
            <a:xfrm>
              <a:off x="10320560" y="509114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8" name="pt1748"/>
            <p:cNvSpPr/>
            <p:nvPr/>
          </p:nvSpPr>
          <p:spPr>
            <a:xfrm>
              <a:off x="11794597" y="48964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9" name="pt1749"/>
            <p:cNvSpPr/>
            <p:nvPr/>
          </p:nvSpPr>
          <p:spPr>
            <a:xfrm>
              <a:off x="10488065" y="522096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0" name="pt1750"/>
            <p:cNvSpPr/>
            <p:nvPr/>
          </p:nvSpPr>
          <p:spPr>
            <a:xfrm>
              <a:off x="10488065" y="49613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1" name="pt1751"/>
            <p:cNvSpPr/>
            <p:nvPr/>
          </p:nvSpPr>
          <p:spPr>
            <a:xfrm>
              <a:off x="11124580" y="535078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2" name="pt1752"/>
            <p:cNvSpPr/>
            <p:nvPr/>
          </p:nvSpPr>
          <p:spPr>
            <a:xfrm>
              <a:off x="10722570" y="447448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3" name="pt1753"/>
            <p:cNvSpPr/>
            <p:nvPr/>
          </p:nvSpPr>
          <p:spPr>
            <a:xfrm>
              <a:off x="11191582" y="5545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4" name="pt1754"/>
            <p:cNvSpPr/>
            <p:nvPr/>
          </p:nvSpPr>
          <p:spPr>
            <a:xfrm>
              <a:off x="10287060" y="50262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5" name="pt1755"/>
            <p:cNvSpPr/>
            <p:nvPr/>
          </p:nvSpPr>
          <p:spPr>
            <a:xfrm>
              <a:off x="11593592" y="49613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6" name="pt1756"/>
            <p:cNvSpPr/>
            <p:nvPr/>
          </p:nvSpPr>
          <p:spPr>
            <a:xfrm>
              <a:off x="10488065" y="522096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7" name="pt1757"/>
            <p:cNvSpPr/>
            <p:nvPr/>
          </p:nvSpPr>
          <p:spPr>
            <a:xfrm>
              <a:off x="10488065" y="47665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8" name="pt1758"/>
            <p:cNvSpPr/>
            <p:nvPr/>
          </p:nvSpPr>
          <p:spPr>
            <a:xfrm>
              <a:off x="10387562" y="509114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9" name="pt1759"/>
            <p:cNvSpPr/>
            <p:nvPr/>
          </p:nvSpPr>
          <p:spPr>
            <a:xfrm>
              <a:off x="9885050" y="4928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0" name="pt1760"/>
            <p:cNvSpPr/>
            <p:nvPr/>
          </p:nvSpPr>
          <p:spPr>
            <a:xfrm>
              <a:off x="10354061" y="46692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1" name="pt1761"/>
            <p:cNvSpPr/>
            <p:nvPr/>
          </p:nvSpPr>
          <p:spPr>
            <a:xfrm>
              <a:off x="10421063" y="52858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2" name="pt1762"/>
            <p:cNvSpPr/>
            <p:nvPr/>
          </p:nvSpPr>
          <p:spPr>
            <a:xfrm>
              <a:off x="10421063" y="522096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3" name="pt1763"/>
            <p:cNvSpPr/>
            <p:nvPr/>
          </p:nvSpPr>
          <p:spPr>
            <a:xfrm>
              <a:off x="10253559" y="548061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4" name="pt1764"/>
            <p:cNvSpPr/>
            <p:nvPr/>
          </p:nvSpPr>
          <p:spPr>
            <a:xfrm>
              <a:off x="11694094" y="45718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5" name="pt1765"/>
            <p:cNvSpPr/>
            <p:nvPr/>
          </p:nvSpPr>
          <p:spPr>
            <a:xfrm>
              <a:off x="11292084" y="47990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6" name="pt1766"/>
            <p:cNvSpPr/>
            <p:nvPr/>
          </p:nvSpPr>
          <p:spPr>
            <a:xfrm>
              <a:off x="9684045" y="567534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7" name="pt1767"/>
            <p:cNvSpPr/>
            <p:nvPr/>
          </p:nvSpPr>
          <p:spPr>
            <a:xfrm>
              <a:off x="10387562" y="522096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8" name="pt1768"/>
            <p:cNvSpPr/>
            <p:nvPr/>
          </p:nvSpPr>
          <p:spPr>
            <a:xfrm>
              <a:off x="10287060" y="52858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9" name="pt1769"/>
            <p:cNvSpPr/>
            <p:nvPr/>
          </p:nvSpPr>
          <p:spPr>
            <a:xfrm>
              <a:off x="10488065" y="5545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0" name="pt1770"/>
            <p:cNvSpPr/>
            <p:nvPr/>
          </p:nvSpPr>
          <p:spPr>
            <a:xfrm>
              <a:off x="9952051" y="561043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1" name="pt1771"/>
            <p:cNvSpPr/>
            <p:nvPr/>
          </p:nvSpPr>
          <p:spPr>
            <a:xfrm>
              <a:off x="11694094" y="46367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2" name="pt1772"/>
            <p:cNvSpPr/>
            <p:nvPr/>
          </p:nvSpPr>
          <p:spPr>
            <a:xfrm>
              <a:off x="10052554" y="518850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3" name="pt1773"/>
            <p:cNvSpPr/>
            <p:nvPr/>
          </p:nvSpPr>
          <p:spPr>
            <a:xfrm>
              <a:off x="10689070" y="49613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4" name="pt1774"/>
            <p:cNvSpPr/>
            <p:nvPr/>
          </p:nvSpPr>
          <p:spPr>
            <a:xfrm>
              <a:off x="8779523" y="5545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5" name="pt1775"/>
            <p:cNvSpPr/>
            <p:nvPr/>
          </p:nvSpPr>
          <p:spPr>
            <a:xfrm>
              <a:off x="10186557" y="48964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6" name="pt1776"/>
            <p:cNvSpPr/>
            <p:nvPr/>
          </p:nvSpPr>
          <p:spPr>
            <a:xfrm>
              <a:off x="11359086" y="50262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7" name="pt1777"/>
            <p:cNvSpPr/>
            <p:nvPr/>
          </p:nvSpPr>
          <p:spPr>
            <a:xfrm>
              <a:off x="10521565" y="53832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8" name="pt1778"/>
            <p:cNvSpPr/>
            <p:nvPr/>
          </p:nvSpPr>
          <p:spPr>
            <a:xfrm>
              <a:off x="10856574" y="51235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9" name="pt1779"/>
            <p:cNvSpPr/>
            <p:nvPr/>
          </p:nvSpPr>
          <p:spPr>
            <a:xfrm>
              <a:off x="11191582" y="52534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0" name="pt1780"/>
            <p:cNvSpPr/>
            <p:nvPr/>
          </p:nvSpPr>
          <p:spPr>
            <a:xfrm>
              <a:off x="11560091" y="51560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1" name="pt1781"/>
            <p:cNvSpPr/>
            <p:nvPr/>
          </p:nvSpPr>
          <p:spPr>
            <a:xfrm>
              <a:off x="11191582" y="4831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2" name="pt1782"/>
            <p:cNvSpPr/>
            <p:nvPr/>
          </p:nvSpPr>
          <p:spPr>
            <a:xfrm>
              <a:off x="9851549" y="551306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3" name="pt1783"/>
            <p:cNvSpPr/>
            <p:nvPr/>
          </p:nvSpPr>
          <p:spPr>
            <a:xfrm>
              <a:off x="10789572" y="45718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4" name="pt1784"/>
            <p:cNvSpPr/>
            <p:nvPr/>
          </p:nvSpPr>
          <p:spPr>
            <a:xfrm>
              <a:off x="9684045" y="50586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5" name="pt1785"/>
            <p:cNvSpPr/>
            <p:nvPr/>
          </p:nvSpPr>
          <p:spPr>
            <a:xfrm>
              <a:off x="11292084" y="52534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6" name="pt1786"/>
            <p:cNvSpPr/>
            <p:nvPr/>
          </p:nvSpPr>
          <p:spPr>
            <a:xfrm>
              <a:off x="11091079" y="522096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7" name="pt1787"/>
            <p:cNvSpPr/>
            <p:nvPr/>
          </p:nvSpPr>
          <p:spPr>
            <a:xfrm>
              <a:off x="10387562" y="46367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8" name="pt1788"/>
            <p:cNvSpPr/>
            <p:nvPr/>
          </p:nvSpPr>
          <p:spPr>
            <a:xfrm>
              <a:off x="10588567" y="5545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9" name="pt1789"/>
            <p:cNvSpPr/>
            <p:nvPr/>
          </p:nvSpPr>
          <p:spPr>
            <a:xfrm>
              <a:off x="9014029" y="551306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0" name="pt1790"/>
            <p:cNvSpPr/>
            <p:nvPr/>
          </p:nvSpPr>
          <p:spPr>
            <a:xfrm>
              <a:off x="10923575" y="518850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1" name="pt1791"/>
            <p:cNvSpPr/>
            <p:nvPr/>
          </p:nvSpPr>
          <p:spPr>
            <a:xfrm>
              <a:off x="11593592" y="45393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2" name="pt1792"/>
            <p:cNvSpPr/>
            <p:nvPr/>
          </p:nvSpPr>
          <p:spPr>
            <a:xfrm>
              <a:off x="10052554" y="509114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3" name="pt1793"/>
            <p:cNvSpPr/>
            <p:nvPr/>
          </p:nvSpPr>
          <p:spPr>
            <a:xfrm>
              <a:off x="10890074" y="53183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4" name="pt1794"/>
            <p:cNvSpPr/>
            <p:nvPr/>
          </p:nvSpPr>
          <p:spPr>
            <a:xfrm>
              <a:off x="11292084" y="522096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5" name="pt1795"/>
            <p:cNvSpPr/>
            <p:nvPr/>
          </p:nvSpPr>
          <p:spPr>
            <a:xfrm>
              <a:off x="10789572" y="49937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6" name="pt1796"/>
            <p:cNvSpPr/>
            <p:nvPr/>
          </p:nvSpPr>
          <p:spPr>
            <a:xfrm>
              <a:off x="11560091" y="509114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7" name="pt1797"/>
            <p:cNvSpPr/>
            <p:nvPr/>
          </p:nvSpPr>
          <p:spPr>
            <a:xfrm>
              <a:off x="10488065" y="4928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8" name="pt1798"/>
            <p:cNvSpPr/>
            <p:nvPr/>
          </p:nvSpPr>
          <p:spPr>
            <a:xfrm>
              <a:off x="10387562" y="46367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9" name="pt1799"/>
            <p:cNvSpPr/>
            <p:nvPr/>
          </p:nvSpPr>
          <p:spPr>
            <a:xfrm>
              <a:off x="11794597" y="44420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0" name="pt1800"/>
            <p:cNvSpPr/>
            <p:nvPr/>
          </p:nvSpPr>
          <p:spPr>
            <a:xfrm>
              <a:off x="10454564" y="52858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1" name="pt1801"/>
            <p:cNvSpPr/>
            <p:nvPr/>
          </p:nvSpPr>
          <p:spPr>
            <a:xfrm>
              <a:off x="9952051" y="48964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2" name="pt1802"/>
            <p:cNvSpPr/>
            <p:nvPr/>
          </p:nvSpPr>
          <p:spPr>
            <a:xfrm>
              <a:off x="10387562" y="46367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3" name="pt1803"/>
            <p:cNvSpPr/>
            <p:nvPr/>
          </p:nvSpPr>
          <p:spPr>
            <a:xfrm>
              <a:off x="11292084" y="47665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4" name="pt1804"/>
            <p:cNvSpPr/>
            <p:nvPr/>
          </p:nvSpPr>
          <p:spPr>
            <a:xfrm>
              <a:off x="11694094" y="47665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5" name="pt1805"/>
            <p:cNvSpPr/>
            <p:nvPr/>
          </p:nvSpPr>
          <p:spPr>
            <a:xfrm>
              <a:off x="10186557" y="51560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6" name="pt1806"/>
            <p:cNvSpPr/>
            <p:nvPr/>
          </p:nvSpPr>
          <p:spPr>
            <a:xfrm>
              <a:off x="9684045" y="522096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7" name="pt1807"/>
            <p:cNvSpPr/>
            <p:nvPr/>
          </p:nvSpPr>
          <p:spPr>
            <a:xfrm>
              <a:off x="9851549" y="564289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8" name="pt1808"/>
            <p:cNvSpPr/>
            <p:nvPr/>
          </p:nvSpPr>
          <p:spPr>
            <a:xfrm>
              <a:off x="11694094" y="4928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9" name="pt1809"/>
            <p:cNvSpPr/>
            <p:nvPr/>
          </p:nvSpPr>
          <p:spPr>
            <a:xfrm>
              <a:off x="9717546" y="5545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0" name="pt1810"/>
            <p:cNvSpPr/>
            <p:nvPr/>
          </p:nvSpPr>
          <p:spPr>
            <a:xfrm>
              <a:off x="9617043" y="567534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1" name="pt1811"/>
            <p:cNvSpPr/>
            <p:nvPr/>
          </p:nvSpPr>
          <p:spPr>
            <a:xfrm>
              <a:off x="11794597" y="489640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2" name="pt1812"/>
            <p:cNvSpPr/>
            <p:nvPr/>
          </p:nvSpPr>
          <p:spPr>
            <a:xfrm>
              <a:off x="9047529" y="548061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3" name="pt1813"/>
            <p:cNvSpPr/>
            <p:nvPr/>
          </p:nvSpPr>
          <p:spPr>
            <a:xfrm>
              <a:off x="11359086" y="473412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4" name="pt1814"/>
            <p:cNvSpPr/>
            <p:nvPr/>
          </p:nvSpPr>
          <p:spPr>
            <a:xfrm>
              <a:off x="10856574" y="45718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5" name="pt1815"/>
            <p:cNvSpPr/>
            <p:nvPr/>
          </p:nvSpPr>
          <p:spPr>
            <a:xfrm>
              <a:off x="9918551" y="53183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6" name="pt1816"/>
            <p:cNvSpPr/>
            <p:nvPr/>
          </p:nvSpPr>
          <p:spPr>
            <a:xfrm>
              <a:off x="11359086" y="5545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7" name="pl1817"/>
            <p:cNvSpPr/>
            <p:nvPr/>
          </p:nvSpPr>
          <p:spPr>
            <a:xfrm>
              <a:off x="8502841" y="4631124"/>
              <a:ext cx="3417083" cy="1182508"/>
            </a:xfrm>
            <a:custGeom>
              <a:avLst/>
              <a:gdLst/>
              <a:ahLst/>
              <a:cxnLst/>
              <a:rect l="0" t="0" r="0" b="0"/>
              <a:pathLst>
                <a:path w="3417083" h="1182508">
                  <a:moveTo>
                    <a:pt x="0" y="1182508"/>
                  </a:moveTo>
                  <a:lnTo>
                    <a:pt x="43254" y="1167540"/>
                  </a:lnTo>
                  <a:lnTo>
                    <a:pt x="86508" y="1152571"/>
                  </a:lnTo>
                  <a:lnTo>
                    <a:pt x="129762" y="1137603"/>
                  </a:lnTo>
                  <a:lnTo>
                    <a:pt x="173016" y="1122635"/>
                  </a:lnTo>
                  <a:lnTo>
                    <a:pt x="216271" y="1107666"/>
                  </a:lnTo>
                  <a:lnTo>
                    <a:pt x="259525" y="1092698"/>
                  </a:lnTo>
                  <a:lnTo>
                    <a:pt x="302779" y="1077729"/>
                  </a:lnTo>
                  <a:lnTo>
                    <a:pt x="346033" y="1062761"/>
                  </a:lnTo>
                  <a:lnTo>
                    <a:pt x="389287" y="1047792"/>
                  </a:lnTo>
                  <a:lnTo>
                    <a:pt x="432542" y="1032824"/>
                  </a:lnTo>
                  <a:lnTo>
                    <a:pt x="475796" y="1017855"/>
                  </a:lnTo>
                  <a:lnTo>
                    <a:pt x="519050" y="1002887"/>
                  </a:lnTo>
                  <a:lnTo>
                    <a:pt x="562304" y="987918"/>
                  </a:lnTo>
                  <a:lnTo>
                    <a:pt x="605559" y="972950"/>
                  </a:lnTo>
                  <a:lnTo>
                    <a:pt x="648813" y="957981"/>
                  </a:lnTo>
                  <a:lnTo>
                    <a:pt x="692067" y="943013"/>
                  </a:lnTo>
                  <a:lnTo>
                    <a:pt x="735321" y="928044"/>
                  </a:lnTo>
                  <a:lnTo>
                    <a:pt x="778575" y="913076"/>
                  </a:lnTo>
                  <a:lnTo>
                    <a:pt x="821830" y="898108"/>
                  </a:lnTo>
                  <a:lnTo>
                    <a:pt x="865084" y="883139"/>
                  </a:lnTo>
                  <a:lnTo>
                    <a:pt x="908338" y="868171"/>
                  </a:lnTo>
                  <a:lnTo>
                    <a:pt x="951592" y="853202"/>
                  </a:lnTo>
                  <a:lnTo>
                    <a:pt x="994847" y="838234"/>
                  </a:lnTo>
                  <a:lnTo>
                    <a:pt x="1038101" y="823265"/>
                  </a:lnTo>
                  <a:lnTo>
                    <a:pt x="1081355" y="808297"/>
                  </a:lnTo>
                  <a:lnTo>
                    <a:pt x="1124609" y="793328"/>
                  </a:lnTo>
                  <a:lnTo>
                    <a:pt x="1167863" y="778360"/>
                  </a:lnTo>
                  <a:lnTo>
                    <a:pt x="1211118" y="763391"/>
                  </a:lnTo>
                  <a:lnTo>
                    <a:pt x="1254372" y="748423"/>
                  </a:lnTo>
                  <a:lnTo>
                    <a:pt x="1297626" y="733454"/>
                  </a:lnTo>
                  <a:lnTo>
                    <a:pt x="1340880" y="718486"/>
                  </a:lnTo>
                  <a:lnTo>
                    <a:pt x="1384135" y="703517"/>
                  </a:lnTo>
                  <a:lnTo>
                    <a:pt x="1427389" y="688549"/>
                  </a:lnTo>
                  <a:lnTo>
                    <a:pt x="1470643" y="673581"/>
                  </a:lnTo>
                  <a:lnTo>
                    <a:pt x="1513897" y="658612"/>
                  </a:lnTo>
                  <a:lnTo>
                    <a:pt x="1557151" y="643644"/>
                  </a:lnTo>
                  <a:lnTo>
                    <a:pt x="1600406" y="628675"/>
                  </a:lnTo>
                  <a:lnTo>
                    <a:pt x="1643660" y="613707"/>
                  </a:lnTo>
                  <a:lnTo>
                    <a:pt x="1686914" y="598738"/>
                  </a:lnTo>
                  <a:lnTo>
                    <a:pt x="1730168" y="583770"/>
                  </a:lnTo>
                  <a:lnTo>
                    <a:pt x="1773423" y="568801"/>
                  </a:lnTo>
                  <a:lnTo>
                    <a:pt x="1816677" y="553833"/>
                  </a:lnTo>
                  <a:lnTo>
                    <a:pt x="1859931" y="538864"/>
                  </a:lnTo>
                  <a:lnTo>
                    <a:pt x="1903185" y="523896"/>
                  </a:lnTo>
                  <a:lnTo>
                    <a:pt x="1946439" y="508927"/>
                  </a:lnTo>
                  <a:lnTo>
                    <a:pt x="1989694" y="493959"/>
                  </a:lnTo>
                  <a:lnTo>
                    <a:pt x="2032948" y="478990"/>
                  </a:lnTo>
                  <a:lnTo>
                    <a:pt x="2076202" y="464022"/>
                  </a:lnTo>
                  <a:lnTo>
                    <a:pt x="2119456" y="449054"/>
                  </a:lnTo>
                  <a:lnTo>
                    <a:pt x="2162711" y="434085"/>
                  </a:lnTo>
                  <a:lnTo>
                    <a:pt x="2205965" y="419117"/>
                  </a:lnTo>
                  <a:lnTo>
                    <a:pt x="2249219" y="404148"/>
                  </a:lnTo>
                  <a:lnTo>
                    <a:pt x="2292473" y="389180"/>
                  </a:lnTo>
                  <a:lnTo>
                    <a:pt x="2335727" y="374211"/>
                  </a:lnTo>
                  <a:lnTo>
                    <a:pt x="2378982" y="359243"/>
                  </a:lnTo>
                  <a:lnTo>
                    <a:pt x="2422236" y="344274"/>
                  </a:lnTo>
                  <a:lnTo>
                    <a:pt x="2465490" y="329306"/>
                  </a:lnTo>
                  <a:lnTo>
                    <a:pt x="2508744" y="314337"/>
                  </a:lnTo>
                  <a:lnTo>
                    <a:pt x="2551999" y="299369"/>
                  </a:lnTo>
                  <a:lnTo>
                    <a:pt x="2595253" y="284400"/>
                  </a:lnTo>
                  <a:lnTo>
                    <a:pt x="2638507" y="269432"/>
                  </a:lnTo>
                  <a:lnTo>
                    <a:pt x="2681761" y="254463"/>
                  </a:lnTo>
                  <a:lnTo>
                    <a:pt x="2725015" y="239495"/>
                  </a:lnTo>
                  <a:lnTo>
                    <a:pt x="2768270" y="224527"/>
                  </a:lnTo>
                  <a:lnTo>
                    <a:pt x="2811524" y="209558"/>
                  </a:lnTo>
                  <a:lnTo>
                    <a:pt x="2854778" y="194590"/>
                  </a:lnTo>
                  <a:lnTo>
                    <a:pt x="2898032" y="179621"/>
                  </a:lnTo>
                  <a:lnTo>
                    <a:pt x="2941287" y="164653"/>
                  </a:lnTo>
                  <a:lnTo>
                    <a:pt x="2984541" y="149684"/>
                  </a:lnTo>
                  <a:lnTo>
                    <a:pt x="3027795" y="134716"/>
                  </a:lnTo>
                  <a:lnTo>
                    <a:pt x="3071049" y="119747"/>
                  </a:lnTo>
                  <a:lnTo>
                    <a:pt x="3114303" y="104779"/>
                  </a:lnTo>
                  <a:lnTo>
                    <a:pt x="3157558" y="89810"/>
                  </a:lnTo>
                  <a:lnTo>
                    <a:pt x="3200812" y="74842"/>
                  </a:lnTo>
                  <a:lnTo>
                    <a:pt x="3244066" y="59873"/>
                  </a:lnTo>
                  <a:lnTo>
                    <a:pt x="3287320" y="44905"/>
                  </a:lnTo>
                  <a:lnTo>
                    <a:pt x="3330575" y="29936"/>
                  </a:lnTo>
                  <a:lnTo>
                    <a:pt x="3373829" y="14968"/>
                  </a:lnTo>
                  <a:lnTo>
                    <a:pt x="3417083" y="0"/>
                  </a:lnTo>
                </a:path>
              </a:pathLst>
            </a:custGeom>
            <a:ln w="27101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8" name="tx1818"/>
            <p:cNvSpPr/>
            <p:nvPr/>
          </p:nvSpPr>
          <p:spPr>
            <a:xfrm>
              <a:off x="8519927" y="3669504"/>
              <a:ext cx="91715" cy="909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 i="1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1819" name="tx1819"/>
            <p:cNvSpPr/>
            <p:nvPr/>
          </p:nvSpPr>
          <p:spPr>
            <a:xfrm>
              <a:off x="8625279" y="3633952"/>
              <a:ext cx="49441" cy="638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820" name="tx1820"/>
            <p:cNvSpPr/>
            <p:nvPr/>
          </p:nvSpPr>
          <p:spPr>
            <a:xfrm>
              <a:off x="8674720" y="3760413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821" name="tx1821"/>
            <p:cNvSpPr/>
            <p:nvPr/>
          </p:nvSpPr>
          <p:spPr>
            <a:xfrm>
              <a:off x="8709509" y="3722400"/>
              <a:ext cx="74166" cy="3801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1822" name="tx1822"/>
            <p:cNvSpPr/>
            <p:nvPr/>
          </p:nvSpPr>
          <p:spPr>
            <a:xfrm>
              <a:off x="8783675" y="3760413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823" name="tx1823"/>
            <p:cNvSpPr/>
            <p:nvPr/>
          </p:nvSpPr>
          <p:spPr>
            <a:xfrm>
              <a:off x="8818464" y="3667581"/>
              <a:ext cx="247178" cy="9283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0.47</a:t>
              </a:r>
            </a:p>
          </p:txBody>
        </p:sp>
        <p:sp>
          <p:nvSpPr>
            <p:cNvPr id="1824" name="tx1824"/>
            <p:cNvSpPr/>
            <p:nvPr/>
          </p:nvSpPr>
          <p:spPr>
            <a:xfrm>
              <a:off x="1859057" y="3172799"/>
              <a:ext cx="1264602" cy="1413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CRCSCA, fSARA</a:t>
              </a:r>
            </a:p>
          </p:txBody>
        </p:sp>
        <p:sp>
          <p:nvSpPr>
            <p:cNvPr id="1825" name="tx1825"/>
            <p:cNvSpPr/>
            <p:nvPr/>
          </p:nvSpPr>
          <p:spPr>
            <a:xfrm>
              <a:off x="5741652" y="3172799"/>
              <a:ext cx="1219438" cy="1413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CRCSCA, SARA</a:t>
              </a:r>
            </a:p>
          </p:txBody>
        </p:sp>
        <p:sp>
          <p:nvSpPr>
            <p:cNvPr id="1826" name="tx1826"/>
            <p:cNvSpPr/>
            <p:nvPr/>
          </p:nvSpPr>
          <p:spPr>
            <a:xfrm>
              <a:off x="9655877" y="3172799"/>
              <a:ext cx="1111011" cy="1413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CRCSCA, USS</a:t>
              </a:r>
            </a:p>
          </p:txBody>
        </p:sp>
        <p:sp>
          <p:nvSpPr>
            <p:cNvPr id="1827" name="tx1827"/>
            <p:cNvSpPr/>
            <p:nvPr/>
          </p:nvSpPr>
          <p:spPr>
            <a:xfrm>
              <a:off x="1935853" y="6288526"/>
              <a:ext cx="1111011" cy="1413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UNIFAI, fSARA</a:t>
              </a:r>
            </a:p>
          </p:txBody>
        </p:sp>
        <p:sp>
          <p:nvSpPr>
            <p:cNvPr id="1828" name="tx1828"/>
            <p:cNvSpPr/>
            <p:nvPr/>
          </p:nvSpPr>
          <p:spPr>
            <a:xfrm>
              <a:off x="5818447" y="6288526"/>
              <a:ext cx="1065847" cy="1413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UNIFAI, SARA</a:t>
              </a:r>
            </a:p>
          </p:txBody>
        </p:sp>
        <p:sp>
          <p:nvSpPr>
            <p:cNvPr id="1829" name="tx1829"/>
            <p:cNvSpPr/>
            <p:nvPr/>
          </p:nvSpPr>
          <p:spPr>
            <a:xfrm>
              <a:off x="9732673" y="6288526"/>
              <a:ext cx="957421" cy="1413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UNIFAI, USS</a:t>
              </a:r>
            </a:p>
          </p:txBody>
        </p:sp>
        <p:sp>
          <p:nvSpPr>
            <p:cNvPr id="1830" name="tx1830"/>
            <p:cNvSpPr/>
            <p:nvPr/>
          </p:nvSpPr>
          <p:spPr>
            <a:xfrm>
              <a:off x="737613" y="6011802"/>
              <a:ext cx="90408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831" name="tx1831"/>
            <p:cNvSpPr/>
            <p:nvPr/>
          </p:nvSpPr>
          <p:spPr>
            <a:xfrm>
              <a:off x="1876641" y="6013866"/>
              <a:ext cx="90408" cy="11676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832" name="tx1832"/>
            <p:cNvSpPr/>
            <p:nvPr/>
          </p:nvSpPr>
          <p:spPr>
            <a:xfrm>
              <a:off x="2970464" y="6011802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833" name="tx1833"/>
            <p:cNvSpPr/>
            <p:nvPr/>
          </p:nvSpPr>
          <p:spPr>
            <a:xfrm>
              <a:off x="4109492" y="6011802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1834" name="tx1834"/>
            <p:cNvSpPr/>
            <p:nvPr/>
          </p:nvSpPr>
          <p:spPr>
            <a:xfrm>
              <a:off x="4597625" y="6011802"/>
              <a:ext cx="90408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835" name="tx1835"/>
            <p:cNvSpPr/>
            <p:nvPr/>
          </p:nvSpPr>
          <p:spPr>
            <a:xfrm>
              <a:off x="5587901" y="6011802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836" name="tx1836"/>
            <p:cNvSpPr/>
            <p:nvPr/>
          </p:nvSpPr>
          <p:spPr>
            <a:xfrm>
              <a:off x="6623381" y="6011802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837" name="tx1837"/>
            <p:cNvSpPr/>
            <p:nvPr/>
          </p:nvSpPr>
          <p:spPr>
            <a:xfrm>
              <a:off x="7658861" y="6011723"/>
              <a:ext cx="180816" cy="11890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1838" name="tx1838"/>
            <p:cNvSpPr/>
            <p:nvPr/>
          </p:nvSpPr>
          <p:spPr>
            <a:xfrm>
              <a:off x="8457637" y="6011802"/>
              <a:ext cx="90408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839" name="tx1839"/>
            <p:cNvSpPr/>
            <p:nvPr/>
          </p:nvSpPr>
          <p:spPr>
            <a:xfrm>
              <a:off x="9417458" y="6011802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840" name="tx1840"/>
            <p:cNvSpPr/>
            <p:nvPr/>
          </p:nvSpPr>
          <p:spPr>
            <a:xfrm>
              <a:off x="10422482" y="6011802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841" name="tx1841"/>
            <p:cNvSpPr/>
            <p:nvPr/>
          </p:nvSpPr>
          <p:spPr>
            <a:xfrm>
              <a:off x="11427507" y="6011723"/>
              <a:ext cx="180816" cy="11890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1842" name="tx1842"/>
            <p:cNvSpPr/>
            <p:nvPr/>
          </p:nvSpPr>
          <p:spPr>
            <a:xfrm>
              <a:off x="737613" y="2896075"/>
              <a:ext cx="90408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843" name="tx1843"/>
            <p:cNvSpPr/>
            <p:nvPr/>
          </p:nvSpPr>
          <p:spPr>
            <a:xfrm>
              <a:off x="1958000" y="2898139"/>
              <a:ext cx="90408" cy="11676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844" name="tx1844"/>
            <p:cNvSpPr/>
            <p:nvPr/>
          </p:nvSpPr>
          <p:spPr>
            <a:xfrm>
              <a:off x="3133183" y="2896075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845" name="tx1845"/>
            <p:cNvSpPr/>
            <p:nvPr/>
          </p:nvSpPr>
          <p:spPr>
            <a:xfrm>
              <a:off x="4597625" y="2896075"/>
              <a:ext cx="90408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846" name="tx1846"/>
            <p:cNvSpPr/>
            <p:nvPr/>
          </p:nvSpPr>
          <p:spPr>
            <a:xfrm>
              <a:off x="5475957" y="2896075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847" name="tx1847"/>
            <p:cNvSpPr/>
            <p:nvPr/>
          </p:nvSpPr>
          <p:spPr>
            <a:xfrm>
              <a:off x="6399493" y="2896075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848" name="tx1848"/>
            <p:cNvSpPr/>
            <p:nvPr/>
          </p:nvSpPr>
          <p:spPr>
            <a:xfrm>
              <a:off x="7323029" y="2895995"/>
              <a:ext cx="180816" cy="11890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1849" name="tx1849"/>
            <p:cNvSpPr/>
            <p:nvPr/>
          </p:nvSpPr>
          <p:spPr>
            <a:xfrm>
              <a:off x="8457637" y="2896075"/>
              <a:ext cx="90408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850" name="tx1850"/>
            <p:cNvSpPr/>
            <p:nvPr/>
          </p:nvSpPr>
          <p:spPr>
            <a:xfrm>
              <a:off x="9417458" y="2896075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851" name="tx1851"/>
            <p:cNvSpPr/>
            <p:nvPr/>
          </p:nvSpPr>
          <p:spPr>
            <a:xfrm>
              <a:off x="10422482" y="2896075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852" name="tx1852"/>
            <p:cNvSpPr/>
            <p:nvPr/>
          </p:nvSpPr>
          <p:spPr>
            <a:xfrm>
              <a:off x="11427507" y="2895995"/>
              <a:ext cx="180816" cy="11890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1853" name="tx1853"/>
            <p:cNvSpPr/>
            <p:nvPr/>
          </p:nvSpPr>
          <p:spPr>
            <a:xfrm>
              <a:off x="430456" y="2588715"/>
              <a:ext cx="90408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854" name="tx1854"/>
            <p:cNvSpPr/>
            <p:nvPr/>
          </p:nvSpPr>
          <p:spPr>
            <a:xfrm>
              <a:off x="340048" y="1939598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855" name="tx1855"/>
            <p:cNvSpPr/>
            <p:nvPr/>
          </p:nvSpPr>
          <p:spPr>
            <a:xfrm>
              <a:off x="340048" y="1290481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856" name="tx1856"/>
            <p:cNvSpPr/>
            <p:nvPr/>
          </p:nvSpPr>
          <p:spPr>
            <a:xfrm>
              <a:off x="340048" y="641285"/>
              <a:ext cx="180816" cy="11890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1857" name="tx1857"/>
            <p:cNvSpPr/>
            <p:nvPr/>
          </p:nvSpPr>
          <p:spPr>
            <a:xfrm>
              <a:off x="430456" y="5704442"/>
              <a:ext cx="90408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858" name="tx1858"/>
            <p:cNvSpPr/>
            <p:nvPr/>
          </p:nvSpPr>
          <p:spPr>
            <a:xfrm>
              <a:off x="340048" y="5055325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859" name="tx1859"/>
            <p:cNvSpPr/>
            <p:nvPr/>
          </p:nvSpPr>
          <p:spPr>
            <a:xfrm>
              <a:off x="340048" y="4406208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860" name="tx1860"/>
            <p:cNvSpPr/>
            <p:nvPr/>
          </p:nvSpPr>
          <p:spPr>
            <a:xfrm>
              <a:off x="340048" y="3757012"/>
              <a:ext cx="180816" cy="11890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1861" name="tx1861"/>
            <p:cNvSpPr/>
            <p:nvPr/>
          </p:nvSpPr>
          <p:spPr>
            <a:xfrm rot="-5400000">
              <a:off x="-910215" y="3065103"/>
              <a:ext cx="2123082" cy="1906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Activities of Daily Living</a:t>
              </a:r>
            </a:p>
          </p:txBody>
        </p:sp>
      </p:grpSp>
      <p:sp>
        <p:nvSpPr>
          <p:cNvPr id="1862" name="Title 1"/>
          <p:cNvSpPr>
            <a:spLocks noGrp="1"/>
          </p:cNvSpPr>
          <p:nvPr>
            <p:ph type="title"/>
          </p:nvPr>
        </p:nvSpPr>
        <p:spPr>
          <a:xfrm>
            <a:off x="1275371" y="6560763"/>
            <a:ext cx="790097" cy="120634"/>
          </a:xfrm>
        </p:spPr>
        <p:txBody>
          <a:bodyPr/>
          <a:lstStyle/>
          <a:p>
            <a:r>
              <a:t>ADL vs USS, SARA, f-SARA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ontent Placeholder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pl4"/>
            <p:cNvSpPr/>
            <p:nvPr/>
          </p:nvSpPr>
          <p:spPr>
            <a:xfrm>
              <a:off x="611963" y="2324685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pl5"/>
            <p:cNvSpPr/>
            <p:nvPr/>
          </p:nvSpPr>
          <p:spPr>
            <a:xfrm>
              <a:off x="611963" y="1675609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pl6"/>
            <p:cNvSpPr/>
            <p:nvPr/>
          </p:nvSpPr>
          <p:spPr>
            <a:xfrm>
              <a:off x="611963" y="1026533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l7"/>
            <p:cNvSpPr/>
            <p:nvPr/>
          </p:nvSpPr>
          <p:spPr>
            <a:xfrm>
              <a:off x="1316736" y="397740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l8"/>
            <p:cNvSpPr/>
            <p:nvPr/>
          </p:nvSpPr>
          <p:spPr>
            <a:xfrm>
              <a:off x="2384575" y="397740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9"/>
            <p:cNvSpPr/>
            <p:nvPr/>
          </p:nvSpPr>
          <p:spPr>
            <a:xfrm>
              <a:off x="3452413" y="397740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10"/>
            <p:cNvSpPr/>
            <p:nvPr/>
          </p:nvSpPr>
          <p:spPr>
            <a:xfrm>
              <a:off x="611963" y="2649223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11"/>
            <p:cNvSpPr/>
            <p:nvPr/>
          </p:nvSpPr>
          <p:spPr>
            <a:xfrm>
              <a:off x="611963" y="2000147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12"/>
            <p:cNvSpPr/>
            <p:nvPr/>
          </p:nvSpPr>
          <p:spPr>
            <a:xfrm>
              <a:off x="611963" y="1351071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3"/>
            <p:cNvSpPr/>
            <p:nvPr/>
          </p:nvSpPr>
          <p:spPr>
            <a:xfrm>
              <a:off x="611963" y="701995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l14"/>
            <p:cNvSpPr/>
            <p:nvPr/>
          </p:nvSpPr>
          <p:spPr>
            <a:xfrm>
              <a:off x="782817" y="397740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l15"/>
            <p:cNvSpPr/>
            <p:nvPr/>
          </p:nvSpPr>
          <p:spPr>
            <a:xfrm>
              <a:off x="1850655" y="397740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l16"/>
            <p:cNvSpPr/>
            <p:nvPr/>
          </p:nvSpPr>
          <p:spPr>
            <a:xfrm>
              <a:off x="2918494" y="397740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l17"/>
            <p:cNvSpPr/>
            <p:nvPr/>
          </p:nvSpPr>
          <p:spPr>
            <a:xfrm>
              <a:off x="3986333" y="397740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t18"/>
            <p:cNvSpPr/>
            <p:nvPr/>
          </p:nvSpPr>
          <p:spPr>
            <a:xfrm>
              <a:off x="2680100" y="16507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t19"/>
            <p:cNvSpPr/>
            <p:nvPr/>
          </p:nvSpPr>
          <p:spPr>
            <a:xfrm>
              <a:off x="2039397" y="12288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t20"/>
            <p:cNvSpPr/>
            <p:nvPr/>
          </p:nvSpPr>
          <p:spPr>
            <a:xfrm>
              <a:off x="1398694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t21"/>
            <p:cNvSpPr/>
            <p:nvPr/>
          </p:nvSpPr>
          <p:spPr>
            <a:xfrm>
              <a:off x="1185126" y="17805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t22"/>
            <p:cNvSpPr/>
            <p:nvPr/>
          </p:nvSpPr>
          <p:spPr>
            <a:xfrm>
              <a:off x="1398694" y="226740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pt23"/>
            <p:cNvSpPr/>
            <p:nvPr/>
          </p:nvSpPr>
          <p:spPr>
            <a:xfrm>
              <a:off x="2466533" y="200777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pt24"/>
            <p:cNvSpPr/>
            <p:nvPr/>
          </p:nvSpPr>
          <p:spPr>
            <a:xfrm>
              <a:off x="1825830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pt25"/>
            <p:cNvSpPr/>
            <p:nvPr/>
          </p:nvSpPr>
          <p:spPr>
            <a:xfrm>
              <a:off x="1398694" y="142360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pt26"/>
            <p:cNvSpPr/>
            <p:nvPr/>
          </p:nvSpPr>
          <p:spPr>
            <a:xfrm>
              <a:off x="2893668" y="13262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pt27"/>
            <p:cNvSpPr/>
            <p:nvPr/>
          </p:nvSpPr>
          <p:spPr>
            <a:xfrm>
              <a:off x="2466533" y="142360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pt28"/>
            <p:cNvSpPr/>
            <p:nvPr/>
          </p:nvSpPr>
          <p:spPr>
            <a:xfrm>
              <a:off x="3961507" y="14560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pt29"/>
            <p:cNvSpPr/>
            <p:nvPr/>
          </p:nvSpPr>
          <p:spPr>
            <a:xfrm>
              <a:off x="1825830" y="18779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pt30"/>
            <p:cNvSpPr/>
            <p:nvPr/>
          </p:nvSpPr>
          <p:spPr>
            <a:xfrm>
              <a:off x="971559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pt31"/>
            <p:cNvSpPr/>
            <p:nvPr/>
          </p:nvSpPr>
          <p:spPr>
            <a:xfrm>
              <a:off x="757991" y="200777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pt32"/>
            <p:cNvSpPr/>
            <p:nvPr/>
          </p:nvSpPr>
          <p:spPr>
            <a:xfrm>
              <a:off x="3320804" y="109906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pt33"/>
            <p:cNvSpPr/>
            <p:nvPr/>
          </p:nvSpPr>
          <p:spPr>
            <a:xfrm>
              <a:off x="1398694" y="24945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pt34"/>
            <p:cNvSpPr/>
            <p:nvPr/>
          </p:nvSpPr>
          <p:spPr>
            <a:xfrm>
              <a:off x="2252965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pt35"/>
            <p:cNvSpPr/>
            <p:nvPr/>
          </p:nvSpPr>
          <p:spPr>
            <a:xfrm>
              <a:off x="757991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pt36"/>
            <p:cNvSpPr/>
            <p:nvPr/>
          </p:nvSpPr>
          <p:spPr>
            <a:xfrm>
              <a:off x="1185126" y="236476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pt37"/>
            <p:cNvSpPr/>
            <p:nvPr/>
          </p:nvSpPr>
          <p:spPr>
            <a:xfrm>
              <a:off x="3320804" y="116397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pt38"/>
            <p:cNvSpPr/>
            <p:nvPr/>
          </p:nvSpPr>
          <p:spPr>
            <a:xfrm>
              <a:off x="971559" y="21375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pt39"/>
            <p:cNvSpPr/>
            <p:nvPr/>
          </p:nvSpPr>
          <p:spPr>
            <a:xfrm>
              <a:off x="757991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t40"/>
            <p:cNvSpPr/>
            <p:nvPr/>
          </p:nvSpPr>
          <p:spPr>
            <a:xfrm>
              <a:off x="757991" y="24945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t41"/>
            <p:cNvSpPr/>
            <p:nvPr/>
          </p:nvSpPr>
          <p:spPr>
            <a:xfrm>
              <a:off x="971559" y="21051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t42"/>
            <p:cNvSpPr/>
            <p:nvPr/>
          </p:nvSpPr>
          <p:spPr>
            <a:xfrm>
              <a:off x="1398694" y="19753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t43"/>
            <p:cNvSpPr/>
            <p:nvPr/>
          </p:nvSpPr>
          <p:spPr>
            <a:xfrm>
              <a:off x="3747939" y="87189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t44"/>
            <p:cNvSpPr/>
            <p:nvPr/>
          </p:nvSpPr>
          <p:spPr>
            <a:xfrm>
              <a:off x="2252965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t45"/>
            <p:cNvSpPr/>
            <p:nvPr/>
          </p:nvSpPr>
          <p:spPr>
            <a:xfrm>
              <a:off x="3534371" y="67716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t46"/>
            <p:cNvSpPr/>
            <p:nvPr/>
          </p:nvSpPr>
          <p:spPr>
            <a:xfrm>
              <a:off x="1825830" y="20402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pt47"/>
            <p:cNvSpPr/>
            <p:nvPr/>
          </p:nvSpPr>
          <p:spPr>
            <a:xfrm>
              <a:off x="3320804" y="93679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t48"/>
            <p:cNvSpPr/>
            <p:nvPr/>
          </p:nvSpPr>
          <p:spPr>
            <a:xfrm>
              <a:off x="3107236" y="87189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pt49"/>
            <p:cNvSpPr/>
            <p:nvPr/>
          </p:nvSpPr>
          <p:spPr>
            <a:xfrm>
              <a:off x="3107236" y="158587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pt50"/>
            <p:cNvSpPr/>
            <p:nvPr/>
          </p:nvSpPr>
          <p:spPr>
            <a:xfrm>
              <a:off x="3320804" y="14560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pt51"/>
            <p:cNvSpPr/>
            <p:nvPr/>
          </p:nvSpPr>
          <p:spPr>
            <a:xfrm>
              <a:off x="1398694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pt52"/>
            <p:cNvSpPr/>
            <p:nvPr/>
          </p:nvSpPr>
          <p:spPr>
            <a:xfrm>
              <a:off x="971559" y="24945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pt53"/>
            <p:cNvSpPr/>
            <p:nvPr/>
          </p:nvSpPr>
          <p:spPr>
            <a:xfrm>
              <a:off x="1185126" y="17805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pt54"/>
            <p:cNvSpPr/>
            <p:nvPr/>
          </p:nvSpPr>
          <p:spPr>
            <a:xfrm>
              <a:off x="1825830" y="18130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pt55"/>
            <p:cNvSpPr/>
            <p:nvPr/>
          </p:nvSpPr>
          <p:spPr>
            <a:xfrm>
              <a:off x="1185126" y="21375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pt56"/>
            <p:cNvSpPr/>
            <p:nvPr/>
          </p:nvSpPr>
          <p:spPr>
            <a:xfrm>
              <a:off x="2680100" y="13911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pt57"/>
            <p:cNvSpPr/>
            <p:nvPr/>
          </p:nvSpPr>
          <p:spPr>
            <a:xfrm>
              <a:off x="2252965" y="13911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pt58"/>
            <p:cNvSpPr/>
            <p:nvPr/>
          </p:nvSpPr>
          <p:spPr>
            <a:xfrm>
              <a:off x="3534371" y="13911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pt59"/>
            <p:cNvSpPr/>
            <p:nvPr/>
          </p:nvSpPr>
          <p:spPr>
            <a:xfrm>
              <a:off x="3320804" y="13911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pt60"/>
            <p:cNvSpPr/>
            <p:nvPr/>
          </p:nvSpPr>
          <p:spPr>
            <a:xfrm>
              <a:off x="1185126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pt61"/>
            <p:cNvSpPr/>
            <p:nvPr/>
          </p:nvSpPr>
          <p:spPr>
            <a:xfrm>
              <a:off x="1612262" y="16507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pt62"/>
            <p:cNvSpPr/>
            <p:nvPr/>
          </p:nvSpPr>
          <p:spPr>
            <a:xfrm>
              <a:off x="1612262" y="24296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pt63"/>
            <p:cNvSpPr/>
            <p:nvPr/>
          </p:nvSpPr>
          <p:spPr>
            <a:xfrm>
              <a:off x="1612262" y="17481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pt64"/>
            <p:cNvSpPr/>
            <p:nvPr/>
          </p:nvSpPr>
          <p:spPr>
            <a:xfrm>
              <a:off x="2039397" y="22998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pt65"/>
            <p:cNvSpPr/>
            <p:nvPr/>
          </p:nvSpPr>
          <p:spPr>
            <a:xfrm>
              <a:off x="3107236" y="13262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pt66"/>
            <p:cNvSpPr/>
            <p:nvPr/>
          </p:nvSpPr>
          <p:spPr>
            <a:xfrm>
              <a:off x="971559" y="21051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pt67"/>
            <p:cNvSpPr/>
            <p:nvPr/>
          </p:nvSpPr>
          <p:spPr>
            <a:xfrm>
              <a:off x="2893668" y="13262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pt68"/>
            <p:cNvSpPr/>
            <p:nvPr/>
          </p:nvSpPr>
          <p:spPr>
            <a:xfrm>
              <a:off x="971559" y="20402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pt69"/>
            <p:cNvSpPr/>
            <p:nvPr/>
          </p:nvSpPr>
          <p:spPr>
            <a:xfrm>
              <a:off x="1398694" y="18779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pt70"/>
            <p:cNvSpPr/>
            <p:nvPr/>
          </p:nvSpPr>
          <p:spPr>
            <a:xfrm>
              <a:off x="757991" y="24296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pt71"/>
            <p:cNvSpPr/>
            <p:nvPr/>
          </p:nvSpPr>
          <p:spPr>
            <a:xfrm>
              <a:off x="971559" y="200777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pt72"/>
            <p:cNvSpPr/>
            <p:nvPr/>
          </p:nvSpPr>
          <p:spPr>
            <a:xfrm>
              <a:off x="757991" y="24296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pt73"/>
            <p:cNvSpPr/>
            <p:nvPr/>
          </p:nvSpPr>
          <p:spPr>
            <a:xfrm>
              <a:off x="1398694" y="19753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pt74"/>
            <p:cNvSpPr/>
            <p:nvPr/>
          </p:nvSpPr>
          <p:spPr>
            <a:xfrm>
              <a:off x="1825830" y="17156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pt75"/>
            <p:cNvSpPr/>
            <p:nvPr/>
          </p:nvSpPr>
          <p:spPr>
            <a:xfrm>
              <a:off x="971559" y="18130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pt76"/>
            <p:cNvSpPr/>
            <p:nvPr/>
          </p:nvSpPr>
          <p:spPr>
            <a:xfrm>
              <a:off x="2039397" y="14560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pt77"/>
            <p:cNvSpPr/>
            <p:nvPr/>
          </p:nvSpPr>
          <p:spPr>
            <a:xfrm>
              <a:off x="1185126" y="246212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pt78"/>
            <p:cNvSpPr/>
            <p:nvPr/>
          </p:nvSpPr>
          <p:spPr>
            <a:xfrm>
              <a:off x="1612262" y="18779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pt79"/>
            <p:cNvSpPr/>
            <p:nvPr/>
          </p:nvSpPr>
          <p:spPr>
            <a:xfrm>
              <a:off x="1612262" y="194286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pt80"/>
            <p:cNvSpPr/>
            <p:nvPr/>
          </p:nvSpPr>
          <p:spPr>
            <a:xfrm>
              <a:off x="1398694" y="22998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" name="pt81"/>
            <p:cNvSpPr/>
            <p:nvPr/>
          </p:nvSpPr>
          <p:spPr>
            <a:xfrm>
              <a:off x="1185126" y="236476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" name="pt82"/>
            <p:cNvSpPr/>
            <p:nvPr/>
          </p:nvSpPr>
          <p:spPr>
            <a:xfrm>
              <a:off x="1185126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" name="pt83"/>
            <p:cNvSpPr/>
            <p:nvPr/>
          </p:nvSpPr>
          <p:spPr>
            <a:xfrm>
              <a:off x="1825830" y="116397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pt84"/>
            <p:cNvSpPr/>
            <p:nvPr/>
          </p:nvSpPr>
          <p:spPr>
            <a:xfrm>
              <a:off x="2252965" y="16507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" name="pt85"/>
            <p:cNvSpPr/>
            <p:nvPr/>
          </p:nvSpPr>
          <p:spPr>
            <a:xfrm>
              <a:off x="1398694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pt86"/>
            <p:cNvSpPr/>
            <p:nvPr/>
          </p:nvSpPr>
          <p:spPr>
            <a:xfrm>
              <a:off x="757991" y="25594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" name="pt87"/>
            <p:cNvSpPr/>
            <p:nvPr/>
          </p:nvSpPr>
          <p:spPr>
            <a:xfrm>
              <a:off x="1185126" y="24296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pt88"/>
            <p:cNvSpPr/>
            <p:nvPr/>
          </p:nvSpPr>
          <p:spPr>
            <a:xfrm>
              <a:off x="757991" y="236476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pt89"/>
            <p:cNvSpPr/>
            <p:nvPr/>
          </p:nvSpPr>
          <p:spPr>
            <a:xfrm>
              <a:off x="1825830" y="21700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" name="pt90"/>
            <p:cNvSpPr/>
            <p:nvPr/>
          </p:nvSpPr>
          <p:spPr>
            <a:xfrm>
              <a:off x="1185126" y="21051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" name="pt91"/>
            <p:cNvSpPr/>
            <p:nvPr/>
          </p:nvSpPr>
          <p:spPr>
            <a:xfrm>
              <a:off x="1825830" y="12613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pt92"/>
            <p:cNvSpPr/>
            <p:nvPr/>
          </p:nvSpPr>
          <p:spPr>
            <a:xfrm>
              <a:off x="1612262" y="152096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" name="pt93"/>
            <p:cNvSpPr/>
            <p:nvPr/>
          </p:nvSpPr>
          <p:spPr>
            <a:xfrm>
              <a:off x="2466533" y="13262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" name="pt94"/>
            <p:cNvSpPr/>
            <p:nvPr/>
          </p:nvSpPr>
          <p:spPr>
            <a:xfrm>
              <a:off x="1825830" y="19753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" name="pt95"/>
            <p:cNvSpPr/>
            <p:nvPr/>
          </p:nvSpPr>
          <p:spPr>
            <a:xfrm>
              <a:off x="2039397" y="17805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" name="pt96"/>
            <p:cNvSpPr/>
            <p:nvPr/>
          </p:nvSpPr>
          <p:spPr>
            <a:xfrm>
              <a:off x="757991" y="25594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" name="pt97"/>
            <p:cNvSpPr/>
            <p:nvPr/>
          </p:nvSpPr>
          <p:spPr>
            <a:xfrm>
              <a:off x="1398694" y="19753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" name="pt98"/>
            <p:cNvSpPr/>
            <p:nvPr/>
          </p:nvSpPr>
          <p:spPr>
            <a:xfrm>
              <a:off x="2680100" y="13911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pt99"/>
            <p:cNvSpPr/>
            <p:nvPr/>
          </p:nvSpPr>
          <p:spPr>
            <a:xfrm>
              <a:off x="971559" y="259194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pt100"/>
            <p:cNvSpPr/>
            <p:nvPr/>
          </p:nvSpPr>
          <p:spPr>
            <a:xfrm>
              <a:off x="757991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pt101"/>
            <p:cNvSpPr/>
            <p:nvPr/>
          </p:nvSpPr>
          <p:spPr>
            <a:xfrm>
              <a:off x="757991" y="24945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pt102"/>
            <p:cNvSpPr/>
            <p:nvPr/>
          </p:nvSpPr>
          <p:spPr>
            <a:xfrm>
              <a:off x="3107236" y="16507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pt103"/>
            <p:cNvSpPr/>
            <p:nvPr/>
          </p:nvSpPr>
          <p:spPr>
            <a:xfrm>
              <a:off x="2039397" y="16507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pt104"/>
            <p:cNvSpPr/>
            <p:nvPr/>
          </p:nvSpPr>
          <p:spPr>
            <a:xfrm>
              <a:off x="971559" y="17805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pt105"/>
            <p:cNvSpPr/>
            <p:nvPr/>
          </p:nvSpPr>
          <p:spPr>
            <a:xfrm>
              <a:off x="971559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pt106"/>
            <p:cNvSpPr/>
            <p:nvPr/>
          </p:nvSpPr>
          <p:spPr>
            <a:xfrm>
              <a:off x="1398694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pt107"/>
            <p:cNvSpPr/>
            <p:nvPr/>
          </p:nvSpPr>
          <p:spPr>
            <a:xfrm>
              <a:off x="1398694" y="20402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pt108"/>
            <p:cNvSpPr/>
            <p:nvPr/>
          </p:nvSpPr>
          <p:spPr>
            <a:xfrm>
              <a:off x="1825830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pt109"/>
            <p:cNvSpPr/>
            <p:nvPr/>
          </p:nvSpPr>
          <p:spPr>
            <a:xfrm>
              <a:off x="1185126" y="19753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pt110"/>
            <p:cNvSpPr/>
            <p:nvPr/>
          </p:nvSpPr>
          <p:spPr>
            <a:xfrm>
              <a:off x="1825830" y="21051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pt111"/>
            <p:cNvSpPr/>
            <p:nvPr/>
          </p:nvSpPr>
          <p:spPr>
            <a:xfrm>
              <a:off x="2893668" y="14560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pt112"/>
            <p:cNvSpPr/>
            <p:nvPr/>
          </p:nvSpPr>
          <p:spPr>
            <a:xfrm>
              <a:off x="3320804" y="67716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pt113"/>
            <p:cNvSpPr/>
            <p:nvPr/>
          </p:nvSpPr>
          <p:spPr>
            <a:xfrm>
              <a:off x="2039397" y="148851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pt114"/>
            <p:cNvSpPr/>
            <p:nvPr/>
          </p:nvSpPr>
          <p:spPr>
            <a:xfrm>
              <a:off x="2466533" y="17156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pt115"/>
            <p:cNvSpPr/>
            <p:nvPr/>
          </p:nvSpPr>
          <p:spPr>
            <a:xfrm>
              <a:off x="1185126" y="200777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pt116"/>
            <p:cNvSpPr/>
            <p:nvPr/>
          </p:nvSpPr>
          <p:spPr>
            <a:xfrm>
              <a:off x="1398694" y="17805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pt117"/>
            <p:cNvSpPr/>
            <p:nvPr/>
          </p:nvSpPr>
          <p:spPr>
            <a:xfrm>
              <a:off x="3320804" y="1196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pt118"/>
            <p:cNvSpPr/>
            <p:nvPr/>
          </p:nvSpPr>
          <p:spPr>
            <a:xfrm>
              <a:off x="2680100" y="158587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pt119"/>
            <p:cNvSpPr/>
            <p:nvPr/>
          </p:nvSpPr>
          <p:spPr>
            <a:xfrm>
              <a:off x="3747939" y="4824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pt120"/>
            <p:cNvSpPr/>
            <p:nvPr/>
          </p:nvSpPr>
          <p:spPr>
            <a:xfrm>
              <a:off x="1398694" y="184550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pt121"/>
            <p:cNvSpPr/>
            <p:nvPr/>
          </p:nvSpPr>
          <p:spPr>
            <a:xfrm>
              <a:off x="1612262" y="13911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pt122"/>
            <p:cNvSpPr/>
            <p:nvPr/>
          </p:nvSpPr>
          <p:spPr>
            <a:xfrm>
              <a:off x="757991" y="24296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pt123"/>
            <p:cNvSpPr/>
            <p:nvPr/>
          </p:nvSpPr>
          <p:spPr>
            <a:xfrm>
              <a:off x="1612262" y="21700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pt124"/>
            <p:cNvSpPr/>
            <p:nvPr/>
          </p:nvSpPr>
          <p:spPr>
            <a:xfrm>
              <a:off x="2039397" y="18130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pt125"/>
            <p:cNvSpPr/>
            <p:nvPr/>
          </p:nvSpPr>
          <p:spPr>
            <a:xfrm>
              <a:off x="971559" y="236476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pt126"/>
            <p:cNvSpPr/>
            <p:nvPr/>
          </p:nvSpPr>
          <p:spPr>
            <a:xfrm>
              <a:off x="1398694" y="22998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pt127"/>
            <p:cNvSpPr/>
            <p:nvPr/>
          </p:nvSpPr>
          <p:spPr>
            <a:xfrm>
              <a:off x="1612262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pt128"/>
            <p:cNvSpPr/>
            <p:nvPr/>
          </p:nvSpPr>
          <p:spPr>
            <a:xfrm>
              <a:off x="1185126" y="200777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pt129"/>
            <p:cNvSpPr/>
            <p:nvPr/>
          </p:nvSpPr>
          <p:spPr>
            <a:xfrm>
              <a:off x="1185126" y="236476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" name="pt130"/>
            <p:cNvSpPr/>
            <p:nvPr/>
          </p:nvSpPr>
          <p:spPr>
            <a:xfrm>
              <a:off x="757991" y="22998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" name="pt131"/>
            <p:cNvSpPr/>
            <p:nvPr/>
          </p:nvSpPr>
          <p:spPr>
            <a:xfrm>
              <a:off x="1825830" y="152096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" name="pt132"/>
            <p:cNvSpPr/>
            <p:nvPr/>
          </p:nvSpPr>
          <p:spPr>
            <a:xfrm>
              <a:off x="1612262" y="20402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" name="pt133"/>
            <p:cNvSpPr/>
            <p:nvPr/>
          </p:nvSpPr>
          <p:spPr>
            <a:xfrm>
              <a:off x="2252965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" name="pt134"/>
            <p:cNvSpPr/>
            <p:nvPr/>
          </p:nvSpPr>
          <p:spPr>
            <a:xfrm>
              <a:off x="971559" y="23323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" name="pt135"/>
            <p:cNvSpPr/>
            <p:nvPr/>
          </p:nvSpPr>
          <p:spPr>
            <a:xfrm>
              <a:off x="757991" y="226740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" name="pt136"/>
            <p:cNvSpPr/>
            <p:nvPr/>
          </p:nvSpPr>
          <p:spPr>
            <a:xfrm>
              <a:off x="1825830" y="14560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" name="pt137"/>
            <p:cNvSpPr/>
            <p:nvPr/>
          </p:nvSpPr>
          <p:spPr>
            <a:xfrm>
              <a:off x="1398694" y="18130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" name="pt138"/>
            <p:cNvSpPr/>
            <p:nvPr/>
          </p:nvSpPr>
          <p:spPr>
            <a:xfrm>
              <a:off x="1612262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" name="pt139"/>
            <p:cNvSpPr/>
            <p:nvPr/>
          </p:nvSpPr>
          <p:spPr>
            <a:xfrm>
              <a:off x="1612262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" name="pt140"/>
            <p:cNvSpPr/>
            <p:nvPr/>
          </p:nvSpPr>
          <p:spPr>
            <a:xfrm>
              <a:off x="757991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" name="pt141"/>
            <p:cNvSpPr/>
            <p:nvPr/>
          </p:nvSpPr>
          <p:spPr>
            <a:xfrm>
              <a:off x="757991" y="24945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" name="pt142"/>
            <p:cNvSpPr/>
            <p:nvPr/>
          </p:nvSpPr>
          <p:spPr>
            <a:xfrm>
              <a:off x="757991" y="246212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" name="pt143"/>
            <p:cNvSpPr/>
            <p:nvPr/>
          </p:nvSpPr>
          <p:spPr>
            <a:xfrm>
              <a:off x="2039397" y="17156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" name="pt144"/>
            <p:cNvSpPr/>
            <p:nvPr/>
          </p:nvSpPr>
          <p:spPr>
            <a:xfrm>
              <a:off x="757991" y="22998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" name="pt145"/>
            <p:cNvSpPr/>
            <p:nvPr/>
          </p:nvSpPr>
          <p:spPr>
            <a:xfrm>
              <a:off x="757991" y="24296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" name="pt146"/>
            <p:cNvSpPr/>
            <p:nvPr/>
          </p:nvSpPr>
          <p:spPr>
            <a:xfrm>
              <a:off x="1398694" y="20726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" name="pt147"/>
            <p:cNvSpPr/>
            <p:nvPr/>
          </p:nvSpPr>
          <p:spPr>
            <a:xfrm>
              <a:off x="757991" y="236476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" name="pt148"/>
            <p:cNvSpPr/>
            <p:nvPr/>
          </p:nvSpPr>
          <p:spPr>
            <a:xfrm>
              <a:off x="3107236" y="116397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" name="pt149"/>
            <p:cNvSpPr/>
            <p:nvPr/>
          </p:nvSpPr>
          <p:spPr>
            <a:xfrm>
              <a:off x="757991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" name="pt150"/>
            <p:cNvSpPr/>
            <p:nvPr/>
          </p:nvSpPr>
          <p:spPr>
            <a:xfrm>
              <a:off x="1398694" y="17156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" name="pt151"/>
            <p:cNvSpPr/>
            <p:nvPr/>
          </p:nvSpPr>
          <p:spPr>
            <a:xfrm>
              <a:off x="1185126" y="24945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" name="pt152"/>
            <p:cNvSpPr/>
            <p:nvPr/>
          </p:nvSpPr>
          <p:spPr>
            <a:xfrm>
              <a:off x="1825830" y="17805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" name="pt153"/>
            <p:cNvSpPr/>
            <p:nvPr/>
          </p:nvSpPr>
          <p:spPr>
            <a:xfrm>
              <a:off x="757991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" name="pt154"/>
            <p:cNvSpPr/>
            <p:nvPr/>
          </p:nvSpPr>
          <p:spPr>
            <a:xfrm>
              <a:off x="757991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" name="pt155"/>
            <p:cNvSpPr/>
            <p:nvPr/>
          </p:nvSpPr>
          <p:spPr>
            <a:xfrm>
              <a:off x="757991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" name="pt156"/>
            <p:cNvSpPr/>
            <p:nvPr/>
          </p:nvSpPr>
          <p:spPr>
            <a:xfrm>
              <a:off x="1185126" y="24296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" name="pt157"/>
            <p:cNvSpPr/>
            <p:nvPr/>
          </p:nvSpPr>
          <p:spPr>
            <a:xfrm>
              <a:off x="757991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" name="pt158"/>
            <p:cNvSpPr/>
            <p:nvPr/>
          </p:nvSpPr>
          <p:spPr>
            <a:xfrm>
              <a:off x="757991" y="24945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" name="pt159"/>
            <p:cNvSpPr/>
            <p:nvPr/>
          </p:nvSpPr>
          <p:spPr>
            <a:xfrm>
              <a:off x="1185126" y="21700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" name="pt160"/>
            <p:cNvSpPr/>
            <p:nvPr/>
          </p:nvSpPr>
          <p:spPr>
            <a:xfrm>
              <a:off x="1825830" y="16507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" name="pt161"/>
            <p:cNvSpPr/>
            <p:nvPr/>
          </p:nvSpPr>
          <p:spPr>
            <a:xfrm>
              <a:off x="757991" y="236476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" name="pt162"/>
            <p:cNvSpPr/>
            <p:nvPr/>
          </p:nvSpPr>
          <p:spPr>
            <a:xfrm>
              <a:off x="1825830" y="17805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" name="pt163"/>
            <p:cNvSpPr/>
            <p:nvPr/>
          </p:nvSpPr>
          <p:spPr>
            <a:xfrm>
              <a:off x="1185126" y="20402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" name="pt164"/>
            <p:cNvSpPr/>
            <p:nvPr/>
          </p:nvSpPr>
          <p:spPr>
            <a:xfrm>
              <a:off x="757991" y="25594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" name="pt165"/>
            <p:cNvSpPr/>
            <p:nvPr/>
          </p:nvSpPr>
          <p:spPr>
            <a:xfrm>
              <a:off x="971559" y="21375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" name="pt166"/>
            <p:cNvSpPr/>
            <p:nvPr/>
          </p:nvSpPr>
          <p:spPr>
            <a:xfrm>
              <a:off x="971559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" name="pt167"/>
            <p:cNvSpPr/>
            <p:nvPr/>
          </p:nvSpPr>
          <p:spPr>
            <a:xfrm>
              <a:off x="1185126" y="20402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" name="pt168"/>
            <p:cNvSpPr/>
            <p:nvPr/>
          </p:nvSpPr>
          <p:spPr>
            <a:xfrm>
              <a:off x="1185126" y="22998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" name="pt169"/>
            <p:cNvSpPr/>
            <p:nvPr/>
          </p:nvSpPr>
          <p:spPr>
            <a:xfrm>
              <a:off x="1612262" y="19753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" name="pt170"/>
            <p:cNvSpPr/>
            <p:nvPr/>
          </p:nvSpPr>
          <p:spPr>
            <a:xfrm>
              <a:off x="1612262" y="17156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" name="pt171"/>
            <p:cNvSpPr/>
            <p:nvPr/>
          </p:nvSpPr>
          <p:spPr>
            <a:xfrm>
              <a:off x="757991" y="25594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" name="pt172"/>
            <p:cNvSpPr/>
            <p:nvPr/>
          </p:nvSpPr>
          <p:spPr>
            <a:xfrm>
              <a:off x="971559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" name="pt173"/>
            <p:cNvSpPr/>
            <p:nvPr/>
          </p:nvSpPr>
          <p:spPr>
            <a:xfrm>
              <a:off x="2680100" y="14560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" name="pt174"/>
            <p:cNvSpPr/>
            <p:nvPr/>
          </p:nvSpPr>
          <p:spPr>
            <a:xfrm>
              <a:off x="757991" y="24296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" name="pt175"/>
            <p:cNvSpPr/>
            <p:nvPr/>
          </p:nvSpPr>
          <p:spPr>
            <a:xfrm>
              <a:off x="1398694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" name="pt176"/>
            <p:cNvSpPr/>
            <p:nvPr/>
          </p:nvSpPr>
          <p:spPr>
            <a:xfrm>
              <a:off x="2039397" y="21051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" name="pt177"/>
            <p:cNvSpPr/>
            <p:nvPr/>
          </p:nvSpPr>
          <p:spPr>
            <a:xfrm>
              <a:off x="971559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" name="pt178"/>
            <p:cNvSpPr/>
            <p:nvPr/>
          </p:nvSpPr>
          <p:spPr>
            <a:xfrm>
              <a:off x="2252965" y="1196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" name="pt179"/>
            <p:cNvSpPr/>
            <p:nvPr/>
          </p:nvSpPr>
          <p:spPr>
            <a:xfrm>
              <a:off x="757991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" name="pt180"/>
            <p:cNvSpPr/>
            <p:nvPr/>
          </p:nvSpPr>
          <p:spPr>
            <a:xfrm>
              <a:off x="971559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" name="pt181"/>
            <p:cNvSpPr/>
            <p:nvPr/>
          </p:nvSpPr>
          <p:spPr>
            <a:xfrm>
              <a:off x="3320804" y="158587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" name="pt182"/>
            <p:cNvSpPr/>
            <p:nvPr/>
          </p:nvSpPr>
          <p:spPr>
            <a:xfrm>
              <a:off x="1825830" y="1520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" name="pt183"/>
            <p:cNvSpPr/>
            <p:nvPr/>
          </p:nvSpPr>
          <p:spPr>
            <a:xfrm>
              <a:off x="757991" y="19753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" name="pt184"/>
            <p:cNvSpPr/>
            <p:nvPr/>
          </p:nvSpPr>
          <p:spPr>
            <a:xfrm>
              <a:off x="1398694" y="19753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" name="pt185"/>
            <p:cNvSpPr/>
            <p:nvPr/>
          </p:nvSpPr>
          <p:spPr>
            <a:xfrm>
              <a:off x="1185126" y="24296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" name="pt186"/>
            <p:cNvSpPr/>
            <p:nvPr/>
          </p:nvSpPr>
          <p:spPr>
            <a:xfrm>
              <a:off x="1185126" y="19753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" name="pt187"/>
            <p:cNvSpPr/>
            <p:nvPr/>
          </p:nvSpPr>
          <p:spPr>
            <a:xfrm>
              <a:off x="1185126" y="20402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" name="pt188"/>
            <p:cNvSpPr/>
            <p:nvPr/>
          </p:nvSpPr>
          <p:spPr>
            <a:xfrm>
              <a:off x="3107236" y="1196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" name="pt189"/>
            <p:cNvSpPr/>
            <p:nvPr/>
          </p:nvSpPr>
          <p:spPr>
            <a:xfrm>
              <a:off x="757991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" name="pt190"/>
            <p:cNvSpPr/>
            <p:nvPr/>
          </p:nvSpPr>
          <p:spPr>
            <a:xfrm>
              <a:off x="757991" y="259194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" name="pt191"/>
            <p:cNvSpPr/>
            <p:nvPr/>
          </p:nvSpPr>
          <p:spPr>
            <a:xfrm>
              <a:off x="2680100" y="14560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" name="pt192"/>
            <p:cNvSpPr/>
            <p:nvPr/>
          </p:nvSpPr>
          <p:spPr>
            <a:xfrm>
              <a:off x="1398694" y="17805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" name="pt193"/>
            <p:cNvSpPr/>
            <p:nvPr/>
          </p:nvSpPr>
          <p:spPr>
            <a:xfrm>
              <a:off x="1825830" y="19753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" name="pt194"/>
            <p:cNvSpPr/>
            <p:nvPr/>
          </p:nvSpPr>
          <p:spPr>
            <a:xfrm>
              <a:off x="1398694" y="19753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" name="pt195"/>
            <p:cNvSpPr/>
            <p:nvPr/>
          </p:nvSpPr>
          <p:spPr>
            <a:xfrm>
              <a:off x="1825830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" name="pt196"/>
            <p:cNvSpPr/>
            <p:nvPr/>
          </p:nvSpPr>
          <p:spPr>
            <a:xfrm>
              <a:off x="1398694" y="20726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" name="pt197"/>
            <p:cNvSpPr/>
            <p:nvPr/>
          </p:nvSpPr>
          <p:spPr>
            <a:xfrm>
              <a:off x="1398694" y="22024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" name="pt198"/>
            <p:cNvSpPr/>
            <p:nvPr/>
          </p:nvSpPr>
          <p:spPr>
            <a:xfrm>
              <a:off x="1185126" y="20402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" name="pt199"/>
            <p:cNvSpPr/>
            <p:nvPr/>
          </p:nvSpPr>
          <p:spPr>
            <a:xfrm>
              <a:off x="1612262" y="113152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" name="pt200"/>
            <p:cNvSpPr/>
            <p:nvPr/>
          </p:nvSpPr>
          <p:spPr>
            <a:xfrm>
              <a:off x="2466533" y="16507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" name="pt201"/>
            <p:cNvSpPr/>
            <p:nvPr/>
          </p:nvSpPr>
          <p:spPr>
            <a:xfrm>
              <a:off x="2680100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" name="pt202"/>
            <p:cNvSpPr/>
            <p:nvPr/>
          </p:nvSpPr>
          <p:spPr>
            <a:xfrm>
              <a:off x="1185126" y="19753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" name="pt203"/>
            <p:cNvSpPr/>
            <p:nvPr/>
          </p:nvSpPr>
          <p:spPr>
            <a:xfrm>
              <a:off x="2039397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" name="pt204"/>
            <p:cNvSpPr/>
            <p:nvPr/>
          </p:nvSpPr>
          <p:spPr>
            <a:xfrm>
              <a:off x="757991" y="25594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" name="pt205"/>
            <p:cNvSpPr/>
            <p:nvPr/>
          </p:nvSpPr>
          <p:spPr>
            <a:xfrm>
              <a:off x="1398694" y="16507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" name="pt206"/>
            <p:cNvSpPr/>
            <p:nvPr/>
          </p:nvSpPr>
          <p:spPr>
            <a:xfrm>
              <a:off x="1185126" y="21051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" name="pt207"/>
            <p:cNvSpPr/>
            <p:nvPr/>
          </p:nvSpPr>
          <p:spPr>
            <a:xfrm>
              <a:off x="3320804" y="113152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" name="pt208"/>
            <p:cNvSpPr/>
            <p:nvPr/>
          </p:nvSpPr>
          <p:spPr>
            <a:xfrm>
              <a:off x="1185126" y="17156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" name="pt209"/>
            <p:cNvSpPr/>
            <p:nvPr/>
          </p:nvSpPr>
          <p:spPr>
            <a:xfrm>
              <a:off x="971559" y="25270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" name="pt210"/>
            <p:cNvSpPr/>
            <p:nvPr/>
          </p:nvSpPr>
          <p:spPr>
            <a:xfrm>
              <a:off x="2039397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" name="pt211"/>
            <p:cNvSpPr/>
            <p:nvPr/>
          </p:nvSpPr>
          <p:spPr>
            <a:xfrm>
              <a:off x="1398694" y="21051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" name="pt212"/>
            <p:cNvSpPr/>
            <p:nvPr/>
          </p:nvSpPr>
          <p:spPr>
            <a:xfrm>
              <a:off x="1398694" y="14560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" name="pt213"/>
            <p:cNvSpPr/>
            <p:nvPr/>
          </p:nvSpPr>
          <p:spPr>
            <a:xfrm>
              <a:off x="757991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" name="pt214"/>
            <p:cNvSpPr/>
            <p:nvPr/>
          </p:nvSpPr>
          <p:spPr>
            <a:xfrm>
              <a:off x="1825830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" name="pt215"/>
            <p:cNvSpPr/>
            <p:nvPr/>
          </p:nvSpPr>
          <p:spPr>
            <a:xfrm>
              <a:off x="1612262" y="129379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" name="pt216"/>
            <p:cNvSpPr/>
            <p:nvPr/>
          </p:nvSpPr>
          <p:spPr>
            <a:xfrm>
              <a:off x="1398694" y="17156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" name="pt217"/>
            <p:cNvSpPr/>
            <p:nvPr/>
          </p:nvSpPr>
          <p:spPr>
            <a:xfrm>
              <a:off x="1398694" y="22998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" name="pt218"/>
            <p:cNvSpPr/>
            <p:nvPr/>
          </p:nvSpPr>
          <p:spPr>
            <a:xfrm>
              <a:off x="1612262" y="20402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" name="pt219"/>
            <p:cNvSpPr/>
            <p:nvPr/>
          </p:nvSpPr>
          <p:spPr>
            <a:xfrm>
              <a:off x="2039397" y="19753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" name="pt220"/>
            <p:cNvSpPr/>
            <p:nvPr/>
          </p:nvSpPr>
          <p:spPr>
            <a:xfrm>
              <a:off x="1185126" y="226740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" name="pt221"/>
            <p:cNvSpPr/>
            <p:nvPr/>
          </p:nvSpPr>
          <p:spPr>
            <a:xfrm>
              <a:off x="2039397" y="158587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" name="pt222"/>
            <p:cNvSpPr/>
            <p:nvPr/>
          </p:nvSpPr>
          <p:spPr>
            <a:xfrm>
              <a:off x="1398694" y="21700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" name="pt223"/>
            <p:cNvSpPr/>
            <p:nvPr/>
          </p:nvSpPr>
          <p:spPr>
            <a:xfrm>
              <a:off x="2039397" y="16507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" name="pt224"/>
            <p:cNvSpPr/>
            <p:nvPr/>
          </p:nvSpPr>
          <p:spPr>
            <a:xfrm>
              <a:off x="1398694" y="24945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" name="pt225"/>
            <p:cNvSpPr/>
            <p:nvPr/>
          </p:nvSpPr>
          <p:spPr>
            <a:xfrm>
              <a:off x="1825830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" name="pt226"/>
            <p:cNvSpPr/>
            <p:nvPr/>
          </p:nvSpPr>
          <p:spPr>
            <a:xfrm>
              <a:off x="1398694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" name="pt227"/>
            <p:cNvSpPr/>
            <p:nvPr/>
          </p:nvSpPr>
          <p:spPr>
            <a:xfrm>
              <a:off x="1398694" y="21700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" name="pt228"/>
            <p:cNvSpPr/>
            <p:nvPr/>
          </p:nvSpPr>
          <p:spPr>
            <a:xfrm>
              <a:off x="1185126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" name="pt229"/>
            <p:cNvSpPr/>
            <p:nvPr/>
          </p:nvSpPr>
          <p:spPr>
            <a:xfrm>
              <a:off x="971559" y="21051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" name="pt230"/>
            <p:cNvSpPr/>
            <p:nvPr/>
          </p:nvSpPr>
          <p:spPr>
            <a:xfrm>
              <a:off x="971559" y="259194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" name="pt231"/>
            <p:cNvSpPr/>
            <p:nvPr/>
          </p:nvSpPr>
          <p:spPr>
            <a:xfrm>
              <a:off x="757991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" name="pt232"/>
            <p:cNvSpPr/>
            <p:nvPr/>
          </p:nvSpPr>
          <p:spPr>
            <a:xfrm>
              <a:off x="1185126" y="194286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" name="pt233"/>
            <p:cNvSpPr/>
            <p:nvPr/>
          </p:nvSpPr>
          <p:spPr>
            <a:xfrm>
              <a:off x="2893668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4" name="pt234"/>
            <p:cNvSpPr/>
            <p:nvPr/>
          </p:nvSpPr>
          <p:spPr>
            <a:xfrm>
              <a:off x="1612262" y="17156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" name="pt235"/>
            <p:cNvSpPr/>
            <p:nvPr/>
          </p:nvSpPr>
          <p:spPr>
            <a:xfrm>
              <a:off x="757991" y="21051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" name="pt236"/>
            <p:cNvSpPr/>
            <p:nvPr/>
          </p:nvSpPr>
          <p:spPr>
            <a:xfrm>
              <a:off x="1612262" y="18779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7" name="pt237"/>
            <p:cNvSpPr/>
            <p:nvPr/>
          </p:nvSpPr>
          <p:spPr>
            <a:xfrm>
              <a:off x="2252965" y="148851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8" name="pt238"/>
            <p:cNvSpPr/>
            <p:nvPr/>
          </p:nvSpPr>
          <p:spPr>
            <a:xfrm>
              <a:off x="971559" y="24945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" name="pt239"/>
            <p:cNvSpPr/>
            <p:nvPr/>
          </p:nvSpPr>
          <p:spPr>
            <a:xfrm>
              <a:off x="757991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" name="pt240"/>
            <p:cNvSpPr/>
            <p:nvPr/>
          </p:nvSpPr>
          <p:spPr>
            <a:xfrm>
              <a:off x="971559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1" name="pt241"/>
            <p:cNvSpPr/>
            <p:nvPr/>
          </p:nvSpPr>
          <p:spPr>
            <a:xfrm>
              <a:off x="757991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" name="pt242"/>
            <p:cNvSpPr/>
            <p:nvPr/>
          </p:nvSpPr>
          <p:spPr>
            <a:xfrm>
              <a:off x="757991" y="24945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3" name="pt243"/>
            <p:cNvSpPr/>
            <p:nvPr/>
          </p:nvSpPr>
          <p:spPr>
            <a:xfrm>
              <a:off x="1185126" y="17156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4" name="pt244"/>
            <p:cNvSpPr/>
            <p:nvPr/>
          </p:nvSpPr>
          <p:spPr>
            <a:xfrm>
              <a:off x="1398694" y="22024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5" name="pt245"/>
            <p:cNvSpPr/>
            <p:nvPr/>
          </p:nvSpPr>
          <p:spPr>
            <a:xfrm>
              <a:off x="971559" y="226740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6" name="pt246"/>
            <p:cNvSpPr/>
            <p:nvPr/>
          </p:nvSpPr>
          <p:spPr>
            <a:xfrm>
              <a:off x="757991" y="25270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7" name="pt247"/>
            <p:cNvSpPr/>
            <p:nvPr/>
          </p:nvSpPr>
          <p:spPr>
            <a:xfrm>
              <a:off x="2680100" y="113152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8" name="pt248"/>
            <p:cNvSpPr/>
            <p:nvPr/>
          </p:nvSpPr>
          <p:spPr>
            <a:xfrm>
              <a:off x="3747939" y="100170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" name="pt249"/>
            <p:cNvSpPr/>
            <p:nvPr/>
          </p:nvSpPr>
          <p:spPr>
            <a:xfrm>
              <a:off x="1612262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" name="pt250"/>
            <p:cNvSpPr/>
            <p:nvPr/>
          </p:nvSpPr>
          <p:spPr>
            <a:xfrm>
              <a:off x="3747939" y="14560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" name="pt251"/>
            <p:cNvSpPr/>
            <p:nvPr/>
          </p:nvSpPr>
          <p:spPr>
            <a:xfrm>
              <a:off x="757991" y="25594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" name="pt252"/>
            <p:cNvSpPr/>
            <p:nvPr/>
          </p:nvSpPr>
          <p:spPr>
            <a:xfrm>
              <a:off x="1612262" y="21700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" name="pt253"/>
            <p:cNvSpPr/>
            <p:nvPr/>
          </p:nvSpPr>
          <p:spPr>
            <a:xfrm>
              <a:off x="1612262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" name="pt254"/>
            <p:cNvSpPr/>
            <p:nvPr/>
          </p:nvSpPr>
          <p:spPr>
            <a:xfrm>
              <a:off x="1612262" y="20402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" name="pt255"/>
            <p:cNvSpPr/>
            <p:nvPr/>
          </p:nvSpPr>
          <p:spPr>
            <a:xfrm>
              <a:off x="1185126" y="21700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6" name="pt256"/>
            <p:cNvSpPr/>
            <p:nvPr/>
          </p:nvSpPr>
          <p:spPr>
            <a:xfrm>
              <a:off x="757991" y="236476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7" name="pt257"/>
            <p:cNvSpPr/>
            <p:nvPr/>
          </p:nvSpPr>
          <p:spPr>
            <a:xfrm>
              <a:off x="1825830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8" name="pt258"/>
            <p:cNvSpPr/>
            <p:nvPr/>
          </p:nvSpPr>
          <p:spPr>
            <a:xfrm>
              <a:off x="2252965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9" name="pt259"/>
            <p:cNvSpPr/>
            <p:nvPr/>
          </p:nvSpPr>
          <p:spPr>
            <a:xfrm>
              <a:off x="971559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0" name="pt260"/>
            <p:cNvSpPr/>
            <p:nvPr/>
          </p:nvSpPr>
          <p:spPr>
            <a:xfrm>
              <a:off x="1398694" y="13911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1" name="pt261"/>
            <p:cNvSpPr/>
            <p:nvPr/>
          </p:nvSpPr>
          <p:spPr>
            <a:xfrm>
              <a:off x="1398694" y="16832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2" name="pt262"/>
            <p:cNvSpPr/>
            <p:nvPr/>
          </p:nvSpPr>
          <p:spPr>
            <a:xfrm>
              <a:off x="2252965" y="142360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3" name="pt263"/>
            <p:cNvSpPr/>
            <p:nvPr/>
          </p:nvSpPr>
          <p:spPr>
            <a:xfrm>
              <a:off x="1825830" y="14560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4" name="pt264"/>
            <p:cNvSpPr/>
            <p:nvPr/>
          </p:nvSpPr>
          <p:spPr>
            <a:xfrm>
              <a:off x="1398694" y="194286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5" name="pt265"/>
            <p:cNvSpPr/>
            <p:nvPr/>
          </p:nvSpPr>
          <p:spPr>
            <a:xfrm>
              <a:off x="3534371" y="12613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6" name="pt266"/>
            <p:cNvSpPr/>
            <p:nvPr/>
          </p:nvSpPr>
          <p:spPr>
            <a:xfrm>
              <a:off x="971559" y="20402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7" name="pt267"/>
            <p:cNvSpPr/>
            <p:nvPr/>
          </p:nvSpPr>
          <p:spPr>
            <a:xfrm>
              <a:off x="971559" y="21700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8" name="pt268"/>
            <p:cNvSpPr/>
            <p:nvPr/>
          </p:nvSpPr>
          <p:spPr>
            <a:xfrm>
              <a:off x="2680100" y="13586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9" name="pt269"/>
            <p:cNvSpPr/>
            <p:nvPr/>
          </p:nvSpPr>
          <p:spPr>
            <a:xfrm>
              <a:off x="971559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0" name="pt270"/>
            <p:cNvSpPr/>
            <p:nvPr/>
          </p:nvSpPr>
          <p:spPr>
            <a:xfrm>
              <a:off x="2039397" y="13586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1" name="pt271"/>
            <p:cNvSpPr/>
            <p:nvPr/>
          </p:nvSpPr>
          <p:spPr>
            <a:xfrm>
              <a:off x="757991" y="24945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2" name="pt272"/>
            <p:cNvSpPr/>
            <p:nvPr/>
          </p:nvSpPr>
          <p:spPr>
            <a:xfrm>
              <a:off x="757991" y="21700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3" name="pt273"/>
            <p:cNvSpPr/>
            <p:nvPr/>
          </p:nvSpPr>
          <p:spPr>
            <a:xfrm>
              <a:off x="757991" y="24945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4" name="pt274"/>
            <p:cNvSpPr/>
            <p:nvPr/>
          </p:nvSpPr>
          <p:spPr>
            <a:xfrm>
              <a:off x="757991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5" name="pt275"/>
            <p:cNvSpPr/>
            <p:nvPr/>
          </p:nvSpPr>
          <p:spPr>
            <a:xfrm>
              <a:off x="971559" y="158587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6" name="pt276"/>
            <p:cNvSpPr/>
            <p:nvPr/>
          </p:nvSpPr>
          <p:spPr>
            <a:xfrm>
              <a:off x="1612262" y="184550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7" name="pt277"/>
            <p:cNvSpPr/>
            <p:nvPr/>
          </p:nvSpPr>
          <p:spPr>
            <a:xfrm>
              <a:off x="1612262" y="17156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8" name="pt278"/>
            <p:cNvSpPr/>
            <p:nvPr/>
          </p:nvSpPr>
          <p:spPr>
            <a:xfrm>
              <a:off x="757991" y="22998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9" name="pt279"/>
            <p:cNvSpPr/>
            <p:nvPr/>
          </p:nvSpPr>
          <p:spPr>
            <a:xfrm>
              <a:off x="1398694" y="21375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0" name="pt280"/>
            <p:cNvSpPr/>
            <p:nvPr/>
          </p:nvSpPr>
          <p:spPr>
            <a:xfrm>
              <a:off x="1398694" y="20402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1" name="pt281"/>
            <p:cNvSpPr/>
            <p:nvPr/>
          </p:nvSpPr>
          <p:spPr>
            <a:xfrm>
              <a:off x="971559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2" name="pt282"/>
            <p:cNvSpPr/>
            <p:nvPr/>
          </p:nvSpPr>
          <p:spPr>
            <a:xfrm>
              <a:off x="971559" y="21051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3" name="pt283"/>
            <p:cNvSpPr/>
            <p:nvPr/>
          </p:nvSpPr>
          <p:spPr>
            <a:xfrm>
              <a:off x="971559" y="25594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4" name="pt284"/>
            <p:cNvSpPr/>
            <p:nvPr/>
          </p:nvSpPr>
          <p:spPr>
            <a:xfrm>
              <a:off x="1185126" y="22998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5" name="pt285"/>
            <p:cNvSpPr/>
            <p:nvPr/>
          </p:nvSpPr>
          <p:spPr>
            <a:xfrm>
              <a:off x="757991" y="259194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6" name="pt286"/>
            <p:cNvSpPr/>
            <p:nvPr/>
          </p:nvSpPr>
          <p:spPr>
            <a:xfrm>
              <a:off x="3107236" y="17156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7" name="pt287"/>
            <p:cNvSpPr/>
            <p:nvPr/>
          </p:nvSpPr>
          <p:spPr>
            <a:xfrm>
              <a:off x="2893668" y="12288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8" name="pt288"/>
            <p:cNvSpPr/>
            <p:nvPr/>
          </p:nvSpPr>
          <p:spPr>
            <a:xfrm>
              <a:off x="2466533" y="17805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9" name="pt289"/>
            <p:cNvSpPr/>
            <p:nvPr/>
          </p:nvSpPr>
          <p:spPr>
            <a:xfrm>
              <a:off x="2466533" y="17481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0" name="pt290"/>
            <p:cNvSpPr/>
            <p:nvPr/>
          </p:nvSpPr>
          <p:spPr>
            <a:xfrm>
              <a:off x="2252965" y="14560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1" name="pt291"/>
            <p:cNvSpPr/>
            <p:nvPr/>
          </p:nvSpPr>
          <p:spPr>
            <a:xfrm>
              <a:off x="757991" y="25594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2" name="pt292"/>
            <p:cNvSpPr/>
            <p:nvPr/>
          </p:nvSpPr>
          <p:spPr>
            <a:xfrm>
              <a:off x="3534371" y="106661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3" name="pt293"/>
            <p:cNvSpPr/>
            <p:nvPr/>
          </p:nvSpPr>
          <p:spPr>
            <a:xfrm>
              <a:off x="1612262" y="17805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4" name="pt294"/>
            <p:cNvSpPr/>
            <p:nvPr/>
          </p:nvSpPr>
          <p:spPr>
            <a:xfrm>
              <a:off x="1825830" y="184550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5" name="pt295"/>
            <p:cNvSpPr/>
            <p:nvPr/>
          </p:nvSpPr>
          <p:spPr>
            <a:xfrm>
              <a:off x="971559" y="246212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6" name="pt296"/>
            <p:cNvSpPr/>
            <p:nvPr/>
          </p:nvSpPr>
          <p:spPr>
            <a:xfrm>
              <a:off x="1185126" y="21700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7" name="pt297"/>
            <p:cNvSpPr/>
            <p:nvPr/>
          </p:nvSpPr>
          <p:spPr>
            <a:xfrm>
              <a:off x="757991" y="25594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8" name="pt298"/>
            <p:cNvSpPr/>
            <p:nvPr/>
          </p:nvSpPr>
          <p:spPr>
            <a:xfrm>
              <a:off x="971559" y="246212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9" name="pt299"/>
            <p:cNvSpPr/>
            <p:nvPr/>
          </p:nvSpPr>
          <p:spPr>
            <a:xfrm>
              <a:off x="757991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0" name="pt300"/>
            <p:cNvSpPr/>
            <p:nvPr/>
          </p:nvSpPr>
          <p:spPr>
            <a:xfrm>
              <a:off x="1398694" y="21700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1" name="pt301"/>
            <p:cNvSpPr/>
            <p:nvPr/>
          </p:nvSpPr>
          <p:spPr>
            <a:xfrm>
              <a:off x="1398694" y="24296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2" name="pt302"/>
            <p:cNvSpPr/>
            <p:nvPr/>
          </p:nvSpPr>
          <p:spPr>
            <a:xfrm>
              <a:off x="757991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3" name="pt303"/>
            <p:cNvSpPr/>
            <p:nvPr/>
          </p:nvSpPr>
          <p:spPr>
            <a:xfrm>
              <a:off x="971559" y="226740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4" name="pl304"/>
            <p:cNvSpPr/>
            <p:nvPr/>
          </p:nvSpPr>
          <p:spPr>
            <a:xfrm>
              <a:off x="782817" y="1013826"/>
              <a:ext cx="2989948" cy="1377495"/>
            </a:xfrm>
            <a:custGeom>
              <a:avLst/>
              <a:gdLst/>
              <a:ahLst/>
              <a:cxnLst/>
              <a:rect l="0" t="0" r="0" b="0"/>
              <a:pathLst>
                <a:path w="2989948" h="1377495">
                  <a:moveTo>
                    <a:pt x="0" y="1377495"/>
                  </a:moveTo>
                  <a:lnTo>
                    <a:pt x="37847" y="1360059"/>
                  </a:lnTo>
                  <a:lnTo>
                    <a:pt x="75694" y="1342622"/>
                  </a:lnTo>
                  <a:lnTo>
                    <a:pt x="113542" y="1325185"/>
                  </a:lnTo>
                  <a:lnTo>
                    <a:pt x="151389" y="1307749"/>
                  </a:lnTo>
                  <a:lnTo>
                    <a:pt x="189237" y="1290312"/>
                  </a:lnTo>
                  <a:lnTo>
                    <a:pt x="227084" y="1272875"/>
                  </a:lnTo>
                  <a:lnTo>
                    <a:pt x="264932" y="1255439"/>
                  </a:lnTo>
                  <a:lnTo>
                    <a:pt x="302779" y="1238002"/>
                  </a:lnTo>
                  <a:lnTo>
                    <a:pt x="340626" y="1220565"/>
                  </a:lnTo>
                  <a:lnTo>
                    <a:pt x="378474" y="1203129"/>
                  </a:lnTo>
                  <a:lnTo>
                    <a:pt x="416321" y="1185692"/>
                  </a:lnTo>
                  <a:lnTo>
                    <a:pt x="454169" y="1168255"/>
                  </a:lnTo>
                  <a:lnTo>
                    <a:pt x="492016" y="1150819"/>
                  </a:lnTo>
                  <a:lnTo>
                    <a:pt x="529864" y="1133382"/>
                  </a:lnTo>
                  <a:lnTo>
                    <a:pt x="567711" y="1115945"/>
                  </a:lnTo>
                  <a:lnTo>
                    <a:pt x="605559" y="1098509"/>
                  </a:lnTo>
                  <a:lnTo>
                    <a:pt x="643406" y="1081072"/>
                  </a:lnTo>
                  <a:lnTo>
                    <a:pt x="681253" y="1063635"/>
                  </a:lnTo>
                  <a:lnTo>
                    <a:pt x="719101" y="1046199"/>
                  </a:lnTo>
                  <a:lnTo>
                    <a:pt x="756948" y="1028762"/>
                  </a:lnTo>
                  <a:lnTo>
                    <a:pt x="794796" y="1011325"/>
                  </a:lnTo>
                  <a:lnTo>
                    <a:pt x="832643" y="993889"/>
                  </a:lnTo>
                  <a:lnTo>
                    <a:pt x="870491" y="976452"/>
                  </a:lnTo>
                  <a:lnTo>
                    <a:pt x="908338" y="959016"/>
                  </a:lnTo>
                  <a:lnTo>
                    <a:pt x="946186" y="941579"/>
                  </a:lnTo>
                  <a:lnTo>
                    <a:pt x="984033" y="924142"/>
                  </a:lnTo>
                  <a:lnTo>
                    <a:pt x="1021880" y="906706"/>
                  </a:lnTo>
                  <a:lnTo>
                    <a:pt x="1059728" y="889269"/>
                  </a:lnTo>
                  <a:lnTo>
                    <a:pt x="1097575" y="871832"/>
                  </a:lnTo>
                  <a:lnTo>
                    <a:pt x="1135423" y="854396"/>
                  </a:lnTo>
                  <a:lnTo>
                    <a:pt x="1173270" y="836959"/>
                  </a:lnTo>
                  <a:lnTo>
                    <a:pt x="1211118" y="819522"/>
                  </a:lnTo>
                  <a:lnTo>
                    <a:pt x="1248965" y="802086"/>
                  </a:lnTo>
                  <a:lnTo>
                    <a:pt x="1286813" y="784649"/>
                  </a:lnTo>
                  <a:lnTo>
                    <a:pt x="1324660" y="767212"/>
                  </a:lnTo>
                  <a:lnTo>
                    <a:pt x="1362507" y="749776"/>
                  </a:lnTo>
                  <a:lnTo>
                    <a:pt x="1400355" y="732339"/>
                  </a:lnTo>
                  <a:lnTo>
                    <a:pt x="1438202" y="714902"/>
                  </a:lnTo>
                  <a:lnTo>
                    <a:pt x="1476050" y="697466"/>
                  </a:lnTo>
                  <a:lnTo>
                    <a:pt x="1513897" y="680029"/>
                  </a:lnTo>
                  <a:lnTo>
                    <a:pt x="1551745" y="662592"/>
                  </a:lnTo>
                  <a:lnTo>
                    <a:pt x="1589592" y="645156"/>
                  </a:lnTo>
                  <a:lnTo>
                    <a:pt x="1627440" y="627719"/>
                  </a:lnTo>
                  <a:lnTo>
                    <a:pt x="1665287" y="610282"/>
                  </a:lnTo>
                  <a:lnTo>
                    <a:pt x="1703134" y="592846"/>
                  </a:lnTo>
                  <a:lnTo>
                    <a:pt x="1740982" y="575409"/>
                  </a:lnTo>
                  <a:lnTo>
                    <a:pt x="1778829" y="557972"/>
                  </a:lnTo>
                  <a:lnTo>
                    <a:pt x="1816677" y="540536"/>
                  </a:lnTo>
                  <a:lnTo>
                    <a:pt x="1854524" y="523099"/>
                  </a:lnTo>
                  <a:lnTo>
                    <a:pt x="1892372" y="505662"/>
                  </a:lnTo>
                  <a:lnTo>
                    <a:pt x="1930219" y="488226"/>
                  </a:lnTo>
                  <a:lnTo>
                    <a:pt x="1968067" y="470789"/>
                  </a:lnTo>
                  <a:lnTo>
                    <a:pt x="2005914" y="453353"/>
                  </a:lnTo>
                  <a:lnTo>
                    <a:pt x="2043761" y="435916"/>
                  </a:lnTo>
                  <a:lnTo>
                    <a:pt x="2081609" y="418479"/>
                  </a:lnTo>
                  <a:lnTo>
                    <a:pt x="2119456" y="401043"/>
                  </a:lnTo>
                  <a:lnTo>
                    <a:pt x="2157304" y="383606"/>
                  </a:lnTo>
                  <a:lnTo>
                    <a:pt x="2195151" y="366169"/>
                  </a:lnTo>
                  <a:lnTo>
                    <a:pt x="2232999" y="348733"/>
                  </a:lnTo>
                  <a:lnTo>
                    <a:pt x="2270846" y="331296"/>
                  </a:lnTo>
                  <a:lnTo>
                    <a:pt x="2308694" y="313859"/>
                  </a:lnTo>
                  <a:lnTo>
                    <a:pt x="2346541" y="296423"/>
                  </a:lnTo>
                  <a:lnTo>
                    <a:pt x="2384388" y="278986"/>
                  </a:lnTo>
                  <a:lnTo>
                    <a:pt x="2422236" y="261549"/>
                  </a:lnTo>
                  <a:lnTo>
                    <a:pt x="2460083" y="244113"/>
                  </a:lnTo>
                  <a:lnTo>
                    <a:pt x="2497931" y="226676"/>
                  </a:lnTo>
                  <a:lnTo>
                    <a:pt x="2535778" y="209239"/>
                  </a:lnTo>
                  <a:lnTo>
                    <a:pt x="2573626" y="191803"/>
                  </a:lnTo>
                  <a:lnTo>
                    <a:pt x="2611473" y="174366"/>
                  </a:lnTo>
                  <a:lnTo>
                    <a:pt x="2649321" y="156929"/>
                  </a:lnTo>
                  <a:lnTo>
                    <a:pt x="2687168" y="139493"/>
                  </a:lnTo>
                  <a:lnTo>
                    <a:pt x="2725015" y="122056"/>
                  </a:lnTo>
                  <a:lnTo>
                    <a:pt x="2762863" y="104619"/>
                  </a:lnTo>
                  <a:lnTo>
                    <a:pt x="2800710" y="87183"/>
                  </a:lnTo>
                  <a:lnTo>
                    <a:pt x="2838558" y="69746"/>
                  </a:lnTo>
                  <a:lnTo>
                    <a:pt x="2876405" y="52309"/>
                  </a:lnTo>
                  <a:lnTo>
                    <a:pt x="2914253" y="34873"/>
                  </a:lnTo>
                  <a:lnTo>
                    <a:pt x="2952100" y="17436"/>
                  </a:lnTo>
                  <a:lnTo>
                    <a:pt x="2989948" y="0"/>
                  </a:lnTo>
                </a:path>
              </a:pathLst>
            </a:custGeom>
            <a:ln w="27101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5" name="pl305"/>
            <p:cNvSpPr/>
            <p:nvPr/>
          </p:nvSpPr>
          <p:spPr>
            <a:xfrm>
              <a:off x="1850655" y="1018650"/>
              <a:ext cx="2135677" cy="426375"/>
            </a:xfrm>
            <a:custGeom>
              <a:avLst/>
              <a:gdLst/>
              <a:ahLst/>
              <a:cxnLst/>
              <a:rect l="0" t="0" r="0" b="0"/>
              <a:pathLst>
                <a:path w="2135677" h="426375">
                  <a:moveTo>
                    <a:pt x="0" y="426375"/>
                  </a:moveTo>
                  <a:lnTo>
                    <a:pt x="27033" y="420978"/>
                  </a:lnTo>
                  <a:lnTo>
                    <a:pt x="54067" y="415580"/>
                  </a:lnTo>
                  <a:lnTo>
                    <a:pt x="81101" y="410183"/>
                  </a:lnTo>
                  <a:lnTo>
                    <a:pt x="108135" y="404786"/>
                  </a:lnTo>
                  <a:lnTo>
                    <a:pt x="135169" y="399389"/>
                  </a:lnTo>
                  <a:lnTo>
                    <a:pt x="162203" y="393992"/>
                  </a:lnTo>
                  <a:lnTo>
                    <a:pt x="189237" y="388595"/>
                  </a:lnTo>
                  <a:lnTo>
                    <a:pt x="216271" y="383198"/>
                  </a:lnTo>
                  <a:lnTo>
                    <a:pt x="243304" y="377800"/>
                  </a:lnTo>
                  <a:lnTo>
                    <a:pt x="270338" y="372403"/>
                  </a:lnTo>
                  <a:lnTo>
                    <a:pt x="297372" y="367006"/>
                  </a:lnTo>
                  <a:lnTo>
                    <a:pt x="324406" y="361609"/>
                  </a:lnTo>
                  <a:lnTo>
                    <a:pt x="351440" y="356212"/>
                  </a:lnTo>
                  <a:lnTo>
                    <a:pt x="378474" y="350815"/>
                  </a:lnTo>
                  <a:lnTo>
                    <a:pt x="405508" y="345417"/>
                  </a:lnTo>
                  <a:lnTo>
                    <a:pt x="432542" y="340020"/>
                  </a:lnTo>
                  <a:lnTo>
                    <a:pt x="459576" y="334623"/>
                  </a:lnTo>
                  <a:lnTo>
                    <a:pt x="486609" y="329226"/>
                  </a:lnTo>
                  <a:lnTo>
                    <a:pt x="513643" y="323829"/>
                  </a:lnTo>
                  <a:lnTo>
                    <a:pt x="540677" y="318432"/>
                  </a:lnTo>
                  <a:lnTo>
                    <a:pt x="567711" y="313035"/>
                  </a:lnTo>
                  <a:lnTo>
                    <a:pt x="594745" y="307637"/>
                  </a:lnTo>
                  <a:lnTo>
                    <a:pt x="621779" y="302240"/>
                  </a:lnTo>
                  <a:lnTo>
                    <a:pt x="648813" y="296843"/>
                  </a:lnTo>
                  <a:lnTo>
                    <a:pt x="675847" y="291446"/>
                  </a:lnTo>
                  <a:lnTo>
                    <a:pt x="702881" y="286049"/>
                  </a:lnTo>
                  <a:lnTo>
                    <a:pt x="729914" y="280652"/>
                  </a:lnTo>
                  <a:lnTo>
                    <a:pt x="756948" y="275254"/>
                  </a:lnTo>
                  <a:lnTo>
                    <a:pt x="783982" y="269857"/>
                  </a:lnTo>
                  <a:lnTo>
                    <a:pt x="811016" y="264460"/>
                  </a:lnTo>
                  <a:lnTo>
                    <a:pt x="838050" y="259063"/>
                  </a:lnTo>
                  <a:lnTo>
                    <a:pt x="865084" y="253666"/>
                  </a:lnTo>
                  <a:lnTo>
                    <a:pt x="892118" y="248269"/>
                  </a:lnTo>
                  <a:lnTo>
                    <a:pt x="919152" y="242871"/>
                  </a:lnTo>
                  <a:lnTo>
                    <a:pt x="946186" y="237474"/>
                  </a:lnTo>
                  <a:lnTo>
                    <a:pt x="973219" y="232077"/>
                  </a:lnTo>
                  <a:lnTo>
                    <a:pt x="1000253" y="226680"/>
                  </a:lnTo>
                  <a:lnTo>
                    <a:pt x="1027287" y="221283"/>
                  </a:lnTo>
                  <a:lnTo>
                    <a:pt x="1054321" y="215886"/>
                  </a:lnTo>
                  <a:lnTo>
                    <a:pt x="1081355" y="210489"/>
                  </a:lnTo>
                  <a:lnTo>
                    <a:pt x="1108389" y="205091"/>
                  </a:lnTo>
                  <a:lnTo>
                    <a:pt x="1135423" y="199694"/>
                  </a:lnTo>
                  <a:lnTo>
                    <a:pt x="1162457" y="194297"/>
                  </a:lnTo>
                  <a:lnTo>
                    <a:pt x="1189491" y="188900"/>
                  </a:lnTo>
                  <a:lnTo>
                    <a:pt x="1216524" y="183503"/>
                  </a:lnTo>
                  <a:lnTo>
                    <a:pt x="1243558" y="178106"/>
                  </a:lnTo>
                  <a:lnTo>
                    <a:pt x="1270592" y="172708"/>
                  </a:lnTo>
                  <a:lnTo>
                    <a:pt x="1297626" y="167311"/>
                  </a:lnTo>
                  <a:lnTo>
                    <a:pt x="1324660" y="161914"/>
                  </a:lnTo>
                  <a:lnTo>
                    <a:pt x="1351694" y="156517"/>
                  </a:lnTo>
                  <a:lnTo>
                    <a:pt x="1378728" y="151120"/>
                  </a:lnTo>
                  <a:lnTo>
                    <a:pt x="1405762" y="145723"/>
                  </a:lnTo>
                  <a:lnTo>
                    <a:pt x="1432796" y="140326"/>
                  </a:lnTo>
                  <a:lnTo>
                    <a:pt x="1459829" y="134928"/>
                  </a:lnTo>
                  <a:lnTo>
                    <a:pt x="1486863" y="129531"/>
                  </a:lnTo>
                  <a:lnTo>
                    <a:pt x="1513897" y="124134"/>
                  </a:lnTo>
                  <a:lnTo>
                    <a:pt x="1540931" y="118737"/>
                  </a:lnTo>
                  <a:lnTo>
                    <a:pt x="1567965" y="113340"/>
                  </a:lnTo>
                  <a:lnTo>
                    <a:pt x="1594999" y="107943"/>
                  </a:lnTo>
                  <a:lnTo>
                    <a:pt x="1622033" y="102545"/>
                  </a:lnTo>
                  <a:lnTo>
                    <a:pt x="1649067" y="97148"/>
                  </a:lnTo>
                  <a:lnTo>
                    <a:pt x="1676101" y="91751"/>
                  </a:lnTo>
                  <a:lnTo>
                    <a:pt x="1703134" y="86354"/>
                  </a:lnTo>
                  <a:lnTo>
                    <a:pt x="1730168" y="80957"/>
                  </a:lnTo>
                  <a:lnTo>
                    <a:pt x="1757202" y="75560"/>
                  </a:lnTo>
                  <a:lnTo>
                    <a:pt x="1784236" y="70163"/>
                  </a:lnTo>
                  <a:lnTo>
                    <a:pt x="1811270" y="64765"/>
                  </a:lnTo>
                  <a:lnTo>
                    <a:pt x="1838304" y="59368"/>
                  </a:lnTo>
                  <a:lnTo>
                    <a:pt x="1865338" y="53971"/>
                  </a:lnTo>
                  <a:lnTo>
                    <a:pt x="1892372" y="48574"/>
                  </a:lnTo>
                  <a:lnTo>
                    <a:pt x="1919406" y="43177"/>
                  </a:lnTo>
                  <a:lnTo>
                    <a:pt x="1946439" y="37780"/>
                  </a:lnTo>
                  <a:lnTo>
                    <a:pt x="1973473" y="32382"/>
                  </a:lnTo>
                  <a:lnTo>
                    <a:pt x="2000507" y="26985"/>
                  </a:lnTo>
                  <a:lnTo>
                    <a:pt x="2027541" y="21588"/>
                  </a:lnTo>
                  <a:lnTo>
                    <a:pt x="2054575" y="16191"/>
                  </a:lnTo>
                  <a:lnTo>
                    <a:pt x="2081609" y="10794"/>
                  </a:lnTo>
                  <a:lnTo>
                    <a:pt x="2108643" y="5397"/>
                  </a:lnTo>
                  <a:lnTo>
                    <a:pt x="2135677" y="0"/>
                  </a:lnTo>
                </a:path>
              </a:pathLst>
            </a:custGeom>
            <a:ln w="27101" cap="flat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6" name="tx306"/>
            <p:cNvSpPr/>
            <p:nvPr/>
          </p:nvSpPr>
          <p:spPr>
            <a:xfrm>
              <a:off x="799902" y="553776"/>
              <a:ext cx="91715" cy="909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 i="1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307" name="tx307"/>
            <p:cNvSpPr/>
            <p:nvPr/>
          </p:nvSpPr>
          <p:spPr>
            <a:xfrm>
              <a:off x="905254" y="518225"/>
              <a:ext cx="49441" cy="638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308" name="tx308"/>
            <p:cNvSpPr/>
            <p:nvPr/>
          </p:nvSpPr>
          <p:spPr>
            <a:xfrm>
              <a:off x="954696" y="644685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309" name="tx309"/>
            <p:cNvSpPr/>
            <p:nvPr/>
          </p:nvSpPr>
          <p:spPr>
            <a:xfrm>
              <a:off x="989485" y="606672"/>
              <a:ext cx="74166" cy="3801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310" name="tx310"/>
            <p:cNvSpPr/>
            <p:nvPr/>
          </p:nvSpPr>
          <p:spPr>
            <a:xfrm>
              <a:off x="1063651" y="644685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311" name="tx311"/>
            <p:cNvSpPr/>
            <p:nvPr/>
          </p:nvSpPr>
          <p:spPr>
            <a:xfrm>
              <a:off x="1098439" y="551854"/>
              <a:ext cx="247178" cy="9283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0.59</a:t>
              </a:r>
            </a:p>
          </p:txBody>
        </p:sp>
        <p:sp>
          <p:nvSpPr>
            <p:cNvPr id="312" name="pl312"/>
            <p:cNvSpPr/>
            <p:nvPr/>
          </p:nvSpPr>
          <p:spPr>
            <a:xfrm>
              <a:off x="4471975" y="2324685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3" name="pl313"/>
            <p:cNvSpPr/>
            <p:nvPr/>
          </p:nvSpPr>
          <p:spPr>
            <a:xfrm>
              <a:off x="4471975" y="1675609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4" name="pl314"/>
            <p:cNvSpPr/>
            <p:nvPr/>
          </p:nvSpPr>
          <p:spPr>
            <a:xfrm>
              <a:off x="4471975" y="1026533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5" name="pl315"/>
            <p:cNvSpPr/>
            <p:nvPr/>
          </p:nvSpPr>
          <p:spPr>
            <a:xfrm>
              <a:off x="5069965" y="397740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6" name="pl316"/>
            <p:cNvSpPr/>
            <p:nvPr/>
          </p:nvSpPr>
          <p:spPr>
            <a:xfrm>
              <a:off x="5924235" y="397740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7" name="pl317"/>
            <p:cNvSpPr/>
            <p:nvPr/>
          </p:nvSpPr>
          <p:spPr>
            <a:xfrm>
              <a:off x="6778506" y="397740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8" name="pl318"/>
            <p:cNvSpPr/>
            <p:nvPr/>
          </p:nvSpPr>
          <p:spPr>
            <a:xfrm>
              <a:off x="7632777" y="397740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9" name="pl319"/>
            <p:cNvSpPr/>
            <p:nvPr/>
          </p:nvSpPr>
          <p:spPr>
            <a:xfrm>
              <a:off x="4471975" y="2649223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0" name="pl320"/>
            <p:cNvSpPr/>
            <p:nvPr/>
          </p:nvSpPr>
          <p:spPr>
            <a:xfrm>
              <a:off x="4471975" y="2000147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1" name="pl321"/>
            <p:cNvSpPr/>
            <p:nvPr/>
          </p:nvSpPr>
          <p:spPr>
            <a:xfrm>
              <a:off x="4471975" y="1351071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2" name="pl322"/>
            <p:cNvSpPr/>
            <p:nvPr/>
          </p:nvSpPr>
          <p:spPr>
            <a:xfrm>
              <a:off x="4471975" y="701995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3" name="pl323"/>
            <p:cNvSpPr/>
            <p:nvPr/>
          </p:nvSpPr>
          <p:spPr>
            <a:xfrm>
              <a:off x="4642829" y="397740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4" name="pl324"/>
            <p:cNvSpPr/>
            <p:nvPr/>
          </p:nvSpPr>
          <p:spPr>
            <a:xfrm>
              <a:off x="5497100" y="397740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5" name="pl325"/>
            <p:cNvSpPr/>
            <p:nvPr/>
          </p:nvSpPr>
          <p:spPr>
            <a:xfrm>
              <a:off x="6351371" y="397740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6" name="pl326"/>
            <p:cNvSpPr/>
            <p:nvPr/>
          </p:nvSpPr>
          <p:spPr>
            <a:xfrm>
              <a:off x="7205642" y="397740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7" name="pl327"/>
            <p:cNvSpPr/>
            <p:nvPr/>
          </p:nvSpPr>
          <p:spPr>
            <a:xfrm>
              <a:off x="8059913" y="397740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8" name="pt328"/>
            <p:cNvSpPr/>
            <p:nvPr/>
          </p:nvSpPr>
          <p:spPr>
            <a:xfrm>
              <a:off x="6369259" y="16507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9" name="pt329"/>
            <p:cNvSpPr/>
            <p:nvPr/>
          </p:nvSpPr>
          <p:spPr>
            <a:xfrm>
              <a:off x="6070264" y="12288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0" name="pt330"/>
            <p:cNvSpPr/>
            <p:nvPr/>
          </p:nvSpPr>
          <p:spPr>
            <a:xfrm>
              <a:off x="5600415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1" name="pt331"/>
            <p:cNvSpPr/>
            <p:nvPr/>
          </p:nvSpPr>
          <p:spPr>
            <a:xfrm>
              <a:off x="5600415" y="17805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2" name="pt332"/>
            <p:cNvSpPr/>
            <p:nvPr/>
          </p:nvSpPr>
          <p:spPr>
            <a:xfrm>
              <a:off x="5643128" y="226740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3" name="pt333"/>
            <p:cNvSpPr/>
            <p:nvPr/>
          </p:nvSpPr>
          <p:spPr>
            <a:xfrm>
              <a:off x="6326545" y="200777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4" name="pt334"/>
            <p:cNvSpPr/>
            <p:nvPr/>
          </p:nvSpPr>
          <p:spPr>
            <a:xfrm>
              <a:off x="5856696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5" name="pt335"/>
            <p:cNvSpPr/>
            <p:nvPr/>
          </p:nvSpPr>
          <p:spPr>
            <a:xfrm>
              <a:off x="5258706" y="142360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6" name="pt336"/>
            <p:cNvSpPr/>
            <p:nvPr/>
          </p:nvSpPr>
          <p:spPr>
            <a:xfrm>
              <a:off x="6710967" y="13262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7" name="pt337"/>
            <p:cNvSpPr/>
            <p:nvPr/>
          </p:nvSpPr>
          <p:spPr>
            <a:xfrm>
              <a:off x="6540113" y="142360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8" name="pt338"/>
            <p:cNvSpPr/>
            <p:nvPr/>
          </p:nvSpPr>
          <p:spPr>
            <a:xfrm>
              <a:off x="7437097" y="14560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9" name="pt339"/>
            <p:cNvSpPr/>
            <p:nvPr/>
          </p:nvSpPr>
          <p:spPr>
            <a:xfrm>
              <a:off x="5813982" y="18779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0" name="pt340"/>
            <p:cNvSpPr/>
            <p:nvPr/>
          </p:nvSpPr>
          <p:spPr>
            <a:xfrm>
              <a:off x="5087852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1" name="pt341"/>
            <p:cNvSpPr/>
            <p:nvPr/>
          </p:nvSpPr>
          <p:spPr>
            <a:xfrm>
              <a:off x="5002425" y="200777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2" name="pt342"/>
            <p:cNvSpPr/>
            <p:nvPr/>
          </p:nvSpPr>
          <p:spPr>
            <a:xfrm>
              <a:off x="6881821" y="109906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3" name="pt343"/>
            <p:cNvSpPr/>
            <p:nvPr/>
          </p:nvSpPr>
          <p:spPr>
            <a:xfrm>
              <a:off x="5472274" y="24945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4" name="pt344"/>
            <p:cNvSpPr/>
            <p:nvPr/>
          </p:nvSpPr>
          <p:spPr>
            <a:xfrm>
              <a:off x="6112977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5" name="pt345"/>
            <p:cNvSpPr/>
            <p:nvPr/>
          </p:nvSpPr>
          <p:spPr>
            <a:xfrm>
              <a:off x="4788857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6" name="pt346"/>
            <p:cNvSpPr/>
            <p:nvPr/>
          </p:nvSpPr>
          <p:spPr>
            <a:xfrm>
              <a:off x="5344133" y="236476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7" name="pt347"/>
            <p:cNvSpPr/>
            <p:nvPr/>
          </p:nvSpPr>
          <p:spPr>
            <a:xfrm>
              <a:off x="7223529" y="116397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8" name="pt348"/>
            <p:cNvSpPr/>
            <p:nvPr/>
          </p:nvSpPr>
          <p:spPr>
            <a:xfrm>
              <a:off x="5258706" y="21375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9" name="pt349"/>
            <p:cNvSpPr/>
            <p:nvPr/>
          </p:nvSpPr>
          <p:spPr>
            <a:xfrm>
              <a:off x="4788857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0" name="pt350"/>
            <p:cNvSpPr/>
            <p:nvPr/>
          </p:nvSpPr>
          <p:spPr>
            <a:xfrm>
              <a:off x="4916998" y="24945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1" name="pt351"/>
            <p:cNvSpPr/>
            <p:nvPr/>
          </p:nvSpPr>
          <p:spPr>
            <a:xfrm>
              <a:off x="4916998" y="21051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2" name="pt352"/>
            <p:cNvSpPr/>
            <p:nvPr/>
          </p:nvSpPr>
          <p:spPr>
            <a:xfrm>
              <a:off x="5557701" y="19753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3" name="pt353"/>
            <p:cNvSpPr/>
            <p:nvPr/>
          </p:nvSpPr>
          <p:spPr>
            <a:xfrm>
              <a:off x="7351670" y="87189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4" name="pt354"/>
            <p:cNvSpPr/>
            <p:nvPr/>
          </p:nvSpPr>
          <p:spPr>
            <a:xfrm>
              <a:off x="6326545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5" name="pt355"/>
            <p:cNvSpPr/>
            <p:nvPr/>
          </p:nvSpPr>
          <p:spPr>
            <a:xfrm>
              <a:off x="7223529" y="67716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6" name="pt356"/>
            <p:cNvSpPr/>
            <p:nvPr/>
          </p:nvSpPr>
          <p:spPr>
            <a:xfrm>
              <a:off x="5984837" y="20402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7" name="pt357"/>
            <p:cNvSpPr/>
            <p:nvPr/>
          </p:nvSpPr>
          <p:spPr>
            <a:xfrm>
              <a:off x="6839107" y="93679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8" name="pt358"/>
            <p:cNvSpPr/>
            <p:nvPr/>
          </p:nvSpPr>
          <p:spPr>
            <a:xfrm>
              <a:off x="7095389" y="87189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9" name="pt359"/>
            <p:cNvSpPr/>
            <p:nvPr/>
          </p:nvSpPr>
          <p:spPr>
            <a:xfrm>
              <a:off x="7009962" y="158587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0" name="pt360"/>
            <p:cNvSpPr/>
            <p:nvPr/>
          </p:nvSpPr>
          <p:spPr>
            <a:xfrm>
              <a:off x="6924535" y="14560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1" name="pt361"/>
            <p:cNvSpPr/>
            <p:nvPr/>
          </p:nvSpPr>
          <p:spPr>
            <a:xfrm>
              <a:off x="5771269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2" name="pt362"/>
            <p:cNvSpPr/>
            <p:nvPr/>
          </p:nvSpPr>
          <p:spPr>
            <a:xfrm>
              <a:off x="5173279" y="24945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3" name="pt363"/>
            <p:cNvSpPr/>
            <p:nvPr/>
          </p:nvSpPr>
          <p:spPr>
            <a:xfrm>
              <a:off x="5600415" y="17805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4" name="pt364"/>
            <p:cNvSpPr/>
            <p:nvPr/>
          </p:nvSpPr>
          <p:spPr>
            <a:xfrm>
              <a:off x="6241118" y="18130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5" name="pt365"/>
            <p:cNvSpPr/>
            <p:nvPr/>
          </p:nvSpPr>
          <p:spPr>
            <a:xfrm>
              <a:off x="5514988" y="21375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6" name="pt366"/>
            <p:cNvSpPr/>
            <p:nvPr/>
          </p:nvSpPr>
          <p:spPr>
            <a:xfrm>
              <a:off x="6668253" y="13911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7" name="pt367"/>
            <p:cNvSpPr/>
            <p:nvPr/>
          </p:nvSpPr>
          <p:spPr>
            <a:xfrm>
              <a:off x="6283831" y="13911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8" name="pt368"/>
            <p:cNvSpPr/>
            <p:nvPr/>
          </p:nvSpPr>
          <p:spPr>
            <a:xfrm>
              <a:off x="7266243" y="13911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9" name="pt369"/>
            <p:cNvSpPr/>
            <p:nvPr/>
          </p:nvSpPr>
          <p:spPr>
            <a:xfrm>
              <a:off x="7138102" y="13911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0" name="pt370"/>
            <p:cNvSpPr/>
            <p:nvPr/>
          </p:nvSpPr>
          <p:spPr>
            <a:xfrm>
              <a:off x="5002425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1" name="pt371"/>
            <p:cNvSpPr/>
            <p:nvPr/>
          </p:nvSpPr>
          <p:spPr>
            <a:xfrm>
              <a:off x="5728555" y="16507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2" name="pt372"/>
            <p:cNvSpPr/>
            <p:nvPr/>
          </p:nvSpPr>
          <p:spPr>
            <a:xfrm>
              <a:off x="5557701" y="24296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3" name="pt373"/>
            <p:cNvSpPr/>
            <p:nvPr/>
          </p:nvSpPr>
          <p:spPr>
            <a:xfrm>
              <a:off x="5899410" y="17481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4" name="pt374"/>
            <p:cNvSpPr/>
            <p:nvPr/>
          </p:nvSpPr>
          <p:spPr>
            <a:xfrm>
              <a:off x="6241118" y="22998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5" name="pt375"/>
            <p:cNvSpPr/>
            <p:nvPr/>
          </p:nvSpPr>
          <p:spPr>
            <a:xfrm>
              <a:off x="6967248" y="13262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6" name="pt376"/>
            <p:cNvSpPr/>
            <p:nvPr/>
          </p:nvSpPr>
          <p:spPr>
            <a:xfrm>
              <a:off x="5258706" y="21051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7" name="pt377"/>
            <p:cNvSpPr/>
            <p:nvPr/>
          </p:nvSpPr>
          <p:spPr>
            <a:xfrm>
              <a:off x="6710967" y="13262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8" name="pt378"/>
            <p:cNvSpPr/>
            <p:nvPr/>
          </p:nvSpPr>
          <p:spPr>
            <a:xfrm>
              <a:off x="5215993" y="20402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9" name="pt379"/>
            <p:cNvSpPr/>
            <p:nvPr/>
          </p:nvSpPr>
          <p:spPr>
            <a:xfrm>
              <a:off x="5130566" y="18779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0" name="pt380"/>
            <p:cNvSpPr/>
            <p:nvPr/>
          </p:nvSpPr>
          <p:spPr>
            <a:xfrm>
              <a:off x="4831571" y="24296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1" name="pt381"/>
            <p:cNvSpPr/>
            <p:nvPr/>
          </p:nvSpPr>
          <p:spPr>
            <a:xfrm>
              <a:off x="5002425" y="200777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2" name="pt382"/>
            <p:cNvSpPr/>
            <p:nvPr/>
          </p:nvSpPr>
          <p:spPr>
            <a:xfrm>
              <a:off x="4788857" y="24296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3" name="pt383"/>
            <p:cNvSpPr/>
            <p:nvPr/>
          </p:nvSpPr>
          <p:spPr>
            <a:xfrm>
              <a:off x="5984837" y="19753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4" name="pt384"/>
            <p:cNvSpPr/>
            <p:nvPr/>
          </p:nvSpPr>
          <p:spPr>
            <a:xfrm>
              <a:off x="6155691" y="17156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5" name="pt385"/>
            <p:cNvSpPr/>
            <p:nvPr/>
          </p:nvSpPr>
          <p:spPr>
            <a:xfrm>
              <a:off x="4959712" y="18130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6" name="pt386"/>
            <p:cNvSpPr/>
            <p:nvPr/>
          </p:nvSpPr>
          <p:spPr>
            <a:xfrm>
              <a:off x="6027550" y="14560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7" name="pt387"/>
            <p:cNvSpPr/>
            <p:nvPr/>
          </p:nvSpPr>
          <p:spPr>
            <a:xfrm>
              <a:off x="5258706" y="246212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8" name="pt388"/>
            <p:cNvSpPr/>
            <p:nvPr/>
          </p:nvSpPr>
          <p:spPr>
            <a:xfrm>
              <a:off x="5856696" y="18779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9" name="pt389"/>
            <p:cNvSpPr/>
            <p:nvPr/>
          </p:nvSpPr>
          <p:spPr>
            <a:xfrm>
              <a:off x="5557701" y="194286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0" name="pt390"/>
            <p:cNvSpPr/>
            <p:nvPr/>
          </p:nvSpPr>
          <p:spPr>
            <a:xfrm>
              <a:off x="5215993" y="22998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1" name="pt391"/>
            <p:cNvSpPr/>
            <p:nvPr/>
          </p:nvSpPr>
          <p:spPr>
            <a:xfrm>
              <a:off x="5344133" y="236476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2" name="pt392"/>
            <p:cNvSpPr/>
            <p:nvPr/>
          </p:nvSpPr>
          <p:spPr>
            <a:xfrm>
              <a:off x="5130566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3" name="pt393"/>
            <p:cNvSpPr/>
            <p:nvPr/>
          </p:nvSpPr>
          <p:spPr>
            <a:xfrm>
              <a:off x="5813982" y="116397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4" name="pt394"/>
            <p:cNvSpPr/>
            <p:nvPr/>
          </p:nvSpPr>
          <p:spPr>
            <a:xfrm>
              <a:off x="5984837" y="16507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5" name="pt395"/>
            <p:cNvSpPr/>
            <p:nvPr/>
          </p:nvSpPr>
          <p:spPr>
            <a:xfrm>
              <a:off x="5984837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6" name="pt396"/>
            <p:cNvSpPr/>
            <p:nvPr/>
          </p:nvSpPr>
          <p:spPr>
            <a:xfrm>
              <a:off x="5002425" y="25594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7" name="pt397"/>
            <p:cNvSpPr/>
            <p:nvPr/>
          </p:nvSpPr>
          <p:spPr>
            <a:xfrm>
              <a:off x="5130566" y="24296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8" name="pt398"/>
            <p:cNvSpPr/>
            <p:nvPr/>
          </p:nvSpPr>
          <p:spPr>
            <a:xfrm>
              <a:off x="4703430" y="236476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9" name="pt399"/>
            <p:cNvSpPr/>
            <p:nvPr/>
          </p:nvSpPr>
          <p:spPr>
            <a:xfrm>
              <a:off x="5771269" y="21700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0" name="pt400"/>
            <p:cNvSpPr/>
            <p:nvPr/>
          </p:nvSpPr>
          <p:spPr>
            <a:xfrm>
              <a:off x="5258706" y="21051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1" name="pt401"/>
            <p:cNvSpPr/>
            <p:nvPr/>
          </p:nvSpPr>
          <p:spPr>
            <a:xfrm>
              <a:off x="6070264" y="12613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2" name="pt402"/>
            <p:cNvSpPr/>
            <p:nvPr/>
          </p:nvSpPr>
          <p:spPr>
            <a:xfrm>
              <a:off x="5728555" y="152096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3" name="pt403"/>
            <p:cNvSpPr/>
            <p:nvPr/>
          </p:nvSpPr>
          <p:spPr>
            <a:xfrm>
              <a:off x="6497399" y="13262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4" name="pt404"/>
            <p:cNvSpPr/>
            <p:nvPr/>
          </p:nvSpPr>
          <p:spPr>
            <a:xfrm>
              <a:off x="5813982" y="19753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5" name="pt405"/>
            <p:cNvSpPr/>
            <p:nvPr/>
          </p:nvSpPr>
          <p:spPr>
            <a:xfrm>
              <a:off x="6027550" y="17805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6" name="pt406"/>
            <p:cNvSpPr/>
            <p:nvPr/>
          </p:nvSpPr>
          <p:spPr>
            <a:xfrm>
              <a:off x="4874284" y="25594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7" name="pt407"/>
            <p:cNvSpPr/>
            <p:nvPr/>
          </p:nvSpPr>
          <p:spPr>
            <a:xfrm>
              <a:off x="5728555" y="19753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8" name="pt408"/>
            <p:cNvSpPr/>
            <p:nvPr/>
          </p:nvSpPr>
          <p:spPr>
            <a:xfrm>
              <a:off x="6582826" y="13911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9" name="pt409"/>
            <p:cNvSpPr/>
            <p:nvPr/>
          </p:nvSpPr>
          <p:spPr>
            <a:xfrm>
              <a:off x="5258706" y="259194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0" name="pt410"/>
            <p:cNvSpPr/>
            <p:nvPr/>
          </p:nvSpPr>
          <p:spPr>
            <a:xfrm>
              <a:off x="5087852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1" name="pt411"/>
            <p:cNvSpPr/>
            <p:nvPr/>
          </p:nvSpPr>
          <p:spPr>
            <a:xfrm>
              <a:off x="5130566" y="24945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2" name="pt412"/>
            <p:cNvSpPr/>
            <p:nvPr/>
          </p:nvSpPr>
          <p:spPr>
            <a:xfrm>
              <a:off x="7009962" y="16507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3" name="pt413"/>
            <p:cNvSpPr/>
            <p:nvPr/>
          </p:nvSpPr>
          <p:spPr>
            <a:xfrm>
              <a:off x="6027550" y="16507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4" name="pt414"/>
            <p:cNvSpPr/>
            <p:nvPr/>
          </p:nvSpPr>
          <p:spPr>
            <a:xfrm>
              <a:off x="5344133" y="17805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5" name="pt415"/>
            <p:cNvSpPr/>
            <p:nvPr/>
          </p:nvSpPr>
          <p:spPr>
            <a:xfrm>
              <a:off x="4788857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6" name="pt416"/>
            <p:cNvSpPr/>
            <p:nvPr/>
          </p:nvSpPr>
          <p:spPr>
            <a:xfrm>
              <a:off x="5514988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7" name="pt417"/>
            <p:cNvSpPr/>
            <p:nvPr/>
          </p:nvSpPr>
          <p:spPr>
            <a:xfrm>
              <a:off x="5557701" y="20402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8" name="pt418"/>
            <p:cNvSpPr/>
            <p:nvPr/>
          </p:nvSpPr>
          <p:spPr>
            <a:xfrm>
              <a:off x="5942123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9" name="pt419"/>
            <p:cNvSpPr/>
            <p:nvPr/>
          </p:nvSpPr>
          <p:spPr>
            <a:xfrm>
              <a:off x="5301420" y="19753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0" name="pt420"/>
            <p:cNvSpPr/>
            <p:nvPr/>
          </p:nvSpPr>
          <p:spPr>
            <a:xfrm>
              <a:off x="5899410" y="21051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1" name="pt421"/>
            <p:cNvSpPr/>
            <p:nvPr/>
          </p:nvSpPr>
          <p:spPr>
            <a:xfrm>
              <a:off x="6283831" y="14560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2" name="pt422"/>
            <p:cNvSpPr/>
            <p:nvPr/>
          </p:nvSpPr>
          <p:spPr>
            <a:xfrm>
              <a:off x="7095389" y="67716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3" name="pt423"/>
            <p:cNvSpPr/>
            <p:nvPr/>
          </p:nvSpPr>
          <p:spPr>
            <a:xfrm>
              <a:off x="5856696" y="148851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4" name="pt424"/>
            <p:cNvSpPr/>
            <p:nvPr/>
          </p:nvSpPr>
          <p:spPr>
            <a:xfrm>
              <a:off x="6155691" y="17156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5" name="pt425"/>
            <p:cNvSpPr/>
            <p:nvPr/>
          </p:nvSpPr>
          <p:spPr>
            <a:xfrm>
              <a:off x="5045139" y="200777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6" name="pt426"/>
            <p:cNvSpPr/>
            <p:nvPr/>
          </p:nvSpPr>
          <p:spPr>
            <a:xfrm>
              <a:off x="5386847" y="17805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7" name="pt427"/>
            <p:cNvSpPr/>
            <p:nvPr/>
          </p:nvSpPr>
          <p:spPr>
            <a:xfrm>
              <a:off x="6582826" y="1196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8" name="pt428"/>
            <p:cNvSpPr/>
            <p:nvPr/>
          </p:nvSpPr>
          <p:spPr>
            <a:xfrm>
              <a:off x="6198404" y="158587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9" name="pt429"/>
            <p:cNvSpPr/>
            <p:nvPr/>
          </p:nvSpPr>
          <p:spPr>
            <a:xfrm>
              <a:off x="7778805" y="4824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0" name="pt430"/>
            <p:cNvSpPr/>
            <p:nvPr/>
          </p:nvSpPr>
          <p:spPr>
            <a:xfrm>
              <a:off x="5472274" y="184550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1" name="pt431"/>
            <p:cNvSpPr/>
            <p:nvPr/>
          </p:nvSpPr>
          <p:spPr>
            <a:xfrm>
              <a:off x="5557701" y="13911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2" name="pt432"/>
            <p:cNvSpPr/>
            <p:nvPr/>
          </p:nvSpPr>
          <p:spPr>
            <a:xfrm>
              <a:off x="4831571" y="24296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3" name="pt433"/>
            <p:cNvSpPr/>
            <p:nvPr/>
          </p:nvSpPr>
          <p:spPr>
            <a:xfrm>
              <a:off x="5643128" y="21700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4" name="pt434"/>
            <p:cNvSpPr/>
            <p:nvPr/>
          </p:nvSpPr>
          <p:spPr>
            <a:xfrm>
              <a:off x="5813982" y="18130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5" name="pt435"/>
            <p:cNvSpPr/>
            <p:nvPr/>
          </p:nvSpPr>
          <p:spPr>
            <a:xfrm>
              <a:off x="5002425" y="236476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6" name="pt436"/>
            <p:cNvSpPr/>
            <p:nvPr/>
          </p:nvSpPr>
          <p:spPr>
            <a:xfrm>
              <a:off x="5301420" y="22998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7" name="pt437"/>
            <p:cNvSpPr/>
            <p:nvPr/>
          </p:nvSpPr>
          <p:spPr>
            <a:xfrm>
              <a:off x="5514988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8" name="pt438"/>
            <p:cNvSpPr/>
            <p:nvPr/>
          </p:nvSpPr>
          <p:spPr>
            <a:xfrm>
              <a:off x="5045139" y="200777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9" name="pt439"/>
            <p:cNvSpPr/>
            <p:nvPr/>
          </p:nvSpPr>
          <p:spPr>
            <a:xfrm>
              <a:off x="5087852" y="236476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0" name="pt440"/>
            <p:cNvSpPr/>
            <p:nvPr/>
          </p:nvSpPr>
          <p:spPr>
            <a:xfrm>
              <a:off x="4660717" y="22998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1" name="pt441"/>
            <p:cNvSpPr/>
            <p:nvPr/>
          </p:nvSpPr>
          <p:spPr>
            <a:xfrm>
              <a:off x="5643128" y="152096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2" name="pt442"/>
            <p:cNvSpPr/>
            <p:nvPr/>
          </p:nvSpPr>
          <p:spPr>
            <a:xfrm>
              <a:off x="5514988" y="20402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3" name="pt443"/>
            <p:cNvSpPr/>
            <p:nvPr/>
          </p:nvSpPr>
          <p:spPr>
            <a:xfrm>
              <a:off x="5984837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4" name="pt444"/>
            <p:cNvSpPr/>
            <p:nvPr/>
          </p:nvSpPr>
          <p:spPr>
            <a:xfrm>
              <a:off x="5002425" y="23323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5" name="pt445"/>
            <p:cNvSpPr/>
            <p:nvPr/>
          </p:nvSpPr>
          <p:spPr>
            <a:xfrm>
              <a:off x="4788857" y="226740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6" name="pt446"/>
            <p:cNvSpPr/>
            <p:nvPr/>
          </p:nvSpPr>
          <p:spPr>
            <a:xfrm>
              <a:off x="5643128" y="14560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7" name="pt447"/>
            <p:cNvSpPr/>
            <p:nvPr/>
          </p:nvSpPr>
          <p:spPr>
            <a:xfrm>
              <a:off x="5215993" y="18130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8" name="pt448"/>
            <p:cNvSpPr/>
            <p:nvPr/>
          </p:nvSpPr>
          <p:spPr>
            <a:xfrm>
              <a:off x="5557701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9" name="pt449"/>
            <p:cNvSpPr/>
            <p:nvPr/>
          </p:nvSpPr>
          <p:spPr>
            <a:xfrm>
              <a:off x="5685842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0" name="pt450"/>
            <p:cNvSpPr/>
            <p:nvPr/>
          </p:nvSpPr>
          <p:spPr>
            <a:xfrm>
              <a:off x="4618003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1" name="pt451"/>
            <p:cNvSpPr/>
            <p:nvPr/>
          </p:nvSpPr>
          <p:spPr>
            <a:xfrm>
              <a:off x="4746144" y="24945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2" name="pt452"/>
            <p:cNvSpPr/>
            <p:nvPr/>
          </p:nvSpPr>
          <p:spPr>
            <a:xfrm>
              <a:off x="4831571" y="246212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3" name="pt453"/>
            <p:cNvSpPr/>
            <p:nvPr/>
          </p:nvSpPr>
          <p:spPr>
            <a:xfrm>
              <a:off x="5728555" y="17156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4" name="pt454"/>
            <p:cNvSpPr/>
            <p:nvPr/>
          </p:nvSpPr>
          <p:spPr>
            <a:xfrm>
              <a:off x="4916998" y="22998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5" name="pt455"/>
            <p:cNvSpPr/>
            <p:nvPr/>
          </p:nvSpPr>
          <p:spPr>
            <a:xfrm>
              <a:off x="5087852" y="24296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6" name="pt456"/>
            <p:cNvSpPr/>
            <p:nvPr/>
          </p:nvSpPr>
          <p:spPr>
            <a:xfrm>
              <a:off x="5258706" y="20726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7" name="pt457"/>
            <p:cNvSpPr/>
            <p:nvPr/>
          </p:nvSpPr>
          <p:spPr>
            <a:xfrm>
              <a:off x="4788857" y="236476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8" name="pt458"/>
            <p:cNvSpPr/>
            <p:nvPr/>
          </p:nvSpPr>
          <p:spPr>
            <a:xfrm>
              <a:off x="6967248" y="116397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9" name="pt459"/>
            <p:cNvSpPr/>
            <p:nvPr/>
          </p:nvSpPr>
          <p:spPr>
            <a:xfrm>
              <a:off x="4618003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0" name="pt460"/>
            <p:cNvSpPr/>
            <p:nvPr/>
          </p:nvSpPr>
          <p:spPr>
            <a:xfrm>
              <a:off x="5643128" y="17156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1" name="pt461"/>
            <p:cNvSpPr/>
            <p:nvPr/>
          </p:nvSpPr>
          <p:spPr>
            <a:xfrm>
              <a:off x="5130566" y="24945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2" name="pt462"/>
            <p:cNvSpPr/>
            <p:nvPr/>
          </p:nvSpPr>
          <p:spPr>
            <a:xfrm>
              <a:off x="6070264" y="17805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3" name="pt463"/>
            <p:cNvSpPr/>
            <p:nvPr/>
          </p:nvSpPr>
          <p:spPr>
            <a:xfrm>
              <a:off x="4788857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4" name="pt464"/>
            <p:cNvSpPr/>
            <p:nvPr/>
          </p:nvSpPr>
          <p:spPr>
            <a:xfrm>
              <a:off x="4703430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5" name="pt465"/>
            <p:cNvSpPr/>
            <p:nvPr/>
          </p:nvSpPr>
          <p:spPr>
            <a:xfrm>
              <a:off x="4660717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6" name="pt466"/>
            <p:cNvSpPr/>
            <p:nvPr/>
          </p:nvSpPr>
          <p:spPr>
            <a:xfrm>
              <a:off x="5685842" y="24296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7" name="pt467"/>
            <p:cNvSpPr/>
            <p:nvPr/>
          </p:nvSpPr>
          <p:spPr>
            <a:xfrm>
              <a:off x="4618003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8" name="pt468"/>
            <p:cNvSpPr/>
            <p:nvPr/>
          </p:nvSpPr>
          <p:spPr>
            <a:xfrm>
              <a:off x="4746144" y="24945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9" name="pt469"/>
            <p:cNvSpPr/>
            <p:nvPr/>
          </p:nvSpPr>
          <p:spPr>
            <a:xfrm>
              <a:off x="5472274" y="21700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0" name="pt470"/>
            <p:cNvSpPr/>
            <p:nvPr/>
          </p:nvSpPr>
          <p:spPr>
            <a:xfrm>
              <a:off x="5771269" y="16507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1" name="pt471"/>
            <p:cNvSpPr/>
            <p:nvPr/>
          </p:nvSpPr>
          <p:spPr>
            <a:xfrm>
              <a:off x="5045139" y="236476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2" name="pt472"/>
            <p:cNvSpPr/>
            <p:nvPr/>
          </p:nvSpPr>
          <p:spPr>
            <a:xfrm>
              <a:off x="5856696" y="17805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3" name="pt473"/>
            <p:cNvSpPr/>
            <p:nvPr/>
          </p:nvSpPr>
          <p:spPr>
            <a:xfrm>
              <a:off x="5429561" y="20402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4" name="pt474"/>
            <p:cNvSpPr/>
            <p:nvPr/>
          </p:nvSpPr>
          <p:spPr>
            <a:xfrm>
              <a:off x="4703430" y="25594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5" name="pt475"/>
            <p:cNvSpPr/>
            <p:nvPr/>
          </p:nvSpPr>
          <p:spPr>
            <a:xfrm>
              <a:off x="5258706" y="21375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6" name="pt476"/>
            <p:cNvSpPr/>
            <p:nvPr/>
          </p:nvSpPr>
          <p:spPr>
            <a:xfrm>
              <a:off x="5087852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7" name="pt477"/>
            <p:cNvSpPr/>
            <p:nvPr/>
          </p:nvSpPr>
          <p:spPr>
            <a:xfrm>
              <a:off x="5258706" y="20402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8" name="pt478"/>
            <p:cNvSpPr/>
            <p:nvPr/>
          </p:nvSpPr>
          <p:spPr>
            <a:xfrm>
              <a:off x="5087852" y="22998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9" name="pt479"/>
            <p:cNvSpPr/>
            <p:nvPr/>
          </p:nvSpPr>
          <p:spPr>
            <a:xfrm>
              <a:off x="5984837" y="19753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0" name="pt480"/>
            <p:cNvSpPr/>
            <p:nvPr/>
          </p:nvSpPr>
          <p:spPr>
            <a:xfrm>
              <a:off x="5728555" y="17156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1" name="pt481"/>
            <p:cNvSpPr/>
            <p:nvPr/>
          </p:nvSpPr>
          <p:spPr>
            <a:xfrm>
              <a:off x="4618003" y="25594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2" name="pt482"/>
            <p:cNvSpPr/>
            <p:nvPr/>
          </p:nvSpPr>
          <p:spPr>
            <a:xfrm>
              <a:off x="4959712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3" name="pt483"/>
            <p:cNvSpPr/>
            <p:nvPr/>
          </p:nvSpPr>
          <p:spPr>
            <a:xfrm>
              <a:off x="6582826" y="14560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4" name="pt484"/>
            <p:cNvSpPr/>
            <p:nvPr/>
          </p:nvSpPr>
          <p:spPr>
            <a:xfrm>
              <a:off x="4788857" y="24296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5" name="pt485"/>
            <p:cNvSpPr/>
            <p:nvPr/>
          </p:nvSpPr>
          <p:spPr>
            <a:xfrm>
              <a:off x="5643128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6" name="pt486"/>
            <p:cNvSpPr/>
            <p:nvPr/>
          </p:nvSpPr>
          <p:spPr>
            <a:xfrm>
              <a:off x="6283831" y="21051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7" name="pt487"/>
            <p:cNvSpPr/>
            <p:nvPr/>
          </p:nvSpPr>
          <p:spPr>
            <a:xfrm>
              <a:off x="5344133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8" name="pt488"/>
            <p:cNvSpPr/>
            <p:nvPr/>
          </p:nvSpPr>
          <p:spPr>
            <a:xfrm>
              <a:off x="6668253" y="1196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9" name="pt489"/>
            <p:cNvSpPr/>
            <p:nvPr/>
          </p:nvSpPr>
          <p:spPr>
            <a:xfrm>
              <a:off x="4618003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0" name="pt490"/>
            <p:cNvSpPr/>
            <p:nvPr/>
          </p:nvSpPr>
          <p:spPr>
            <a:xfrm>
              <a:off x="5087852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1" name="pt491"/>
            <p:cNvSpPr/>
            <p:nvPr/>
          </p:nvSpPr>
          <p:spPr>
            <a:xfrm>
              <a:off x="7009962" y="158587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2" name="pt492"/>
            <p:cNvSpPr/>
            <p:nvPr/>
          </p:nvSpPr>
          <p:spPr>
            <a:xfrm>
              <a:off x="5984837" y="1520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3" name="pt493"/>
            <p:cNvSpPr/>
            <p:nvPr/>
          </p:nvSpPr>
          <p:spPr>
            <a:xfrm>
              <a:off x="4703430" y="19753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4" name="pt494"/>
            <p:cNvSpPr/>
            <p:nvPr/>
          </p:nvSpPr>
          <p:spPr>
            <a:xfrm>
              <a:off x="5344133" y="19753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5" name="pt495"/>
            <p:cNvSpPr/>
            <p:nvPr/>
          </p:nvSpPr>
          <p:spPr>
            <a:xfrm>
              <a:off x="5472274" y="24296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6" name="pt496"/>
            <p:cNvSpPr/>
            <p:nvPr/>
          </p:nvSpPr>
          <p:spPr>
            <a:xfrm>
              <a:off x="5215993" y="19753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7" name="pt497"/>
            <p:cNvSpPr/>
            <p:nvPr/>
          </p:nvSpPr>
          <p:spPr>
            <a:xfrm>
              <a:off x="5386847" y="20402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8" name="pt498"/>
            <p:cNvSpPr/>
            <p:nvPr/>
          </p:nvSpPr>
          <p:spPr>
            <a:xfrm>
              <a:off x="6710967" y="1196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9" name="pt499"/>
            <p:cNvSpPr/>
            <p:nvPr/>
          </p:nvSpPr>
          <p:spPr>
            <a:xfrm>
              <a:off x="4618003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0" name="pt500"/>
            <p:cNvSpPr/>
            <p:nvPr/>
          </p:nvSpPr>
          <p:spPr>
            <a:xfrm>
              <a:off x="4618003" y="259194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1" name="pt501"/>
            <p:cNvSpPr/>
            <p:nvPr/>
          </p:nvSpPr>
          <p:spPr>
            <a:xfrm>
              <a:off x="6326545" y="14560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2" name="pt502"/>
            <p:cNvSpPr/>
            <p:nvPr/>
          </p:nvSpPr>
          <p:spPr>
            <a:xfrm>
              <a:off x="5643128" y="17805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3" name="pt503"/>
            <p:cNvSpPr/>
            <p:nvPr/>
          </p:nvSpPr>
          <p:spPr>
            <a:xfrm>
              <a:off x="5984837" y="19753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4" name="pt504"/>
            <p:cNvSpPr/>
            <p:nvPr/>
          </p:nvSpPr>
          <p:spPr>
            <a:xfrm>
              <a:off x="5557701" y="19753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5" name="pt505"/>
            <p:cNvSpPr/>
            <p:nvPr/>
          </p:nvSpPr>
          <p:spPr>
            <a:xfrm>
              <a:off x="5856696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6" name="pt506"/>
            <p:cNvSpPr/>
            <p:nvPr/>
          </p:nvSpPr>
          <p:spPr>
            <a:xfrm>
              <a:off x="5728555" y="20726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7" name="pt507"/>
            <p:cNvSpPr/>
            <p:nvPr/>
          </p:nvSpPr>
          <p:spPr>
            <a:xfrm>
              <a:off x="5386847" y="22024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8" name="pt508"/>
            <p:cNvSpPr/>
            <p:nvPr/>
          </p:nvSpPr>
          <p:spPr>
            <a:xfrm>
              <a:off x="5173279" y="20402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9" name="pt509"/>
            <p:cNvSpPr/>
            <p:nvPr/>
          </p:nvSpPr>
          <p:spPr>
            <a:xfrm>
              <a:off x="5942123" y="113152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0" name="pt510"/>
            <p:cNvSpPr/>
            <p:nvPr/>
          </p:nvSpPr>
          <p:spPr>
            <a:xfrm>
              <a:off x="6283831" y="16507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1" name="pt511"/>
            <p:cNvSpPr/>
            <p:nvPr/>
          </p:nvSpPr>
          <p:spPr>
            <a:xfrm>
              <a:off x="6411972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2" name="pt512"/>
            <p:cNvSpPr/>
            <p:nvPr/>
          </p:nvSpPr>
          <p:spPr>
            <a:xfrm>
              <a:off x="5215993" y="19753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3" name="pt513"/>
            <p:cNvSpPr/>
            <p:nvPr/>
          </p:nvSpPr>
          <p:spPr>
            <a:xfrm>
              <a:off x="5856696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4" name="pt514"/>
            <p:cNvSpPr/>
            <p:nvPr/>
          </p:nvSpPr>
          <p:spPr>
            <a:xfrm>
              <a:off x="4831571" y="25594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5" name="pt515"/>
            <p:cNvSpPr/>
            <p:nvPr/>
          </p:nvSpPr>
          <p:spPr>
            <a:xfrm>
              <a:off x="5472274" y="16507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6" name="pt516"/>
            <p:cNvSpPr/>
            <p:nvPr/>
          </p:nvSpPr>
          <p:spPr>
            <a:xfrm>
              <a:off x="5600415" y="21051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7" name="pt517"/>
            <p:cNvSpPr/>
            <p:nvPr/>
          </p:nvSpPr>
          <p:spPr>
            <a:xfrm>
              <a:off x="6881821" y="113152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8" name="pt518"/>
            <p:cNvSpPr/>
            <p:nvPr/>
          </p:nvSpPr>
          <p:spPr>
            <a:xfrm>
              <a:off x="5600415" y="17156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9" name="pt519"/>
            <p:cNvSpPr/>
            <p:nvPr/>
          </p:nvSpPr>
          <p:spPr>
            <a:xfrm>
              <a:off x="5002425" y="25270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0" name="pt520"/>
            <p:cNvSpPr/>
            <p:nvPr/>
          </p:nvSpPr>
          <p:spPr>
            <a:xfrm>
              <a:off x="5856696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1" name="pt521"/>
            <p:cNvSpPr/>
            <p:nvPr/>
          </p:nvSpPr>
          <p:spPr>
            <a:xfrm>
              <a:off x="5386847" y="21051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2" name="pt522"/>
            <p:cNvSpPr/>
            <p:nvPr/>
          </p:nvSpPr>
          <p:spPr>
            <a:xfrm>
              <a:off x="5557701" y="14560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3" name="pt523"/>
            <p:cNvSpPr/>
            <p:nvPr/>
          </p:nvSpPr>
          <p:spPr>
            <a:xfrm>
              <a:off x="5002425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4" name="pt524"/>
            <p:cNvSpPr/>
            <p:nvPr/>
          </p:nvSpPr>
          <p:spPr>
            <a:xfrm>
              <a:off x="5942123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5" name="pt525"/>
            <p:cNvSpPr/>
            <p:nvPr/>
          </p:nvSpPr>
          <p:spPr>
            <a:xfrm>
              <a:off x="5856696" y="129379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6" name="pt526"/>
            <p:cNvSpPr/>
            <p:nvPr/>
          </p:nvSpPr>
          <p:spPr>
            <a:xfrm>
              <a:off x="5472274" y="17156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7" name="pt527"/>
            <p:cNvSpPr/>
            <p:nvPr/>
          </p:nvSpPr>
          <p:spPr>
            <a:xfrm>
              <a:off x="5386847" y="22998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8" name="pt528"/>
            <p:cNvSpPr/>
            <p:nvPr/>
          </p:nvSpPr>
          <p:spPr>
            <a:xfrm>
              <a:off x="5728555" y="20402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9" name="pt529"/>
            <p:cNvSpPr/>
            <p:nvPr/>
          </p:nvSpPr>
          <p:spPr>
            <a:xfrm>
              <a:off x="6198404" y="19753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0" name="pt530"/>
            <p:cNvSpPr/>
            <p:nvPr/>
          </p:nvSpPr>
          <p:spPr>
            <a:xfrm>
              <a:off x="5429561" y="226740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1" name="pt531"/>
            <p:cNvSpPr/>
            <p:nvPr/>
          </p:nvSpPr>
          <p:spPr>
            <a:xfrm>
              <a:off x="5856696" y="158587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2" name="pt532"/>
            <p:cNvSpPr/>
            <p:nvPr/>
          </p:nvSpPr>
          <p:spPr>
            <a:xfrm>
              <a:off x="5600415" y="21700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3" name="pt533"/>
            <p:cNvSpPr/>
            <p:nvPr/>
          </p:nvSpPr>
          <p:spPr>
            <a:xfrm>
              <a:off x="5942123" y="16507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4" name="pt534"/>
            <p:cNvSpPr/>
            <p:nvPr/>
          </p:nvSpPr>
          <p:spPr>
            <a:xfrm>
              <a:off x="5344133" y="24945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5" name="pt535"/>
            <p:cNvSpPr/>
            <p:nvPr/>
          </p:nvSpPr>
          <p:spPr>
            <a:xfrm>
              <a:off x="6027550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6" name="pt536"/>
            <p:cNvSpPr/>
            <p:nvPr/>
          </p:nvSpPr>
          <p:spPr>
            <a:xfrm>
              <a:off x="5429561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7" name="pt537"/>
            <p:cNvSpPr/>
            <p:nvPr/>
          </p:nvSpPr>
          <p:spPr>
            <a:xfrm>
              <a:off x="5344133" y="21700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8" name="pt538"/>
            <p:cNvSpPr/>
            <p:nvPr/>
          </p:nvSpPr>
          <p:spPr>
            <a:xfrm>
              <a:off x="5045139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9" name="pt539"/>
            <p:cNvSpPr/>
            <p:nvPr/>
          </p:nvSpPr>
          <p:spPr>
            <a:xfrm>
              <a:off x="5045139" y="21051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0" name="pt540"/>
            <p:cNvSpPr/>
            <p:nvPr/>
          </p:nvSpPr>
          <p:spPr>
            <a:xfrm>
              <a:off x="5173279" y="259194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1" name="pt541"/>
            <p:cNvSpPr/>
            <p:nvPr/>
          </p:nvSpPr>
          <p:spPr>
            <a:xfrm>
              <a:off x="4746144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2" name="pt542"/>
            <p:cNvSpPr/>
            <p:nvPr/>
          </p:nvSpPr>
          <p:spPr>
            <a:xfrm>
              <a:off x="5386847" y="194286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3" name="pt543"/>
            <p:cNvSpPr/>
            <p:nvPr/>
          </p:nvSpPr>
          <p:spPr>
            <a:xfrm>
              <a:off x="6582826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4" name="pt544"/>
            <p:cNvSpPr/>
            <p:nvPr/>
          </p:nvSpPr>
          <p:spPr>
            <a:xfrm>
              <a:off x="5600415" y="17156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5" name="pt545"/>
            <p:cNvSpPr/>
            <p:nvPr/>
          </p:nvSpPr>
          <p:spPr>
            <a:xfrm>
              <a:off x="4703430" y="21051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6" name="pt546"/>
            <p:cNvSpPr/>
            <p:nvPr/>
          </p:nvSpPr>
          <p:spPr>
            <a:xfrm>
              <a:off x="5557701" y="18779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7" name="pt547"/>
            <p:cNvSpPr/>
            <p:nvPr/>
          </p:nvSpPr>
          <p:spPr>
            <a:xfrm>
              <a:off x="6112977" y="148851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8" name="pt548"/>
            <p:cNvSpPr/>
            <p:nvPr/>
          </p:nvSpPr>
          <p:spPr>
            <a:xfrm>
              <a:off x="5173279" y="24945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9" name="pt549"/>
            <p:cNvSpPr/>
            <p:nvPr/>
          </p:nvSpPr>
          <p:spPr>
            <a:xfrm>
              <a:off x="4788857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0" name="pt550"/>
            <p:cNvSpPr/>
            <p:nvPr/>
          </p:nvSpPr>
          <p:spPr>
            <a:xfrm>
              <a:off x="5087852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1" name="pt551"/>
            <p:cNvSpPr/>
            <p:nvPr/>
          </p:nvSpPr>
          <p:spPr>
            <a:xfrm>
              <a:off x="4703430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2" name="pt552"/>
            <p:cNvSpPr/>
            <p:nvPr/>
          </p:nvSpPr>
          <p:spPr>
            <a:xfrm>
              <a:off x="4618003" y="24945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3" name="pt553"/>
            <p:cNvSpPr/>
            <p:nvPr/>
          </p:nvSpPr>
          <p:spPr>
            <a:xfrm>
              <a:off x="5258706" y="17156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4" name="pt554"/>
            <p:cNvSpPr/>
            <p:nvPr/>
          </p:nvSpPr>
          <p:spPr>
            <a:xfrm>
              <a:off x="5514988" y="22024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5" name="pt555"/>
            <p:cNvSpPr/>
            <p:nvPr/>
          </p:nvSpPr>
          <p:spPr>
            <a:xfrm>
              <a:off x="4874284" y="226740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6" name="pt556"/>
            <p:cNvSpPr/>
            <p:nvPr/>
          </p:nvSpPr>
          <p:spPr>
            <a:xfrm>
              <a:off x="4703430" y="25270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7" name="pt557"/>
            <p:cNvSpPr/>
            <p:nvPr/>
          </p:nvSpPr>
          <p:spPr>
            <a:xfrm>
              <a:off x="6411972" y="113152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8" name="pt558"/>
            <p:cNvSpPr/>
            <p:nvPr/>
          </p:nvSpPr>
          <p:spPr>
            <a:xfrm>
              <a:off x="7266243" y="100170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9" name="pt559"/>
            <p:cNvSpPr/>
            <p:nvPr/>
          </p:nvSpPr>
          <p:spPr>
            <a:xfrm>
              <a:off x="5643128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0" name="pt560"/>
            <p:cNvSpPr/>
            <p:nvPr/>
          </p:nvSpPr>
          <p:spPr>
            <a:xfrm>
              <a:off x="7351670" y="14560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1" name="pt561"/>
            <p:cNvSpPr/>
            <p:nvPr/>
          </p:nvSpPr>
          <p:spPr>
            <a:xfrm>
              <a:off x="4703430" y="25594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2" name="pt562"/>
            <p:cNvSpPr/>
            <p:nvPr/>
          </p:nvSpPr>
          <p:spPr>
            <a:xfrm>
              <a:off x="5386847" y="21700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3" name="pt563"/>
            <p:cNvSpPr/>
            <p:nvPr/>
          </p:nvSpPr>
          <p:spPr>
            <a:xfrm>
              <a:off x="5899410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4" name="pt564"/>
            <p:cNvSpPr/>
            <p:nvPr/>
          </p:nvSpPr>
          <p:spPr>
            <a:xfrm>
              <a:off x="5728555" y="20402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5" name="pt565"/>
            <p:cNvSpPr/>
            <p:nvPr/>
          </p:nvSpPr>
          <p:spPr>
            <a:xfrm>
              <a:off x="5258706" y="21700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6" name="pt566"/>
            <p:cNvSpPr/>
            <p:nvPr/>
          </p:nvSpPr>
          <p:spPr>
            <a:xfrm>
              <a:off x="4831571" y="236476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7" name="pt567"/>
            <p:cNvSpPr/>
            <p:nvPr/>
          </p:nvSpPr>
          <p:spPr>
            <a:xfrm>
              <a:off x="6027550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8" name="pt568"/>
            <p:cNvSpPr/>
            <p:nvPr/>
          </p:nvSpPr>
          <p:spPr>
            <a:xfrm>
              <a:off x="6241118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9" name="pt569"/>
            <p:cNvSpPr/>
            <p:nvPr/>
          </p:nvSpPr>
          <p:spPr>
            <a:xfrm>
              <a:off x="5087852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0" name="pt570"/>
            <p:cNvSpPr/>
            <p:nvPr/>
          </p:nvSpPr>
          <p:spPr>
            <a:xfrm>
              <a:off x="5600415" y="13911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1" name="pt571"/>
            <p:cNvSpPr/>
            <p:nvPr/>
          </p:nvSpPr>
          <p:spPr>
            <a:xfrm>
              <a:off x="5600415" y="16832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2" name="pt572"/>
            <p:cNvSpPr/>
            <p:nvPr/>
          </p:nvSpPr>
          <p:spPr>
            <a:xfrm>
              <a:off x="6369259" y="142360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3" name="pt573"/>
            <p:cNvSpPr/>
            <p:nvPr/>
          </p:nvSpPr>
          <p:spPr>
            <a:xfrm>
              <a:off x="6070264" y="14560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4" name="pt574"/>
            <p:cNvSpPr/>
            <p:nvPr/>
          </p:nvSpPr>
          <p:spPr>
            <a:xfrm>
              <a:off x="5472274" y="194286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5" name="pt575"/>
            <p:cNvSpPr/>
            <p:nvPr/>
          </p:nvSpPr>
          <p:spPr>
            <a:xfrm>
              <a:off x="6753680" y="12613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6" name="pt576"/>
            <p:cNvSpPr/>
            <p:nvPr/>
          </p:nvSpPr>
          <p:spPr>
            <a:xfrm>
              <a:off x="4874284" y="20402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7" name="pt577"/>
            <p:cNvSpPr/>
            <p:nvPr/>
          </p:nvSpPr>
          <p:spPr>
            <a:xfrm>
              <a:off x="5130566" y="21700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8" name="pt578"/>
            <p:cNvSpPr/>
            <p:nvPr/>
          </p:nvSpPr>
          <p:spPr>
            <a:xfrm>
              <a:off x="6326545" y="13586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9" name="pt579"/>
            <p:cNvSpPr/>
            <p:nvPr/>
          </p:nvSpPr>
          <p:spPr>
            <a:xfrm>
              <a:off x="5173279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0" name="pt580"/>
            <p:cNvSpPr/>
            <p:nvPr/>
          </p:nvSpPr>
          <p:spPr>
            <a:xfrm>
              <a:off x="6112977" y="13586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1" name="pt581"/>
            <p:cNvSpPr/>
            <p:nvPr/>
          </p:nvSpPr>
          <p:spPr>
            <a:xfrm>
              <a:off x="5002425" y="24945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2" name="pt582"/>
            <p:cNvSpPr/>
            <p:nvPr/>
          </p:nvSpPr>
          <p:spPr>
            <a:xfrm>
              <a:off x="5045139" y="21700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3" name="pt583"/>
            <p:cNvSpPr/>
            <p:nvPr/>
          </p:nvSpPr>
          <p:spPr>
            <a:xfrm>
              <a:off x="4788857" y="24945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4" name="pt584"/>
            <p:cNvSpPr/>
            <p:nvPr/>
          </p:nvSpPr>
          <p:spPr>
            <a:xfrm>
              <a:off x="4618003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5" name="pt585"/>
            <p:cNvSpPr/>
            <p:nvPr/>
          </p:nvSpPr>
          <p:spPr>
            <a:xfrm>
              <a:off x="5386847" y="158587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6" name="pt586"/>
            <p:cNvSpPr/>
            <p:nvPr/>
          </p:nvSpPr>
          <p:spPr>
            <a:xfrm>
              <a:off x="5643128" y="184550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7" name="pt587"/>
            <p:cNvSpPr/>
            <p:nvPr/>
          </p:nvSpPr>
          <p:spPr>
            <a:xfrm>
              <a:off x="5643128" y="17156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8" name="pt588"/>
            <p:cNvSpPr/>
            <p:nvPr/>
          </p:nvSpPr>
          <p:spPr>
            <a:xfrm>
              <a:off x="4788857" y="22998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9" name="pt589"/>
            <p:cNvSpPr/>
            <p:nvPr/>
          </p:nvSpPr>
          <p:spPr>
            <a:xfrm>
              <a:off x="5472274" y="21375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0" name="pt590"/>
            <p:cNvSpPr/>
            <p:nvPr/>
          </p:nvSpPr>
          <p:spPr>
            <a:xfrm>
              <a:off x="5514988" y="20402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1" name="pt591"/>
            <p:cNvSpPr/>
            <p:nvPr/>
          </p:nvSpPr>
          <p:spPr>
            <a:xfrm>
              <a:off x="4831571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2" name="pt592"/>
            <p:cNvSpPr/>
            <p:nvPr/>
          </p:nvSpPr>
          <p:spPr>
            <a:xfrm>
              <a:off x="5045139" y="21051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3" name="pt593"/>
            <p:cNvSpPr/>
            <p:nvPr/>
          </p:nvSpPr>
          <p:spPr>
            <a:xfrm>
              <a:off x="5045139" y="25594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4" name="pt594"/>
            <p:cNvSpPr/>
            <p:nvPr/>
          </p:nvSpPr>
          <p:spPr>
            <a:xfrm>
              <a:off x="5472274" y="22998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5" name="pt595"/>
            <p:cNvSpPr/>
            <p:nvPr/>
          </p:nvSpPr>
          <p:spPr>
            <a:xfrm>
              <a:off x="4618003" y="259194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6" name="pt596"/>
            <p:cNvSpPr/>
            <p:nvPr/>
          </p:nvSpPr>
          <p:spPr>
            <a:xfrm>
              <a:off x="6753680" y="17156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7" name="pt597"/>
            <p:cNvSpPr/>
            <p:nvPr/>
          </p:nvSpPr>
          <p:spPr>
            <a:xfrm>
              <a:off x="6710967" y="12288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8" name="pt598"/>
            <p:cNvSpPr/>
            <p:nvPr/>
          </p:nvSpPr>
          <p:spPr>
            <a:xfrm>
              <a:off x="6155691" y="17805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9" name="pt599"/>
            <p:cNvSpPr/>
            <p:nvPr/>
          </p:nvSpPr>
          <p:spPr>
            <a:xfrm>
              <a:off x="6326545" y="17481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0" name="pt600"/>
            <p:cNvSpPr/>
            <p:nvPr/>
          </p:nvSpPr>
          <p:spPr>
            <a:xfrm>
              <a:off x="6241118" y="14560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1" name="pt601"/>
            <p:cNvSpPr/>
            <p:nvPr/>
          </p:nvSpPr>
          <p:spPr>
            <a:xfrm>
              <a:off x="4703430" y="25594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2" name="pt602"/>
            <p:cNvSpPr/>
            <p:nvPr/>
          </p:nvSpPr>
          <p:spPr>
            <a:xfrm>
              <a:off x="7095389" y="106661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3" name="pt603"/>
            <p:cNvSpPr/>
            <p:nvPr/>
          </p:nvSpPr>
          <p:spPr>
            <a:xfrm>
              <a:off x="5984837" y="17805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4" name="pt604"/>
            <p:cNvSpPr/>
            <p:nvPr/>
          </p:nvSpPr>
          <p:spPr>
            <a:xfrm>
              <a:off x="5899410" y="184550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5" name="pt605"/>
            <p:cNvSpPr/>
            <p:nvPr/>
          </p:nvSpPr>
          <p:spPr>
            <a:xfrm>
              <a:off x="5087852" y="246212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6" name="pt606"/>
            <p:cNvSpPr/>
            <p:nvPr/>
          </p:nvSpPr>
          <p:spPr>
            <a:xfrm>
              <a:off x="5045139" y="21700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7" name="pt607"/>
            <p:cNvSpPr/>
            <p:nvPr/>
          </p:nvSpPr>
          <p:spPr>
            <a:xfrm>
              <a:off x="4660717" y="25594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8" name="pt608"/>
            <p:cNvSpPr/>
            <p:nvPr/>
          </p:nvSpPr>
          <p:spPr>
            <a:xfrm>
              <a:off x="4916998" y="246212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9" name="pt609"/>
            <p:cNvSpPr/>
            <p:nvPr/>
          </p:nvSpPr>
          <p:spPr>
            <a:xfrm>
              <a:off x="4618003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0" name="pt610"/>
            <p:cNvSpPr/>
            <p:nvPr/>
          </p:nvSpPr>
          <p:spPr>
            <a:xfrm>
              <a:off x="5472274" y="21700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1" name="pt611"/>
            <p:cNvSpPr/>
            <p:nvPr/>
          </p:nvSpPr>
          <p:spPr>
            <a:xfrm>
              <a:off x="5344133" y="24296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2" name="pt612"/>
            <p:cNvSpPr/>
            <p:nvPr/>
          </p:nvSpPr>
          <p:spPr>
            <a:xfrm>
              <a:off x="4703430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3" name="pt613"/>
            <p:cNvSpPr/>
            <p:nvPr/>
          </p:nvSpPr>
          <p:spPr>
            <a:xfrm>
              <a:off x="5215993" y="226740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4" name="pl614"/>
            <p:cNvSpPr/>
            <p:nvPr/>
          </p:nvSpPr>
          <p:spPr>
            <a:xfrm>
              <a:off x="4642829" y="866544"/>
              <a:ext cx="3160802" cy="1663169"/>
            </a:xfrm>
            <a:custGeom>
              <a:avLst/>
              <a:gdLst/>
              <a:ahLst/>
              <a:cxnLst/>
              <a:rect l="0" t="0" r="0" b="0"/>
              <a:pathLst>
                <a:path w="3160802" h="1663169">
                  <a:moveTo>
                    <a:pt x="0" y="1663169"/>
                  </a:moveTo>
                  <a:lnTo>
                    <a:pt x="40010" y="1642116"/>
                  </a:lnTo>
                  <a:lnTo>
                    <a:pt x="80020" y="1621064"/>
                  </a:lnTo>
                  <a:lnTo>
                    <a:pt x="120030" y="1600011"/>
                  </a:lnTo>
                  <a:lnTo>
                    <a:pt x="160040" y="1578958"/>
                  </a:lnTo>
                  <a:lnTo>
                    <a:pt x="200050" y="1557905"/>
                  </a:lnTo>
                  <a:lnTo>
                    <a:pt x="240060" y="1536853"/>
                  </a:lnTo>
                  <a:lnTo>
                    <a:pt x="280071" y="1515800"/>
                  </a:lnTo>
                  <a:lnTo>
                    <a:pt x="320081" y="1494747"/>
                  </a:lnTo>
                  <a:lnTo>
                    <a:pt x="360091" y="1473694"/>
                  </a:lnTo>
                  <a:lnTo>
                    <a:pt x="400101" y="1452641"/>
                  </a:lnTo>
                  <a:lnTo>
                    <a:pt x="440111" y="1431589"/>
                  </a:lnTo>
                  <a:lnTo>
                    <a:pt x="480121" y="1410536"/>
                  </a:lnTo>
                  <a:lnTo>
                    <a:pt x="520132" y="1389483"/>
                  </a:lnTo>
                  <a:lnTo>
                    <a:pt x="560142" y="1368430"/>
                  </a:lnTo>
                  <a:lnTo>
                    <a:pt x="600152" y="1347378"/>
                  </a:lnTo>
                  <a:lnTo>
                    <a:pt x="640162" y="1326325"/>
                  </a:lnTo>
                  <a:lnTo>
                    <a:pt x="680172" y="1305272"/>
                  </a:lnTo>
                  <a:lnTo>
                    <a:pt x="720182" y="1284219"/>
                  </a:lnTo>
                  <a:lnTo>
                    <a:pt x="760192" y="1263166"/>
                  </a:lnTo>
                  <a:lnTo>
                    <a:pt x="800203" y="1242114"/>
                  </a:lnTo>
                  <a:lnTo>
                    <a:pt x="840213" y="1221061"/>
                  </a:lnTo>
                  <a:lnTo>
                    <a:pt x="880223" y="1200008"/>
                  </a:lnTo>
                  <a:lnTo>
                    <a:pt x="920233" y="1178955"/>
                  </a:lnTo>
                  <a:lnTo>
                    <a:pt x="960243" y="1157903"/>
                  </a:lnTo>
                  <a:lnTo>
                    <a:pt x="1000253" y="1136850"/>
                  </a:lnTo>
                  <a:lnTo>
                    <a:pt x="1040264" y="1115797"/>
                  </a:lnTo>
                  <a:lnTo>
                    <a:pt x="1080274" y="1094744"/>
                  </a:lnTo>
                  <a:lnTo>
                    <a:pt x="1120284" y="1073691"/>
                  </a:lnTo>
                  <a:lnTo>
                    <a:pt x="1160294" y="1052639"/>
                  </a:lnTo>
                  <a:lnTo>
                    <a:pt x="1200304" y="1031586"/>
                  </a:lnTo>
                  <a:lnTo>
                    <a:pt x="1240314" y="1010533"/>
                  </a:lnTo>
                  <a:lnTo>
                    <a:pt x="1280324" y="989480"/>
                  </a:lnTo>
                  <a:lnTo>
                    <a:pt x="1320335" y="968427"/>
                  </a:lnTo>
                  <a:lnTo>
                    <a:pt x="1360345" y="947375"/>
                  </a:lnTo>
                  <a:lnTo>
                    <a:pt x="1400355" y="926322"/>
                  </a:lnTo>
                  <a:lnTo>
                    <a:pt x="1440365" y="905269"/>
                  </a:lnTo>
                  <a:lnTo>
                    <a:pt x="1480375" y="884216"/>
                  </a:lnTo>
                  <a:lnTo>
                    <a:pt x="1520385" y="863164"/>
                  </a:lnTo>
                  <a:lnTo>
                    <a:pt x="1560396" y="842111"/>
                  </a:lnTo>
                  <a:lnTo>
                    <a:pt x="1600406" y="821058"/>
                  </a:lnTo>
                  <a:lnTo>
                    <a:pt x="1640416" y="800005"/>
                  </a:lnTo>
                  <a:lnTo>
                    <a:pt x="1680426" y="778952"/>
                  </a:lnTo>
                  <a:lnTo>
                    <a:pt x="1720436" y="757900"/>
                  </a:lnTo>
                  <a:lnTo>
                    <a:pt x="1760446" y="736847"/>
                  </a:lnTo>
                  <a:lnTo>
                    <a:pt x="1800456" y="715794"/>
                  </a:lnTo>
                  <a:lnTo>
                    <a:pt x="1840467" y="694741"/>
                  </a:lnTo>
                  <a:lnTo>
                    <a:pt x="1880477" y="673689"/>
                  </a:lnTo>
                  <a:lnTo>
                    <a:pt x="1920487" y="652636"/>
                  </a:lnTo>
                  <a:lnTo>
                    <a:pt x="1960497" y="631583"/>
                  </a:lnTo>
                  <a:lnTo>
                    <a:pt x="2000507" y="610530"/>
                  </a:lnTo>
                  <a:lnTo>
                    <a:pt x="2040517" y="589477"/>
                  </a:lnTo>
                  <a:lnTo>
                    <a:pt x="2080528" y="568425"/>
                  </a:lnTo>
                  <a:lnTo>
                    <a:pt x="2120538" y="547372"/>
                  </a:lnTo>
                  <a:lnTo>
                    <a:pt x="2160548" y="526319"/>
                  </a:lnTo>
                  <a:lnTo>
                    <a:pt x="2200558" y="505266"/>
                  </a:lnTo>
                  <a:lnTo>
                    <a:pt x="2240568" y="484213"/>
                  </a:lnTo>
                  <a:lnTo>
                    <a:pt x="2280578" y="463161"/>
                  </a:lnTo>
                  <a:lnTo>
                    <a:pt x="2320588" y="442108"/>
                  </a:lnTo>
                  <a:lnTo>
                    <a:pt x="2360599" y="421055"/>
                  </a:lnTo>
                  <a:lnTo>
                    <a:pt x="2400609" y="400002"/>
                  </a:lnTo>
                  <a:lnTo>
                    <a:pt x="2440619" y="378950"/>
                  </a:lnTo>
                  <a:lnTo>
                    <a:pt x="2480629" y="357897"/>
                  </a:lnTo>
                  <a:lnTo>
                    <a:pt x="2520639" y="336844"/>
                  </a:lnTo>
                  <a:lnTo>
                    <a:pt x="2560649" y="315791"/>
                  </a:lnTo>
                  <a:lnTo>
                    <a:pt x="2600660" y="294738"/>
                  </a:lnTo>
                  <a:lnTo>
                    <a:pt x="2640670" y="273686"/>
                  </a:lnTo>
                  <a:lnTo>
                    <a:pt x="2680680" y="252633"/>
                  </a:lnTo>
                  <a:lnTo>
                    <a:pt x="2720690" y="231580"/>
                  </a:lnTo>
                  <a:lnTo>
                    <a:pt x="2760700" y="210527"/>
                  </a:lnTo>
                  <a:lnTo>
                    <a:pt x="2800710" y="189475"/>
                  </a:lnTo>
                  <a:lnTo>
                    <a:pt x="2840720" y="168422"/>
                  </a:lnTo>
                  <a:lnTo>
                    <a:pt x="2880731" y="147369"/>
                  </a:lnTo>
                  <a:lnTo>
                    <a:pt x="2920741" y="126316"/>
                  </a:lnTo>
                  <a:lnTo>
                    <a:pt x="2960751" y="105263"/>
                  </a:lnTo>
                  <a:lnTo>
                    <a:pt x="3000761" y="84211"/>
                  </a:lnTo>
                  <a:lnTo>
                    <a:pt x="3040771" y="63158"/>
                  </a:lnTo>
                  <a:lnTo>
                    <a:pt x="3080781" y="42105"/>
                  </a:lnTo>
                  <a:lnTo>
                    <a:pt x="3120792" y="21052"/>
                  </a:lnTo>
                  <a:lnTo>
                    <a:pt x="3160802" y="0"/>
                  </a:lnTo>
                </a:path>
              </a:pathLst>
            </a:custGeom>
            <a:ln w="27101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5" name="pl615"/>
            <p:cNvSpPr/>
            <p:nvPr/>
          </p:nvSpPr>
          <p:spPr>
            <a:xfrm>
              <a:off x="5881522" y="1041788"/>
              <a:ext cx="1580401" cy="412026"/>
            </a:xfrm>
            <a:custGeom>
              <a:avLst/>
              <a:gdLst/>
              <a:ahLst/>
              <a:cxnLst/>
              <a:rect l="0" t="0" r="0" b="0"/>
              <a:pathLst>
                <a:path w="1580401" h="412026">
                  <a:moveTo>
                    <a:pt x="0" y="412026"/>
                  </a:moveTo>
                  <a:lnTo>
                    <a:pt x="20005" y="406811"/>
                  </a:lnTo>
                  <a:lnTo>
                    <a:pt x="40010" y="401595"/>
                  </a:lnTo>
                  <a:lnTo>
                    <a:pt x="60015" y="396380"/>
                  </a:lnTo>
                  <a:lnTo>
                    <a:pt x="80020" y="391164"/>
                  </a:lnTo>
                  <a:lnTo>
                    <a:pt x="100025" y="385948"/>
                  </a:lnTo>
                  <a:lnTo>
                    <a:pt x="120030" y="380733"/>
                  </a:lnTo>
                  <a:lnTo>
                    <a:pt x="140035" y="375517"/>
                  </a:lnTo>
                  <a:lnTo>
                    <a:pt x="160040" y="370302"/>
                  </a:lnTo>
                  <a:lnTo>
                    <a:pt x="180045" y="365086"/>
                  </a:lnTo>
                  <a:lnTo>
                    <a:pt x="200050" y="359871"/>
                  </a:lnTo>
                  <a:lnTo>
                    <a:pt x="220055" y="354655"/>
                  </a:lnTo>
                  <a:lnTo>
                    <a:pt x="240060" y="349440"/>
                  </a:lnTo>
                  <a:lnTo>
                    <a:pt x="260066" y="344224"/>
                  </a:lnTo>
                  <a:lnTo>
                    <a:pt x="280071" y="339009"/>
                  </a:lnTo>
                  <a:lnTo>
                    <a:pt x="300076" y="333793"/>
                  </a:lnTo>
                  <a:lnTo>
                    <a:pt x="320081" y="328578"/>
                  </a:lnTo>
                  <a:lnTo>
                    <a:pt x="340086" y="323362"/>
                  </a:lnTo>
                  <a:lnTo>
                    <a:pt x="360091" y="318147"/>
                  </a:lnTo>
                  <a:lnTo>
                    <a:pt x="380096" y="312931"/>
                  </a:lnTo>
                  <a:lnTo>
                    <a:pt x="400101" y="307716"/>
                  </a:lnTo>
                  <a:lnTo>
                    <a:pt x="420106" y="302500"/>
                  </a:lnTo>
                  <a:lnTo>
                    <a:pt x="440111" y="297285"/>
                  </a:lnTo>
                  <a:lnTo>
                    <a:pt x="460116" y="292069"/>
                  </a:lnTo>
                  <a:lnTo>
                    <a:pt x="480121" y="286853"/>
                  </a:lnTo>
                  <a:lnTo>
                    <a:pt x="500126" y="281638"/>
                  </a:lnTo>
                  <a:lnTo>
                    <a:pt x="520132" y="276422"/>
                  </a:lnTo>
                  <a:lnTo>
                    <a:pt x="540137" y="271207"/>
                  </a:lnTo>
                  <a:lnTo>
                    <a:pt x="560142" y="265991"/>
                  </a:lnTo>
                  <a:lnTo>
                    <a:pt x="580147" y="260776"/>
                  </a:lnTo>
                  <a:lnTo>
                    <a:pt x="600152" y="255560"/>
                  </a:lnTo>
                  <a:lnTo>
                    <a:pt x="620157" y="250345"/>
                  </a:lnTo>
                  <a:lnTo>
                    <a:pt x="640162" y="245129"/>
                  </a:lnTo>
                  <a:lnTo>
                    <a:pt x="660167" y="239914"/>
                  </a:lnTo>
                  <a:lnTo>
                    <a:pt x="680172" y="234698"/>
                  </a:lnTo>
                  <a:lnTo>
                    <a:pt x="700177" y="229483"/>
                  </a:lnTo>
                  <a:lnTo>
                    <a:pt x="720182" y="224267"/>
                  </a:lnTo>
                  <a:lnTo>
                    <a:pt x="740187" y="219052"/>
                  </a:lnTo>
                  <a:lnTo>
                    <a:pt x="760192" y="213836"/>
                  </a:lnTo>
                  <a:lnTo>
                    <a:pt x="780198" y="208621"/>
                  </a:lnTo>
                  <a:lnTo>
                    <a:pt x="800203" y="203405"/>
                  </a:lnTo>
                  <a:lnTo>
                    <a:pt x="820208" y="198190"/>
                  </a:lnTo>
                  <a:lnTo>
                    <a:pt x="840213" y="192974"/>
                  </a:lnTo>
                  <a:lnTo>
                    <a:pt x="860218" y="187758"/>
                  </a:lnTo>
                  <a:lnTo>
                    <a:pt x="880223" y="182543"/>
                  </a:lnTo>
                  <a:lnTo>
                    <a:pt x="900228" y="177327"/>
                  </a:lnTo>
                  <a:lnTo>
                    <a:pt x="920233" y="172112"/>
                  </a:lnTo>
                  <a:lnTo>
                    <a:pt x="940238" y="166896"/>
                  </a:lnTo>
                  <a:lnTo>
                    <a:pt x="960243" y="161681"/>
                  </a:lnTo>
                  <a:lnTo>
                    <a:pt x="980248" y="156465"/>
                  </a:lnTo>
                  <a:lnTo>
                    <a:pt x="1000253" y="151250"/>
                  </a:lnTo>
                  <a:lnTo>
                    <a:pt x="1020258" y="146034"/>
                  </a:lnTo>
                  <a:lnTo>
                    <a:pt x="1040264" y="140819"/>
                  </a:lnTo>
                  <a:lnTo>
                    <a:pt x="1060269" y="135603"/>
                  </a:lnTo>
                  <a:lnTo>
                    <a:pt x="1080274" y="130388"/>
                  </a:lnTo>
                  <a:lnTo>
                    <a:pt x="1100279" y="125172"/>
                  </a:lnTo>
                  <a:lnTo>
                    <a:pt x="1120284" y="119957"/>
                  </a:lnTo>
                  <a:lnTo>
                    <a:pt x="1140289" y="114741"/>
                  </a:lnTo>
                  <a:lnTo>
                    <a:pt x="1160294" y="109526"/>
                  </a:lnTo>
                  <a:lnTo>
                    <a:pt x="1180299" y="104310"/>
                  </a:lnTo>
                  <a:lnTo>
                    <a:pt x="1200304" y="99095"/>
                  </a:lnTo>
                  <a:lnTo>
                    <a:pt x="1220309" y="93879"/>
                  </a:lnTo>
                  <a:lnTo>
                    <a:pt x="1240314" y="88663"/>
                  </a:lnTo>
                  <a:lnTo>
                    <a:pt x="1260319" y="83448"/>
                  </a:lnTo>
                  <a:lnTo>
                    <a:pt x="1280324" y="78232"/>
                  </a:lnTo>
                  <a:lnTo>
                    <a:pt x="1300330" y="73017"/>
                  </a:lnTo>
                  <a:lnTo>
                    <a:pt x="1320335" y="67801"/>
                  </a:lnTo>
                  <a:lnTo>
                    <a:pt x="1340340" y="62586"/>
                  </a:lnTo>
                  <a:lnTo>
                    <a:pt x="1360345" y="57370"/>
                  </a:lnTo>
                  <a:lnTo>
                    <a:pt x="1380350" y="52155"/>
                  </a:lnTo>
                  <a:lnTo>
                    <a:pt x="1400355" y="46939"/>
                  </a:lnTo>
                  <a:lnTo>
                    <a:pt x="1420360" y="41724"/>
                  </a:lnTo>
                  <a:lnTo>
                    <a:pt x="1440365" y="36508"/>
                  </a:lnTo>
                  <a:lnTo>
                    <a:pt x="1460370" y="31293"/>
                  </a:lnTo>
                  <a:lnTo>
                    <a:pt x="1480375" y="26077"/>
                  </a:lnTo>
                  <a:lnTo>
                    <a:pt x="1500380" y="20862"/>
                  </a:lnTo>
                  <a:lnTo>
                    <a:pt x="1520385" y="15646"/>
                  </a:lnTo>
                  <a:lnTo>
                    <a:pt x="1540390" y="10431"/>
                  </a:lnTo>
                  <a:lnTo>
                    <a:pt x="1560396" y="5215"/>
                  </a:lnTo>
                  <a:lnTo>
                    <a:pt x="1580401" y="0"/>
                  </a:lnTo>
                </a:path>
              </a:pathLst>
            </a:custGeom>
            <a:ln w="27101" cap="flat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6" name="tx616"/>
            <p:cNvSpPr/>
            <p:nvPr/>
          </p:nvSpPr>
          <p:spPr>
            <a:xfrm>
              <a:off x="4659915" y="553776"/>
              <a:ext cx="91715" cy="909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 i="1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617" name="tx617"/>
            <p:cNvSpPr/>
            <p:nvPr/>
          </p:nvSpPr>
          <p:spPr>
            <a:xfrm>
              <a:off x="4765266" y="518225"/>
              <a:ext cx="49441" cy="638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618" name="tx618"/>
            <p:cNvSpPr/>
            <p:nvPr/>
          </p:nvSpPr>
          <p:spPr>
            <a:xfrm>
              <a:off x="4814708" y="644685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619" name="tx619"/>
            <p:cNvSpPr/>
            <p:nvPr/>
          </p:nvSpPr>
          <p:spPr>
            <a:xfrm>
              <a:off x="4849497" y="606672"/>
              <a:ext cx="74166" cy="3801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620" name="tx620"/>
            <p:cNvSpPr/>
            <p:nvPr/>
          </p:nvSpPr>
          <p:spPr>
            <a:xfrm>
              <a:off x="4923663" y="644685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621" name="tx621"/>
            <p:cNvSpPr/>
            <p:nvPr/>
          </p:nvSpPr>
          <p:spPr>
            <a:xfrm>
              <a:off x="4958451" y="551854"/>
              <a:ext cx="247178" cy="9283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0.62</a:t>
              </a:r>
            </a:p>
          </p:txBody>
        </p:sp>
        <p:sp>
          <p:nvSpPr>
            <p:cNvPr id="622" name="pl622"/>
            <p:cNvSpPr/>
            <p:nvPr/>
          </p:nvSpPr>
          <p:spPr>
            <a:xfrm>
              <a:off x="8331987" y="2324685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3" name="pl623"/>
            <p:cNvSpPr/>
            <p:nvPr/>
          </p:nvSpPr>
          <p:spPr>
            <a:xfrm>
              <a:off x="8331987" y="1675609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4" name="pl624"/>
            <p:cNvSpPr/>
            <p:nvPr/>
          </p:nvSpPr>
          <p:spPr>
            <a:xfrm>
              <a:off x="8331987" y="1026533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5" name="pl625"/>
            <p:cNvSpPr/>
            <p:nvPr/>
          </p:nvSpPr>
          <p:spPr>
            <a:xfrm>
              <a:off x="8977436" y="397740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6" name="pl626"/>
            <p:cNvSpPr/>
            <p:nvPr/>
          </p:nvSpPr>
          <p:spPr>
            <a:xfrm>
              <a:off x="9926626" y="397740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7" name="pl627"/>
            <p:cNvSpPr/>
            <p:nvPr/>
          </p:nvSpPr>
          <p:spPr>
            <a:xfrm>
              <a:off x="10875816" y="397740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8" name="pl628"/>
            <p:cNvSpPr/>
            <p:nvPr/>
          </p:nvSpPr>
          <p:spPr>
            <a:xfrm>
              <a:off x="11825006" y="397740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9" name="pl629"/>
            <p:cNvSpPr/>
            <p:nvPr/>
          </p:nvSpPr>
          <p:spPr>
            <a:xfrm>
              <a:off x="8331987" y="2649223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0" name="pl630"/>
            <p:cNvSpPr/>
            <p:nvPr/>
          </p:nvSpPr>
          <p:spPr>
            <a:xfrm>
              <a:off x="8331987" y="2000147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1" name="pl631"/>
            <p:cNvSpPr/>
            <p:nvPr/>
          </p:nvSpPr>
          <p:spPr>
            <a:xfrm>
              <a:off x="8331987" y="1351071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2" name="pl632"/>
            <p:cNvSpPr/>
            <p:nvPr/>
          </p:nvSpPr>
          <p:spPr>
            <a:xfrm>
              <a:off x="8331987" y="701995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3" name="pl633"/>
            <p:cNvSpPr/>
            <p:nvPr/>
          </p:nvSpPr>
          <p:spPr>
            <a:xfrm>
              <a:off x="8502841" y="397740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4" name="pl634"/>
            <p:cNvSpPr/>
            <p:nvPr/>
          </p:nvSpPr>
          <p:spPr>
            <a:xfrm>
              <a:off x="9452031" y="397740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5" name="pl635"/>
            <p:cNvSpPr/>
            <p:nvPr/>
          </p:nvSpPr>
          <p:spPr>
            <a:xfrm>
              <a:off x="10401221" y="397740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6" name="pl636"/>
            <p:cNvSpPr/>
            <p:nvPr/>
          </p:nvSpPr>
          <p:spPr>
            <a:xfrm>
              <a:off x="11350411" y="397740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7" name="pt637"/>
            <p:cNvSpPr/>
            <p:nvPr/>
          </p:nvSpPr>
          <p:spPr>
            <a:xfrm>
              <a:off x="11135747" y="16507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8" name="pt638"/>
            <p:cNvSpPr/>
            <p:nvPr/>
          </p:nvSpPr>
          <p:spPr>
            <a:xfrm>
              <a:off x="10977549" y="12288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9" name="pt639"/>
            <p:cNvSpPr/>
            <p:nvPr/>
          </p:nvSpPr>
          <p:spPr>
            <a:xfrm>
              <a:off x="9332286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0" name="pt640"/>
            <p:cNvSpPr/>
            <p:nvPr/>
          </p:nvSpPr>
          <p:spPr>
            <a:xfrm>
              <a:off x="9205728" y="17805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1" name="pt641"/>
            <p:cNvSpPr/>
            <p:nvPr/>
          </p:nvSpPr>
          <p:spPr>
            <a:xfrm>
              <a:off x="10154918" y="226740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2" name="pt642"/>
            <p:cNvSpPr/>
            <p:nvPr/>
          </p:nvSpPr>
          <p:spPr>
            <a:xfrm>
              <a:off x="10850990" y="200777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3" name="pt643"/>
            <p:cNvSpPr/>
            <p:nvPr/>
          </p:nvSpPr>
          <p:spPr>
            <a:xfrm>
              <a:off x="10186557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4" name="pt644"/>
            <p:cNvSpPr/>
            <p:nvPr/>
          </p:nvSpPr>
          <p:spPr>
            <a:xfrm>
              <a:off x="10376395" y="142360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5" name="pt645"/>
            <p:cNvSpPr/>
            <p:nvPr/>
          </p:nvSpPr>
          <p:spPr>
            <a:xfrm>
              <a:off x="11515423" y="13262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6" name="pt646"/>
            <p:cNvSpPr/>
            <p:nvPr/>
          </p:nvSpPr>
          <p:spPr>
            <a:xfrm>
              <a:off x="11515423" y="142360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7" name="pt647"/>
            <p:cNvSpPr/>
            <p:nvPr/>
          </p:nvSpPr>
          <p:spPr>
            <a:xfrm>
              <a:off x="11705261" y="14560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8" name="pt648"/>
            <p:cNvSpPr/>
            <p:nvPr/>
          </p:nvSpPr>
          <p:spPr>
            <a:xfrm>
              <a:off x="10756071" y="18779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9" name="pt649"/>
            <p:cNvSpPr/>
            <p:nvPr/>
          </p:nvSpPr>
          <p:spPr>
            <a:xfrm>
              <a:off x="9458845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0" name="pt650"/>
            <p:cNvSpPr/>
            <p:nvPr/>
          </p:nvSpPr>
          <p:spPr>
            <a:xfrm>
              <a:off x="8478015" y="200777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1" name="pt651"/>
            <p:cNvSpPr/>
            <p:nvPr/>
          </p:nvSpPr>
          <p:spPr>
            <a:xfrm>
              <a:off x="11515423" y="109906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2" name="pt652"/>
            <p:cNvSpPr/>
            <p:nvPr/>
          </p:nvSpPr>
          <p:spPr>
            <a:xfrm>
              <a:off x="9870161" y="24945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3" name="pt653"/>
            <p:cNvSpPr/>
            <p:nvPr/>
          </p:nvSpPr>
          <p:spPr>
            <a:xfrm>
              <a:off x="11325585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4" name="pt654"/>
            <p:cNvSpPr/>
            <p:nvPr/>
          </p:nvSpPr>
          <p:spPr>
            <a:xfrm>
              <a:off x="8478015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5" name="pt655"/>
            <p:cNvSpPr/>
            <p:nvPr/>
          </p:nvSpPr>
          <p:spPr>
            <a:xfrm>
              <a:off x="10281476" y="236476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6" name="pt656"/>
            <p:cNvSpPr/>
            <p:nvPr/>
          </p:nvSpPr>
          <p:spPr>
            <a:xfrm>
              <a:off x="11610342" y="116397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7" name="pt657"/>
            <p:cNvSpPr/>
            <p:nvPr/>
          </p:nvSpPr>
          <p:spPr>
            <a:xfrm>
              <a:off x="9775242" y="21375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8" name="pt658"/>
            <p:cNvSpPr/>
            <p:nvPr/>
          </p:nvSpPr>
          <p:spPr>
            <a:xfrm>
              <a:off x="8572934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9" name="pt659"/>
            <p:cNvSpPr/>
            <p:nvPr/>
          </p:nvSpPr>
          <p:spPr>
            <a:xfrm>
              <a:off x="9617043" y="24945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0" name="pt660"/>
            <p:cNvSpPr/>
            <p:nvPr/>
          </p:nvSpPr>
          <p:spPr>
            <a:xfrm>
              <a:off x="8762772" y="21051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1" name="pt661"/>
            <p:cNvSpPr/>
            <p:nvPr/>
          </p:nvSpPr>
          <p:spPr>
            <a:xfrm>
              <a:off x="10059999" y="19753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2" name="pt662"/>
            <p:cNvSpPr/>
            <p:nvPr/>
          </p:nvSpPr>
          <p:spPr>
            <a:xfrm>
              <a:off x="11800180" y="87189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3" name="pt663"/>
            <p:cNvSpPr/>
            <p:nvPr/>
          </p:nvSpPr>
          <p:spPr>
            <a:xfrm>
              <a:off x="10692792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4" name="pt664"/>
            <p:cNvSpPr/>
            <p:nvPr/>
          </p:nvSpPr>
          <p:spPr>
            <a:xfrm>
              <a:off x="11610342" y="67716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5" name="pt665"/>
            <p:cNvSpPr/>
            <p:nvPr/>
          </p:nvSpPr>
          <p:spPr>
            <a:xfrm>
              <a:off x="10186557" y="20402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6" name="pt666"/>
            <p:cNvSpPr/>
            <p:nvPr/>
          </p:nvSpPr>
          <p:spPr>
            <a:xfrm>
              <a:off x="11610342" y="93679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7" name="pt667"/>
            <p:cNvSpPr/>
            <p:nvPr/>
          </p:nvSpPr>
          <p:spPr>
            <a:xfrm>
              <a:off x="11610342" y="87189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8" name="pt668"/>
            <p:cNvSpPr/>
            <p:nvPr/>
          </p:nvSpPr>
          <p:spPr>
            <a:xfrm>
              <a:off x="11515423" y="158587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9" name="pt669"/>
            <p:cNvSpPr/>
            <p:nvPr/>
          </p:nvSpPr>
          <p:spPr>
            <a:xfrm>
              <a:off x="11515423" y="14560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0" name="pt670"/>
            <p:cNvSpPr/>
            <p:nvPr/>
          </p:nvSpPr>
          <p:spPr>
            <a:xfrm>
              <a:off x="9996719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1" name="pt671"/>
            <p:cNvSpPr/>
            <p:nvPr/>
          </p:nvSpPr>
          <p:spPr>
            <a:xfrm>
              <a:off x="9427205" y="24945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2" name="pt672"/>
            <p:cNvSpPr/>
            <p:nvPr/>
          </p:nvSpPr>
          <p:spPr>
            <a:xfrm>
              <a:off x="10154918" y="17805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3" name="pt673"/>
            <p:cNvSpPr/>
            <p:nvPr/>
          </p:nvSpPr>
          <p:spPr>
            <a:xfrm>
              <a:off x="9806881" y="18130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4" name="pt674"/>
            <p:cNvSpPr/>
            <p:nvPr/>
          </p:nvSpPr>
          <p:spPr>
            <a:xfrm>
              <a:off x="9617043" y="21375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5" name="pt675"/>
            <p:cNvSpPr/>
            <p:nvPr/>
          </p:nvSpPr>
          <p:spPr>
            <a:xfrm>
              <a:off x="11483783" y="13911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6" name="pt676"/>
            <p:cNvSpPr/>
            <p:nvPr/>
          </p:nvSpPr>
          <p:spPr>
            <a:xfrm>
              <a:off x="9870161" y="13911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7" name="pt677"/>
            <p:cNvSpPr/>
            <p:nvPr/>
          </p:nvSpPr>
          <p:spPr>
            <a:xfrm>
              <a:off x="11800180" y="13911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8" name="pt678"/>
            <p:cNvSpPr/>
            <p:nvPr/>
          </p:nvSpPr>
          <p:spPr>
            <a:xfrm>
              <a:off x="11515423" y="13911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9" name="pt679"/>
            <p:cNvSpPr/>
            <p:nvPr/>
          </p:nvSpPr>
          <p:spPr>
            <a:xfrm>
              <a:off x="9269007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0" name="pt680"/>
            <p:cNvSpPr/>
            <p:nvPr/>
          </p:nvSpPr>
          <p:spPr>
            <a:xfrm>
              <a:off x="10028359" y="16507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1" name="pt681"/>
            <p:cNvSpPr/>
            <p:nvPr/>
          </p:nvSpPr>
          <p:spPr>
            <a:xfrm>
              <a:off x="10281476" y="24296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2" name="pt682"/>
            <p:cNvSpPr/>
            <p:nvPr/>
          </p:nvSpPr>
          <p:spPr>
            <a:xfrm>
              <a:off x="10186557" y="17481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3" name="pt683"/>
            <p:cNvSpPr/>
            <p:nvPr/>
          </p:nvSpPr>
          <p:spPr>
            <a:xfrm>
              <a:off x="10186557" y="22998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4" name="pt684"/>
            <p:cNvSpPr/>
            <p:nvPr/>
          </p:nvSpPr>
          <p:spPr>
            <a:xfrm>
              <a:off x="11610342" y="13262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5" name="pt685"/>
            <p:cNvSpPr/>
            <p:nvPr/>
          </p:nvSpPr>
          <p:spPr>
            <a:xfrm>
              <a:off x="9806881" y="21051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6" name="pt686"/>
            <p:cNvSpPr/>
            <p:nvPr/>
          </p:nvSpPr>
          <p:spPr>
            <a:xfrm>
              <a:off x="11515423" y="13262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7" name="pt687"/>
            <p:cNvSpPr/>
            <p:nvPr/>
          </p:nvSpPr>
          <p:spPr>
            <a:xfrm>
              <a:off x="9901800" y="20402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8" name="pt688"/>
            <p:cNvSpPr/>
            <p:nvPr/>
          </p:nvSpPr>
          <p:spPr>
            <a:xfrm>
              <a:off x="10091638" y="18779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9" name="pt689"/>
            <p:cNvSpPr/>
            <p:nvPr/>
          </p:nvSpPr>
          <p:spPr>
            <a:xfrm>
              <a:off x="8826052" y="24296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0" name="pt690"/>
            <p:cNvSpPr/>
            <p:nvPr/>
          </p:nvSpPr>
          <p:spPr>
            <a:xfrm>
              <a:off x="9933440" y="200777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1" name="pt691"/>
            <p:cNvSpPr/>
            <p:nvPr/>
          </p:nvSpPr>
          <p:spPr>
            <a:xfrm>
              <a:off x="9522124" y="24296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2" name="pt692"/>
            <p:cNvSpPr/>
            <p:nvPr/>
          </p:nvSpPr>
          <p:spPr>
            <a:xfrm>
              <a:off x="10028359" y="19753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3" name="pt693"/>
            <p:cNvSpPr/>
            <p:nvPr/>
          </p:nvSpPr>
          <p:spPr>
            <a:xfrm>
              <a:off x="10502954" y="17156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4" name="pt694"/>
            <p:cNvSpPr/>
            <p:nvPr/>
          </p:nvSpPr>
          <p:spPr>
            <a:xfrm>
              <a:off x="8667853" y="18130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5" name="pt695"/>
            <p:cNvSpPr/>
            <p:nvPr/>
          </p:nvSpPr>
          <p:spPr>
            <a:xfrm>
              <a:off x="10945909" y="14560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6" name="pt696"/>
            <p:cNvSpPr/>
            <p:nvPr/>
          </p:nvSpPr>
          <p:spPr>
            <a:xfrm>
              <a:off x="9363926" y="246212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7" name="pt697"/>
            <p:cNvSpPr/>
            <p:nvPr/>
          </p:nvSpPr>
          <p:spPr>
            <a:xfrm>
              <a:off x="9711962" y="18779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8" name="pt698"/>
            <p:cNvSpPr/>
            <p:nvPr/>
          </p:nvSpPr>
          <p:spPr>
            <a:xfrm>
              <a:off x="10850990" y="194286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9" name="pt699"/>
            <p:cNvSpPr/>
            <p:nvPr/>
          </p:nvSpPr>
          <p:spPr>
            <a:xfrm>
              <a:off x="10123278" y="22998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0" name="pt700"/>
            <p:cNvSpPr/>
            <p:nvPr/>
          </p:nvSpPr>
          <p:spPr>
            <a:xfrm>
              <a:off x="9648683" y="236476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1" name="pt701"/>
            <p:cNvSpPr/>
            <p:nvPr/>
          </p:nvSpPr>
          <p:spPr>
            <a:xfrm>
              <a:off x="9522124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2" name="pt702"/>
            <p:cNvSpPr/>
            <p:nvPr/>
          </p:nvSpPr>
          <p:spPr>
            <a:xfrm>
              <a:off x="11262306" y="116397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3" name="pt703"/>
            <p:cNvSpPr/>
            <p:nvPr/>
          </p:nvSpPr>
          <p:spPr>
            <a:xfrm>
              <a:off x="10661152" y="16507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4" name="pt704"/>
            <p:cNvSpPr/>
            <p:nvPr/>
          </p:nvSpPr>
          <p:spPr>
            <a:xfrm>
              <a:off x="9711962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5" name="pt705"/>
            <p:cNvSpPr/>
            <p:nvPr/>
          </p:nvSpPr>
          <p:spPr>
            <a:xfrm>
              <a:off x="9553764" y="25594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6" name="pt706"/>
            <p:cNvSpPr/>
            <p:nvPr/>
          </p:nvSpPr>
          <p:spPr>
            <a:xfrm>
              <a:off x="9269007" y="24296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7" name="pt707"/>
            <p:cNvSpPr/>
            <p:nvPr/>
          </p:nvSpPr>
          <p:spPr>
            <a:xfrm>
              <a:off x="8604574" y="236476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8" name="pt708"/>
            <p:cNvSpPr/>
            <p:nvPr/>
          </p:nvSpPr>
          <p:spPr>
            <a:xfrm>
              <a:off x="10091638" y="21700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9" name="pt709"/>
            <p:cNvSpPr/>
            <p:nvPr/>
          </p:nvSpPr>
          <p:spPr>
            <a:xfrm>
              <a:off x="9110809" y="21051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0" name="pt710"/>
            <p:cNvSpPr/>
            <p:nvPr/>
          </p:nvSpPr>
          <p:spPr>
            <a:xfrm>
              <a:off x="11199026" y="12613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1" name="pt711"/>
            <p:cNvSpPr/>
            <p:nvPr/>
          </p:nvSpPr>
          <p:spPr>
            <a:xfrm>
              <a:off x="10344756" y="152096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2" name="pt712"/>
            <p:cNvSpPr/>
            <p:nvPr/>
          </p:nvSpPr>
          <p:spPr>
            <a:xfrm>
              <a:off x="11293945" y="13262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3" name="pt713"/>
            <p:cNvSpPr/>
            <p:nvPr/>
          </p:nvSpPr>
          <p:spPr>
            <a:xfrm>
              <a:off x="10376395" y="19753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4" name="pt714"/>
            <p:cNvSpPr/>
            <p:nvPr/>
          </p:nvSpPr>
          <p:spPr>
            <a:xfrm>
              <a:off x="9711962" y="17805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5" name="pt715"/>
            <p:cNvSpPr/>
            <p:nvPr/>
          </p:nvSpPr>
          <p:spPr>
            <a:xfrm>
              <a:off x="8667853" y="25594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6" name="pt716"/>
            <p:cNvSpPr/>
            <p:nvPr/>
          </p:nvSpPr>
          <p:spPr>
            <a:xfrm>
              <a:off x="10218197" y="19753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7" name="pt717"/>
            <p:cNvSpPr/>
            <p:nvPr/>
          </p:nvSpPr>
          <p:spPr>
            <a:xfrm>
              <a:off x="9996719" y="13911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8" name="pt718"/>
            <p:cNvSpPr/>
            <p:nvPr/>
          </p:nvSpPr>
          <p:spPr>
            <a:xfrm>
              <a:off x="8478015" y="259194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9" name="pt719"/>
            <p:cNvSpPr/>
            <p:nvPr/>
          </p:nvSpPr>
          <p:spPr>
            <a:xfrm>
              <a:off x="9332286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0" name="pt720"/>
            <p:cNvSpPr/>
            <p:nvPr/>
          </p:nvSpPr>
          <p:spPr>
            <a:xfrm>
              <a:off x="8920971" y="24945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1" name="pt721"/>
            <p:cNvSpPr/>
            <p:nvPr/>
          </p:nvSpPr>
          <p:spPr>
            <a:xfrm>
              <a:off x="11610342" y="16507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2" name="pt722"/>
            <p:cNvSpPr/>
            <p:nvPr/>
          </p:nvSpPr>
          <p:spPr>
            <a:xfrm>
              <a:off x="10977549" y="16507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3" name="pt723"/>
            <p:cNvSpPr/>
            <p:nvPr/>
          </p:nvSpPr>
          <p:spPr>
            <a:xfrm>
              <a:off x="9901800" y="17805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4" name="pt724"/>
            <p:cNvSpPr/>
            <p:nvPr/>
          </p:nvSpPr>
          <p:spPr>
            <a:xfrm>
              <a:off x="8478015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5" name="pt725"/>
            <p:cNvSpPr/>
            <p:nvPr/>
          </p:nvSpPr>
          <p:spPr>
            <a:xfrm>
              <a:off x="10281476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6" name="pt726"/>
            <p:cNvSpPr/>
            <p:nvPr/>
          </p:nvSpPr>
          <p:spPr>
            <a:xfrm>
              <a:off x="8920971" y="20402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7" name="pt727"/>
            <p:cNvSpPr/>
            <p:nvPr/>
          </p:nvSpPr>
          <p:spPr>
            <a:xfrm>
              <a:off x="9870161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8" name="pt728"/>
            <p:cNvSpPr/>
            <p:nvPr/>
          </p:nvSpPr>
          <p:spPr>
            <a:xfrm>
              <a:off x="9585404" y="19753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9" name="pt729"/>
            <p:cNvSpPr/>
            <p:nvPr/>
          </p:nvSpPr>
          <p:spPr>
            <a:xfrm>
              <a:off x="10914269" y="21051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0" name="pt730"/>
            <p:cNvSpPr/>
            <p:nvPr/>
          </p:nvSpPr>
          <p:spPr>
            <a:xfrm>
              <a:off x="11420504" y="14560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1" name="pt731"/>
            <p:cNvSpPr/>
            <p:nvPr/>
          </p:nvSpPr>
          <p:spPr>
            <a:xfrm>
              <a:off x="11895099" y="67716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2" name="pt732"/>
            <p:cNvSpPr/>
            <p:nvPr/>
          </p:nvSpPr>
          <p:spPr>
            <a:xfrm>
              <a:off x="10945909" y="148851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3" name="pt733"/>
            <p:cNvSpPr/>
            <p:nvPr/>
          </p:nvSpPr>
          <p:spPr>
            <a:xfrm>
              <a:off x="11420504" y="17156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4" name="pt734"/>
            <p:cNvSpPr/>
            <p:nvPr/>
          </p:nvSpPr>
          <p:spPr>
            <a:xfrm>
              <a:off x="10186557" y="200777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5" name="pt735"/>
            <p:cNvSpPr/>
            <p:nvPr/>
          </p:nvSpPr>
          <p:spPr>
            <a:xfrm>
              <a:off x="10376395" y="17805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6" name="pt736"/>
            <p:cNvSpPr/>
            <p:nvPr/>
          </p:nvSpPr>
          <p:spPr>
            <a:xfrm>
              <a:off x="11610342" y="1196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7" name="pt737"/>
            <p:cNvSpPr/>
            <p:nvPr/>
          </p:nvSpPr>
          <p:spPr>
            <a:xfrm>
              <a:off x="11420504" y="158587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8" name="pt738"/>
            <p:cNvSpPr/>
            <p:nvPr/>
          </p:nvSpPr>
          <p:spPr>
            <a:xfrm>
              <a:off x="11515423" y="4824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9" name="pt739"/>
            <p:cNvSpPr/>
            <p:nvPr/>
          </p:nvSpPr>
          <p:spPr>
            <a:xfrm>
              <a:off x="10756071" y="184550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0" name="pt740"/>
            <p:cNvSpPr/>
            <p:nvPr/>
          </p:nvSpPr>
          <p:spPr>
            <a:xfrm>
              <a:off x="10471314" y="13911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1" name="pt741"/>
            <p:cNvSpPr/>
            <p:nvPr/>
          </p:nvSpPr>
          <p:spPr>
            <a:xfrm>
              <a:off x="9047529" y="24296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2" name="pt742"/>
            <p:cNvSpPr/>
            <p:nvPr/>
          </p:nvSpPr>
          <p:spPr>
            <a:xfrm>
              <a:off x="10566233" y="21700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3" name="pt743"/>
            <p:cNvSpPr/>
            <p:nvPr/>
          </p:nvSpPr>
          <p:spPr>
            <a:xfrm>
              <a:off x="10661152" y="18130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4" name="pt744"/>
            <p:cNvSpPr/>
            <p:nvPr/>
          </p:nvSpPr>
          <p:spPr>
            <a:xfrm>
              <a:off x="9522124" y="236476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5" name="pt745"/>
            <p:cNvSpPr/>
            <p:nvPr/>
          </p:nvSpPr>
          <p:spPr>
            <a:xfrm>
              <a:off x="9996719" y="22998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6" name="pt746"/>
            <p:cNvSpPr/>
            <p:nvPr/>
          </p:nvSpPr>
          <p:spPr>
            <a:xfrm>
              <a:off x="10471314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7" name="pt747"/>
            <p:cNvSpPr/>
            <p:nvPr/>
          </p:nvSpPr>
          <p:spPr>
            <a:xfrm>
              <a:off x="9332286" y="200777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8" name="pt748"/>
            <p:cNvSpPr/>
            <p:nvPr/>
          </p:nvSpPr>
          <p:spPr>
            <a:xfrm>
              <a:off x="9901800" y="236476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9" name="pt749"/>
            <p:cNvSpPr/>
            <p:nvPr/>
          </p:nvSpPr>
          <p:spPr>
            <a:xfrm>
              <a:off x="8478015" y="22998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0" name="pt750"/>
            <p:cNvSpPr/>
            <p:nvPr/>
          </p:nvSpPr>
          <p:spPr>
            <a:xfrm>
              <a:off x="10850990" y="152096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1" name="pt751"/>
            <p:cNvSpPr/>
            <p:nvPr/>
          </p:nvSpPr>
          <p:spPr>
            <a:xfrm>
              <a:off x="9901800" y="20402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2" name="pt752"/>
            <p:cNvSpPr/>
            <p:nvPr/>
          </p:nvSpPr>
          <p:spPr>
            <a:xfrm>
              <a:off x="11040828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3" name="pt753"/>
            <p:cNvSpPr/>
            <p:nvPr/>
          </p:nvSpPr>
          <p:spPr>
            <a:xfrm>
              <a:off x="9617043" y="23323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4" name="pt754"/>
            <p:cNvSpPr/>
            <p:nvPr/>
          </p:nvSpPr>
          <p:spPr>
            <a:xfrm>
              <a:off x="9332286" y="226740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5" name="pt755"/>
            <p:cNvSpPr/>
            <p:nvPr/>
          </p:nvSpPr>
          <p:spPr>
            <a:xfrm>
              <a:off x="11230666" y="14560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6" name="pt756"/>
            <p:cNvSpPr/>
            <p:nvPr/>
          </p:nvSpPr>
          <p:spPr>
            <a:xfrm>
              <a:off x="9711962" y="18130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7" name="pt757"/>
            <p:cNvSpPr/>
            <p:nvPr/>
          </p:nvSpPr>
          <p:spPr>
            <a:xfrm>
              <a:off x="10661152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8" name="pt758"/>
            <p:cNvSpPr/>
            <p:nvPr/>
          </p:nvSpPr>
          <p:spPr>
            <a:xfrm>
              <a:off x="11135747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9" name="pt759"/>
            <p:cNvSpPr/>
            <p:nvPr/>
          </p:nvSpPr>
          <p:spPr>
            <a:xfrm>
              <a:off x="8478015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0" name="pt760"/>
            <p:cNvSpPr/>
            <p:nvPr/>
          </p:nvSpPr>
          <p:spPr>
            <a:xfrm>
              <a:off x="8478015" y="24945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1" name="pt761"/>
            <p:cNvSpPr/>
            <p:nvPr/>
          </p:nvSpPr>
          <p:spPr>
            <a:xfrm>
              <a:off x="10186557" y="246212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2" name="pt762"/>
            <p:cNvSpPr/>
            <p:nvPr/>
          </p:nvSpPr>
          <p:spPr>
            <a:xfrm>
              <a:off x="10945909" y="17156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3" name="pt763"/>
            <p:cNvSpPr/>
            <p:nvPr/>
          </p:nvSpPr>
          <p:spPr>
            <a:xfrm>
              <a:off x="9522124" y="22998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4" name="pt764"/>
            <p:cNvSpPr/>
            <p:nvPr/>
          </p:nvSpPr>
          <p:spPr>
            <a:xfrm>
              <a:off x="9617043" y="24296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5" name="pt765"/>
            <p:cNvSpPr/>
            <p:nvPr/>
          </p:nvSpPr>
          <p:spPr>
            <a:xfrm>
              <a:off x="10281476" y="20726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6" name="pt766"/>
            <p:cNvSpPr/>
            <p:nvPr/>
          </p:nvSpPr>
          <p:spPr>
            <a:xfrm>
              <a:off x="9427205" y="236476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7" name="pt767"/>
            <p:cNvSpPr/>
            <p:nvPr/>
          </p:nvSpPr>
          <p:spPr>
            <a:xfrm>
              <a:off x="11610342" y="116397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8" name="pt768"/>
            <p:cNvSpPr/>
            <p:nvPr/>
          </p:nvSpPr>
          <p:spPr>
            <a:xfrm>
              <a:off x="8478015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9" name="pt769"/>
            <p:cNvSpPr/>
            <p:nvPr/>
          </p:nvSpPr>
          <p:spPr>
            <a:xfrm>
              <a:off x="9806881" y="17156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0" name="pt770"/>
            <p:cNvSpPr/>
            <p:nvPr/>
          </p:nvSpPr>
          <p:spPr>
            <a:xfrm>
              <a:off x="9680323" y="24945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1" name="pt771"/>
            <p:cNvSpPr/>
            <p:nvPr/>
          </p:nvSpPr>
          <p:spPr>
            <a:xfrm>
              <a:off x="10661152" y="17805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2" name="pt772"/>
            <p:cNvSpPr/>
            <p:nvPr/>
          </p:nvSpPr>
          <p:spPr>
            <a:xfrm>
              <a:off x="9332286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3" name="pt773"/>
            <p:cNvSpPr/>
            <p:nvPr/>
          </p:nvSpPr>
          <p:spPr>
            <a:xfrm>
              <a:off x="8826052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4" name="pt774"/>
            <p:cNvSpPr/>
            <p:nvPr/>
          </p:nvSpPr>
          <p:spPr>
            <a:xfrm>
              <a:off x="8478015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5" name="pt775"/>
            <p:cNvSpPr/>
            <p:nvPr/>
          </p:nvSpPr>
          <p:spPr>
            <a:xfrm>
              <a:off x="9711962" y="24296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6" name="pt776"/>
            <p:cNvSpPr/>
            <p:nvPr/>
          </p:nvSpPr>
          <p:spPr>
            <a:xfrm>
              <a:off x="8604574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7" name="pt777"/>
            <p:cNvSpPr/>
            <p:nvPr/>
          </p:nvSpPr>
          <p:spPr>
            <a:xfrm>
              <a:off x="8794412" y="24945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8" name="pt778"/>
            <p:cNvSpPr/>
            <p:nvPr/>
          </p:nvSpPr>
          <p:spPr>
            <a:xfrm>
              <a:off x="8667853" y="21700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9" name="pt779"/>
            <p:cNvSpPr/>
            <p:nvPr/>
          </p:nvSpPr>
          <p:spPr>
            <a:xfrm>
              <a:off x="9427205" y="16507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0" name="pt780"/>
            <p:cNvSpPr/>
            <p:nvPr/>
          </p:nvSpPr>
          <p:spPr>
            <a:xfrm>
              <a:off x="8857691" y="236476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1" name="pt781"/>
            <p:cNvSpPr/>
            <p:nvPr/>
          </p:nvSpPr>
          <p:spPr>
            <a:xfrm>
              <a:off x="10724431" y="17805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2" name="pt782"/>
            <p:cNvSpPr/>
            <p:nvPr/>
          </p:nvSpPr>
          <p:spPr>
            <a:xfrm>
              <a:off x="9522124" y="20402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3" name="pt783"/>
            <p:cNvSpPr/>
            <p:nvPr/>
          </p:nvSpPr>
          <p:spPr>
            <a:xfrm>
              <a:off x="8857691" y="25594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4" name="pt784"/>
            <p:cNvSpPr/>
            <p:nvPr/>
          </p:nvSpPr>
          <p:spPr>
            <a:xfrm>
              <a:off x="9711962" y="21375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5" name="pt785"/>
            <p:cNvSpPr/>
            <p:nvPr/>
          </p:nvSpPr>
          <p:spPr>
            <a:xfrm>
              <a:off x="9680323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6" name="pt786"/>
            <p:cNvSpPr/>
            <p:nvPr/>
          </p:nvSpPr>
          <p:spPr>
            <a:xfrm>
              <a:off x="9965080" y="20402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7" name="pt787"/>
            <p:cNvSpPr/>
            <p:nvPr/>
          </p:nvSpPr>
          <p:spPr>
            <a:xfrm>
              <a:off x="9901800" y="22998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8" name="pt788"/>
            <p:cNvSpPr/>
            <p:nvPr/>
          </p:nvSpPr>
          <p:spPr>
            <a:xfrm>
              <a:off x="10661152" y="19753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9" name="pt789"/>
            <p:cNvSpPr/>
            <p:nvPr/>
          </p:nvSpPr>
          <p:spPr>
            <a:xfrm>
              <a:off x="10945909" y="17156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0" name="pt790"/>
            <p:cNvSpPr/>
            <p:nvPr/>
          </p:nvSpPr>
          <p:spPr>
            <a:xfrm>
              <a:off x="8699493" y="25594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1" name="pt791"/>
            <p:cNvSpPr/>
            <p:nvPr/>
          </p:nvSpPr>
          <p:spPr>
            <a:xfrm>
              <a:off x="8857691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2" name="pt792"/>
            <p:cNvSpPr/>
            <p:nvPr/>
          </p:nvSpPr>
          <p:spPr>
            <a:xfrm>
              <a:off x="11104107" y="14560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3" name="pt793"/>
            <p:cNvSpPr/>
            <p:nvPr/>
          </p:nvSpPr>
          <p:spPr>
            <a:xfrm>
              <a:off x="9142448" y="24296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4" name="pt794"/>
            <p:cNvSpPr/>
            <p:nvPr/>
          </p:nvSpPr>
          <p:spPr>
            <a:xfrm>
              <a:off x="9585404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5" name="pt795"/>
            <p:cNvSpPr/>
            <p:nvPr/>
          </p:nvSpPr>
          <p:spPr>
            <a:xfrm>
              <a:off x="10534594" y="21051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6" name="pt796"/>
            <p:cNvSpPr/>
            <p:nvPr/>
          </p:nvSpPr>
          <p:spPr>
            <a:xfrm>
              <a:off x="9522124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7" name="pt797"/>
            <p:cNvSpPr/>
            <p:nvPr/>
          </p:nvSpPr>
          <p:spPr>
            <a:xfrm>
              <a:off x="11104107" y="1196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8" name="pt798"/>
            <p:cNvSpPr/>
            <p:nvPr/>
          </p:nvSpPr>
          <p:spPr>
            <a:xfrm>
              <a:off x="8478015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9" name="pt799"/>
            <p:cNvSpPr/>
            <p:nvPr/>
          </p:nvSpPr>
          <p:spPr>
            <a:xfrm>
              <a:off x="8889331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0" name="pt800"/>
            <p:cNvSpPr/>
            <p:nvPr/>
          </p:nvSpPr>
          <p:spPr>
            <a:xfrm>
              <a:off x="11705261" y="158587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1" name="pt801"/>
            <p:cNvSpPr/>
            <p:nvPr/>
          </p:nvSpPr>
          <p:spPr>
            <a:xfrm>
              <a:off x="10850990" y="1520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2" name="pt802"/>
            <p:cNvSpPr/>
            <p:nvPr/>
          </p:nvSpPr>
          <p:spPr>
            <a:xfrm>
              <a:off x="9047529" y="19753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3" name="pt803"/>
            <p:cNvSpPr/>
            <p:nvPr/>
          </p:nvSpPr>
          <p:spPr>
            <a:xfrm>
              <a:off x="9648683" y="19753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4" name="pt804"/>
            <p:cNvSpPr/>
            <p:nvPr/>
          </p:nvSpPr>
          <p:spPr>
            <a:xfrm>
              <a:off x="9996719" y="24296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5" name="pt805"/>
            <p:cNvSpPr/>
            <p:nvPr/>
          </p:nvSpPr>
          <p:spPr>
            <a:xfrm>
              <a:off x="9617043" y="19753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6" name="pt806"/>
            <p:cNvSpPr/>
            <p:nvPr/>
          </p:nvSpPr>
          <p:spPr>
            <a:xfrm>
              <a:off x="9965080" y="20402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7" name="pt807"/>
            <p:cNvSpPr/>
            <p:nvPr/>
          </p:nvSpPr>
          <p:spPr>
            <a:xfrm>
              <a:off x="11610342" y="1196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8" name="pt808"/>
            <p:cNvSpPr/>
            <p:nvPr/>
          </p:nvSpPr>
          <p:spPr>
            <a:xfrm>
              <a:off x="8478015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9" name="pt809"/>
            <p:cNvSpPr/>
            <p:nvPr/>
          </p:nvSpPr>
          <p:spPr>
            <a:xfrm>
              <a:off x="8478015" y="259194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0" name="pt810"/>
            <p:cNvSpPr/>
            <p:nvPr/>
          </p:nvSpPr>
          <p:spPr>
            <a:xfrm>
              <a:off x="11483783" y="14560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1" name="pt811"/>
            <p:cNvSpPr/>
            <p:nvPr/>
          </p:nvSpPr>
          <p:spPr>
            <a:xfrm>
              <a:off x="10313116" y="17805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2" name="pt812"/>
            <p:cNvSpPr/>
            <p:nvPr/>
          </p:nvSpPr>
          <p:spPr>
            <a:xfrm>
              <a:off x="10376395" y="19753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3" name="pt813"/>
            <p:cNvSpPr/>
            <p:nvPr/>
          </p:nvSpPr>
          <p:spPr>
            <a:xfrm>
              <a:off x="9806881" y="19753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4" name="pt814"/>
            <p:cNvSpPr/>
            <p:nvPr/>
          </p:nvSpPr>
          <p:spPr>
            <a:xfrm>
              <a:off x="10914269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5" name="pt815"/>
            <p:cNvSpPr/>
            <p:nvPr/>
          </p:nvSpPr>
          <p:spPr>
            <a:xfrm>
              <a:off x="10186557" y="20726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6" name="pt816"/>
            <p:cNvSpPr/>
            <p:nvPr/>
          </p:nvSpPr>
          <p:spPr>
            <a:xfrm>
              <a:off x="9617043" y="22024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7" name="pt817"/>
            <p:cNvSpPr/>
            <p:nvPr/>
          </p:nvSpPr>
          <p:spPr>
            <a:xfrm>
              <a:off x="9237367" y="20402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8" name="pt818"/>
            <p:cNvSpPr/>
            <p:nvPr/>
          </p:nvSpPr>
          <p:spPr>
            <a:xfrm>
              <a:off x="10945909" y="113152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9" name="pt819"/>
            <p:cNvSpPr/>
            <p:nvPr/>
          </p:nvSpPr>
          <p:spPr>
            <a:xfrm>
              <a:off x="10724431" y="16507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0" name="pt820"/>
            <p:cNvSpPr/>
            <p:nvPr/>
          </p:nvSpPr>
          <p:spPr>
            <a:xfrm>
              <a:off x="11420504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1" name="pt821"/>
            <p:cNvSpPr/>
            <p:nvPr/>
          </p:nvSpPr>
          <p:spPr>
            <a:xfrm>
              <a:off x="9522124" y="19753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2" name="pt822"/>
            <p:cNvSpPr/>
            <p:nvPr/>
          </p:nvSpPr>
          <p:spPr>
            <a:xfrm>
              <a:off x="10313116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3" name="pt823"/>
            <p:cNvSpPr/>
            <p:nvPr/>
          </p:nvSpPr>
          <p:spPr>
            <a:xfrm>
              <a:off x="8667853" y="25594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4" name="pt824"/>
            <p:cNvSpPr/>
            <p:nvPr/>
          </p:nvSpPr>
          <p:spPr>
            <a:xfrm>
              <a:off x="10218197" y="16507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5" name="pt825"/>
            <p:cNvSpPr/>
            <p:nvPr/>
          </p:nvSpPr>
          <p:spPr>
            <a:xfrm>
              <a:off x="9901800" y="21051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6" name="pt826"/>
            <p:cNvSpPr/>
            <p:nvPr/>
          </p:nvSpPr>
          <p:spPr>
            <a:xfrm>
              <a:off x="11135747" y="113152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7" name="pt827"/>
            <p:cNvSpPr/>
            <p:nvPr/>
          </p:nvSpPr>
          <p:spPr>
            <a:xfrm>
              <a:off x="10091638" y="17156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8" name="pt828"/>
            <p:cNvSpPr/>
            <p:nvPr/>
          </p:nvSpPr>
          <p:spPr>
            <a:xfrm>
              <a:off x="9395566" y="25270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9" name="pt829"/>
            <p:cNvSpPr/>
            <p:nvPr/>
          </p:nvSpPr>
          <p:spPr>
            <a:xfrm>
              <a:off x="10186557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0" name="pt830"/>
            <p:cNvSpPr/>
            <p:nvPr/>
          </p:nvSpPr>
          <p:spPr>
            <a:xfrm>
              <a:off x="9617043" y="21051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1" name="pt831"/>
            <p:cNvSpPr/>
            <p:nvPr/>
          </p:nvSpPr>
          <p:spPr>
            <a:xfrm>
              <a:off x="10376395" y="14560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2" name="pt832"/>
            <p:cNvSpPr/>
            <p:nvPr/>
          </p:nvSpPr>
          <p:spPr>
            <a:xfrm>
              <a:off x="9617043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3" name="pt833"/>
            <p:cNvSpPr/>
            <p:nvPr/>
          </p:nvSpPr>
          <p:spPr>
            <a:xfrm>
              <a:off x="10281476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4" name="pt834"/>
            <p:cNvSpPr/>
            <p:nvPr/>
          </p:nvSpPr>
          <p:spPr>
            <a:xfrm>
              <a:off x="10281476" y="129379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5" name="pt835"/>
            <p:cNvSpPr/>
            <p:nvPr/>
          </p:nvSpPr>
          <p:spPr>
            <a:xfrm>
              <a:off x="9901800" y="17156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6" name="pt836"/>
            <p:cNvSpPr/>
            <p:nvPr/>
          </p:nvSpPr>
          <p:spPr>
            <a:xfrm>
              <a:off x="9300647" y="22998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7" name="pt837"/>
            <p:cNvSpPr/>
            <p:nvPr/>
          </p:nvSpPr>
          <p:spPr>
            <a:xfrm>
              <a:off x="10091638" y="20402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8" name="pt838"/>
            <p:cNvSpPr/>
            <p:nvPr/>
          </p:nvSpPr>
          <p:spPr>
            <a:xfrm>
              <a:off x="11040828" y="19753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9" name="pt839"/>
            <p:cNvSpPr/>
            <p:nvPr/>
          </p:nvSpPr>
          <p:spPr>
            <a:xfrm>
              <a:off x="9617043" y="226740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0" name="pt840"/>
            <p:cNvSpPr/>
            <p:nvPr/>
          </p:nvSpPr>
          <p:spPr>
            <a:xfrm>
              <a:off x="10566233" y="158587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1" name="pt841"/>
            <p:cNvSpPr/>
            <p:nvPr/>
          </p:nvSpPr>
          <p:spPr>
            <a:xfrm>
              <a:off x="9617043" y="21700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2" name="pt842"/>
            <p:cNvSpPr/>
            <p:nvPr/>
          </p:nvSpPr>
          <p:spPr>
            <a:xfrm>
              <a:off x="10914269" y="16507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3" name="pt843"/>
            <p:cNvSpPr/>
            <p:nvPr/>
          </p:nvSpPr>
          <p:spPr>
            <a:xfrm>
              <a:off x="9806881" y="24945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4" name="pt844"/>
            <p:cNvSpPr/>
            <p:nvPr/>
          </p:nvSpPr>
          <p:spPr>
            <a:xfrm>
              <a:off x="9996719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5" name="pt845"/>
            <p:cNvSpPr/>
            <p:nvPr/>
          </p:nvSpPr>
          <p:spPr>
            <a:xfrm>
              <a:off x="9617043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6" name="pt846"/>
            <p:cNvSpPr/>
            <p:nvPr/>
          </p:nvSpPr>
          <p:spPr>
            <a:xfrm>
              <a:off x="9617043" y="21700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7" name="pt847"/>
            <p:cNvSpPr/>
            <p:nvPr/>
          </p:nvSpPr>
          <p:spPr>
            <a:xfrm>
              <a:off x="9617043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8" name="pt848"/>
            <p:cNvSpPr/>
            <p:nvPr/>
          </p:nvSpPr>
          <p:spPr>
            <a:xfrm>
              <a:off x="9522124" y="21051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9" name="pt849"/>
            <p:cNvSpPr/>
            <p:nvPr/>
          </p:nvSpPr>
          <p:spPr>
            <a:xfrm>
              <a:off x="9300647" y="259194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0" name="pt850"/>
            <p:cNvSpPr/>
            <p:nvPr/>
          </p:nvSpPr>
          <p:spPr>
            <a:xfrm>
              <a:off x="8478015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1" name="pt851"/>
            <p:cNvSpPr/>
            <p:nvPr/>
          </p:nvSpPr>
          <p:spPr>
            <a:xfrm>
              <a:off x="9553764" y="194286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2" name="pt852"/>
            <p:cNvSpPr/>
            <p:nvPr/>
          </p:nvSpPr>
          <p:spPr>
            <a:xfrm>
              <a:off x="11420504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3" name="pt853"/>
            <p:cNvSpPr/>
            <p:nvPr/>
          </p:nvSpPr>
          <p:spPr>
            <a:xfrm>
              <a:off x="10408035" y="17156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4" name="pt854"/>
            <p:cNvSpPr/>
            <p:nvPr/>
          </p:nvSpPr>
          <p:spPr>
            <a:xfrm>
              <a:off x="8762772" y="21051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5" name="pt855"/>
            <p:cNvSpPr/>
            <p:nvPr/>
          </p:nvSpPr>
          <p:spPr>
            <a:xfrm>
              <a:off x="10091638" y="18779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6" name="pt856"/>
            <p:cNvSpPr/>
            <p:nvPr/>
          </p:nvSpPr>
          <p:spPr>
            <a:xfrm>
              <a:off x="10629512" y="148851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7" name="pt857"/>
            <p:cNvSpPr/>
            <p:nvPr/>
          </p:nvSpPr>
          <p:spPr>
            <a:xfrm>
              <a:off x="9300647" y="24945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8" name="pt858"/>
            <p:cNvSpPr/>
            <p:nvPr/>
          </p:nvSpPr>
          <p:spPr>
            <a:xfrm>
              <a:off x="8478015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9" name="pt859"/>
            <p:cNvSpPr/>
            <p:nvPr/>
          </p:nvSpPr>
          <p:spPr>
            <a:xfrm>
              <a:off x="8889331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0" name="pt860"/>
            <p:cNvSpPr/>
            <p:nvPr/>
          </p:nvSpPr>
          <p:spPr>
            <a:xfrm>
              <a:off x="8572934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1" name="pt861"/>
            <p:cNvSpPr/>
            <p:nvPr/>
          </p:nvSpPr>
          <p:spPr>
            <a:xfrm>
              <a:off x="8478015" y="24945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2" name="pt862"/>
            <p:cNvSpPr/>
            <p:nvPr/>
          </p:nvSpPr>
          <p:spPr>
            <a:xfrm>
              <a:off x="9142448" y="17156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3" name="pt863"/>
            <p:cNvSpPr/>
            <p:nvPr/>
          </p:nvSpPr>
          <p:spPr>
            <a:xfrm>
              <a:off x="9965080" y="22024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4" name="pt864"/>
            <p:cNvSpPr/>
            <p:nvPr/>
          </p:nvSpPr>
          <p:spPr>
            <a:xfrm>
              <a:off x="9332286" y="226740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5" name="pt865"/>
            <p:cNvSpPr/>
            <p:nvPr/>
          </p:nvSpPr>
          <p:spPr>
            <a:xfrm>
              <a:off x="8984250" y="25270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6" name="pt866"/>
            <p:cNvSpPr/>
            <p:nvPr/>
          </p:nvSpPr>
          <p:spPr>
            <a:xfrm>
              <a:off x="11515423" y="113152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7" name="pt867"/>
            <p:cNvSpPr/>
            <p:nvPr/>
          </p:nvSpPr>
          <p:spPr>
            <a:xfrm>
              <a:off x="11800180" y="100170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8" name="pt868"/>
            <p:cNvSpPr/>
            <p:nvPr/>
          </p:nvSpPr>
          <p:spPr>
            <a:xfrm>
              <a:off x="10629512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9" name="pt869"/>
            <p:cNvSpPr/>
            <p:nvPr/>
          </p:nvSpPr>
          <p:spPr>
            <a:xfrm>
              <a:off x="11705261" y="14560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0" name="pt870"/>
            <p:cNvSpPr/>
            <p:nvPr/>
          </p:nvSpPr>
          <p:spPr>
            <a:xfrm>
              <a:off x="8920971" y="25594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1" name="pt871"/>
            <p:cNvSpPr/>
            <p:nvPr/>
          </p:nvSpPr>
          <p:spPr>
            <a:xfrm>
              <a:off x="9901800" y="21700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2" name="pt872"/>
            <p:cNvSpPr/>
            <p:nvPr/>
          </p:nvSpPr>
          <p:spPr>
            <a:xfrm>
              <a:off x="10408035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3" name="pt873"/>
            <p:cNvSpPr/>
            <p:nvPr/>
          </p:nvSpPr>
          <p:spPr>
            <a:xfrm>
              <a:off x="9617043" y="20402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4" name="pt874"/>
            <p:cNvSpPr/>
            <p:nvPr/>
          </p:nvSpPr>
          <p:spPr>
            <a:xfrm>
              <a:off x="9901800" y="21700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5" name="pt875"/>
            <p:cNvSpPr/>
            <p:nvPr/>
          </p:nvSpPr>
          <p:spPr>
            <a:xfrm>
              <a:off x="9300647" y="236476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6" name="pt876"/>
            <p:cNvSpPr/>
            <p:nvPr/>
          </p:nvSpPr>
          <p:spPr>
            <a:xfrm>
              <a:off x="10629512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7" name="pt877"/>
            <p:cNvSpPr/>
            <p:nvPr/>
          </p:nvSpPr>
          <p:spPr>
            <a:xfrm>
              <a:off x="10756071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8" name="pt878"/>
            <p:cNvSpPr/>
            <p:nvPr/>
          </p:nvSpPr>
          <p:spPr>
            <a:xfrm>
              <a:off x="9110809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9" name="pt879"/>
            <p:cNvSpPr/>
            <p:nvPr/>
          </p:nvSpPr>
          <p:spPr>
            <a:xfrm>
              <a:off x="10471314" y="13911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0" name="pt880"/>
            <p:cNvSpPr/>
            <p:nvPr/>
          </p:nvSpPr>
          <p:spPr>
            <a:xfrm>
              <a:off x="9617043" y="16832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1" name="pt881"/>
            <p:cNvSpPr/>
            <p:nvPr/>
          </p:nvSpPr>
          <p:spPr>
            <a:xfrm>
              <a:off x="11262306" y="142360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2" name="pt882"/>
            <p:cNvSpPr/>
            <p:nvPr/>
          </p:nvSpPr>
          <p:spPr>
            <a:xfrm>
              <a:off x="10186557" y="14560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3" name="pt883"/>
            <p:cNvSpPr/>
            <p:nvPr/>
          </p:nvSpPr>
          <p:spPr>
            <a:xfrm>
              <a:off x="9743602" y="194286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4" name="pt884"/>
            <p:cNvSpPr/>
            <p:nvPr/>
          </p:nvSpPr>
          <p:spPr>
            <a:xfrm>
              <a:off x="11515423" y="12613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5" name="pt885"/>
            <p:cNvSpPr/>
            <p:nvPr/>
          </p:nvSpPr>
          <p:spPr>
            <a:xfrm>
              <a:off x="9490485" y="20402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6" name="pt886"/>
            <p:cNvSpPr/>
            <p:nvPr/>
          </p:nvSpPr>
          <p:spPr>
            <a:xfrm>
              <a:off x="9522124" y="21700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7" name="pt887"/>
            <p:cNvSpPr/>
            <p:nvPr/>
          </p:nvSpPr>
          <p:spPr>
            <a:xfrm>
              <a:off x="11135747" y="13586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8" name="pt888"/>
            <p:cNvSpPr/>
            <p:nvPr/>
          </p:nvSpPr>
          <p:spPr>
            <a:xfrm>
              <a:off x="9522124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9" name="pt889"/>
            <p:cNvSpPr/>
            <p:nvPr/>
          </p:nvSpPr>
          <p:spPr>
            <a:xfrm>
              <a:off x="11040828" y="13586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0" name="pt890"/>
            <p:cNvSpPr/>
            <p:nvPr/>
          </p:nvSpPr>
          <p:spPr>
            <a:xfrm>
              <a:off x="9110809" y="24945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1" name="pt891"/>
            <p:cNvSpPr/>
            <p:nvPr/>
          </p:nvSpPr>
          <p:spPr>
            <a:xfrm>
              <a:off x="8984250" y="21700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2" name="pt892"/>
            <p:cNvSpPr/>
            <p:nvPr/>
          </p:nvSpPr>
          <p:spPr>
            <a:xfrm>
              <a:off x="8636214" y="24945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3" name="pt893"/>
            <p:cNvSpPr/>
            <p:nvPr/>
          </p:nvSpPr>
          <p:spPr>
            <a:xfrm>
              <a:off x="8667853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4" name="pt894"/>
            <p:cNvSpPr/>
            <p:nvPr/>
          </p:nvSpPr>
          <p:spPr>
            <a:xfrm>
              <a:off x="10091638" y="158587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5" name="pt895"/>
            <p:cNvSpPr/>
            <p:nvPr/>
          </p:nvSpPr>
          <p:spPr>
            <a:xfrm>
              <a:off x="10154918" y="184550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6" name="pt896"/>
            <p:cNvSpPr/>
            <p:nvPr/>
          </p:nvSpPr>
          <p:spPr>
            <a:xfrm>
              <a:off x="10945909" y="17156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7" name="pt897"/>
            <p:cNvSpPr/>
            <p:nvPr/>
          </p:nvSpPr>
          <p:spPr>
            <a:xfrm>
              <a:off x="9490485" y="22998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8" name="pt898"/>
            <p:cNvSpPr/>
            <p:nvPr/>
          </p:nvSpPr>
          <p:spPr>
            <a:xfrm>
              <a:off x="10471314" y="21375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9" name="pt899"/>
            <p:cNvSpPr/>
            <p:nvPr/>
          </p:nvSpPr>
          <p:spPr>
            <a:xfrm>
              <a:off x="10566233" y="20402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0" name="pt900"/>
            <p:cNvSpPr/>
            <p:nvPr/>
          </p:nvSpPr>
          <p:spPr>
            <a:xfrm>
              <a:off x="9047529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1" name="pt901"/>
            <p:cNvSpPr/>
            <p:nvPr/>
          </p:nvSpPr>
          <p:spPr>
            <a:xfrm>
              <a:off x="9617043" y="21051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2" name="pt902"/>
            <p:cNvSpPr/>
            <p:nvPr/>
          </p:nvSpPr>
          <p:spPr>
            <a:xfrm>
              <a:off x="9901800" y="25594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3" name="pt903"/>
            <p:cNvSpPr/>
            <p:nvPr/>
          </p:nvSpPr>
          <p:spPr>
            <a:xfrm>
              <a:off x="10376395" y="22998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4" name="pt904"/>
            <p:cNvSpPr/>
            <p:nvPr/>
          </p:nvSpPr>
          <p:spPr>
            <a:xfrm>
              <a:off x="8509655" y="259194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5" name="pt905"/>
            <p:cNvSpPr/>
            <p:nvPr/>
          </p:nvSpPr>
          <p:spPr>
            <a:xfrm>
              <a:off x="11483783" y="17156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6" name="pt906"/>
            <p:cNvSpPr/>
            <p:nvPr/>
          </p:nvSpPr>
          <p:spPr>
            <a:xfrm>
              <a:off x="11515423" y="12288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7" name="pt907"/>
            <p:cNvSpPr/>
            <p:nvPr/>
          </p:nvSpPr>
          <p:spPr>
            <a:xfrm>
              <a:off x="11135747" y="17805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8" name="pt908"/>
            <p:cNvSpPr/>
            <p:nvPr/>
          </p:nvSpPr>
          <p:spPr>
            <a:xfrm>
              <a:off x="11040828" y="17481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9" name="pt909"/>
            <p:cNvSpPr/>
            <p:nvPr/>
          </p:nvSpPr>
          <p:spPr>
            <a:xfrm>
              <a:off x="10724431" y="14560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0" name="pt910"/>
            <p:cNvSpPr/>
            <p:nvPr/>
          </p:nvSpPr>
          <p:spPr>
            <a:xfrm>
              <a:off x="8572934" y="25594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1" name="pt911"/>
            <p:cNvSpPr/>
            <p:nvPr/>
          </p:nvSpPr>
          <p:spPr>
            <a:xfrm>
              <a:off x="11705261" y="106661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2" name="pt912"/>
            <p:cNvSpPr/>
            <p:nvPr/>
          </p:nvSpPr>
          <p:spPr>
            <a:xfrm>
              <a:off x="9806881" y="17805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3" name="pt913"/>
            <p:cNvSpPr/>
            <p:nvPr/>
          </p:nvSpPr>
          <p:spPr>
            <a:xfrm>
              <a:off x="10186557" y="184550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4" name="pt914"/>
            <p:cNvSpPr/>
            <p:nvPr/>
          </p:nvSpPr>
          <p:spPr>
            <a:xfrm>
              <a:off x="9996719" y="246212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5" name="pt915"/>
            <p:cNvSpPr/>
            <p:nvPr/>
          </p:nvSpPr>
          <p:spPr>
            <a:xfrm>
              <a:off x="9775242" y="21700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6" name="pt916"/>
            <p:cNvSpPr/>
            <p:nvPr/>
          </p:nvSpPr>
          <p:spPr>
            <a:xfrm>
              <a:off x="8478015" y="25594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7" name="pt917"/>
            <p:cNvSpPr/>
            <p:nvPr/>
          </p:nvSpPr>
          <p:spPr>
            <a:xfrm>
              <a:off x="9395566" y="246212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8" name="pt918"/>
            <p:cNvSpPr/>
            <p:nvPr/>
          </p:nvSpPr>
          <p:spPr>
            <a:xfrm>
              <a:off x="8731133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9" name="pt919"/>
            <p:cNvSpPr/>
            <p:nvPr/>
          </p:nvSpPr>
          <p:spPr>
            <a:xfrm>
              <a:off x="10091638" y="21700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0" name="pt920"/>
            <p:cNvSpPr/>
            <p:nvPr/>
          </p:nvSpPr>
          <p:spPr>
            <a:xfrm>
              <a:off x="10091638" y="24296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1" name="pt921"/>
            <p:cNvSpPr/>
            <p:nvPr/>
          </p:nvSpPr>
          <p:spPr>
            <a:xfrm>
              <a:off x="8889331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2" name="pt922"/>
            <p:cNvSpPr/>
            <p:nvPr/>
          </p:nvSpPr>
          <p:spPr>
            <a:xfrm>
              <a:off x="9585404" y="226740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3" name="pl923"/>
            <p:cNvSpPr/>
            <p:nvPr/>
          </p:nvSpPr>
          <p:spPr>
            <a:xfrm>
              <a:off x="8502841" y="1428357"/>
              <a:ext cx="3227245" cy="1149498"/>
            </a:xfrm>
            <a:custGeom>
              <a:avLst/>
              <a:gdLst/>
              <a:ahLst/>
              <a:cxnLst/>
              <a:rect l="0" t="0" r="0" b="0"/>
              <a:pathLst>
                <a:path w="3227245" h="1149498">
                  <a:moveTo>
                    <a:pt x="0" y="1149498"/>
                  </a:moveTo>
                  <a:lnTo>
                    <a:pt x="40851" y="1134947"/>
                  </a:lnTo>
                  <a:lnTo>
                    <a:pt x="81702" y="1120397"/>
                  </a:lnTo>
                  <a:lnTo>
                    <a:pt x="122553" y="1105846"/>
                  </a:lnTo>
                  <a:lnTo>
                    <a:pt x="163404" y="1091295"/>
                  </a:lnTo>
                  <a:lnTo>
                    <a:pt x="204256" y="1076745"/>
                  </a:lnTo>
                  <a:lnTo>
                    <a:pt x="245107" y="1062194"/>
                  </a:lnTo>
                  <a:lnTo>
                    <a:pt x="285958" y="1047644"/>
                  </a:lnTo>
                  <a:lnTo>
                    <a:pt x="326809" y="1033093"/>
                  </a:lnTo>
                  <a:lnTo>
                    <a:pt x="367660" y="1018542"/>
                  </a:lnTo>
                  <a:lnTo>
                    <a:pt x="408512" y="1003992"/>
                  </a:lnTo>
                  <a:lnTo>
                    <a:pt x="449363" y="989441"/>
                  </a:lnTo>
                  <a:lnTo>
                    <a:pt x="490214" y="974890"/>
                  </a:lnTo>
                  <a:lnTo>
                    <a:pt x="531065" y="960340"/>
                  </a:lnTo>
                  <a:lnTo>
                    <a:pt x="571916" y="945789"/>
                  </a:lnTo>
                  <a:lnTo>
                    <a:pt x="612768" y="931239"/>
                  </a:lnTo>
                  <a:lnTo>
                    <a:pt x="653619" y="916688"/>
                  </a:lnTo>
                  <a:lnTo>
                    <a:pt x="694470" y="902137"/>
                  </a:lnTo>
                  <a:lnTo>
                    <a:pt x="735321" y="887587"/>
                  </a:lnTo>
                  <a:lnTo>
                    <a:pt x="776172" y="873036"/>
                  </a:lnTo>
                  <a:lnTo>
                    <a:pt x="817024" y="858486"/>
                  </a:lnTo>
                  <a:lnTo>
                    <a:pt x="857875" y="843935"/>
                  </a:lnTo>
                  <a:lnTo>
                    <a:pt x="898726" y="829384"/>
                  </a:lnTo>
                  <a:lnTo>
                    <a:pt x="939577" y="814834"/>
                  </a:lnTo>
                  <a:lnTo>
                    <a:pt x="980429" y="800283"/>
                  </a:lnTo>
                  <a:lnTo>
                    <a:pt x="1021280" y="785733"/>
                  </a:lnTo>
                  <a:lnTo>
                    <a:pt x="1062131" y="771182"/>
                  </a:lnTo>
                  <a:lnTo>
                    <a:pt x="1102982" y="756631"/>
                  </a:lnTo>
                  <a:lnTo>
                    <a:pt x="1143833" y="742081"/>
                  </a:lnTo>
                  <a:lnTo>
                    <a:pt x="1184685" y="727530"/>
                  </a:lnTo>
                  <a:lnTo>
                    <a:pt x="1225536" y="712979"/>
                  </a:lnTo>
                  <a:lnTo>
                    <a:pt x="1266387" y="698429"/>
                  </a:lnTo>
                  <a:lnTo>
                    <a:pt x="1307238" y="683878"/>
                  </a:lnTo>
                  <a:lnTo>
                    <a:pt x="1348089" y="669328"/>
                  </a:lnTo>
                  <a:lnTo>
                    <a:pt x="1388941" y="654777"/>
                  </a:lnTo>
                  <a:lnTo>
                    <a:pt x="1429792" y="640226"/>
                  </a:lnTo>
                  <a:lnTo>
                    <a:pt x="1470643" y="625676"/>
                  </a:lnTo>
                  <a:lnTo>
                    <a:pt x="1511494" y="611125"/>
                  </a:lnTo>
                  <a:lnTo>
                    <a:pt x="1552345" y="596575"/>
                  </a:lnTo>
                  <a:lnTo>
                    <a:pt x="1593197" y="582024"/>
                  </a:lnTo>
                  <a:lnTo>
                    <a:pt x="1634048" y="567473"/>
                  </a:lnTo>
                  <a:lnTo>
                    <a:pt x="1674899" y="552923"/>
                  </a:lnTo>
                  <a:lnTo>
                    <a:pt x="1715750" y="538372"/>
                  </a:lnTo>
                  <a:lnTo>
                    <a:pt x="1756601" y="523822"/>
                  </a:lnTo>
                  <a:lnTo>
                    <a:pt x="1797453" y="509271"/>
                  </a:lnTo>
                  <a:lnTo>
                    <a:pt x="1838304" y="494720"/>
                  </a:lnTo>
                  <a:lnTo>
                    <a:pt x="1879155" y="480170"/>
                  </a:lnTo>
                  <a:lnTo>
                    <a:pt x="1920006" y="465619"/>
                  </a:lnTo>
                  <a:lnTo>
                    <a:pt x="1960858" y="451068"/>
                  </a:lnTo>
                  <a:lnTo>
                    <a:pt x="2001709" y="436518"/>
                  </a:lnTo>
                  <a:lnTo>
                    <a:pt x="2042560" y="421967"/>
                  </a:lnTo>
                  <a:lnTo>
                    <a:pt x="2083411" y="407417"/>
                  </a:lnTo>
                  <a:lnTo>
                    <a:pt x="2124262" y="392866"/>
                  </a:lnTo>
                  <a:lnTo>
                    <a:pt x="2165114" y="378315"/>
                  </a:lnTo>
                  <a:lnTo>
                    <a:pt x="2205965" y="363765"/>
                  </a:lnTo>
                  <a:lnTo>
                    <a:pt x="2246816" y="349214"/>
                  </a:lnTo>
                  <a:lnTo>
                    <a:pt x="2287667" y="334664"/>
                  </a:lnTo>
                  <a:lnTo>
                    <a:pt x="2328518" y="320113"/>
                  </a:lnTo>
                  <a:lnTo>
                    <a:pt x="2369370" y="305562"/>
                  </a:lnTo>
                  <a:lnTo>
                    <a:pt x="2410221" y="291012"/>
                  </a:lnTo>
                  <a:lnTo>
                    <a:pt x="2451072" y="276461"/>
                  </a:lnTo>
                  <a:lnTo>
                    <a:pt x="2491923" y="261911"/>
                  </a:lnTo>
                  <a:lnTo>
                    <a:pt x="2532774" y="247360"/>
                  </a:lnTo>
                  <a:lnTo>
                    <a:pt x="2573626" y="232809"/>
                  </a:lnTo>
                  <a:lnTo>
                    <a:pt x="2614477" y="218259"/>
                  </a:lnTo>
                  <a:lnTo>
                    <a:pt x="2655328" y="203708"/>
                  </a:lnTo>
                  <a:lnTo>
                    <a:pt x="2696179" y="189157"/>
                  </a:lnTo>
                  <a:lnTo>
                    <a:pt x="2737031" y="174607"/>
                  </a:lnTo>
                  <a:lnTo>
                    <a:pt x="2777882" y="160056"/>
                  </a:lnTo>
                  <a:lnTo>
                    <a:pt x="2818733" y="145506"/>
                  </a:lnTo>
                  <a:lnTo>
                    <a:pt x="2859584" y="130955"/>
                  </a:lnTo>
                  <a:lnTo>
                    <a:pt x="2900435" y="116404"/>
                  </a:lnTo>
                  <a:lnTo>
                    <a:pt x="2941287" y="101854"/>
                  </a:lnTo>
                  <a:lnTo>
                    <a:pt x="2982138" y="87303"/>
                  </a:lnTo>
                  <a:lnTo>
                    <a:pt x="3022989" y="72753"/>
                  </a:lnTo>
                  <a:lnTo>
                    <a:pt x="3063840" y="58202"/>
                  </a:lnTo>
                  <a:lnTo>
                    <a:pt x="3104691" y="43651"/>
                  </a:lnTo>
                  <a:lnTo>
                    <a:pt x="3145543" y="29101"/>
                  </a:lnTo>
                  <a:lnTo>
                    <a:pt x="3186394" y="14550"/>
                  </a:lnTo>
                  <a:lnTo>
                    <a:pt x="3227245" y="0"/>
                  </a:lnTo>
                </a:path>
              </a:pathLst>
            </a:custGeom>
            <a:ln w="27101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4" name="pl924"/>
            <p:cNvSpPr/>
            <p:nvPr/>
          </p:nvSpPr>
          <p:spPr>
            <a:xfrm>
              <a:off x="10875816" y="1017146"/>
              <a:ext cx="1044108" cy="519201"/>
            </a:xfrm>
            <a:custGeom>
              <a:avLst/>
              <a:gdLst/>
              <a:ahLst/>
              <a:cxnLst/>
              <a:rect l="0" t="0" r="0" b="0"/>
              <a:pathLst>
                <a:path w="1044108" h="519201">
                  <a:moveTo>
                    <a:pt x="0" y="519201"/>
                  </a:moveTo>
                  <a:lnTo>
                    <a:pt x="13216" y="512629"/>
                  </a:lnTo>
                  <a:lnTo>
                    <a:pt x="26433" y="506057"/>
                  </a:lnTo>
                  <a:lnTo>
                    <a:pt x="39649" y="499485"/>
                  </a:lnTo>
                  <a:lnTo>
                    <a:pt x="52866" y="492913"/>
                  </a:lnTo>
                  <a:lnTo>
                    <a:pt x="66082" y="486340"/>
                  </a:lnTo>
                  <a:lnTo>
                    <a:pt x="79299" y="479768"/>
                  </a:lnTo>
                  <a:lnTo>
                    <a:pt x="92515" y="473196"/>
                  </a:lnTo>
                  <a:lnTo>
                    <a:pt x="105732" y="466624"/>
                  </a:lnTo>
                  <a:lnTo>
                    <a:pt x="118949" y="460052"/>
                  </a:lnTo>
                  <a:lnTo>
                    <a:pt x="132165" y="453479"/>
                  </a:lnTo>
                  <a:lnTo>
                    <a:pt x="145382" y="446907"/>
                  </a:lnTo>
                  <a:lnTo>
                    <a:pt x="158598" y="440335"/>
                  </a:lnTo>
                  <a:lnTo>
                    <a:pt x="171815" y="433763"/>
                  </a:lnTo>
                  <a:lnTo>
                    <a:pt x="185031" y="427191"/>
                  </a:lnTo>
                  <a:lnTo>
                    <a:pt x="198248" y="420619"/>
                  </a:lnTo>
                  <a:lnTo>
                    <a:pt x="211465" y="414046"/>
                  </a:lnTo>
                  <a:lnTo>
                    <a:pt x="224681" y="407474"/>
                  </a:lnTo>
                  <a:lnTo>
                    <a:pt x="237898" y="400902"/>
                  </a:lnTo>
                  <a:lnTo>
                    <a:pt x="251114" y="394330"/>
                  </a:lnTo>
                  <a:lnTo>
                    <a:pt x="264331" y="387758"/>
                  </a:lnTo>
                  <a:lnTo>
                    <a:pt x="277547" y="381186"/>
                  </a:lnTo>
                  <a:lnTo>
                    <a:pt x="290764" y="374613"/>
                  </a:lnTo>
                  <a:lnTo>
                    <a:pt x="303981" y="368041"/>
                  </a:lnTo>
                  <a:lnTo>
                    <a:pt x="317197" y="361469"/>
                  </a:lnTo>
                  <a:lnTo>
                    <a:pt x="330414" y="354897"/>
                  </a:lnTo>
                  <a:lnTo>
                    <a:pt x="343630" y="348325"/>
                  </a:lnTo>
                  <a:lnTo>
                    <a:pt x="356847" y="341753"/>
                  </a:lnTo>
                  <a:lnTo>
                    <a:pt x="370063" y="335180"/>
                  </a:lnTo>
                  <a:lnTo>
                    <a:pt x="383280" y="328608"/>
                  </a:lnTo>
                  <a:lnTo>
                    <a:pt x="396497" y="322036"/>
                  </a:lnTo>
                  <a:lnTo>
                    <a:pt x="409713" y="315464"/>
                  </a:lnTo>
                  <a:lnTo>
                    <a:pt x="422930" y="308892"/>
                  </a:lnTo>
                  <a:lnTo>
                    <a:pt x="436146" y="302319"/>
                  </a:lnTo>
                  <a:lnTo>
                    <a:pt x="449363" y="295747"/>
                  </a:lnTo>
                  <a:lnTo>
                    <a:pt x="462579" y="289175"/>
                  </a:lnTo>
                  <a:lnTo>
                    <a:pt x="475796" y="282603"/>
                  </a:lnTo>
                  <a:lnTo>
                    <a:pt x="489013" y="276031"/>
                  </a:lnTo>
                  <a:lnTo>
                    <a:pt x="502229" y="269459"/>
                  </a:lnTo>
                  <a:lnTo>
                    <a:pt x="515446" y="262886"/>
                  </a:lnTo>
                  <a:lnTo>
                    <a:pt x="528662" y="256314"/>
                  </a:lnTo>
                  <a:lnTo>
                    <a:pt x="541879" y="249742"/>
                  </a:lnTo>
                  <a:lnTo>
                    <a:pt x="555095" y="243170"/>
                  </a:lnTo>
                  <a:lnTo>
                    <a:pt x="568312" y="236598"/>
                  </a:lnTo>
                  <a:lnTo>
                    <a:pt x="581528" y="230026"/>
                  </a:lnTo>
                  <a:lnTo>
                    <a:pt x="594745" y="223453"/>
                  </a:lnTo>
                  <a:lnTo>
                    <a:pt x="607962" y="216881"/>
                  </a:lnTo>
                  <a:lnTo>
                    <a:pt x="621178" y="210309"/>
                  </a:lnTo>
                  <a:lnTo>
                    <a:pt x="634395" y="203737"/>
                  </a:lnTo>
                  <a:lnTo>
                    <a:pt x="647611" y="197165"/>
                  </a:lnTo>
                  <a:lnTo>
                    <a:pt x="660828" y="190593"/>
                  </a:lnTo>
                  <a:lnTo>
                    <a:pt x="674044" y="184020"/>
                  </a:lnTo>
                  <a:lnTo>
                    <a:pt x="687261" y="177448"/>
                  </a:lnTo>
                  <a:lnTo>
                    <a:pt x="700478" y="170876"/>
                  </a:lnTo>
                  <a:lnTo>
                    <a:pt x="713694" y="164304"/>
                  </a:lnTo>
                  <a:lnTo>
                    <a:pt x="726911" y="157732"/>
                  </a:lnTo>
                  <a:lnTo>
                    <a:pt x="740127" y="151159"/>
                  </a:lnTo>
                  <a:lnTo>
                    <a:pt x="753344" y="144587"/>
                  </a:lnTo>
                  <a:lnTo>
                    <a:pt x="766560" y="138015"/>
                  </a:lnTo>
                  <a:lnTo>
                    <a:pt x="779777" y="131443"/>
                  </a:lnTo>
                  <a:lnTo>
                    <a:pt x="792994" y="124871"/>
                  </a:lnTo>
                  <a:lnTo>
                    <a:pt x="806210" y="118299"/>
                  </a:lnTo>
                  <a:lnTo>
                    <a:pt x="819427" y="111726"/>
                  </a:lnTo>
                  <a:lnTo>
                    <a:pt x="832643" y="105154"/>
                  </a:lnTo>
                  <a:lnTo>
                    <a:pt x="845860" y="98582"/>
                  </a:lnTo>
                  <a:lnTo>
                    <a:pt x="859076" y="92010"/>
                  </a:lnTo>
                  <a:lnTo>
                    <a:pt x="872293" y="85438"/>
                  </a:lnTo>
                  <a:lnTo>
                    <a:pt x="885510" y="78866"/>
                  </a:lnTo>
                  <a:lnTo>
                    <a:pt x="898726" y="72293"/>
                  </a:lnTo>
                  <a:lnTo>
                    <a:pt x="911943" y="65721"/>
                  </a:lnTo>
                  <a:lnTo>
                    <a:pt x="925159" y="59149"/>
                  </a:lnTo>
                  <a:lnTo>
                    <a:pt x="938376" y="52577"/>
                  </a:lnTo>
                  <a:lnTo>
                    <a:pt x="951592" y="46005"/>
                  </a:lnTo>
                  <a:lnTo>
                    <a:pt x="964809" y="39433"/>
                  </a:lnTo>
                  <a:lnTo>
                    <a:pt x="978026" y="32860"/>
                  </a:lnTo>
                  <a:lnTo>
                    <a:pt x="991242" y="26288"/>
                  </a:lnTo>
                  <a:lnTo>
                    <a:pt x="1004459" y="19716"/>
                  </a:lnTo>
                  <a:lnTo>
                    <a:pt x="1017675" y="13144"/>
                  </a:lnTo>
                  <a:lnTo>
                    <a:pt x="1030892" y="6572"/>
                  </a:lnTo>
                  <a:lnTo>
                    <a:pt x="1044108" y="0"/>
                  </a:lnTo>
                </a:path>
              </a:pathLst>
            </a:custGeom>
            <a:ln w="27101" cap="flat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5" name="tx925"/>
            <p:cNvSpPr/>
            <p:nvPr/>
          </p:nvSpPr>
          <p:spPr>
            <a:xfrm>
              <a:off x="8519927" y="553776"/>
              <a:ext cx="91715" cy="909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 i="1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926" name="tx926"/>
            <p:cNvSpPr/>
            <p:nvPr/>
          </p:nvSpPr>
          <p:spPr>
            <a:xfrm>
              <a:off x="8625279" y="518225"/>
              <a:ext cx="49441" cy="638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927" name="tx927"/>
            <p:cNvSpPr/>
            <p:nvPr/>
          </p:nvSpPr>
          <p:spPr>
            <a:xfrm>
              <a:off x="8674720" y="644685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928" name="tx928"/>
            <p:cNvSpPr/>
            <p:nvPr/>
          </p:nvSpPr>
          <p:spPr>
            <a:xfrm>
              <a:off x="8709509" y="606672"/>
              <a:ext cx="74166" cy="3801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929" name="tx929"/>
            <p:cNvSpPr/>
            <p:nvPr/>
          </p:nvSpPr>
          <p:spPr>
            <a:xfrm>
              <a:off x="8783675" y="644685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930" name="tx930"/>
            <p:cNvSpPr/>
            <p:nvPr/>
          </p:nvSpPr>
          <p:spPr>
            <a:xfrm>
              <a:off x="8818464" y="551854"/>
              <a:ext cx="247178" cy="9283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0.57</a:t>
              </a:r>
            </a:p>
          </p:txBody>
        </p:sp>
        <p:sp>
          <p:nvSpPr>
            <p:cNvPr id="931" name="pl931"/>
            <p:cNvSpPr/>
            <p:nvPr/>
          </p:nvSpPr>
          <p:spPr>
            <a:xfrm>
              <a:off x="611963" y="5440412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2" name="pl932"/>
            <p:cNvSpPr/>
            <p:nvPr/>
          </p:nvSpPr>
          <p:spPr>
            <a:xfrm>
              <a:off x="611963" y="4791336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3" name="pl933"/>
            <p:cNvSpPr/>
            <p:nvPr/>
          </p:nvSpPr>
          <p:spPr>
            <a:xfrm>
              <a:off x="611963" y="4142260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4" name="pl934"/>
            <p:cNvSpPr/>
            <p:nvPr/>
          </p:nvSpPr>
          <p:spPr>
            <a:xfrm>
              <a:off x="1316736" y="3513467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5" name="pl935"/>
            <p:cNvSpPr/>
            <p:nvPr/>
          </p:nvSpPr>
          <p:spPr>
            <a:xfrm>
              <a:off x="2384575" y="3513467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6" name="pl936"/>
            <p:cNvSpPr/>
            <p:nvPr/>
          </p:nvSpPr>
          <p:spPr>
            <a:xfrm>
              <a:off x="3452413" y="3513467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7" name="pl937"/>
            <p:cNvSpPr/>
            <p:nvPr/>
          </p:nvSpPr>
          <p:spPr>
            <a:xfrm>
              <a:off x="611963" y="5764951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8" name="pl938"/>
            <p:cNvSpPr/>
            <p:nvPr/>
          </p:nvSpPr>
          <p:spPr>
            <a:xfrm>
              <a:off x="611963" y="5115874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9" name="pl939"/>
            <p:cNvSpPr/>
            <p:nvPr/>
          </p:nvSpPr>
          <p:spPr>
            <a:xfrm>
              <a:off x="611963" y="4466798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0" name="pl940"/>
            <p:cNvSpPr/>
            <p:nvPr/>
          </p:nvSpPr>
          <p:spPr>
            <a:xfrm>
              <a:off x="611963" y="3817722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1" name="pl941"/>
            <p:cNvSpPr/>
            <p:nvPr/>
          </p:nvSpPr>
          <p:spPr>
            <a:xfrm>
              <a:off x="782817" y="3513467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2" name="pl942"/>
            <p:cNvSpPr/>
            <p:nvPr/>
          </p:nvSpPr>
          <p:spPr>
            <a:xfrm>
              <a:off x="1850655" y="3513467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3" name="pl943"/>
            <p:cNvSpPr/>
            <p:nvPr/>
          </p:nvSpPr>
          <p:spPr>
            <a:xfrm>
              <a:off x="2918494" y="3513467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4" name="pl944"/>
            <p:cNvSpPr/>
            <p:nvPr/>
          </p:nvSpPr>
          <p:spPr>
            <a:xfrm>
              <a:off x="3986333" y="3513467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5" name="pt945"/>
            <p:cNvSpPr/>
            <p:nvPr/>
          </p:nvSpPr>
          <p:spPr>
            <a:xfrm>
              <a:off x="3320804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6" name="pt946"/>
            <p:cNvSpPr/>
            <p:nvPr/>
          </p:nvSpPr>
          <p:spPr>
            <a:xfrm>
              <a:off x="3107236" y="444197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7" name="pt947"/>
            <p:cNvSpPr/>
            <p:nvPr/>
          </p:nvSpPr>
          <p:spPr>
            <a:xfrm>
              <a:off x="1825830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8" name="pt948"/>
            <p:cNvSpPr/>
            <p:nvPr/>
          </p:nvSpPr>
          <p:spPr>
            <a:xfrm>
              <a:off x="2680100" y="522086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9" name="pt949"/>
            <p:cNvSpPr/>
            <p:nvPr/>
          </p:nvSpPr>
          <p:spPr>
            <a:xfrm>
              <a:off x="3320804" y="509104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0" name="pt950"/>
            <p:cNvSpPr/>
            <p:nvPr/>
          </p:nvSpPr>
          <p:spPr>
            <a:xfrm>
              <a:off x="3107236" y="44419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1" name="pt951"/>
            <p:cNvSpPr/>
            <p:nvPr/>
          </p:nvSpPr>
          <p:spPr>
            <a:xfrm>
              <a:off x="2252965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2" name="pt952"/>
            <p:cNvSpPr/>
            <p:nvPr/>
          </p:nvSpPr>
          <p:spPr>
            <a:xfrm>
              <a:off x="3320804" y="463669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3" name="pt953"/>
            <p:cNvSpPr/>
            <p:nvPr/>
          </p:nvSpPr>
          <p:spPr>
            <a:xfrm>
              <a:off x="3747939" y="41823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4" name="pt954"/>
            <p:cNvSpPr/>
            <p:nvPr/>
          </p:nvSpPr>
          <p:spPr>
            <a:xfrm>
              <a:off x="1825830" y="47665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5" name="pt955"/>
            <p:cNvSpPr/>
            <p:nvPr/>
          </p:nvSpPr>
          <p:spPr>
            <a:xfrm>
              <a:off x="3320804" y="457178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6" name="pt956"/>
            <p:cNvSpPr/>
            <p:nvPr/>
          </p:nvSpPr>
          <p:spPr>
            <a:xfrm>
              <a:off x="2252965" y="52533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7" name="pt957"/>
            <p:cNvSpPr/>
            <p:nvPr/>
          </p:nvSpPr>
          <p:spPr>
            <a:xfrm>
              <a:off x="2893668" y="483141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8" name="pt958"/>
            <p:cNvSpPr/>
            <p:nvPr/>
          </p:nvSpPr>
          <p:spPr>
            <a:xfrm>
              <a:off x="1612262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9" name="pt959"/>
            <p:cNvSpPr/>
            <p:nvPr/>
          </p:nvSpPr>
          <p:spPr>
            <a:xfrm>
              <a:off x="1825830" y="541558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0" name="pt960"/>
            <p:cNvSpPr/>
            <p:nvPr/>
          </p:nvSpPr>
          <p:spPr>
            <a:xfrm>
              <a:off x="3107236" y="440951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1" name="pt961"/>
            <p:cNvSpPr/>
            <p:nvPr/>
          </p:nvSpPr>
          <p:spPr>
            <a:xfrm>
              <a:off x="3107236" y="466914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2" name="pt962"/>
            <p:cNvSpPr/>
            <p:nvPr/>
          </p:nvSpPr>
          <p:spPr>
            <a:xfrm>
              <a:off x="3107236" y="45717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3" name="pt963"/>
            <p:cNvSpPr/>
            <p:nvPr/>
          </p:nvSpPr>
          <p:spPr>
            <a:xfrm>
              <a:off x="3747939" y="402007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4" name="pt964"/>
            <p:cNvSpPr/>
            <p:nvPr/>
          </p:nvSpPr>
          <p:spPr>
            <a:xfrm>
              <a:off x="1185126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5" name="pt965"/>
            <p:cNvSpPr/>
            <p:nvPr/>
          </p:nvSpPr>
          <p:spPr>
            <a:xfrm>
              <a:off x="2893668" y="43770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6" name="pt966"/>
            <p:cNvSpPr/>
            <p:nvPr/>
          </p:nvSpPr>
          <p:spPr>
            <a:xfrm>
              <a:off x="3747939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7" name="pt967"/>
            <p:cNvSpPr/>
            <p:nvPr/>
          </p:nvSpPr>
          <p:spPr>
            <a:xfrm>
              <a:off x="2893668" y="463669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8" name="pt968"/>
            <p:cNvSpPr/>
            <p:nvPr/>
          </p:nvSpPr>
          <p:spPr>
            <a:xfrm>
              <a:off x="3961507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9" name="pt969"/>
            <p:cNvSpPr/>
            <p:nvPr/>
          </p:nvSpPr>
          <p:spPr>
            <a:xfrm>
              <a:off x="2039397" y="48638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0" name="pt970"/>
            <p:cNvSpPr/>
            <p:nvPr/>
          </p:nvSpPr>
          <p:spPr>
            <a:xfrm>
              <a:off x="1185126" y="54804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1" name="pt971"/>
            <p:cNvSpPr/>
            <p:nvPr/>
          </p:nvSpPr>
          <p:spPr>
            <a:xfrm>
              <a:off x="1612262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2" name="pt972"/>
            <p:cNvSpPr/>
            <p:nvPr/>
          </p:nvSpPr>
          <p:spPr>
            <a:xfrm>
              <a:off x="3107236" y="41498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3" name="pt973"/>
            <p:cNvSpPr/>
            <p:nvPr/>
          </p:nvSpPr>
          <p:spPr>
            <a:xfrm>
              <a:off x="2466533" y="46042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4" name="pt974"/>
            <p:cNvSpPr/>
            <p:nvPr/>
          </p:nvSpPr>
          <p:spPr>
            <a:xfrm>
              <a:off x="1825830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5" name="pt975"/>
            <p:cNvSpPr/>
            <p:nvPr/>
          </p:nvSpPr>
          <p:spPr>
            <a:xfrm>
              <a:off x="2039397" y="47016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6" name="pt976"/>
            <p:cNvSpPr/>
            <p:nvPr/>
          </p:nvSpPr>
          <p:spPr>
            <a:xfrm>
              <a:off x="3747939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7" name="pt977"/>
            <p:cNvSpPr/>
            <p:nvPr/>
          </p:nvSpPr>
          <p:spPr>
            <a:xfrm>
              <a:off x="3320804" y="440951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8" name="pt978"/>
            <p:cNvSpPr/>
            <p:nvPr/>
          </p:nvSpPr>
          <p:spPr>
            <a:xfrm>
              <a:off x="3534371" y="466914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9" name="pt979"/>
            <p:cNvSpPr/>
            <p:nvPr/>
          </p:nvSpPr>
          <p:spPr>
            <a:xfrm>
              <a:off x="2893668" y="47665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0" name="pt980"/>
            <p:cNvSpPr/>
            <p:nvPr/>
          </p:nvSpPr>
          <p:spPr>
            <a:xfrm>
              <a:off x="4175074" y="366308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1" name="pt981"/>
            <p:cNvSpPr/>
            <p:nvPr/>
          </p:nvSpPr>
          <p:spPr>
            <a:xfrm>
              <a:off x="4175074" y="385780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2" name="pt982"/>
            <p:cNvSpPr/>
            <p:nvPr/>
          </p:nvSpPr>
          <p:spPr>
            <a:xfrm>
              <a:off x="1398694" y="561030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3" name="pt983"/>
            <p:cNvSpPr/>
            <p:nvPr/>
          </p:nvSpPr>
          <p:spPr>
            <a:xfrm>
              <a:off x="2680100" y="463669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4" name="pt984"/>
            <p:cNvSpPr/>
            <p:nvPr/>
          </p:nvSpPr>
          <p:spPr>
            <a:xfrm>
              <a:off x="3534371" y="41823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5" name="pt985"/>
            <p:cNvSpPr/>
            <p:nvPr/>
          </p:nvSpPr>
          <p:spPr>
            <a:xfrm>
              <a:off x="2893668" y="463669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6" name="pt986"/>
            <p:cNvSpPr/>
            <p:nvPr/>
          </p:nvSpPr>
          <p:spPr>
            <a:xfrm>
              <a:off x="3107236" y="45068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7" name="pt987"/>
            <p:cNvSpPr/>
            <p:nvPr/>
          </p:nvSpPr>
          <p:spPr>
            <a:xfrm>
              <a:off x="3747939" y="424724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8" name="pt988"/>
            <p:cNvSpPr/>
            <p:nvPr/>
          </p:nvSpPr>
          <p:spPr>
            <a:xfrm>
              <a:off x="3961507" y="392271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9" name="pt989"/>
            <p:cNvSpPr/>
            <p:nvPr/>
          </p:nvSpPr>
          <p:spPr>
            <a:xfrm>
              <a:off x="2893668" y="447442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0" name="pt990"/>
            <p:cNvSpPr/>
            <p:nvPr/>
          </p:nvSpPr>
          <p:spPr>
            <a:xfrm>
              <a:off x="3534371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1" name="pt991"/>
            <p:cNvSpPr/>
            <p:nvPr/>
          </p:nvSpPr>
          <p:spPr>
            <a:xfrm>
              <a:off x="2252965" y="48314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2" name="pt992"/>
            <p:cNvSpPr/>
            <p:nvPr/>
          </p:nvSpPr>
          <p:spPr>
            <a:xfrm>
              <a:off x="3534371" y="389025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3" name="pt993"/>
            <p:cNvSpPr/>
            <p:nvPr/>
          </p:nvSpPr>
          <p:spPr>
            <a:xfrm>
              <a:off x="2466533" y="450688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4" name="pt994"/>
            <p:cNvSpPr/>
            <p:nvPr/>
          </p:nvSpPr>
          <p:spPr>
            <a:xfrm>
              <a:off x="4175074" y="37604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5" name="pt995"/>
            <p:cNvSpPr/>
            <p:nvPr/>
          </p:nvSpPr>
          <p:spPr>
            <a:xfrm>
              <a:off x="4175074" y="385780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6" name="pt996"/>
            <p:cNvSpPr/>
            <p:nvPr/>
          </p:nvSpPr>
          <p:spPr>
            <a:xfrm>
              <a:off x="3534371" y="434461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7" name="pt997"/>
            <p:cNvSpPr/>
            <p:nvPr/>
          </p:nvSpPr>
          <p:spPr>
            <a:xfrm>
              <a:off x="3747939" y="45068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8" name="pt998"/>
            <p:cNvSpPr/>
            <p:nvPr/>
          </p:nvSpPr>
          <p:spPr>
            <a:xfrm>
              <a:off x="2466533" y="47989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9" name="pt999"/>
            <p:cNvSpPr/>
            <p:nvPr/>
          </p:nvSpPr>
          <p:spPr>
            <a:xfrm>
              <a:off x="3534371" y="42797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0" name="pt1000"/>
            <p:cNvSpPr/>
            <p:nvPr/>
          </p:nvSpPr>
          <p:spPr>
            <a:xfrm>
              <a:off x="3320804" y="47016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1" name="pt1001"/>
            <p:cNvSpPr/>
            <p:nvPr/>
          </p:nvSpPr>
          <p:spPr>
            <a:xfrm>
              <a:off x="2252965" y="457178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2" name="pt1002"/>
            <p:cNvSpPr/>
            <p:nvPr/>
          </p:nvSpPr>
          <p:spPr>
            <a:xfrm>
              <a:off x="2466533" y="44744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3" name="pt1003"/>
            <p:cNvSpPr/>
            <p:nvPr/>
          </p:nvSpPr>
          <p:spPr>
            <a:xfrm>
              <a:off x="2039397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4" name="pt1004"/>
            <p:cNvSpPr/>
            <p:nvPr/>
          </p:nvSpPr>
          <p:spPr>
            <a:xfrm>
              <a:off x="2893668" y="47016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5" name="pt1005"/>
            <p:cNvSpPr/>
            <p:nvPr/>
          </p:nvSpPr>
          <p:spPr>
            <a:xfrm>
              <a:off x="2893668" y="405252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6" name="pt1006"/>
            <p:cNvSpPr/>
            <p:nvPr/>
          </p:nvSpPr>
          <p:spPr>
            <a:xfrm>
              <a:off x="1612262" y="44744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7" name="pt1007"/>
            <p:cNvSpPr/>
            <p:nvPr/>
          </p:nvSpPr>
          <p:spPr>
            <a:xfrm>
              <a:off x="3534371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8" name="pt1008"/>
            <p:cNvSpPr/>
            <p:nvPr/>
          </p:nvSpPr>
          <p:spPr>
            <a:xfrm>
              <a:off x="2039397" y="47016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9" name="pt1009"/>
            <p:cNvSpPr/>
            <p:nvPr/>
          </p:nvSpPr>
          <p:spPr>
            <a:xfrm>
              <a:off x="2680100" y="437706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0" name="pt1010"/>
            <p:cNvSpPr/>
            <p:nvPr/>
          </p:nvSpPr>
          <p:spPr>
            <a:xfrm>
              <a:off x="2039397" y="46691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1" name="pt1011"/>
            <p:cNvSpPr/>
            <p:nvPr/>
          </p:nvSpPr>
          <p:spPr>
            <a:xfrm>
              <a:off x="1185126" y="50261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2" name="pt1012"/>
            <p:cNvSpPr/>
            <p:nvPr/>
          </p:nvSpPr>
          <p:spPr>
            <a:xfrm>
              <a:off x="3961507" y="39551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3" name="pt1013"/>
            <p:cNvSpPr/>
            <p:nvPr/>
          </p:nvSpPr>
          <p:spPr>
            <a:xfrm>
              <a:off x="2680100" y="39551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4" name="pt1014"/>
            <p:cNvSpPr/>
            <p:nvPr/>
          </p:nvSpPr>
          <p:spPr>
            <a:xfrm>
              <a:off x="2252965" y="46691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5" name="pt1015"/>
            <p:cNvSpPr/>
            <p:nvPr/>
          </p:nvSpPr>
          <p:spPr>
            <a:xfrm>
              <a:off x="1825830" y="51235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6" name="pt1016"/>
            <p:cNvSpPr/>
            <p:nvPr/>
          </p:nvSpPr>
          <p:spPr>
            <a:xfrm>
              <a:off x="3320804" y="496123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7" name="pt1017"/>
            <p:cNvSpPr/>
            <p:nvPr/>
          </p:nvSpPr>
          <p:spPr>
            <a:xfrm>
              <a:off x="2466533" y="47989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8" name="pt1018"/>
            <p:cNvSpPr/>
            <p:nvPr/>
          </p:nvSpPr>
          <p:spPr>
            <a:xfrm>
              <a:off x="2893668" y="44095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9" name="pt1019"/>
            <p:cNvSpPr/>
            <p:nvPr/>
          </p:nvSpPr>
          <p:spPr>
            <a:xfrm>
              <a:off x="757991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0" name="pt1020"/>
            <p:cNvSpPr/>
            <p:nvPr/>
          </p:nvSpPr>
          <p:spPr>
            <a:xfrm>
              <a:off x="2466533" y="47665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1" name="pt1021"/>
            <p:cNvSpPr/>
            <p:nvPr/>
          </p:nvSpPr>
          <p:spPr>
            <a:xfrm>
              <a:off x="1185126" y="53831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2" name="pt1022"/>
            <p:cNvSpPr/>
            <p:nvPr/>
          </p:nvSpPr>
          <p:spPr>
            <a:xfrm>
              <a:off x="2039397" y="47989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3" name="pt1023"/>
            <p:cNvSpPr/>
            <p:nvPr/>
          </p:nvSpPr>
          <p:spPr>
            <a:xfrm>
              <a:off x="1185126" y="528577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4" name="pt1024"/>
            <p:cNvSpPr/>
            <p:nvPr/>
          </p:nvSpPr>
          <p:spPr>
            <a:xfrm>
              <a:off x="971559" y="570767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5" name="pt1025"/>
            <p:cNvSpPr/>
            <p:nvPr/>
          </p:nvSpPr>
          <p:spPr>
            <a:xfrm>
              <a:off x="1398694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6" name="pt1026"/>
            <p:cNvSpPr/>
            <p:nvPr/>
          </p:nvSpPr>
          <p:spPr>
            <a:xfrm>
              <a:off x="757991" y="57401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7" name="pt1027"/>
            <p:cNvSpPr/>
            <p:nvPr/>
          </p:nvSpPr>
          <p:spPr>
            <a:xfrm>
              <a:off x="757991" y="57401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8" name="pt1028"/>
            <p:cNvSpPr/>
            <p:nvPr/>
          </p:nvSpPr>
          <p:spPr>
            <a:xfrm>
              <a:off x="757991" y="57401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9" name="pt1029"/>
            <p:cNvSpPr/>
            <p:nvPr/>
          </p:nvSpPr>
          <p:spPr>
            <a:xfrm>
              <a:off x="757991" y="57401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0" name="pt1030"/>
            <p:cNvSpPr/>
            <p:nvPr/>
          </p:nvSpPr>
          <p:spPr>
            <a:xfrm>
              <a:off x="1612262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1" name="pt1031"/>
            <p:cNvSpPr/>
            <p:nvPr/>
          </p:nvSpPr>
          <p:spPr>
            <a:xfrm>
              <a:off x="1825830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2" name="pt1032"/>
            <p:cNvSpPr/>
            <p:nvPr/>
          </p:nvSpPr>
          <p:spPr>
            <a:xfrm>
              <a:off x="2039397" y="46042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3" name="pt1033"/>
            <p:cNvSpPr/>
            <p:nvPr/>
          </p:nvSpPr>
          <p:spPr>
            <a:xfrm>
              <a:off x="757991" y="57401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4" name="pt1034"/>
            <p:cNvSpPr/>
            <p:nvPr/>
          </p:nvSpPr>
          <p:spPr>
            <a:xfrm>
              <a:off x="1825830" y="47665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5" name="pt1035"/>
            <p:cNvSpPr/>
            <p:nvPr/>
          </p:nvSpPr>
          <p:spPr>
            <a:xfrm>
              <a:off x="757991" y="57401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6" name="pt1036"/>
            <p:cNvSpPr/>
            <p:nvPr/>
          </p:nvSpPr>
          <p:spPr>
            <a:xfrm>
              <a:off x="1398694" y="54480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7" name="pt1037"/>
            <p:cNvSpPr/>
            <p:nvPr/>
          </p:nvSpPr>
          <p:spPr>
            <a:xfrm>
              <a:off x="1825830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8" name="pt1038"/>
            <p:cNvSpPr/>
            <p:nvPr/>
          </p:nvSpPr>
          <p:spPr>
            <a:xfrm>
              <a:off x="3320804" y="45393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9" name="pt1039"/>
            <p:cNvSpPr/>
            <p:nvPr/>
          </p:nvSpPr>
          <p:spPr>
            <a:xfrm>
              <a:off x="3107236" y="44095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0" name="pt1040"/>
            <p:cNvSpPr/>
            <p:nvPr/>
          </p:nvSpPr>
          <p:spPr>
            <a:xfrm>
              <a:off x="757991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1" name="pt1041"/>
            <p:cNvSpPr/>
            <p:nvPr/>
          </p:nvSpPr>
          <p:spPr>
            <a:xfrm>
              <a:off x="757991" y="57401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2" name="pt1042"/>
            <p:cNvSpPr/>
            <p:nvPr/>
          </p:nvSpPr>
          <p:spPr>
            <a:xfrm>
              <a:off x="1398694" y="52533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3" name="pt1043"/>
            <p:cNvSpPr/>
            <p:nvPr/>
          </p:nvSpPr>
          <p:spPr>
            <a:xfrm>
              <a:off x="3534371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4" name="pt1044"/>
            <p:cNvSpPr/>
            <p:nvPr/>
          </p:nvSpPr>
          <p:spPr>
            <a:xfrm>
              <a:off x="3534371" y="41498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5" name="pt1045"/>
            <p:cNvSpPr/>
            <p:nvPr/>
          </p:nvSpPr>
          <p:spPr>
            <a:xfrm>
              <a:off x="1398694" y="473405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6" name="pt1046"/>
            <p:cNvSpPr/>
            <p:nvPr/>
          </p:nvSpPr>
          <p:spPr>
            <a:xfrm>
              <a:off x="971559" y="48638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7" name="pt1047"/>
            <p:cNvSpPr/>
            <p:nvPr/>
          </p:nvSpPr>
          <p:spPr>
            <a:xfrm>
              <a:off x="3747939" y="405252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8" name="pt1048"/>
            <p:cNvSpPr/>
            <p:nvPr/>
          </p:nvSpPr>
          <p:spPr>
            <a:xfrm>
              <a:off x="2466533" y="46691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9" name="pt1049"/>
            <p:cNvSpPr/>
            <p:nvPr/>
          </p:nvSpPr>
          <p:spPr>
            <a:xfrm>
              <a:off x="2680100" y="414988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0" name="pt1050"/>
            <p:cNvSpPr/>
            <p:nvPr/>
          </p:nvSpPr>
          <p:spPr>
            <a:xfrm>
              <a:off x="1612262" y="47665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1" name="pt1051"/>
            <p:cNvSpPr/>
            <p:nvPr/>
          </p:nvSpPr>
          <p:spPr>
            <a:xfrm>
              <a:off x="3747939" y="424724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2" name="pt1052"/>
            <p:cNvSpPr/>
            <p:nvPr/>
          </p:nvSpPr>
          <p:spPr>
            <a:xfrm>
              <a:off x="3107236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3" name="pt1053"/>
            <p:cNvSpPr/>
            <p:nvPr/>
          </p:nvSpPr>
          <p:spPr>
            <a:xfrm>
              <a:off x="2680100" y="44419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4" name="pt1054"/>
            <p:cNvSpPr/>
            <p:nvPr/>
          </p:nvSpPr>
          <p:spPr>
            <a:xfrm>
              <a:off x="3961507" y="418234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5" name="pt1055"/>
            <p:cNvSpPr/>
            <p:nvPr/>
          </p:nvSpPr>
          <p:spPr>
            <a:xfrm>
              <a:off x="3747939" y="421479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6" name="pt1056"/>
            <p:cNvSpPr/>
            <p:nvPr/>
          </p:nvSpPr>
          <p:spPr>
            <a:xfrm>
              <a:off x="3747939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7" name="pt1057"/>
            <p:cNvSpPr/>
            <p:nvPr/>
          </p:nvSpPr>
          <p:spPr>
            <a:xfrm>
              <a:off x="3747939" y="424724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8" name="pt1058"/>
            <p:cNvSpPr/>
            <p:nvPr/>
          </p:nvSpPr>
          <p:spPr>
            <a:xfrm>
              <a:off x="3961507" y="421479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9" name="pt1059"/>
            <p:cNvSpPr/>
            <p:nvPr/>
          </p:nvSpPr>
          <p:spPr>
            <a:xfrm>
              <a:off x="3961507" y="369553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0" name="pt1060"/>
            <p:cNvSpPr/>
            <p:nvPr/>
          </p:nvSpPr>
          <p:spPr>
            <a:xfrm>
              <a:off x="2466533" y="496123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1" name="pt1061"/>
            <p:cNvSpPr/>
            <p:nvPr/>
          </p:nvSpPr>
          <p:spPr>
            <a:xfrm>
              <a:off x="3534371" y="405252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2" name="pt1062"/>
            <p:cNvSpPr/>
            <p:nvPr/>
          </p:nvSpPr>
          <p:spPr>
            <a:xfrm>
              <a:off x="3320804" y="45717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3" name="pt1063"/>
            <p:cNvSpPr/>
            <p:nvPr/>
          </p:nvSpPr>
          <p:spPr>
            <a:xfrm>
              <a:off x="3747939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4" name="pt1064"/>
            <p:cNvSpPr/>
            <p:nvPr/>
          </p:nvSpPr>
          <p:spPr>
            <a:xfrm>
              <a:off x="2680100" y="53831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5" name="pt1065"/>
            <p:cNvSpPr/>
            <p:nvPr/>
          </p:nvSpPr>
          <p:spPr>
            <a:xfrm>
              <a:off x="3534371" y="42797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6" name="pt1066"/>
            <p:cNvSpPr/>
            <p:nvPr/>
          </p:nvSpPr>
          <p:spPr>
            <a:xfrm>
              <a:off x="4175074" y="363062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7" name="pt1067"/>
            <p:cNvSpPr/>
            <p:nvPr/>
          </p:nvSpPr>
          <p:spPr>
            <a:xfrm>
              <a:off x="4175074" y="37604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8" name="pt1068"/>
            <p:cNvSpPr/>
            <p:nvPr/>
          </p:nvSpPr>
          <p:spPr>
            <a:xfrm>
              <a:off x="3320804" y="418234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9" name="pt1069"/>
            <p:cNvSpPr/>
            <p:nvPr/>
          </p:nvSpPr>
          <p:spPr>
            <a:xfrm>
              <a:off x="3961507" y="41498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0" name="pt1070"/>
            <p:cNvSpPr/>
            <p:nvPr/>
          </p:nvSpPr>
          <p:spPr>
            <a:xfrm>
              <a:off x="3107236" y="48314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1" name="pt1071"/>
            <p:cNvSpPr/>
            <p:nvPr/>
          </p:nvSpPr>
          <p:spPr>
            <a:xfrm>
              <a:off x="3107236" y="42797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2" name="pt1072"/>
            <p:cNvSpPr/>
            <p:nvPr/>
          </p:nvSpPr>
          <p:spPr>
            <a:xfrm>
              <a:off x="3320804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3" name="pt1073"/>
            <p:cNvSpPr/>
            <p:nvPr/>
          </p:nvSpPr>
          <p:spPr>
            <a:xfrm>
              <a:off x="1825830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4" name="pt1074"/>
            <p:cNvSpPr/>
            <p:nvPr/>
          </p:nvSpPr>
          <p:spPr>
            <a:xfrm>
              <a:off x="3534371" y="466914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5" name="pt1075"/>
            <p:cNvSpPr/>
            <p:nvPr/>
          </p:nvSpPr>
          <p:spPr>
            <a:xfrm>
              <a:off x="3534371" y="434461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6" name="pt1076"/>
            <p:cNvSpPr/>
            <p:nvPr/>
          </p:nvSpPr>
          <p:spPr>
            <a:xfrm>
              <a:off x="3747939" y="398761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7" name="pt1077"/>
            <p:cNvSpPr/>
            <p:nvPr/>
          </p:nvSpPr>
          <p:spPr>
            <a:xfrm>
              <a:off x="4175074" y="41823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8" name="pt1078"/>
            <p:cNvSpPr/>
            <p:nvPr/>
          </p:nvSpPr>
          <p:spPr>
            <a:xfrm>
              <a:off x="1398694" y="52533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9" name="pt1079"/>
            <p:cNvSpPr/>
            <p:nvPr/>
          </p:nvSpPr>
          <p:spPr>
            <a:xfrm>
              <a:off x="3534371" y="463669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0" name="pt1080"/>
            <p:cNvSpPr/>
            <p:nvPr/>
          </p:nvSpPr>
          <p:spPr>
            <a:xfrm>
              <a:off x="3961507" y="363062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1" name="pt1081"/>
            <p:cNvSpPr/>
            <p:nvPr/>
          </p:nvSpPr>
          <p:spPr>
            <a:xfrm>
              <a:off x="3534371" y="41823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2" name="pt1082"/>
            <p:cNvSpPr/>
            <p:nvPr/>
          </p:nvSpPr>
          <p:spPr>
            <a:xfrm>
              <a:off x="2252965" y="450688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3" name="pt1083"/>
            <p:cNvSpPr/>
            <p:nvPr/>
          </p:nvSpPr>
          <p:spPr>
            <a:xfrm>
              <a:off x="4175074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4" name="pt1084"/>
            <p:cNvSpPr/>
            <p:nvPr/>
          </p:nvSpPr>
          <p:spPr>
            <a:xfrm>
              <a:off x="2466533" y="44419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5" name="pt1085"/>
            <p:cNvSpPr/>
            <p:nvPr/>
          </p:nvSpPr>
          <p:spPr>
            <a:xfrm>
              <a:off x="2893668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6" name="pt1086"/>
            <p:cNvSpPr/>
            <p:nvPr/>
          </p:nvSpPr>
          <p:spPr>
            <a:xfrm>
              <a:off x="3747939" y="402007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7" name="pt1087"/>
            <p:cNvSpPr/>
            <p:nvPr/>
          </p:nvSpPr>
          <p:spPr>
            <a:xfrm>
              <a:off x="1612262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8" name="pt1088"/>
            <p:cNvSpPr/>
            <p:nvPr/>
          </p:nvSpPr>
          <p:spPr>
            <a:xfrm>
              <a:off x="2893668" y="45068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9" name="pt1089"/>
            <p:cNvSpPr/>
            <p:nvPr/>
          </p:nvSpPr>
          <p:spPr>
            <a:xfrm>
              <a:off x="3107236" y="46042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0" name="pt1090"/>
            <p:cNvSpPr/>
            <p:nvPr/>
          </p:nvSpPr>
          <p:spPr>
            <a:xfrm>
              <a:off x="3107236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1" name="pt1091"/>
            <p:cNvSpPr/>
            <p:nvPr/>
          </p:nvSpPr>
          <p:spPr>
            <a:xfrm>
              <a:off x="3747939" y="434461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2" name="pt1092"/>
            <p:cNvSpPr/>
            <p:nvPr/>
          </p:nvSpPr>
          <p:spPr>
            <a:xfrm>
              <a:off x="2039397" y="499368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3" name="pt1093"/>
            <p:cNvSpPr/>
            <p:nvPr/>
          </p:nvSpPr>
          <p:spPr>
            <a:xfrm>
              <a:off x="3747939" y="37604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4" name="pt1094"/>
            <p:cNvSpPr/>
            <p:nvPr/>
          </p:nvSpPr>
          <p:spPr>
            <a:xfrm>
              <a:off x="2893668" y="45068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5" name="pt1095"/>
            <p:cNvSpPr/>
            <p:nvPr/>
          </p:nvSpPr>
          <p:spPr>
            <a:xfrm>
              <a:off x="3107236" y="47016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6" name="pt1096"/>
            <p:cNvSpPr/>
            <p:nvPr/>
          </p:nvSpPr>
          <p:spPr>
            <a:xfrm>
              <a:off x="3534371" y="42797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7" name="pt1097"/>
            <p:cNvSpPr/>
            <p:nvPr/>
          </p:nvSpPr>
          <p:spPr>
            <a:xfrm>
              <a:off x="3320804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8" name="pt1098"/>
            <p:cNvSpPr/>
            <p:nvPr/>
          </p:nvSpPr>
          <p:spPr>
            <a:xfrm>
              <a:off x="2680100" y="47340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9" name="pt1099"/>
            <p:cNvSpPr/>
            <p:nvPr/>
          </p:nvSpPr>
          <p:spPr>
            <a:xfrm>
              <a:off x="3747939" y="392271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0" name="pt1100"/>
            <p:cNvSpPr/>
            <p:nvPr/>
          </p:nvSpPr>
          <p:spPr>
            <a:xfrm>
              <a:off x="3320804" y="45068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1" name="pt1101"/>
            <p:cNvSpPr/>
            <p:nvPr/>
          </p:nvSpPr>
          <p:spPr>
            <a:xfrm>
              <a:off x="3320804" y="42472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2" name="pt1102"/>
            <p:cNvSpPr/>
            <p:nvPr/>
          </p:nvSpPr>
          <p:spPr>
            <a:xfrm>
              <a:off x="2039397" y="473405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3" name="pt1103"/>
            <p:cNvSpPr/>
            <p:nvPr/>
          </p:nvSpPr>
          <p:spPr>
            <a:xfrm>
              <a:off x="1825830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4" name="pt1104"/>
            <p:cNvSpPr/>
            <p:nvPr/>
          </p:nvSpPr>
          <p:spPr>
            <a:xfrm>
              <a:off x="3534371" y="463669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5" name="pt1105"/>
            <p:cNvSpPr/>
            <p:nvPr/>
          </p:nvSpPr>
          <p:spPr>
            <a:xfrm>
              <a:off x="3320804" y="40849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6" name="pt1106"/>
            <p:cNvSpPr/>
            <p:nvPr/>
          </p:nvSpPr>
          <p:spPr>
            <a:xfrm>
              <a:off x="1398694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7" name="pt1107"/>
            <p:cNvSpPr/>
            <p:nvPr/>
          </p:nvSpPr>
          <p:spPr>
            <a:xfrm>
              <a:off x="2680100" y="489632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8" name="pt1108"/>
            <p:cNvSpPr/>
            <p:nvPr/>
          </p:nvSpPr>
          <p:spPr>
            <a:xfrm>
              <a:off x="3534371" y="41498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9" name="pt1109"/>
            <p:cNvSpPr/>
            <p:nvPr/>
          </p:nvSpPr>
          <p:spPr>
            <a:xfrm>
              <a:off x="3747939" y="41823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0" name="pt1110"/>
            <p:cNvSpPr/>
            <p:nvPr/>
          </p:nvSpPr>
          <p:spPr>
            <a:xfrm>
              <a:off x="2893668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1" name="pt1111"/>
            <p:cNvSpPr/>
            <p:nvPr/>
          </p:nvSpPr>
          <p:spPr>
            <a:xfrm>
              <a:off x="3320804" y="42797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2" name="pt1112"/>
            <p:cNvSpPr/>
            <p:nvPr/>
          </p:nvSpPr>
          <p:spPr>
            <a:xfrm>
              <a:off x="2466533" y="499368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3" name="pt1113"/>
            <p:cNvSpPr/>
            <p:nvPr/>
          </p:nvSpPr>
          <p:spPr>
            <a:xfrm>
              <a:off x="3320804" y="421479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4" name="pt1114"/>
            <p:cNvSpPr/>
            <p:nvPr/>
          </p:nvSpPr>
          <p:spPr>
            <a:xfrm>
              <a:off x="2680100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5" name="pt1115"/>
            <p:cNvSpPr/>
            <p:nvPr/>
          </p:nvSpPr>
          <p:spPr>
            <a:xfrm>
              <a:off x="971559" y="54804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6" name="pt1116"/>
            <p:cNvSpPr/>
            <p:nvPr/>
          </p:nvSpPr>
          <p:spPr>
            <a:xfrm>
              <a:off x="2893668" y="476651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7" name="pt1117"/>
            <p:cNvSpPr/>
            <p:nvPr/>
          </p:nvSpPr>
          <p:spPr>
            <a:xfrm>
              <a:off x="2252965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8" name="pt1118"/>
            <p:cNvSpPr/>
            <p:nvPr/>
          </p:nvSpPr>
          <p:spPr>
            <a:xfrm>
              <a:off x="4175074" y="37279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9" name="pt1119"/>
            <p:cNvSpPr/>
            <p:nvPr/>
          </p:nvSpPr>
          <p:spPr>
            <a:xfrm>
              <a:off x="1825830" y="531822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0" name="pt1120"/>
            <p:cNvSpPr/>
            <p:nvPr/>
          </p:nvSpPr>
          <p:spPr>
            <a:xfrm>
              <a:off x="3961507" y="389025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1" name="pt1121"/>
            <p:cNvSpPr/>
            <p:nvPr/>
          </p:nvSpPr>
          <p:spPr>
            <a:xfrm>
              <a:off x="1612262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2" name="pt1122"/>
            <p:cNvSpPr/>
            <p:nvPr/>
          </p:nvSpPr>
          <p:spPr>
            <a:xfrm>
              <a:off x="3747939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3" name="pt1123"/>
            <p:cNvSpPr/>
            <p:nvPr/>
          </p:nvSpPr>
          <p:spPr>
            <a:xfrm>
              <a:off x="3107236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4" name="pt1124"/>
            <p:cNvSpPr/>
            <p:nvPr/>
          </p:nvSpPr>
          <p:spPr>
            <a:xfrm>
              <a:off x="3534371" y="405252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5" name="pt1125"/>
            <p:cNvSpPr/>
            <p:nvPr/>
          </p:nvSpPr>
          <p:spPr>
            <a:xfrm>
              <a:off x="3961507" y="44095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6" name="pt1126"/>
            <p:cNvSpPr/>
            <p:nvPr/>
          </p:nvSpPr>
          <p:spPr>
            <a:xfrm>
              <a:off x="2893668" y="483141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7" name="pt1127"/>
            <p:cNvSpPr/>
            <p:nvPr/>
          </p:nvSpPr>
          <p:spPr>
            <a:xfrm>
              <a:off x="1398694" y="528577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8" name="pt1128"/>
            <p:cNvSpPr/>
            <p:nvPr/>
          </p:nvSpPr>
          <p:spPr>
            <a:xfrm>
              <a:off x="2893668" y="499368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9" name="pt1129"/>
            <p:cNvSpPr/>
            <p:nvPr/>
          </p:nvSpPr>
          <p:spPr>
            <a:xfrm>
              <a:off x="1185126" y="53506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0" name="pt1130"/>
            <p:cNvSpPr/>
            <p:nvPr/>
          </p:nvSpPr>
          <p:spPr>
            <a:xfrm>
              <a:off x="3320804" y="444197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1" name="pt1131"/>
            <p:cNvSpPr/>
            <p:nvPr/>
          </p:nvSpPr>
          <p:spPr>
            <a:xfrm>
              <a:off x="2466533" y="47016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2" name="pt1132"/>
            <p:cNvSpPr/>
            <p:nvPr/>
          </p:nvSpPr>
          <p:spPr>
            <a:xfrm>
              <a:off x="3107236" y="434461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3" name="pt1133"/>
            <p:cNvSpPr/>
            <p:nvPr/>
          </p:nvSpPr>
          <p:spPr>
            <a:xfrm>
              <a:off x="3107236" y="43770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4" name="pt1134"/>
            <p:cNvSpPr/>
            <p:nvPr/>
          </p:nvSpPr>
          <p:spPr>
            <a:xfrm>
              <a:off x="3320804" y="47016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5" name="pt1135"/>
            <p:cNvSpPr/>
            <p:nvPr/>
          </p:nvSpPr>
          <p:spPr>
            <a:xfrm>
              <a:off x="3534371" y="45717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6" name="pt1136"/>
            <p:cNvSpPr/>
            <p:nvPr/>
          </p:nvSpPr>
          <p:spPr>
            <a:xfrm>
              <a:off x="3747939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7" name="pt1137"/>
            <p:cNvSpPr/>
            <p:nvPr/>
          </p:nvSpPr>
          <p:spPr>
            <a:xfrm>
              <a:off x="3534371" y="421479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8" name="pt1138"/>
            <p:cNvSpPr/>
            <p:nvPr/>
          </p:nvSpPr>
          <p:spPr>
            <a:xfrm>
              <a:off x="3320804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9" name="pt1139"/>
            <p:cNvSpPr/>
            <p:nvPr/>
          </p:nvSpPr>
          <p:spPr>
            <a:xfrm>
              <a:off x="1612262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0" name="pt1140"/>
            <p:cNvSpPr/>
            <p:nvPr/>
          </p:nvSpPr>
          <p:spPr>
            <a:xfrm>
              <a:off x="3107236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1" name="pt1141"/>
            <p:cNvSpPr/>
            <p:nvPr/>
          </p:nvSpPr>
          <p:spPr>
            <a:xfrm>
              <a:off x="2680100" y="476651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2" name="pt1142"/>
            <p:cNvSpPr/>
            <p:nvPr/>
          </p:nvSpPr>
          <p:spPr>
            <a:xfrm>
              <a:off x="2039397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3" name="pt1143"/>
            <p:cNvSpPr/>
            <p:nvPr/>
          </p:nvSpPr>
          <p:spPr>
            <a:xfrm>
              <a:off x="1825830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4" name="pt1144"/>
            <p:cNvSpPr/>
            <p:nvPr/>
          </p:nvSpPr>
          <p:spPr>
            <a:xfrm>
              <a:off x="2680100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5" name="pt1145"/>
            <p:cNvSpPr/>
            <p:nvPr/>
          </p:nvSpPr>
          <p:spPr>
            <a:xfrm>
              <a:off x="1398694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6" name="pt1146"/>
            <p:cNvSpPr/>
            <p:nvPr/>
          </p:nvSpPr>
          <p:spPr>
            <a:xfrm>
              <a:off x="3534371" y="457178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7" name="pt1147"/>
            <p:cNvSpPr/>
            <p:nvPr/>
          </p:nvSpPr>
          <p:spPr>
            <a:xfrm>
              <a:off x="1825830" y="50910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8" name="pt1148"/>
            <p:cNvSpPr/>
            <p:nvPr/>
          </p:nvSpPr>
          <p:spPr>
            <a:xfrm>
              <a:off x="1398694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9" name="pt1149"/>
            <p:cNvSpPr/>
            <p:nvPr/>
          </p:nvSpPr>
          <p:spPr>
            <a:xfrm>
              <a:off x="2252965" y="46042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0" name="pt1150"/>
            <p:cNvSpPr/>
            <p:nvPr/>
          </p:nvSpPr>
          <p:spPr>
            <a:xfrm>
              <a:off x="4175074" y="37604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1" name="pt1151"/>
            <p:cNvSpPr/>
            <p:nvPr/>
          </p:nvSpPr>
          <p:spPr>
            <a:xfrm>
              <a:off x="4175074" y="402007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2" name="pt1152"/>
            <p:cNvSpPr/>
            <p:nvPr/>
          </p:nvSpPr>
          <p:spPr>
            <a:xfrm>
              <a:off x="1612262" y="50910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3" name="pt1153"/>
            <p:cNvSpPr/>
            <p:nvPr/>
          </p:nvSpPr>
          <p:spPr>
            <a:xfrm>
              <a:off x="757991" y="541558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4" name="pt1154"/>
            <p:cNvSpPr/>
            <p:nvPr/>
          </p:nvSpPr>
          <p:spPr>
            <a:xfrm>
              <a:off x="1398694" y="50585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5" name="pt1155"/>
            <p:cNvSpPr/>
            <p:nvPr/>
          </p:nvSpPr>
          <p:spPr>
            <a:xfrm>
              <a:off x="3534371" y="476651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6" name="pt1156"/>
            <p:cNvSpPr/>
            <p:nvPr/>
          </p:nvSpPr>
          <p:spPr>
            <a:xfrm>
              <a:off x="3320804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7" name="pt1157"/>
            <p:cNvSpPr/>
            <p:nvPr/>
          </p:nvSpPr>
          <p:spPr>
            <a:xfrm>
              <a:off x="2893668" y="42797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8" name="pt1158"/>
            <p:cNvSpPr/>
            <p:nvPr/>
          </p:nvSpPr>
          <p:spPr>
            <a:xfrm>
              <a:off x="2893668" y="48314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9" name="pt1159"/>
            <p:cNvSpPr/>
            <p:nvPr/>
          </p:nvSpPr>
          <p:spPr>
            <a:xfrm>
              <a:off x="2680100" y="47016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0" name="pt1160"/>
            <p:cNvSpPr/>
            <p:nvPr/>
          </p:nvSpPr>
          <p:spPr>
            <a:xfrm>
              <a:off x="1398694" y="51884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1" name="pt1161"/>
            <p:cNvSpPr/>
            <p:nvPr/>
          </p:nvSpPr>
          <p:spPr>
            <a:xfrm>
              <a:off x="3961507" y="42797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2" name="pt1162"/>
            <p:cNvSpPr/>
            <p:nvPr/>
          </p:nvSpPr>
          <p:spPr>
            <a:xfrm>
              <a:off x="1612262" y="457178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3" name="pt1163"/>
            <p:cNvSpPr/>
            <p:nvPr/>
          </p:nvSpPr>
          <p:spPr>
            <a:xfrm>
              <a:off x="1825830" y="50585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4" name="pt1164"/>
            <p:cNvSpPr/>
            <p:nvPr/>
          </p:nvSpPr>
          <p:spPr>
            <a:xfrm>
              <a:off x="1612262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5" name="pt1165"/>
            <p:cNvSpPr/>
            <p:nvPr/>
          </p:nvSpPr>
          <p:spPr>
            <a:xfrm>
              <a:off x="3534371" y="444197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6" name="pt1166"/>
            <p:cNvSpPr/>
            <p:nvPr/>
          </p:nvSpPr>
          <p:spPr>
            <a:xfrm>
              <a:off x="3534371" y="444197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7" name="pt1167"/>
            <p:cNvSpPr/>
            <p:nvPr/>
          </p:nvSpPr>
          <p:spPr>
            <a:xfrm>
              <a:off x="3107236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8" name="pt1168"/>
            <p:cNvSpPr/>
            <p:nvPr/>
          </p:nvSpPr>
          <p:spPr>
            <a:xfrm>
              <a:off x="2893668" y="434461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9" name="pt1169"/>
            <p:cNvSpPr/>
            <p:nvPr/>
          </p:nvSpPr>
          <p:spPr>
            <a:xfrm>
              <a:off x="3961507" y="402007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0" name="pt1170"/>
            <p:cNvSpPr/>
            <p:nvPr/>
          </p:nvSpPr>
          <p:spPr>
            <a:xfrm>
              <a:off x="2466533" y="44419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1" name="pt1171"/>
            <p:cNvSpPr/>
            <p:nvPr/>
          </p:nvSpPr>
          <p:spPr>
            <a:xfrm>
              <a:off x="3534371" y="41823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2" name="pt1172"/>
            <p:cNvSpPr/>
            <p:nvPr/>
          </p:nvSpPr>
          <p:spPr>
            <a:xfrm>
              <a:off x="3747939" y="405252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3" name="pt1173"/>
            <p:cNvSpPr/>
            <p:nvPr/>
          </p:nvSpPr>
          <p:spPr>
            <a:xfrm>
              <a:off x="3320804" y="444197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4" name="pt1174"/>
            <p:cNvSpPr/>
            <p:nvPr/>
          </p:nvSpPr>
          <p:spPr>
            <a:xfrm>
              <a:off x="1612262" y="48638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5" name="pt1175"/>
            <p:cNvSpPr/>
            <p:nvPr/>
          </p:nvSpPr>
          <p:spPr>
            <a:xfrm>
              <a:off x="3107236" y="444197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6" name="pt1176"/>
            <p:cNvSpPr/>
            <p:nvPr/>
          </p:nvSpPr>
          <p:spPr>
            <a:xfrm>
              <a:off x="3534371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7" name="pt1177"/>
            <p:cNvSpPr/>
            <p:nvPr/>
          </p:nvSpPr>
          <p:spPr>
            <a:xfrm>
              <a:off x="3107236" y="42797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8" name="pt1178"/>
            <p:cNvSpPr/>
            <p:nvPr/>
          </p:nvSpPr>
          <p:spPr>
            <a:xfrm>
              <a:off x="3747939" y="402007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9" name="pt1179"/>
            <p:cNvSpPr/>
            <p:nvPr/>
          </p:nvSpPr>
          <p:spPr>
            <a:xfrm>
              <a:off x="1612262" y="47016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0" name="pt1180"/>
            <p:cNvSpPr/>
            <p:nvPr/>
          </p:nvSpPr>
          <p:spPr>
            <a:xfrm>
              <a:off x="3107236" y="45717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1" name="pt1181"/>
            <p:cNvSpPr/>
            <p:nvPr/>
          </p:nvSpPr>
          <p:spPr>
            <a:xfrm>
              <a:off x="3747939" y="421479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2" name="pt1182"/>
            <p:cNvSpPr/>
            <p:nvPr/>
          </p:nvSpPr>
          <p:spPr>
            <a:xfrm>
              <a:off x="971559" y="561030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3" name="pt1183"/>
            <p:cNvSpPr/>
            <p:nvPr/>
          </p:nvSpPr>
          <p:spPr>
            <a:xfrm>
              <a:off x="971559" y="561030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4" name="pt1184"/>
            <p:cNvSpPr/>
            <p:nvPr/>
          </p:nvSpPr>
          <p:spPr>
            <a:xfrm>
              <a:off x="3107236" y="447442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5" name="pt1185"/>
            <p:cNvSpPr/>
            <p:nvPr/>
          </p:nvSpPr>
          <p:spPr>
            <a:xfrm>
              <a:off x="2252965" y="49287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6" name="pt1186"/>
            <p:cNvSpPr/>
            <p:nvPr/>
          </p:nvSpPr>
          <p:spPr>
            <a:xfrm>
              <a:off x="1612262" y="528577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7" name="pt1187"/>
            <p:cNvSpPr/>
            <p:nvPr/>
          </p:nvSpPr>
          <p:spPr>
            <a:xfrm>
              <a:off x="3961507" y="398761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8" name="pt1188"/>
            <p:cNvSpPr/>
            <p:nvPr/>
          </p:nvSpPr>
          <p:spPr>
            <a:xfrm>
              <a:off x="3961507" y="379289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9" name="pt1189"/>
            <p:cNvSpPr/>
            <p:nvPr/>
          </p:nvSpPr>
          <p:spPr>
            <a:xfrm>
              <a:off x="3320804" y="434461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0" name="pt1190"/>
            <p:cNvSpPr/>
            <p:nvPr/>
          </p:nvSpPr>
          <p:spPr>
            <a:xfrm>
              <a:off x="3534371" y="434461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1" name="pt1191"/>
            <p:cNvSpPr/>
            <p:nvPr/>
          </p:nvSpPr>
          <p:spPr>
            <a:xfrm>
              <a:off x="3747939" y="41498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2" name="pt1192"/>
            <p:cNvSpPr/>
            <p:nvPr/>
          </p:nvSpPr>
          <p:spPr>
            <a:xfrm>
              <a:off x="2252965" y="453933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3" name="pt1193"/>
            <p:cNvSpPr/>
            <p:nvPr/>
          </p:nvSpPr>
          <p:spPr>
            <a:xfrm>
              <a:off x="3747939" y="434461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4" name="pt1194"/>
            <p:cNvSpPr/>
            <p:nvPr/>
          </p:nvSpPr>
          <p:spPr>
            <a:xfrm>
              <a:off x="3534371" y="45068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5" name="pt1195"/>
            <p:cNvSpPr/>
            <p:nvPr/>
          </p:nvSpPr>
          <p:spPr>
            <a:xfrm>
              <a:off x="3320804" y="402007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6" name="pt1196"/>
            <p:cNvSpPr/>
            <p:nvPr/>
          </p:nvSpPr>
          <p:spPr>
            <a:xfrm>
              <a:off x="1398694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7" name="pt1197"/>
            <p:cNvSpPr/>
            <p:nvPr/>
          </p:nvSpPr>
          <p:spPr>
            <a:xfrm>
              <a:off x="3107236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8" name="pt1198"/>
            <p:cNvSpPr/>
            <p:nvPr/>
          </p:nvSpPr>
          <p:spPr>
            <a:xfrm>
              <a:off x="3320804" y="424724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9" name="pt1199"/>
            <p:cNvSpPr/>
            <p:nvPr/>
          </p:nvSpPr>
          <p:spPr>
            <a:xfrm>
              <a:off x="1185126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0" name="pt1200"/>
            <p:cNvSpPr/>
            <p:nvPr/>
          </p:nvSpPr>
          <p:spPr>
            <a:xfrm>
              <a:off x="2893668" y="479896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1" name="pt1201"/>
            <p:cNvSpPr/>
            <p:nvPr/>
          </p:nvSpPr>
          <p:spPr>
            <a:xfrm>
              <a:off x="3747939" y="398761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2" name="pt1202"/>
            <p:cNvSpPr/>
            <p:nvPr/>
          </p:nvSpPr>
          <p:spPr>
            <a:xfrm>
              <a:off x="1825830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3" name="pt1203"/>
            <p:cNvSpPr/>
            <p:nvPr/>
          </p:nvSpPr>
          <p:spPr>
            <a:xfrm>
              <a:off x="3747939" y="444197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4" name="pt1204"/>
            <p:cNvSpPr/>
            <p:nvPr/>
          </p:nvSpPr>
          <p:spPr>
            <a:xfrm>
              <a:off x="1185126" y="55454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5" name="pt1205"/>
            <p:cNvSpPr/>
            <p:nvPr/>
          </p:nvSpPr>
          <p:spPr>
            <a:xfrm>
              <a:off x="3320804" y="424724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6" name="pt1206"/>
            <p:cNvSpPr/>
            <p:nvPr/>
          </p:nvSpPr>
          <p:spPr>
            <a:xfrm>
              <a:off x="1398694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7" name="pt1207"/>
            <p:cNvSpPr/>
            <p:nvPr/>
          </p:nvSpPr>
          <p:spPr>
            <a:xfrm>
              <a:off x="1185126" y="47016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8" name="pt1208"/>
            <p:cNvSpPr/>
            <p:nvPr/>
          </p:nvSpPr>
          <p:spPr>
            <a:xfrm>
              <a:off x="3320804" y="45068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9" name="pt1209"/>
            <p:cNvSpPr/>
            <p:nvPr/>
          </p:nvSpPr>
          <p:spPr>
            <a:xfrm>
              <a:off x="3961507" y="37279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0" name="pt1210"/>
            <p:cNvSpPr/>
            <p:nvPr/>
          </p:nvSpPr>
          <p:spPr>
            <a:xfrm>
              <a:off x="2039397" y="509104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1" name="pt1211"/>
            <p:cNvSpPr/>
            <p:nvPr/>
          </p:nvSpPr>
          <p:spPr>
            <a:xfrm>
              <a:off x="2252965" y="473405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2" name="pt1212"/>
            <p:cNvSpPr/>
            <p:nvPr/>
          </p:nvSpPr>
          <p:spPr>
            <a:xfrm>
              <a:off x="1185126" y="55454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3" name="pt1213"/>
            <p:cNvSpPr/>
            <p:nvPr/>
          </p:nvSpPr>
          <p:spPr>
            <a:xfrm>
              <a:off x="971559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4" name="pt1214"/>
            <p:cNvSpPr/>
            <p:nvPr/>
          </p:nvSpPr>
          <p:spPr>
            <a:xfrm>
              <a:off x="2039397" y="47665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5" name="pt1215"/>
            <p:cNvSpPr/>
            <p:nvPr/>
          </p:nvSpPr>
          <p:spPr>
            <a:xfrm>
              <a:off x="971559" y="528577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6" name="pt1216"/>
            <p:cNvSpPr/>
            <p:nvPr/>
          </p:nvSpPr>
          <p:spPr>
            <a:xfrm>
              <a:off x="2039397" y="44419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7" name="pt1217"/>
            <p:cNvSpPr/>
            <p:nvPr/>
          </p:nvSpPr>
          <p:spPr>
            <a:xfrm>
              <a:off x="1398694" y="53182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8" name="pt1218"/>
            <p:cNvSpPr/>
            <p:nvPr/>
          </p:nvSpPr>
          <p:spPr>
            <a:xfrm>
              <a:off x="3747939" y="39551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9" name="pt1219"/>
            <p:cNvSpPr/>
            <p:nvPr/>
          </p:nvSpPr>
          <p:spPr>
            <a:xfrm>
              <a:off x="2680100" y="496123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0" name="pt1220"/>
            <p:cNvSpPr/>
            <p:nvPr/>
          </p:nvSpPr>
          <p:spPr>
            <a:xfrm>
              <a:off x="757991" y="56752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1" name="pt1221"/>
            <p:cNvSpPr/>
            <p:nvPr/>
          </p:nvSpPr>
          <p:spPr>
            <a:xfrm>
              <a:off x="1398694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2" name="pt1222"/>
            <p:cNvSpPr/>
            <p:nvPr/>
          </p:nvSpPr>
          <p:spPr>
            <a:xfrm>
              <a:off x="757991" y="54804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3" name="pt1223"/>
            <p:cNvSpPr/>
            <p:nvPr/>
          </p:nvSpPr>
          <p:spPr>
            <a:xfrm>
              <a:off x="1185126" y="528577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4" name="pt1224"/>
            <p:cNvSpPr/>
            <p:nvPr/>
          </p:nvSpPr>
          <p:spPr>
            <a:xfrm>
              <a:off x="1398694" y="54804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5" name="pt1225"/>
            <p:cNvSpPr/>
            <p:nvPr/>
          </p:nvSpPr>
          <p:spPr>
            <a:xfrm>
              <a:off x="1185126" y="561030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6" name="pt1226"/>
            <p:cNvSpPr/>
            <p:nvPr/>
          </p:nvSpPr>
          <p:spPr>
            <a:xfrm>
              <a:off x="1185126" y="499368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7" name="pt1227"/>
            <p:cNvSpPr/>
            <p:nvPr/>
          </p:nvSpPr>
          <p:spPr>
            <a:xfrm>
              <a:off x="971559" y="561030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8" name="pt1228"/>
            <p:cNvSpPr/>
            <p:nvPr/>
          </p:nvSpPr>
          <p:spPr>
            <a:xfrm>
              <a:off x="2252965" y="453933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9" name="pt1229"/>
            <p:cNvSpPr/>
            <p:nvPr/>
          </p:nvSpPr>
          <p:spPr>
            <a:xfrm>
              <a:off x="2893668" y="45068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0" name="pt1230"/>
            <p:cNvSpPr/>
            <p:nvPr/>
          </p:nvSpPr>
          <p:spPr>
            <a:xfrm>
              <a:off x="1185126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1" name="pt1231"/>
            <p:cNvSpPr/>
            <p:nvPr/>
          </p:nvSpPr>
          <p:spPr>
            <a:xfrm>
              <a:off x="1185126" y="54804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2" name="pt1232"/>
            <p:cNvSpPr/>
            <p:nvPr/>
          </p:nvSpPr>
          <p:spPr>
            <a:xfrm>
              <a:off x="3747939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3" name="pt1233"/>
            <p:cNvSpPr/>
            <p:nvPr/>
          </p:nvSpPr>
          <p:spPr>
            <a:xfrm>
              <a:off x="1185126" y="541558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4" name="pt1234"/>
            <p:cNvSpPr/>
            <p:nvPr/>
          </p:nvSpPr>
          <p:spPr>
            <a:xfrm>
              <a:off x="2893668" y="43770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5" name="pt1235"/>
            <p:cNvSpPr/>
            <p:nvPr/>
          </p:nvSpPr>
          <p:spPr>
            <a:xfrm>
              <a:off x="1398694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6" name="pt1236"/>
            <p:cNvSpPr/>
            <p:nvPr/>
          </p:nvSpPr>
          <p:spPr>
            <a:xfrm>
              <a:off x="3534371" y="41823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7" name="pt1237"/>
            <p:cNvSpPr/>
            <p:nvPr/>
          </p:nvSpPr>
          <p:spPr>
            <a:xfrm>
              <a:off x="971559" y="55454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8" name="pt1238"/>
            <p:cNvSpPr/>
            <p:nvPr/>
          </p:nvSpPr>
          <p:spPr>
            <a:xfrm>
              <a:off x="3107236" y="43770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9" name="pt1239"/>
            <p:cNvSpPr/>
            <p:nvPr/>
          </p:nvSpPr>
          <p:spPr>
            <a:xfrm>
              <a:off x="2466533" y="45068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0" name="pt1240"/>
            <p:cNvSpPr/>
            <p:nvPr/>
          </p:nvSpPr>
          <p:spPr>
            <a:xfrm>
              <a:off x="971559" y="57401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1" name="pt1241"/>
            <p:cNvSpPr/>
            <p:nvPr/>
          </p:nvSpPr>
          <p:spPr>
            <a:xfrm>
              <a:off x="1825830" y="499368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2" name="pt1242"/>
            <p:cNvSpPr/>
            <p:nvPr/>
          </p:nvSpPr>
          <p:spPr>
            <a:xfrm>
              <a:off x="3534371" y="447442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3" name="pt1243"/>
            <p:cNvSpPr/>
            <p:nvPr/>
          </p:nvSpPr>
          <p:spPr>
            <a:xfrm>
              <a:off x="3747939" y="41498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4" name="pt1244"/>
            <p:cNvSpPr/>
            <p:nvPr/>
          </p:nvSpPr>
          <p:spPr>
            <a:xfrm>
              <a:off x="3747939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5" name="pt1245"/>
            <p:cNvSpPr/>
            <p:nvPr/>
          </p:nvSpPr>
          <p:spPr>
            <a:xfrm>
              <a:off x="1185126" y="50261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6" name="pt1246"/>
            <p:cNvSpPr/>
            <p:nvPr/>
          </p:nvSpPr>
          <p:spPr>
            <a:xfrm>
              <a:off x="757991" y="57401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7" name="pt1247"/>
            <p:cNvSpPr/>
            <p:nvPr/>
          </p:nvSpPr>
          <p:spPr>
            <a:xfrm>
              <a:off x="1398694" y="53506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8" name="pt1248"/>
            <p:cNvSpPr/>
            <p:nvPr/>
          </p:nvSpPr>
          <p:spPr>
            <a:xfrm>
              <a:off x="971559" y="50261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9" name="pt1249"/>
            <p:cNvSpPr/>
            <p:nvPr/>
          </p:nvSpPr>
          <p:spPr>
            <a:xfrm>
              <a:off x="971559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0" name="pt1250"/>
            <p:cNvSpPr/>
            <p:nvPr/>
          </p:nvSpPr>
          <p:spPr>
            <a:xfrm>
              <a:off x="3534371" y="41823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1" name="pt1251"/>
            <p:cNvSpPr/>
            <p:nvPr/>
          </p:nvSpPr>
          <p:spPr>
            <a:xfrm>
              <a:off x="2466533" y="444197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2" name="pt1252"/>
            <p:cNvSpPr/>
            <p:nvPr/>
          </p:nvSpPr>
          <p:spPr>
            <a:xfrm>
              <a:off x="757991" y="53506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3" name="pt1253"/>
            <p:cNvSpPr/>
            <p:nvPr/>
          </p:nvSpPr>
          <p:spPr>
            <a:xfrm>
              <a:off x="3747939" y="398761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4" name="pt1254"/>
            <p:cNvSpPr/>
            <p:nvPr/>
          </p:nvSpPr>
          <p:spPr>
            <a:xfrm>
              <a:off x="3961507" y="402007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5" name="pt1255"/>
            <p:cNvSpPr/>
            <p:nvPr/>
          </p:nvSpPr>
          <p:spPr>
            <a:xfrm>
              <a:off x="3961507" y="41498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6" name="pt1256"/>
            <p:cNvSpPr/>
            <p:nvPr/>
          </p:nvSpPr>
          <p:spPr>
            <a:xfrm>
              <a:off x="3747939" y="385780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7" name="pt1257"/>
            <p:cNvSpPr/>
            <p:nvPr/>
          </p:nvSpPr>
          <p:spPr>
            <a:xfrm>
              <a:off x="757991" y="57401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8" name="pt1258"/>
            <p:cNvSpPr/>
            <p:nvPr/>
          </p:nvSpPr>
          <p:spPr>
            <a:xfrm>
              <a:off x="1185126" y="47665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9" name="pt1259"/>
            <p:cNvSpPr/>
            <p:nvPr/>
          </p:nvSpPr>
          <p:spPr>
            <a:xfrm>
              <a:off x="971559" y="50261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0" name="pt1260"/>
            <p:cNvSpPr/>
            <p:nvPr/>
          </p:nvSpPr>
          <p:spPr>
            <a:xfrm>
              <a:off x="971559" y="57401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1" name="pt1261"/>
            <p:cNvSpPr/>
            <p:nvPr/>
          </p:nvSpPr>
          <p:spPr>
            <a:xfrm>
              <a:off x="3320804" y="463669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2" name="pt1262"/>
            <p:cNvSpPr/>
            <p:nvPr/>
          </p:nvSpPr>
          <p:spPr>
            <a:xfrm>
              <a:off x="3747939" y="41823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3" name="pt1263"/>
            <p:cNvSpPr/>
            <p:nvPr/>
          </p:nvSpPr>
          <p:spPr>
            <a:xfrm>
              <a:off x="3534371" y="398761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4" name="pt1264"/>
            <p:cNvSpPr/>
            <p:nvPr/>
          </p:nvSpPr>
          <p:spPr>
            <a:xfrm>
              <a:off x="3534371" y="43770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5" name="pt1265"/>
            <p:cNvSpPr/>
            <p:nvPr/>
          </p:nvSpPr>
          <p:spPr>
            <a:xfrm>
              <a:off x="1398694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6" name="pt1266"/>
            <p:cNvSpPr/>
            <p:nvPr/>
          </p:nvSpPr>
          <p:spPr>
            <a:xfrm>
              <a:off x="1185126" y="528577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7" name="pt1267"/>
            <p:cNvSpPr/>
            <p:nvPr/>
          </p:nvSpPr>
          <p:spPr>
            <a:xfrm>
              <a:off x="1612262" y="50261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8" name="pt1268"/>
            <p:cNvSpPr/>
            <p:nvPr/>
          </p:nvSpPr>
          <p:spPr>
            <a:xfrm>
              <a:off x="1185126" y="50585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9" name="pt1269"/>
            <p:cNvSpPr/>
            <p:nvPr/>
          </p:nvSpPr>
          <p:spPr>
            <a:xfrm>
              <a:off x="2893668" y="47016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0" name="pt1270"/>
            <p:cNvSpPr/>
            <p:nvPr/>
          </p:nvSpPr>
          <p:spPr>
            <a:xfrm>
              <a:off x="1185126" y="48314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1" name="pt1271"/>
            <p:cNvSpPr/>
            <p:nvPr/>
          </p:nvSpPr>
          <p:spPr>
            <a:xfrm>
              <a:off x="1398694" y="48638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2" name="pt1272"/>
            <p:cNvSpPr/>
            <p:nvPr/>
          </p:nvSpPr>
          <p:spPr>
            <a:xfrm>
              <a:off x="3747939" y="379289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3" name="pt1273"/>
            <p:cNvSpPr/>
            <p:nvPr/>
          </p:nvSpPr>
          <p:spPr>
            <a:xfrm>
              <a:off x="1185126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4" name="pt1274"/>
            <p:cNvSpPr/>
            <p:nvPr/>
          </p:nvSpPr>
          <p:spPr>
            <a:xfrm>
              <a:off x="3107236" y="444197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5" name="pt1275"/>
            <p:cNvSpPr/>
            <p:nvPr/>
          </p:nvSpPr>
          <p:spPr>
            <a:xfrm>
              <a:off x="1398694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6" name="pt1276"/>
            <p:cNvSpPr/>
            <p:nvPr/>
          </p:nvSpPr>
          <p:spPr>
            <a:xfrm>
              <a:off x="1185126" y="54804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7" name="pt1277"/>
            <p:cNvSpPr/>
            <p:nvPr/>
          </p:nvSpPr>
          <p:spPr>
            <a:xfrm>
              <a:off x="971559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8" name="pt1278"/>
            <p:cNvSpPr/>
            <p:nvPr/>
          </p:nvSpPr>
          <p:spPr>
            <a:xfrm>
              <a:off x="1398694" y="50261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9" name="pt1279"/>
            <p:cNvSpPr/>
            <p:nvPr/>
          </p:nvSpPr>
          <p:spPr>
            <a:xfrm>
              <a:off x="2680100" y="483141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0" name="pt1280"/>
            <p:cNvSpPr/>
            <p:nvPr/>
          </p:nvSpPr>
          <p:spPr>
            <a:xfrm>
              <a:off x="2466533" y="48314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1" name="pt1281"/>
            <p:cNvSpPr/>
            <p:nvPr/>
          </p:nvSpPr>
          <p:spPr>
            <a:xfrm>
              <a:off x="2680100" y="502614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2" name="pt1282"/>
            <p:cNvSpPr/>
            <p:nvPr/>
          </p:nvSpPr>
          <p:spPr>
            <a:xfrm>
              <a:off x="1398694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3" name="pt1283"/>
            <p:cNvSpPr/>
            <p:nvPr/>
          </p:nvSpPr>
          <p:spPr>
            <a:xfrm>
              <a:off x="971559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4" name="pt1284"/>
            <p:cNvSpPr/>
            <p:nvPr/>
          </p:nvSpPr>
          <p:spPr>
            <a:xfrm>
              <a:off x="1185126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5" name="pt1285"/>
            <p:cNvSpPr/>
            <p:nvPr/>
          </p:nvSpPr>
          <p:spPr>
            <a:xfrm>
              <a:off x="1398694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6" name="pt1286"/>
            <p:cNvSpPr/>
            <p:nvPr/>
          </p:nvSpPr>
          <p:spPr>
            <a:xfrm>
              <a:off x="757991" y="53506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7" name="pt1287"/>
            <p:cNvSpPr/>
            <p:nvPr/>
          </p:nvSpPr>
          <p:spPr>
            <a:xfrm>
              <a:off x="1825830" y="453933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8" name="pt1288"/>
            <p:cNvSpPr/>
            <p:nvPr/>
          </p:nvSpPr>
          <p:spPr>
            <a:xfrm>
              <a:off x="757991" y="56752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9" name="pt1289"/>
            <p:cNvSpPr/>
            <p:nvPr/>
          </p:nvSpPr>
          <p:spPr>
            <a:xfrm>
              <a:off x="971559" y="541558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0" name="pt1290"/>
            <p:cNvSpPr/>
            <p:nvPr/>
          </p:nvSpPr>
          <p:spPr>
            <a:xfrm>
              <a:off x="757991" y="57401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1" name="pt1291"/>
            <p:cNvSpPr/>
            <p:nvPr/>
          </p:nvSpPr>
          <p:spPr>
            <a:xfrm>
              <a:off x="3107236" y="444197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2" name="pt1292"/>
            <p:cNvSpPr/>
            <p:nvPr/>
          </p:nvSpPr>
          <p:spPr>
            <a:xfrm>
              <a:off x="3747939" y="398761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3" name="pt1293"/>
            <p:cNvSpPr/>
            <p:nvPr/>
          </p:nvSpPr>
          <p:spPr>
            <a:xfrm>
              <a:off x="1398694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4" name="pt1294"/>
            <p:cNvSpPr/>
            <p:nvPr/>
          </p:nvSpPr>
          <p:spPr>
            <a:xfrm>
              <a:off x="3961507" y="392271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5" name="pt1295"/>
            <p:cNvSpPr/>
            <p:nvPr/>
          </p:nvSpPr>
          <p:spPr>
            <a:xfrm>
              <a:off x="2039397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6" name="pt1296"/>
            <p:cNvSpPr/>
            <p:nvPr/>
          </p:nvSpPr>
          <p:spPr>
            <a:xfrm>
              <a:off x="1612262" y="47989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7" name="pt1297"/>
            <p:cNvSpPr/>
            <p:nvPr/>
          </p:nvSpPr>
          <p:spPr>
            <a:xfrm>
              <a:off x="2893668" y="46691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8" name="pt1298"/>
            <p:cNvSpPr/>
            <p:nvPr/>
          </p:nvSpPr>
          <p:spPr>
            <a:xfrm>
              <a:off x="757991" y="57401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9" name="pt1299"/>
            <p:cNvSpPr/>
            <p:nvPr/>
          </p:nvSpPr>
          <p:spPr>
            <a:xfrm>
              <a:off x="1398694" y="528577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0" name="pt1300"/>
            <p:cNvSpPr/>
            <p:nvPr/>
          </p:nvSpPr>
          <p:spPr>
            <a:xfrm>
              <a:off x="1185126" y="561030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1" name="pt1301"/>
            <p:cNvSpPr/>
            <p:nvPr/>
          </p:nvSpPr>
          <p:spPr>
            <a:xfrm>
              <a:off x="1398694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2" name="pt1302"/>
            <p:cNvSpPr/>
            <p:nvPr/>
          </p:nvSpPr>
          <p:spPr>
            <a:xfrm>
              <a:off x="2466533" y="431215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3" name="pt1303"/>
            <p:cNvSpPr/>
            <p:nvPr/>
          </p:nvSpPr>
          <p:spPr>
            <a:xfrm>
              <a:off x="1185126" y="541558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4" name="pt1304"/>
            <p:cNvSpPr/>
            <p:nvPr/>
          </p:nvSpPr>
          <p:spPr>
            <a:xfrm>
              <a:off x="971559" y="55454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5" name="pt1305"/>
            <p:cNvSpPr/>
            <p:nvPr/>
          </p:nvSpPr>
          <p:spPr>
            <a:xfrm>
              <a:off x="3961507" y="424724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6" name="pt1306"/>
            <p:cNvSpPr/>
            <p:nvPr/>
          </p:nvSpPr>
          <p:spPr>
            <a:xfrm>
              <a:off x="3534371" y="402007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7" name="pt1307"/>
            <p:cNvSpPr/>
            <p:nvPr/>
          </p:nvSpPr>
          <p:spPr>
            <a:xfrm>
              <a:off x="2466533" y="45717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8" name="pt1308"/>
            <p:cNvSpPr/>
            <p:nvPr/>
          </p:nvSpPr>
          <p:spPr>
            <a:xfrm>
              <a:off x="3107236" y="42797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9" name="pt1309"/>
            <p:cNvSpPr/>
            <p:nvPr/>
          </p:nvSpPr>
          <p:spPr>
            <a:xfrm>
              <a:off x="3961507" y="359817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0" name="pt1310"/>
            <p:cNvSpPr/>
            <p:nvPr/>
          </p:nvSpPr>
          <p:spPr>
            <a:xfrm>
              <a:off x="3747939" y="389025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1" name="pt1311"/>
            <p:cNvSpPr/>
            <p:nvPr/>
          </p:nvSpPr>
          <p:spPr>
            <a:xfrm>
              <a:off x="3320804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2" name="pt1312"/>
            <p:cNvSpPr/>
            <p:nvPr/>
          </p:nvSpPr>
          <p:spPr>
            <a:xfrm>
              <a:off x="3534371" y="45068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3" name="pt1313"/>
            <p:cNvSpPr/>
            <p:nvPr/>
          </p:nvSpPr>
          <p:spPr>
            <a:xfrm>
              <a:off x="2680100" y="447442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4" name="pt1314"/>
            <p:cNvSpPr/>
            <p:nvPr/>
          </p:nvSpPr>
          <p:spPr>
            <a:xfrm>
              <a:off x="2252965" y="47665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5" name="pt1315"/>
            <p:cNvSpPr/>
            <p:nvPr/>
          </p:nvSpPr>
          <p:spPr>
            <a:xfrm>
              <a:off x="3534371" y="46042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6" name="pt1316"/>
            <p:cNvSpPr/>
            <p:nvPr/>
          </p:nvSpPr>
          <p:spPr>
            <a:xfrm>
              <a:off x="3534371" y="45068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7" name="pt1317"/>
            <p:cNvSpPr/>
            <p:nvPr/>
          </p:nvSpPr>
          <p:spPr>
            <a:xfrm>
              <a:off x="3534371" y="499368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8" name="pt1318"/>
            <p:cNvSpPr/>
            <p:nvPr/>
          </p:nvSpPr>
          <p:spPr>
            <a:xfrm>
              <a:off x="1825830" y="541558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9" name="pt1319"/>
            <p:cNvSpPr/>
            <p:nvPr/>
          </p:nvSpPr>
          <p:spPr>
            <a:xfrm>
              <a:off x="1185126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0" name="pt1320"/>
            <p:cNvSpPr/>
            <p:nvPr/>
          </p:nvSpPr>
          <p:spPr>
            <a:xfrm>
              <a:off x="1825830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1" name="pt1321"/>
            <p:cNvSpPr/>
            <p:nvPr/>
          </p:nvSpPr>
          <p:spPr>
            <a:xfrm>
              <a:off x="2893668" y="47016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2" name="pt1322"/>
            <p:cNvSpPr/>
            <p:nvPr/>
          </p:nvSpPr>
          <p:spPr>
            <a:xfrm>
              <a:off x="3534371" y="45393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3" name="pt1323"/>
            <p:cNvSpPr/>
            <p:nvPr/>
          </p:nvSpPr>
          <p:spPr>
            <a:xfrm>
              <a:off x="3961507" y="39551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4" name="pt1324"/>
            <p:cNvSpPr/>
            <p:nvPr/>
          </p:nvSpPr>
          <p:spPr>
            <a:xfrm>
              <a:off x="1398694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5" name="pt1325"/>
            <p:cNvSpPr/>
            <p:nvPr/>
          </p:nvSpPr>
          <p:spPr>
            <a:xfrm>
              <a:off x="2252965" y="48638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6" name="pt1326"/>
            <p:cNvSpPr/>
            <p:nvPr/>
          </p:nvSpPr>
          <p:spPr>
            <a:xfrm>
              <a:off x="1825830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7" name="pt1327"/>
            <p:cNvSpPr/>
            <p:nvPr/>
          </p:nvSpPr>
          <p:spPr>
            <a:xfrm>
              <a:off x="2893668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8" name="pt1328"/>
            <p:cNvSpPr/>
            <p:nvPr/>
          </p:nvSpPr>
          <p:spPr>
            <a:xfrm>
              <a:off x="2466533" y="457178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9" name="pt1329"/>
            <p:cNvSpPr/>
            <p:nvPr/>
          </p:nvSpPr>
          <p:spPr>
            <a:xfrm>
              <a:off x="2680100" y="421479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0" name="pt1330"/>
            <p:cNvSpPr/>
            <p:nvPr/>
          </p:nvSpPr>
          <p:spPr>
            <a:xfrm>
              <a:off x="3320804" y="44419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1" name="pt1331"/>
            <p:cNvSpPr/>
            <p:nvPr/>
          </p:nvSpPr>
          <p:spPr>
            <a:xfrm>
              <a:off x="3534371" y="39551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2" name="pt1332"/>
            <p:cNvSpPr/>
            <p:nvPr/>
          </p:nvSpPr>
          <p:spPr>
            <a:xfrm>
              <a:off x="2252965" y="44419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3" name="pt1333"/>
            <p:cNvSpPr/>
            <p:nvPr/>
          </p:nvSpPr>
          <p:spPr>
            <a:xfrm>
              <a:off x="3320804" y="43770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4" name="pt1334"/>
            <p:cNvSpPr/>
            <p:nvPr/>
          </p:nvSpPr>
          <p:spPr>
            <a:xfrm>
              <a:off x="2252965" y="47016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5" name="pt1335"/>
            <p:cNvSpPr/>
            <p:nvPr/>
          </p:nvSpPr>
          <p:spPr>
            <a:xfrm>
              <a:off x="2039397" y="47016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6" name="pt1336"/>
            <p:cNvSpPr/>
            <p:nvPr/>
          </p:nvSpPr>
          <p:spPr>
            <a:xfrm>
              <a:off x="2680100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7" name="pt1337"/>
            <p:cNvSpPr/>
            <p:nvPr/>
          </p:nvSpPr>
          <p:spPr>
            <a:xfrm>
              <a:off x="3107236" y="45717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8" name="pt1338"/>
            <p:cNvSpPr/>
            <p:nvPr/>
          </p:nvSpPr>
          <p:spPr>
            <a:xfrm>
              <a:off x="3107236" y="45717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9" name="pt1339"/>
            <p:cNvSpPr/>
            <p:nvPr/>
          </p:nvSpPr>
          <p:spPr>
            <a:xfrm>
              <a:off x="1825830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0" name="pt1340"/>
            <p:cNvSpPr/>
            <p:nvPr/>
          </p:nvSpPr>
          <p:spPr>
            <a:xfrm>
              <a:off x="971559" y="50261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1" name="pt1341"/>
            <p:cNvSpPr/>
            <p:nvPr/>
          </p:nvSpPr>
          <p:spPr>
            <a:xfrm>
              <a:off x="2893668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2" name="pt1342"/>
            <p:cNvSpPr/>
            <p:nvPr/>
          </p:nvSpPr>
          <p:spPr>
            <a:xfrm>
              <a:off x="2893668" y="483141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3" name="pt1343"/>
            <p:cNvSpPr/>
            <p:nvPr/>
          </p:nvSpPr>
          <p:spPr>
            <a:xfrm>
              <a:off x="3107236" y="46691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4" name="pt1344"/>
            <p:cNvSpPr/>
            <p:nvPr/>
          </p:nvSpPr>
          <p:spPr>
            <a:xfrm>
              <a:off x="3534371" y="47016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5" name="pt1345"/>
            <p:cNvSpPr/>
            <p:nvPr/>
          </p:nvSpPr>
          <p:spPr>
            <a:xfrm>
              <a:off x="1398694" y="47665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6" name="pt1346"/>
            <p:cNvSpPr/>
            <p:nvPr/>
          </p:nvSpPr>
          <p:spPr>
            <a:xfrm>
              <a:off x="3534371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7" name="pt1347"/>
            <p:cNvSpPr/>
            <p:nvPr/>
          </p:nvSpPr>
          <p:spPr>
            <a:xfrm>
              <a:off x="2466533" y="44257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8" name="pt1348"/>
            <p:cNvSpPr/>
            <p:nvPr/>
          </p:nvSpPr>
          <p:spPr>
            <a:xfrm>
              <a:off x="3107236" y="424724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9" name="pt1349"/>
            <p:cNvSpPr/>
            <p:nvPr/>
          </p:nvSpPr>
          <p:spPr>
            <a:xfrm>
              <a:off x="2466533" y="44419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0" name="pt1350"/>
            <p:cNvSpPr/>
            <p:nvPr/>
          </p:nvSpPr>
          <p:spPr>
            <a:xfrm>
              <a:off x="3320804" y="41823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1" name="pt1351"/>
            <p:cNvSpPr/>
            <p:nvPr/>
          </p:nvSpPr>
          <p:spPr>
            <a:xfrm>
              <a:off x="2252965" y="457178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2" name="pt1352"/>
            <p:cNvSpPr/>
            <p:nvPr/>
          </p:nvSpPr>
          <p:spPr>
            <a:xfrm>
              <a:off x="2039397" y="44744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3" name="pt1353"/>
            <p:cNvSpPr/>
            <p:nvPr/>
          </p:nvSpPr>
          <p:spPr>
            <a:xfrm>
              <a:off x="3320804" y="421479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4" name="pt1354"/>
            <p:cNvSpPr/>
            <p:nvPr/>
          </p:nvSpPr>
          <p:spPr>
            <a:xfrm>
              <a:off x="1185126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5" name="pt1355"/>
            <p:cNvSpPr/>
            <p:nvPr/>
          </p:nvSpPr>
          <p:spPr>
            <a:xfrm>
              <a:off x="1185126" y="56427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6" name="pt1356"/>
            <p:cNvSpPr/>
            <p:nvPr/>
          </p:nvSpPr>
          <p:spPr>
            <a:xfrm>
              <a:off x="1185126" y="47665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7" name="pt1357"/>
            <p:cNvSpPr/>
            <p:nvPr/>
          </p:nvSpPr>
          <p:spPr>
            <a:xfrm>
              <a:off x="3961507" y="366308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8" name="pt1358"/>
            <p:cNvSpPr/>
            <p:nvPr/>
          </p:nvSpPr>
          <p:spPr>
            <a:xfrm>
              <a:off x="3961507" y="37279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9" name="pt1359"/>
            <p:cNvSpPr/>
            <p:nvPr/>
          </p:nvSpPr>
          <p:spPr>
            <a:xfrm>
              <a:off x="1612262" y="54804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0" name="pt1360"/>
            <p:cNvSpPr/>
            <p:nvPr/>
          </p:nvSpPr>
          <p:spPr>
            <a:xfrm>
              <a:off x="1185126" y="50910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1" name="pt1361"/>
            <p:cNvSpPr/>
            <p:nvPr/>
          </p:nvSpPr>
          <p:spPr>
            <a:xfrm>
              <a:off x="3107236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2" name="pt1362"/>
            <p:cNvSpPr/>
            <p:nvPr/>
          </p:nvSpPr>
          <p:spPr>
            <a:xfrm>
              <a:off x="1185126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3" name="pt1363"/>
            <p:cNvSpPr/>
            <p:nvPr/>
          </p:nvSpPr>
          <p:spPr>
            <a:xfrm>
              <a:off x="3961507" y="385780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4" name="pt1364"/>
            <p:cNvSpPr/>
            <p:nvPr/>
          </p:nvSpPr>
          <p:spPr>
            <a:xfrm>
              <a:off x="3747939" y="379289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5" name="pt1365"/>
            <p:cNvSpPr/>
            <p:nvPr/>
          </p:nvSpPr>
          <p:spPr>
            <a:xfrm>
              <a:off x="3534371" y="43770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6" name="pt1366"/>
            <p:cNvSpPr/>
            <p:nvPr/>
          </p:nvSpPr>
          <p:spPr>
            <a:xfrm>
              <a:off x="3320804" y="424724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7" name="pt1367"/>
            <p:cNvSpPr/>
            <p:nvPr/>
          </p:nvSpPr>
          <p:spPr>
            <a:xfrm>
              <a:off x="2039397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8" name="pt1368"/>
            <p:cNvSpPr/>
            <p:nvPr/>
          </p:nvSpPr>
          <p:spPr>
            <a:xfrm>
              <a:off x="4175074" y="366308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9" name="pt1369"/>
            <p:cNvSpPr/>
            <p:nvPr/>
          </p:nvSpPr>
          <p:spPr>
            <a:xfrm>
              <a:off x="3747939" y="392271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0" name="pt1370"/>
            <p:cNvSpPr/>
            <p:nvPr/>
          </p:nvSpPr>
          <p:spPr>
            <a:xfrm>
              <a:off x="1398694" y="53506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1" name="pt1371"/>
            <p:cNvSpPr/>
            <p:nvPr/>
          </p:nvSpPr>
          <p:spPr>
            <a:xfrm>
              <a:off x="2680100" y="463669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2" name="pt1372"/>
            <p:cNvSpPr/>
            <p:nvPr/>
          </p:nvSpPr>
          <p:spPr>
            <a:xfrm>
              <a:off x="3320804" y="47340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3" name="pt1373"/>
            <p:cNvSpPr/>
            <p:nvPr/>
          </p:nvSpPr>
          <p:spPr>
            <a:xfrm>
              <a:off x="1825830" y="44744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4" name="pt1374"/>
            <p:cNvSpPr/>
            <p:nvPr/>
          </p:nvSpPr>
          <p:spPr>
            <a:xfrm>
              <a:off x="3320804" y="476651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5" name="pt1375"/>
            <p:cNvSpPr/>
            <p:nvPr/>
          </p:nvSpPr>
          <p:spPr>
            <a:xfrm>
              <a:off x="1825830" y="55454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6" name="pt1376"/>
            <p:cNvSpPr/>
            <p:nvPr/>
          </p:nvSpPr>
          <p:spPr>
            <a:xfrm>
              <a:off x="1185126" y="50261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7" name="pt1377"/>
            <p:cNvSpPr/>
            <p:nvPr/>
          </p:nvSpPr>
          <p:spPr>
            <a:xfrm>
              <a:off x="2252965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8" name="pt1378"/>
            <p:cNvSpPr/>
            <p:nvPr/>
          </p:nvSpPr>
          <p:spPr>
            <a:xfrm>
              <a:off x="2893668" y="489632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9" name="pt1379"/>
            <p:cNvSpPr/>
            <p:nvPr/>
          </p:nvSpPr>
          <p:spPr>
            <a:xfrm>
              <a:off x="1612262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0" name="pt1380"/>
            <p:cNvSpPr/>
            <p:nvPr/>
          </p:nvSpPr>
          <p:spPr>
            <a:xfrm>
              <a:off x="1398694" y="47665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1" name="pt1381"/>
            <p:cNvSpPr/>
            <p:nvPr/>
          </p:nvSpPr>
          <p:spPr>
            <a:xfrm>
              <a:off x="1398694" y="50910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2" name="pt1382"/>
            <p:cNvSpPr/>
            <p:nvPr/>
          </p:nvSpPr>
          <p:spPr>
            <a:xfrm>
              <a:off x="1185126" y="49287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3" name="pt1383"/>
            <p:cNvSpPr/>
            <p:nvPr/>
          </p:nvSpPr>
          <p:spPr>
            <a:xfrm>
              <a:off x="1185126" y="46691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4" name="pt1384"/>
            <p:cNvSpPr/>
            <p:nvPr/>
          </p:nvSpPr>
          <p:spPr>
            <a:xfrm>
              <a:off x="971559" y="528577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5" name="pt1385"/>
            <p:cNvSpPr/>
            <p:nvPr/>
          </p:nvSpPr>
          <p:spPr>
            <a:xfrm>
              <a:off x="1612262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6" name="pt1386"/>
            <p:cNvSpPr/>
            <p:nvPr/>
          </p:nvSpPr>
          <p:spPr>
            <a:xfrm>
              <a:off x="1185126" y="54804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7" name="pt1387"/>
            <p:cNvSpPr/>
            <p:nvPr/>
          </p:nvSpPr>
          <p:spPr>
            <a:xfrm>
              <a:off x="2893668" y="457178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8" name="pt1388"/>
            <p:cNvSpPr/>
            <p:nvPr/>
          </p:nvSpPr>
          <p:spPr>
            <a:xfrm>
              <a:off x="2680100" y="47989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9" name="pt1389"/>
            <p:cNvSpPr/>
            <p:nvPr/>
          </p:nvSpPr>
          <p:spPr>
            <a:xfrm>
              <a:off x="757991" y="56752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0" name="pt1390"/>
            <p:cNvSpPr/>
            <p:nvPr/>
          </p:nvSpPr>
          <p:spPr>
            <a:xfrm>
              <a:off x="2893668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1" name="pt1391"/>
            <p:cNvSpPr/>
            <p:nvPr/>
          </p:nvSpPr>
          <p:spPr>
            <a:xfrm>
              <a:off x="971559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2" name="pt1392"/>
            <p:cNvSpPr/>
            <p:nvPr/>
          </p:nvSpPr>
          <p:spPr>
            <a:xfrm>
              <a:off x="3534371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3" name="pt1393"/>
            <p:cNvSpPr/>
            <p:nvPr/>
          </p:nvSpPr>
          <p:spPr>
            <a:xfrm>
              <a:off x="1185126" y="528577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4" name="pt1394"/>
            <p:cNvSpPr/>
            <p:nvPr/>
          </p:nvSpPr>
          <p:spPr>
            <a:xfrm>
              <a:off x="1185126" y="55454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5" name="pt1395"/>
            <p:cNvSpPr/>
            <p:nvPr/>
          </p:nvSpPr>
          <p:spPr>
            <a:xfrm>
              <a:off x="971559" y="561030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6" name="pt1396"/>
            <p:cNvSpPr/>
            <p:nvPr/>
          </p:nvSpPr>
          <p:spPr>
            <a:xfrm>
              <a:off x="2893668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7" name="pt1397"/>
            <p:cNvSpPr/>
            <p:nvPr/>
          </p:nvSpPr>
          <p:spPr>
            <a:xfrm>
              <a:off x="1398694" y="51884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8" name="pt1398"/>
            <p:cNvSpPr/>
            <p:nvPr/>
          </p:nvSpPr>
          <p:spPr>
            <a:xfrm>
              <a:off x="1612262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9" name="pt1399"/>
            <p:cNvSpPr/>
            <p:nvPr/>
          </p:nvSpPr>
          <p:spPr>
            <a:xfrm>
              <a:off x="971559" y="55454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0" name="pt1400"/>
            <p:cNvSpPr/>
            <p:nvPr/>
          </p:nvSpPr>
          <p:spPr>
            <a:xfrm>
              <a:off x="3320804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1" name="pt1401"/>
            <p:cNvSpPr/>
            <p:nvPr/>
          </p:nvSpPr>
          <p:spPr>
            <a:xfrm>
              <a:off x="1398694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2" name="pt1402"/>
            <p:cNvSpPr/>
            <p:nvPr/>
          </p:nvSpPr>
          <p:spPr>
            <a:xfrm>
              <a:off x="2466533" y="50261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3" name="pt1403"/>
            <p:cNvSpPr/>
            <p:nvPr/>
          </p:nvSpPr>
          <p:spPr>
            <a:xfrm>
              <a:off x="1398694" y="53831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4" name="pt1404"/>
            <p:cNvSpPr/>
            <p:nvPr/>
          </p:nvSpPr>
          <p:spPr>
            <a:xfrm>
              <a:off x="1185126" y="51235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5" name="pt1405"/>
            <p:cNvSpPr/>
            <p:nvPr/>
          </p:nvSpPr>
          <p:spPr>
            <a:xfrm>
              <a:off x="2252965" y="52533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6" name="pt1406"/>
            <p:cNvSpPr/>
            <p:nvPr/>
          </p:nvSpPr>
          <p:spPr>
            <a:xfrm>
              <a:off x="3534371" y="41498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7" name="pt1407"/>
            <p:cNvSpPr/>
            <p:nvPr/>
          </p:nvSpPr>
          <p:spPr>
            <a:xfrm>
              <a:off x="1612262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8" name="pt1408"/>
            <p:cNvSpPr/>
            <p:nvPr/>
          </p:nvSpPr>
          <p:spPr>
            <a:xfrm>
              <a:off x="2466533" y="48314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9" name="pt1409"/>
            <p:cNvSpPr/>
            <p:nvPr/>
          </p:nvSpPr>
          <p:spPr>
            <a:xfrm>
              <a:off x="971559" y="55129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0" name="pt1410"/>
            <p:cNvSpPr/>
            <p:nvPr/>
          </p:nvSpPr>
          <p:spPr>
            <a:xfrm>
              <a:off x="1825830" y="457178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1" name="pt1411"/>
            <p:cNvSpPr/>
            <p:nvPr/>
          </p:nvSpPr>
          <p:spPr>
            <a:xfrm>
              <a:off x="1612262" y="50585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2" name="pt1412"/>
            <p:cNvSpPr/>
            <p:nvPr/>
          </p:nvSpPr>
          <p:spPr>
            <a:xfrm>
              <a:off x="3747939" y="39551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3" name="pt1413"/>
            <p:cNvSpPr/>
            <p:nvPr/>
          </p:nvSpPr>
          <p:spPr>
            <a:xfrm>
              <a:off x="2252965" y="52533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4" name="pt1414"/>
            <p:cNvSpPr/>
            <p:nvPr/>
          </p:nvSpPr>
          <p:spPr>
            <a:xfrm>
              <a:off x="971559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5" name="pt1415"/>
            <p:cNvSpPr/>
            <p:nvPr/>
          </p:nvSpPr>
          <p:spPr>
            <a:xfrm>
              <a:off x="971559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6" name="pt1416"/>
            <p:cNvSpPr/>
            <p:nvPr/>
          </p:nvSpPr>
          <p:spPr>
            <a:xfrm>
              <a:off x="1185126" y="55454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7" name="pt1417"/>
            <p:cNvSpPr/>
            <p:nvPr/>
          </p:nvSpPr>
          <p:spPr>
            <a:xfrm>
              <a:off x="757991" y="55129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8" name="pt1418"/>
            <p:cNvSpPr/>
            <p:nvPr/>
          </p:nvSpPr>
          <p:spPr>
            <a:xfrm>
              <a:off x="4175074" y="385780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9" name="pt1419"/>
            <p:cNvSpPr/>
            <p:nvPr/>
          </p:nvSpPr>
          <p:spPr>
            <a:xfrm>
              <a:off x="3534371" y="398761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0" name="pt1420"/>
            <p:cNvSpPr/>
            <p:nvPr/>
          </p:nvSpPr>
          <p:spPr>
            <a:xfrm>
              <a:off x="3534371" y="41823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1" name="pt1421"/>
            <p:cNvSpPr/>
            <p:nvPr/>
          </p:nvSpPr>
          <p:spPr>
            <a:xfrm>
              <a:off x="2039397" y="51884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2" name="pt1422"/>
            <p:cNvSpPr/>
            <p:nvPr/>
          </p:nvSpPr>
          <p:spPr>
            <a:xfrm>
              <a:off x="3320804" y="447442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3" name="pt1423"/>
            <p:cNvSpPr/>
            <p:nvPr/>
          </p:nvSpPr>
          <p:spPr>
            <a:xfrm>
              <a:off x="2466533" y="453933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4" name="pt1424"/>
            <p:cNvSpPr/>
            <p:nvPr/>
          </p:nvSpPr>
          <p:spPr>
            <a:xfrm>
              <a:off x="1185126" y="50910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5" name="pt1425"/>
            <p:cNvSpPr/>
            <p:nvPr/>
          </p:nvSpPr>
          <p:spPr>
            <a:xfrm>
              <a:off x="1398694" y="53182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6" name="pt1426"/>
            <p:cNvSpPr/>
            <p:nvPr/>
          </p:nvSpPr>
          <p:spPr>
            <a:xfrm>
              <a:off x="2466533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7" name="pt1427"/>
            <p:cNvSpPr/>
            <p:nvPr/>
          </p:nvSpPr>
          <p:spPr>
            <a:xfrm>
              <a:off x="4175074" y="379289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8" name="pt1428"/>
            <p:cNvSpPr/>
            <p:nvPr/>
          </p:nvSpPr>
          <p:spPr>
            <a:xfrm>
              <a:off x="3534371" y="43770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9" name="pt1429"/>
            <p:cNvSpPr/>
            <p:nvPr/>
          </p:nvSpPr>
          <p:spPr>
            <a:xfrm>
              <a:off x="2680100" y="499368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0" name="pt1430"/>
            <p:cNvSpPr/>
            <p:nvPr/>
          </p:nvSpPr>
          <p:spPr>
            <a:xfrm>
              <a:off x="2680100" y="50910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1" name="pt1431"/>
            <p:cNvSpPr/>
            <p:nvPr/>
          </p:nvSpPr>
          <p:spPr>
            <a:xfrm>
              <a:off x="1398694" y="49287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2" name="pt1432"/>
            <p:cNvSpPr/>
            <p:nvPr/>
          </p:nvSpPr>
          <p:spPr>
            <a:xfrm>
              <a:off x="1825830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3" name="pt1433"/>
            <p:cNvSpPr/>
            <p:nvPr/>
          </p:nvSpPr>
          <p:spPr>
            <a:xfrm>
              <a:off x="3107236" y="44419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4" name="pt1434"/>
            <p:cNvSpPr/>
            <p:nvPr/>
          </p:nvSpPr>
          <p:spPr>
            <a:xfrm>
              <a:off x="1612262" y="528577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5" name="pt1435"/>
            <p:cNvSpPr/>
            <p:nvPr/>
          </p:nvSpPr>
          <p:spPr>
            <a:xfrm>
              <a:off x="1185126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6" name="pt1436"/>
            <p:cNvSpPr/>
            <p:nvPr/>
          </p:nvSpPr>
          <p:spPr>
            <a:xfrm>
              <a:off x="1825830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7" name="pt1437"/>
            <p:cNvSpPr/>
            <p:nvPr/>
          </p:nvSpPr>
          <p:spPr>
            <a:xfrm>
              <a:off x="3961507" y="389025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8" name="pt1438"/>
            <p:cNvSpPr/>
            <p:nvPr/>
          </p:nvSpPr>
          <p:spPr>
            <a:xfrm>
              <a:off x="3107236" y="463669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9" name="pt1439"/>
            <p:cNvSpPr/>
            <p:nvPr/>
          </p:nvSpPr>
          <p:spPr>
            <a:xfrm>
              <a:off x="2252965" y="47665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0" name="pt1440"/>
            <p:cNvSpPr/>
            <p:nvPr/>
          </p:nvSpPr>
          <p:spPr>
            <a:xfrm>
              <a:off x="2680100" y="47665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1" name="pt1441"/>
            <p:cNvSpPr/>
            <p:nvPr/>
          </p:nvSpPr>
          <p:spPr>
            <a:xfrm>
              <a:off x="1185126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2" name="pt1442"/>
            <p:cNvSpPr/>
            <p:nvPr/>
          </p:nvSpPr>
          <p:spPr>
            <a:xfrm>
              <a:off x="1398694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3" name="pt1443"/>
            <p:cNvSpPr/>
            <p:nvPr/>
          </p:nvSpPr>
          <p:spPr>
            <a:xfrm>
              <a:off x="971559" y="56427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4" name="pt1444"/>
            <p:cNvSpPr/>
            <p:nvPr/>
          </p:nvSpPr>
          <p:spPr>
            <a:xfrm>
              <a:off x="3107236" y="460424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5" name="pt1445"/>
            <p:cNvSpPr/>
            <p:nvPr/>
          </p:nvSpPr>
          <p:spPr>
            <a:xfrm>
              <a:off x="3534371" y="45068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6" name="pt1446"/>
            <p:cNvSpPr/>
            <p:nvPr/>
          </p:nvSpPr>
          <p:spPr>
            <a:xfrm>
              <a:off x="2466533" y="49287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7" name="pt1447"/>
            <p:cNvSpPr/>
            <p:nvPr/>
          </p:nvSpPr>
          <p:spPr>
            <a:xfrm>
              <a:off x="971559" y="55454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8" name="pt1448"/>
            <p:cNvSpPr/>
            <p:nvPr/>
          </p:nvSpPr>
          <p:spPr>
            <a:xfrm>
              <a:off x="971559" y="56752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9" name="pt1449"/>
            <p:cNvSpPr/>
            <p:nvPr/>
          </p:nvSpPr>
          <p:spPr>
            <a:xfrm>
              <a:off x="3107236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0" name="pt1450"/>
            <p:cNvSpPr/>
            <p:nvPr/>
          </p:nvSpPr>
          <p:spPr>
            <a:xfrm>
              <a:off x="3320804" y="41498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1" name="pt1451"/>
            <p:cNvSpPr/>
            <p:nvPr/>
          </p:nvSpPr>
          <p:spPr>
            <a:xfrm>
              <a:off x="3961507" y="405252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2" name="pt1452"/>
            <p:cNvSpPr/>
            <p:nvPr/>
          </p:nvSpPr>
          <p:spPr>
            <a:xfrm>
              <a:off x="2893668" y="434461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3" name="pt1453"/>
            <p:cNvSpPr/>
            <p:nvPr/>
          </p:nvSpPr>
          <p:spPr>
            <a:xfrm>
              <a:off x="971559" y="54804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4" name="pt1454"/>
            <p:cNvSpPr/>
            <p:nvPr/>
          </p:nvSpPr>
          <p:spPr>
            <a:xfrm>
              <a:off x="2252965" y="473405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5" name="pt1455"/>
            <p:cNvSpPr/>
            <p:nvPr/>
          </p:nvSpPr>
          <p:spPr>
            <a:xfrm>
              <a:off x="3747939" y="398761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6" name="pt1456"/>
            <p:cNvSpPr/>
            <p:nvPr/>
          </p:nvSpPr>
          <p:spPr>
            <a:xfrm>
              <a:off x="3534371" y="40849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7" name="pt1457"/>
            <p:cNvSpPr/>
            <p:nvPr/>
          </p:nvSpPr>
          <p:spPr>
            <a:xfrm>
              <a:off x="3747939" y="40849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8" name="pt1458"/>
            <p:cNvSpPr/>
            <p:nvPr/>
          </p:nvSpPr>
          <p:spPr>
            <a:xfrm>
              <a:off x="3961507" y="41823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9" name="pt1459"/>
            <p:cNvSpPr/>
            <p:nvPr/>
          </p:nvSpPr>
          <p:spPr>
            <a:xfrm>
              <a:off x="2252965" y="457178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0" name="pt1460"/>
            <p:cNvSpPr/>
            <p:nvPr/>
          </p:nvSpPr>
          <p:spPr>
            <a:xfrm>
              <a:off x="3534371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1" name="pt1461"/>
            <p:cNvSpPr/>
            <p:nvPr/>
          </p:nvSpPr>
          <p:spPr>
            <a:xfrm>
              <a:off x="3107236" y="447442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2" name="pt1462"/>
            <p:cNvSpPr/>
            <p:nvPr/>
          </p:nvSpPr>
          <p:spPr>
            <a:xfrm>
              <a:off x="971559" y="53182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3" name="pt1463"/>
            <p:cNvSpPr/>
            <p:nvPr/>
          </p:nvSpPr>
          <p:spPr>
            <a:xfrm>
              <a:off x="3320804" y="45717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4" name="pt1464"/>
            <p:cNvSpPr/>
            <p:nvPr/>
          </p:nvSpPr>
          <p:spPr>
            <a:xfrm>
              <a:off x="1612262" y="55454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5" name="pt1465"/>
            <p:cNvSpPr/>
            <p:nvPr/>
          </p:nvSpPr>
          <p:spPr>
            <a:xfrm>
              <a:off x="3534371" y="43770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6" name="pl1466"/>
            <p:cNvSpPr/>
            <p:nvPr/>
          </p:nvSpPr>
          <p:spPr>
            <a:xfrm>
              <a:off x="782817" y="4193311"/>
              <a:ext cx="3203515" cy="1235023"/>
            </a:xfrm>
            <a:custGeom>
              <a:avLst/>
              <a:gdLst/>
              <a:ahLst/>
              <a:cxnLst/>
              <a:rect l="0" t="0" r="0" b="0"/>
              <a:pathLst>
                <a:path w="3203515" h="1235023">
                  <a:moveTo>
                    <a:pt x="0" y="1235023"/>
                  </a:moveTo>
                  <a:lnTo>
                    <a:pt x="40550" y="1219390"/>
                  </a:lnTo>
                  <a:lnTo>
                    <a:pt x="81101" y="1203757"/>
                  </a:lnTo>
                  <a:lnTo>
                    <a:pt x="121652" y="1188124"/>
                  </a:lnTo>
                  <a:lnTo>
                    <a:pt x="162203" y="1172490"/>
                  </a:lnTo>
                  <a:lnTo>
                    <a:pt x="202754" y="1156857"/>
                  </a:lnTo>
                  <a:lnTo>
                    <a:pt x="243304" y="1141224"/>
                  </a:lnTo>
                  <a:lnTo>
                    <a:pt x="283855" y="1125591"/>
                  </a:lnTo>
                  <a:lnTo>
                    <a:pt x="324406" y="1109958"/>
                  </a:lnTo>
                  <a:lnTo>
                    <a:pt x="364957" y="1094324"/>
                  </a:lnTo>
                  <a:lnTo>
                    <a:pt x="405508" y="1078691"/>
                  </a:lnTo>
                  <a:lnTo>
                    <a:pt x="446059" y="1063058"/>
                  </a:lnTo>
                  <a:lnTo>
                    <a:pt x="486609" y="1047425"/>
                  </a:lnTo>
                  <a:lnTo>
                    <a:pt x="527160" y="1031792"/>
                  </a:lnTo>
                  <a:lnTo>
                    <a:pt x="567711" y="1016158"/>
                  </a:lnTo>
                  <a:lnTo>
                    <a:pt x="608262" y="1000525"/>
                  </a:lnTo>
                  <a:lnTo>
                    <a:pt x="648813" y="984892"/>
                  </a:lnTo>
                  <a:lnTo>
                    <a:pt x="689364" y="969259"/>
                  </a:lnTo>
                  <a:lnTo>
                    <a:pt x="729914" y="953625"/>
                  </a:lnTo>
                  <a:lnTo>
                    <a:pt x="770465" y="937992"/>
                  </a:lnTo>
                  <a:lnTo>
                    <a:pt x="811016" y="922359"/>
                  </a:lnTo>
                  <a:lnTo>
                    <a:pt x="851567" y="906726"/>
                  </a:lnTo>
                  <a:lnTo>
                    <a:pt x="892118" y="891093"/>
                  </a:lnTo>
                  <a:lnTo>
                    <a:pt x="932669" y="875459"/>
                  </a:lnTo>
                  <a:lnTo>
                    <a:pt x="973219" y="859826"/>
                  </a:lnTo>
                  <a:lnTo>
                    <a:pt x="1013770" y="844193"/>
                  </a:lnTo>
                  <a:lnTo>
                    <a:pt x="1054321" y="828560"/>
                  </a:lnTo>
                  <a:lnTo>
                    <a:pt x="1094872" y="812927"/>
                  </a:lnTo>
                  <a:lnTo>
                    <a:pt x="1135423" y="797293"/>
                  </a:lnTo>
                  <a:lnTo>
                    <a:pt x="1175974" y="781660"/>
                  </a:lnTo>
                  <a:lnTo>
                    <a:pt x="1216524" y="766027"/>
                  </a:lnTo>
                  <a:lnTo>
                    <a:pt x="1257075" y="750394"/>
                  </a:lnTo>
                  <a:lnTo>
                    <a:pt x="1297626" y="734760"/>
                  </a:lnTo>
                  <a:lnTo>
                    <a:pt x="1338177" y="719127"/>
                  </a:lnTo>
                  <a:lnTo>
                    <a:pt x="1378728" y="703494"/>
                  </a:lnTo>
                  <a:lnTo>
                    <a:pt x="1419279" y="687861"/>
                  </a:lnTo>
                  <a:lnTo>
                    <a:pt x="1459829" y="672228"/>
                  </a:lnTo>
                  <a:lnTo>
                    <a:pt x="1500380" y="656594"/>
                  </a:lnTo>
                  <a:lnTo>
                    <a:pt x="1540931" y="640961"/>
                  </a:lnTo>
                  <a:lnTo>
                    <a:pt x="1581482" y="625328"/>
                  </a:lnTo>
                  <a:lnTo>
                    <a:pt x="1622033" y="609695"/>
                  </a:lnTo>
                  <a:lnTo>
                    <a:pt x="1662584" y="594062"/>
                  </a:lnTo>
                  <a:lnTo>
                    <a:pt x="1703134" y="578428"/>
                  </a:lnTo>
                  <a:lnTo>
                    <a:pt x="1743685" y="562795"/>
                  </a:lnTo>
                  <a:lnTo>
                    <a:pt x="1784236" y="547162"/>
                  </a:lnTo>
                  <a:lnTo>
                    <a:pt x="1824787" y="531529"/>
                  </a:lnTo>
                  <a:lnTo>
                    <a:pt x="1865338" y="515896"/>
                  </a:lnTo>
                  <a:lnTo>
                    <a:pt x="1905889" y="500262"/>
                  </a:lnTo>
                  <a:lnTo>
                    <a:pt x="1946439" y="484629"/>
                  </a:lnTo>
                  <a:lnTo>
                    <a:pt x="1986990" y="468996"/>
                  </a:lnTo>
                  <a:lnTo>
                    <a:pt x="2027541" y="453363"/>
                  </a:lnTo>
                  <a:lnTo>
                    <a:pt x="2068092" y="437729"/>
                  </a:lnTo>
                  <a:lnTo>
                    <a:pt x="2108643" y="422096"/>
                  </a:lnTo>
                  <a:lnTo>
                    <a:pt x="2149194" y="406463"/>
                  </a:lnTo>
                  <a:lnTo>
                    <a:pt x="2189744" y="390830"/>
                  </a:lnTo>
                  <a:lnTo>
                    <a:pt x="2230295" y="375197"/>
                  </a:lnTo>
                  <a:lnTo>
                    <a:pt x="2270846" y="359563"/>
                  </a:lnTo>
                  <a:lnTo>
                    <a:pt x="2311397" y="343930"/>
                  </a:lnTo>
                  <a:lnTo>
                    <a:pt x="2351948" y="328297"/>
                  </a:lnTo>
                  <a:lnTo>
                    <a:pt x="2392499" y="312664"/>
                  </a:lnTo>
                  <a:lnTo>
                    <a:pt x="2433049" y="297031"/>
                  </a:lnTo>
                  <a:lnTo>
                    <a:pt x="2473600" y="281397"/>
                  </a:lnTo>
                  <a:lnTo>
                    <a:pt x="2514151" y="265764"/>
                  </a:lnTo>
                  <a:lnTo>
                    <a:pt x="2554702" y="250131"/>
                  </a:lnTo>
                  <a:lnTo>
                    <a:pt x="2595253" y="234498"/>
                  </a:lnTo>
                  <a:lnTo>
                    <a:pt x="2635804" y="218864"/>
                  </a:lnTo>
                  <a:lnTo>
                    <a:pt x="2676354" y="203231"/>
                  </a:lnTo>
                  <a:lnTo>
                    <a:pt x="2716905" y="187598"/>
                  </a:lnTo>
                  <a:lnTo>
                    <a:pt x="2757456" y="171965"/>
                  </a:lnTo>
                  <a:lnTo>
                    <a:pt x="2798007" y="156332"/>
                  </a:lnTo>
                  <a:lnTo>
                    <a:pt x="2838558" y="140698"/>
                  </a:lnTo>
                  <a:lnTo>
                    <a:pt x="2879109" y="125065"/>
                  </a:lnTo>
                  <a:lnTo>
                    <a:pt x="2919659" y="109432"/>
                  </a:lnTo>
                  <a:lnTo>
                    <a:pt x="2960210" y="93799"/>
                  </a:lnTo>
                  <a:lnTo>
                    <a:pt x="3000761" y="78166"/>
                  </a:lnTo>
                  <a:lnTo>
                    <a:pt x="3041312" y="62532"/>
                  </a:lnTo>
                  <a:lnTo>
                    <a:pt x="3081863" y="46899"/>
                  </a:lnTo>
                  <a:lnTo>
                    <a:pt x="3122414" y="31266"/>
                  </a:lnTo>
                  <a:lnTo>
                    <a:pt x="3162964" y="15633"/>
                  </a:lnTo>
                  <a:lnTo>
                    <a:pt x="3203515" y="0"/>
                  </a:lnTo>
                </a:path>
              </a:pathLst>
            </a:custGeom>
            <a:ln w="27101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7" name="pl1467"/>
            <p:cNvSpPr/>
            <p:nvPr/>
          </p:nvSpPr>
          <p:spPr>
            <a:xfrm>
              <a:off x="1850655" y="3910237"/>
              <a:ext cx="2349244" cy="1305614"/>
            </a:xfrm>
            <a:custGeom>
              <a:avLst/>
              <a:gdLst/>
              <a:ahLst/>
              <a:cxnLst/>
              <a:rect l="0" t="0" r="0" b="0"/>
              <a:pathLst>
                <a:path w="2349244" h="1305614">
                  <a:moveTo>
                    <a:pt x="0" y="1305614"/>
                  </a:moveTo>
                  <a:lnTo>
                    <a:pt x="29737" y="1289087"/>
                  </a:lnTo>
                  <a:lnTo>
                    <a:pt x="59474" y="1272561"/>
                  </a:lnTo>
                  <a:lnTo>
                    <a:pt x="89211" y="1256034"/>
                  </a:lnTo>
                  <a:lnTo>
                    <a:pt x="118949" y="1239507"/>
                  </a:lnTo>
                  <a:lnTo>
                    <a:pt x="148686" y="1222980"/>
                  </a:lnTo>
                  <a:lnTo>
                    <a:pt x="178423" y="1206454"/>
                  </a:lnTo>
                  <a:lnTo>
                    <a:pt x="208160" y="1189927"/>
                  </a:lnTo>
                  <a:lnTo>
                    <a:pt x="237898" y="1173400"/>
                  </a:lnTo>
                  <a:lnTo>
                    <a:pt x="267635" y="1156873"/>
                  </a:lnTo>
                  <a:lnTo>
                    <a:pt x="297372" y="1140347"/>
                  </a:lnTo>
                  <a:lnTo>
                    <a:pt x="327110" y="1123820"/>
                  </a:lnTo>
                  <a:lnTo>
                    <a:pt x="356847" y="1107293"/>
                  </a:lnTo>
                  <a:lnTo>
                    <a:pt x="386584" y="1090766"/>
                  </a:lnTo>
                  <a:lnTo>
                    <a:pt x="416321" y="1074239"/>
                  </a:lnTo>
                  <a:lnTo>
                    <a:pt x="446059" y="1057713"/>
                  </a:lnTo>
                  <a:lnTo>
                    <a:pt x="475796" y="1041186"/>
                  </a:lnTo>
                  <a:lnTo>
                    <a:pt x="505533" y="1024659"/>
                  </a:lnTo>
                  <a:lnTo>
                    <a:pt x="535270" y="1008132"/>
                  </a:lnTo>
                  <a:lnTo>
                    <a:pt x="565008" y="991606"/>
                  </a:lnTo>
                  <a:lnTo>
                    <a:pt x="594745" y="975079"/>
                  </a:lnTo>
                  <a:lnTo>
                    <a:pt x="624482" y="958552"/>
                  </a:lnTo>
                  <a:lnTo>
                    <a:pt x="654220" y="942025"/>
                  </a:lnTo>
                  <a:lnTo>
                    <a:pt x="683957" y="925499"/>
                  </a:lnTo>
                  <a:lnTo>
                    <a:pt x="713694" y="908972"/>
                  </a:lnTo>
                  <a:lnTo>
                    <a:pt x="743431" y="892445"/>
                  </a:lnTo>
                  <a:lnTo>
                    <a:pt x="773169" y="875918"/>
                  </a:lnTo>
                  <a:lnTo>
                    <a:pt x="802906" y="859391"/>
                  </a:lnTo>
                  <a:lnTo>
                    <a:pt x="832643" y="842865"/>
                  </a:lnTo>
                  <a:lnTo>
                    <a:pt x="862381" y="826338"/>
                  </a:lnTo>
                  <a:lnTo>
                    <a:pt x="892118" y="809811"/>
                  </a:lnTo>
                  <a:lnTo>
                    <a:pt x="921855" y="793284"/>
                  </a:lnTo>
                  <a:lnTo>
                    <a:pt x="951592" y="776758"/>
                  </a:lnTo>
                  <a:lnTo>
                    <a:pt x="981330" y="760231"/>
                  </a:lnTo>
                  <a:lnTo>
                    <a:pt x="1011067" y="743704"/>
                  </a:lnTo>
                  <a:lnTo>
                    <a:pt x="1040804" y="727177"/>
                  </a:lnTo>
                  <a:lnTo>
                    <a:pt x="1070541" y="710651"/>
                  </a:lnTo>
                  <a:lnTo>
                    <a:pt x="1100279" y="694124"/>
                  </a:lnTo>
                  <a:lnTo>
                    <a:pt x="1130016" y="677597"/>
                  </a:lnTo>
                  <a:lnTo>
                    <a:pt x="1159753" y="661070"/>
                  </a:lnTo>
                  <a:lnTo>
                    <a:pt x="1189491" y="644543"/>
                  </a:lnTo>
                  <a:lnTo>
                    <a:pt x="1219228" y="628017"/>
                  </a:lnTo>
                  <a:lnTo>
                    <a:pt x="1248965" y="611490"/>
                  </a:lnTo>
                  <a:lnTo>
                    <a:pt x="1278702" y="594963"/>
                  </a:lnTo>
                  <a:lnTo>
                    <a:pt x="1308440" y="578436"/>
                  </a:lnTo>
                  <a:lnTo>
                    <a:pt x="1338177" y="561910"/>
                  </a:lnTo>
                  <a:lnTo>
                    <a:pt x="1367914" y="545383"/>
                  </a:lnTo>
                  <a:lnTo>
                    <a:pt x="1397652" y="528856"/>
                  </a:lnTo>
                  <a:lnTo>
                    <a:pt x="1427389" y="512329"/>
                  </a:lnTo>
                  <a:lnTo>
                    <a:pt x="1457126" y="495803"/>
                  </a:lnTo>
                  <a:lnTo>
                    <a:pt x="1486863" y="479276"/>
                  </a:lnTo>
                  <a:lnTo>
                    <a:pt x="1516601" y="462749"/>
                  </a:lnTo>
                  <a:lnTo>
                    <a:pt x="1546338" y="446222"/>
                  </a:lnTo>
                  <a:lnTo>
                    <a:pt x="1576075" y="429695"/>
                  </a:lnTo>
                  <a:lnTo>
                    <a:pt x="1605812" y="413169"/>
                  </a:lnTo>
                  <a:lnTo>
                    <a:pt x="1635550" y="396642"/>
                  </a:lnTo>
                  <a:lnTo>
                    <a:pt x="1665287" y="380115"/>
                  </a:lnTo>
                  <a:lnTo>
                    <a:pt x="1695024" y="363588"/>
                  </a:lnTo>
                  <a:lnTo>
                    <a:pt x="1724762" y="347062"/>
                  </a:lnTo>
                  <a:lnTo>
                    <a:pt x="1754499" y="330535"/>
                  </a:lnTo>
                  <a:lnTo>
                    <a:pt x="1784236" y="314008"/>
                  </a:lnTo>
                  <a:lnTo>
                    <a:pt x="1813973" y="297481"/>
                  </a:lnTo>
                  <a:lnTo>
                    <a:pt x="1843711" y="280955"/>
                  </a:lnTo>
                  <a:lnTo>
                    <a:pt x="1873448" y="264428"/>
                  </a:lnTo>
                  <a:lnTo>
                    <a:pt x="1903185" y="247901"/>
                  </a:lnTo>
                  <a:lnTo>
                    <a:pt x="1932923" y="231374"/>
                  </a:lnTo>
                  <a:lnTo>
                    <a:pt x="1962660" y="214847"/>
                  </a:lnTo>
                  <a:lnTo>
                    <a:pt x="1992397" y="198321"/>
                  </a:lnTo>
                  <a:lnTo>
                    <a:pt x="2022134" y="181794"/>
                  </a:lnTo>
                  <a:lnTo>
                    <a:pt x="2051872" y="165267"/>
                  </a:lnTo>
                  <a:lnTo>
                    <a:pt x="2081609" y="148740"/>
                  </a:lnTo>
                  <a:lnTo>
                    <a:pt x="2111346" y="132214"/>
                  </a:lnTo>
                  <a:lnTo>
                    <a:pt x="2141083" y="115687"/>
                  </a:lnTo>
                  <a:lnTo>
                    <a:pt x="2170821" y="99160"/>
                  </a:lnTo>
                  <a:lnTo>
                    <a:pt x="2200558" y="82633"/>
                  </a:lnTo>
                  <a:lnTo>
                    <a:pt x="2230295" y="66107"/>
                  </a:lnTo>
                  <a:lnTo>
                    <a:pt x="2260033" y="49580"/>
                  </a:lnTo>
                  <a:lnTo>
                    <a:pt x="2289770" y="33053"/>
                  </a:lnTo>
                  <a:lnTo>
                    <a:pt x="2319507" y="16526"/>
                  </a:lnTo>
                  <a:lnTo>
                    <a:pt x="2349244" y="0"/>
                  </a:lnTo>
                </a:path>
              </a:pathLst>
            </a:custGeom>
            <a:ln w="27101" cap="flat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8" name="tx1468"/>
            <p:cNvSpPr/>
            <p:nvPr/>
          </p:nvSpPr>
          <p:spPr>
            <a:xfrm>
              <a:off x="799902" y="3669504"/>
              <a:ext cx="91715" cy="909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 i="1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1469" name="tx1469"/>
            <p:cNvSpPr/>
            <p:nvPr/>
          </p:nvSpPr>
          <p:spPr>
            <a:xfrm>
              <a:off x="905254" y="3633952"/>
              <a:ext cx="49441" cy="638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470" name="tx1470"/>
            <p:cNvSpPr/>
            <p:nvPr/>
          </p:nvSpPr>
          <p:spPr>
            <a:xfrm>
              <a:off x="954696" y="3760413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471" name="tx1471"/>
            <p:cNvSpPr/>
            <p:nvPr/>
          </p:nvSpPr>
          <p:spPr>
            <a:xfrm>
              <a:off x="989485" y="3722400"/>
              <a:ext cx="74166" cy="3801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1472" name="tx1472"/>
            <p:cNvSpPr/>
            <p:nvPr/>
          </p:nvSpPr>
          <p:spPr>
            <a:xfrm>
              <a:off x="1063651" y="3760413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473" name="tx1473"/>
            <p:cNvSpPr/>
            <p:nvPr/>
          </p:nvSpPr>
          <p:spPr>
            <a:xfrm>
              <a:off x="1098439" y="3667581"/>
              <a:ext cx="247178" cy="9283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0.54</a:t>
              </a:r>
            </a:p>
          </p:txBody>
        </p:sp>
        <p:sp>
          <p:nvSpPr>
            <p:cNvPr id="1474" name="pl1474"/>
            <p:cNvSpPr/>
            <p:nvPr/>
          </p:nvSpPr>
          <p:spPr>
            <a:xfrm>
              <a:off x="4471975" y="5440412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5" name="pl1475"/>
            <p:cNvSpPr/>
            <p:nvPr/>
          </p:nvSpPr>
          <p:spPr>
            <a:xfrm>
              <a:off x="4471975" y="4791336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6" name="pl1476"/>
            <p:cNvSpPr/>
            <p:nvPr/>
          </p:nvSpPr>
          <p:spPr>
            <a:xfrm>
              <a:off x="4471975" y="4142260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7" name="pl1477"/>
            <p:cNvSpPr/>
            <p:nvPr/>
          </p:nvSpPr>
          <p:spPr>
            <a:xfrm>
              <a:off x="5069965" y="3513467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8" name="pl1478"/>
            <p:cNvSpPr/>
            <p:nvPr/>
          </p:nvSpPr>
          <p:spPr>
            <a:xfrm>
              <a:off x="5924235" y="3513467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9" name="pl1479"/>
            <p:cNvSpPr/>
            <p:nvPr/>
          </p:nvSpPr>
          <p:spPr>
            <a:xfrm>
              <a:off x="6778506" y="3513467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0" name="pl1480"/>
            <p:cNvSpPr/>
            <p:nvPr/>
          </p:nvSpPr>
          <p:spPr>
            <a:xfrm>
              <a:off x="7632777" y="3513467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1" name="pl1481"/>
            <p:cNvSpPr/>
            <p:nvPr/>
          </p:nvSpPr>
          <p:spPr>
            <a:xfrm>
              <a:off x="4471975" y="5764951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2" name="pl1482"/>
            <p:cNvSpPr/>
            <p:nvPr/>
          </p:nvSpPr>
          <p:spPr>
            <a:xfrm>
              <a:off x="4471975" y="5115874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3" name="pl1483"/>
            <p:cNvSpPr/>
            <p:nvPr/>
          </p:nvSpPr>
          <p:spPr>
            <a:xfrm>
              <a:off x="4471975" y="4466798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4" name="pl1484"/>
            <p:cNvSpPr/>
            <p:nvPr/>
          </p:nvSpPr>
          <p:spPr>
            <a:xfrm>
              <a:off x="4471975" y="3817722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5" name="pl1485"/>
            <p:cNvSpPr/>
            <p:nvPr/>
          </p:nvSpPr>
          <p:spPr>
            <a:xfrm>
              <a:off x="4642829" y="3513467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6" name="pl1486"/>
            <p:cNvSpPr/>
            <p:nvPr/>
          </p:nvSpPr>
          <p:spPr>
            <a:xfrm>
              <a:off x="5497100" y="3513467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7" name="pl1487"/>
            <p:cNvSpPr/>
            <p:nvPr/>
          </p:nvSpPr>
          <p:spPr>
            <a:xfrm>
              <a:off x="6351371" y="3513467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8" name="pl1488"/>
            <p:cNvSpPr/>
            <p:nvPr/>
          </p:nvSpPr>
          <p:spPr>
            <a:xfrm>
              <a:off x="7205642" y="3513467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9" name="pl1489"/>
            <p:cNvSpPr/>
            <p:nvPr/>
          </p:nvSpPr>
          <p:spPr>
            <a:xfrm>
              <a:off x="8059913" y="3513467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0" name="pt1490"/>
            <p:cNvSpPr/>
            <p:nvPr/>
          </p:nvSpPr>
          <p:spPr>
            <a:xfrm>
              <a:off x="7052675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1" name="pt1491"/>
            <p:cNvSpPr/>
            <p:nvPr/>
          </p:nvSpPr>
          <p:spPr>
            <a:xfrm>
              <a:off x="7009962" y="444197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2" name="pt1492"/>
            <p:cNvSpPr/>
            <p:nvPr/>
          </p:nvSpPr>
          <p:spPr>
            <a:xfrm>
              <a:off x="6070264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3" name="pt1493"/>
            <p:cNvSpPr/>
            <p:nvPr/>
          </p:nvSpPr>
          <p:spPr>
            <a:xfrm>
              <a:off x="6668253" y="522086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4" name="pt1494"/>
            <p:cNvSpPr/>
            <p:nvPr/>
          </p:nvSpPr>
          <p:spPr>
            <a:xfrm>
              <a:off x="7180816" y="509104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5" name="pt1495"/>
            <p:cNvSpPr/>
            <p:nvPr/>
          </p:nvSpPr>
          <p:spPr>
            <a:xfrm>
              <a:off x="6710967" y="44419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6" name="pt1496"/>
            <p:cNvSpPr/>
            <p:nvPr/>
          </p:nvSpPr>
          <p:spPr>
            <a:xfrm>
              <a:off x="6241118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7" name="pt1497"/>
            <p:cNvSpPr/>
            <p:nvPr/>
          </p:nvSpPr>
          <p:spPr>
            <a:xfrm>
              <a:off x="6796394" y="463669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8" name="pt1498"/>
            <p:cNvSpPr/>
            <p:nvPr/>
          </p:nvSpPr>
          <p:spPr>
            <a:xfrm>
              <a:off x="7308956" y="41823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9" name="pt1499"/>
            <p:cNvSpPr/>
            <p:nvPr/>
          </p:nvSpPr>
          <p:spPr>
            <a:xfrm>
              <a:off x="5856696" y="47665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0" name="pt1500"/>
            <p:cNvSpPr/>
            <p:nvPr/>
          </p:nvSpPr>
          <p:spPr>
            <a:xfrm>
              <a:off x="6881821" y="457178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1" name="pt1501"/>
            <p:cNvSpPr/>
            <p:nvPr/>
          </p:nvSpPr>
          <p:spPr>
            <a:xfrm>
              <a:off x="6027550" y="52533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2" name="pt1502"/>
            <p:cNvSpPr/>
            <p:nvPr/>
          </p:nvSpPr>
          <p:spPr>
            <a:xfrm>
              <a:off x="6753680" y="483141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3" name="pt1503"/>
            <p:cNvSpPr/>
            <p:nvPr/>
          </p:nvSpPr>
          <p:spPr>
            <a:xfrm>
              <a:off x="5728555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4" name="pt1504"/>
            <p:cNvSpPr/>
            <p:nvPr/>
          </p:nvSpPr>
          <p:spPr>
            <a:xfrm>
              <a:off x="5899410" y="541558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5" name="pt1505"/>
            <p:cNvSpPr/>
            <p:nvPr/>
          </p:nvSpPr>
          <p:spPr>
            <a:xfrm>
              <a:off x="6839107" y="440951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6" name="pt1506"/>
            <p:cNvSpPr/>
            <p:nvPr/>
          </p:nvSpPr>
          <p:spPr>
            <a:xfrm>
              <a:off x="6924535" y="466914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7" name="pt1507"/>
            <p:cNvSpPr/>
            <p:nvPr/>
          </p:nvSpPr>
          <p:spPr>
            <a:xfrm>
              <a:off x="6839107" y="45717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8" name="pt1508"/>
            <p:cNvSpPr/>
            <p:nvPr/>
          </p:nvSpPr>
          <p:spPr>
            <a:xfrm>
              <a:off x="7223529" y="402007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9" name="pt1509"/>
            <p:cNvSpPr/>
            <p:nvPr/>
          </p:nvSpPr>
          <p:spPr>
            <a:xfrm>
              <a:off x="5514988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0" name="pt1510"/>
            <p:cNvSpPr/>
            <p:nvPr/>
          </p:nvSpPr>
          <p:spPr>
            <a:xfrm>
              <a:off x="6710967" y="43770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1" name="pt1511"/>
            <p:cNvSpPr/>
            <p:nvPr/>
          </p:nvSpPr>
          <p:spPr>
            <a:xfrm>
              <a:off x="7650665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2" name="pt1512"/>
            <p:cNvSpPr/>
            <p:nvPr/>
          </p:nvSpPr>
          <p:spPr>
            <a:xfrm>
              <a:off x="6326545" y="463669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3" name="pt1513"/>
            <p:cNvSpPr/>
            <p:nvPr/>
          </p:nvSpPr>
          <p:spPr>
            <a:xfrm>
              <a:off x="7693378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4" name="pt1514"/>
            <p:cNvSpPr/>
            <p:nvPr/>
          </p:nvSpPr>
          <p:spPr>
            <a:xfrm>
              <a:off x="6027550" y="48638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5" name="pt1515"/>
            <p:cNvSpPr/>
            <p:nvPr/>
          </p:nvSpPr>
          <p:spPr>
            <a:xfrm>
              <a:off x="5429561" y="54804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6" name="pt1516"/>
            <p:cNvSpPr/>
            <p:nvPr/>
          </p:nvSpPr>
          <p:spPr>
            <a:xfrm>
              <a:off x="5856696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7" name="pt1517"/>
            <p:cNvSpPr/>
            <p:nvPr/>
          </p:nvSpPr>
          <p:spPr>
            <a:xfrm>
              <a:off x="6753680" y="41498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8" name="pt1518"/>
            <p:cNvSpPr/>
            <p:nvPr/>
          </p:nvSpPr>
          <p:spPr>
            <a:xfrm>
              <a:off x="6411972" y="46042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9" name="pt1519"/>
            <p:cNvSpPr/>
            <p:nvPr/>
          </p:nvSpPr>
          <p:spPr>
            <a:xfrm>
              <a:off x="5899410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0" name="pt1520"/>
            <p:cNvSpPr/>
            <p:nvPr/>
          </p:nvSpPr>
          <p:spPr>
            <a:xfrm>
              <a:off x="5984837" y="47016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1" name="pt1521"/>
            <p:cNvSpPr/>
            <p:nvPr/>
          </p:nvSpPr>
          <p:spPr>
            <a:xfrm>
              <a:off x="7394384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2" name="pt1522"/>
            <p:cNvSpPr/>
            <p:nvPr/>
          </p:nvSpPr>
          <p:spPr>
            <a:xfrm>
              <a:off x="7095389" y="440951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3" name="pt1523"/>
            <p:cNvSpPr/>
            <p:nvPr/>
          </p:nvSpPr>
          <p:spPr>
            <a:xfrm>
              <a:off x="7180816" y="466914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4" name="pt1524"/>
            <p:cNvSpPr/>
            <p:nvPr/>
          </p:nvSpPr>
          <p:spPr>
            <a:xfrm>
              <a:off x="6625540" y="47665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5" name="pt1525"/>
            <p:cNvSpPr/>
            <p:nvPr/>
          </p:nvSpPr>
          <p:spPr>
            <a:xfrm>
              <a:off x="8035087" y="366308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6" name="pt1526"/>
            <p:cNvSpPr/>
            <p:nvPr/>
          </p:nvSpPr>
          <p:spPr>
            <a:xfrm>
              <a:off x="7949660" y="385780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7" name="pt1527"/>
            <p:cNvSpPr/>
            <p:nvPr/>
          </p:nvSpPr>
          <p:spPr>
            <a:xfrm>
              <a:off x="5472274" y="561030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8" name="pt1528"/>
            <p:cNvSpPr/>
            <p:nvPr/>
          </p:nvSpPr>
          <p:spPr>
            <a:xfrm>
              <a:off x="6326545" y="463669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9" name="pt1529"/>
            <p:cNvSpPr/>
            <p:nvPr/>
          </p:nvSpPr>
          <p:spPr>
            <a:xfrm>
              <a:off x="6924535" y="41823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0" name="pt1530"/>
            <p:cNvSpPr/>
            <p:nvPr/>
          </p:nvSpPr>
          <p:spPr>
            <a:xfrm>
              <a:off x="6881821" y="463669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1" name="pt1531"/>
            <p:cNvSpPr/>
            <p:nvPr/>
          </p:nvSpPr>
          <p:spPr>
            <a:xfrm>
              <a:off x="6668253" y="45068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2" name="pt1532"/>
            <p:cNvSpPr/>
            <p:nvPr/>
          </p:nvSpPr>
          <p:spPr>
            <a:xfrm>
              <a:off x="7223529" y="424724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3" name="pt1533"/>
            <p:cNvSpPr/>
            <p:nvPr/>
          </p:nvSpPr>
          <p:spPr>
            <a:xfrm>
              <a:off x="7864233" y="392271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4" name="pt1534"/>
            <p:cNvSpPr/>
            <p:nvPr/>
          </p:nvSpPr>
          <p:spPr>
            <a:xfrm>
              <a:off x="6411972" y="447442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5" name="pt1535"/>
            <p:cNvSpPr/>
            <p:nvPr/>
          </p:nvSpPr>
          <p:spPr>
            <a:xfrm>
              <a:off x="7095389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6" name="pt1536"/>
            <p:cNvSpPr/>
            <p:nvPr/>
          </p:nvSpPr>
          <p:spPr>
            <a:xfrm>
              <a:off x="6155691" y="48314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7" name="pt1537"/>
            <p:cNvSpPr/>
            <p:nvPr/>
          </p:nvSpPr>
          <p:spPr>
            <a:xfrm>
              <a:off x="7009962" y="389025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8" name="pt1538"/>
            <p:cNvSpPr/>
            <p:nvPr/>
          </p:nvSpPr>
          <p:spPr>
            <a:xfrm>
              <a:off x="6411972" y="450688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9" name="pt1539"/>
            <p:cNvSpPr/>
            <p:nvPr/>
          </p:nvSpPr>
          <p:spPr>
            <a:xfrm>
              <a:off x="7949660" y="37604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0" name="pt1540"/>
            <p:cNvSpPr/>
            <p:nvPr/>
          </p:nvSpPr>
          <p:spPr>
            <a:xfrm>
              <a:off x="7949660" y="385780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1" name="pt1541"/>
            <p:cNvSpPr/>
            <p:nvPr/>
          </p:nvSpPr>
          <p:spPr>
            <a:xfrm>
              <a:off x="7180816" y="434461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2" name="pt1542"/>
            <p:cNvSpPr/>
            <p:nvPr/>
          </p:nvSpPr>
          <p:spPr>
            <a:xfrm>
              <a:off x="7351670" y="45068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3" name="pt1543"/>
            <p:cNvSpPr/>
            <p:nvPr/>
          </p:nvSpPr>
          <p:spPr>
            <a:xfrm>
              <a:off x="6070264" y="47989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4" name="pt1544"/>
            <p:cNvSpPr/>
            <p:nvPr/>
          </p:nvSpPr>
          <p:spPr>
            <a:xfrm>
              <a:off x="7052675" y="42797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5" name="pt1545"/>
            <p:cNvSpPr/>
            <p:nvPr/>
          </p:nvSpPr>
          <p:spPr>
            <a:xfrm>
              <a:off x="6454686" y="47016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6" name="pt1546"/>
            <p:cNvSpPr/>
            <p:nvPr/>
          </p:nvSpPr>
          <p:spPr>
            <a:xfrm>
              <a:off x="5984837" y="457178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7" name="pt1547"/>
            <p:cNvSpPr/>
            <p:nvPr/>
          </p:nvSpPr>
          <p:spPr>
            <a:xfrm>
              <a:off x="6497399" y="44744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8" name="pt1548"/>
            <p:cNvSpPr/>
            <p:nvPr/>
          </p:nvSpPr>
          <p:spPr>
            <a:xfrm>
              <a:off x="6027550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9" name="pt1549"/>
            <p:cNvSpPr/>
            <p:nvPr/>
          </p:nvSpPr>
          <p:spPr>
            <a:xfrm>
              <a:off x="6625540" y="47016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0" name="pt1550"/>
            <p:cNvSpPr/>
            <p:nvPr/>
          </p:nvSpPr>
          <p:spPr>
            <a:xfrm>
              <a:off x="6839107" y="405252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1" name="pt1551"/>
            <p:cNvSpPr/>
            <p:nvPr/>
          </p:nvSpPr>
          <p:spPr>
            <a:xfrm>
              <a:off x="5856696" y="44744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2" name="pt1552"/>
            <p:cNvSpPr/>
            <p:nvPr/>
          </p:nvSpPr>
          <p:spPr>
            <a:xfrm>
              <a:off x="7095389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3" name="pt1553"/>
            <p:cNvSpPr/>
            <p:nvPr/>
          </p:nvSpPr>
          <p:spPr>
            <a:xfrm>
              <a:off x="5942123" y="47016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4" name="pt1554"/>
            <p:cNvSpPr/>
            <p:nvPr/>
          </p:nvSpPr>
          <p:spPr>
            <a:xfrm>
              <a:off x="6241118" y="437706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5" name="pt1555"/>
            <p:cNvSpPr/>
            <p:nvPr/>
          </p:nvSpPr>
          <p:spPr>
            <a:xfrm>
              <a:off x="6112977" y="46691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6" name="pt1556"/>
            <p:cNvSpPr/>
            <p:nvPr/>
          </p:nvSpPr>
          <p:spPr>
            <a:xfrm>
              <a:off x="5514988" y="50261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7" name="pt1557"/>
            <p:cNvSpPr/>
            <p:nvPr/>
          </p:nvSpPr>
          <p:spPr>
            <a:xfrm>
              <a:off x="7607951" y="39551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8" name="pt1558"/>
            <p:cNvSpPr/>
            <p:nvPr/>
          </p:nvSpPr>
          <p:spPr>
            <a:xfrm>
              <a:off x="6582826" y="39551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9" name="pt1559"/>
            <p:cNvSpPr/>
            <p:nvPr/>
          </p:nvSpPr>
          <p:spPr>
            <a:xfrm>
              <a:off x="5856696" y="46691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0" name="pt1560"/>
            <p:cNvSpPr/>
            <p:nvPr/>
          </p:nvSpPr>
          <p:spPr>
            <a:xfrm>
              <a:off x="6155691" y="51235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1" name="pt1561"/>
            <p:cNvSpPr/>
            <p:nvPr/>
          </p:nvSpPr>
          <p:spPr>
            <a:xfrm>
              <a:off x="6839107" y="496123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2" name="pt1562"/>
            <p:cNvSpPr/>
            <p:nvPr/>
          </p:nvSpPr>
          <p:spPr>
            <a:xfrm>
              <a:off x="6454686" y="47989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3" name="pt1563"/>
            <p:cNvSpPr/>
            <p:nvPr/>
          </p:nvSpPr>
          <p:spPr>
            <a:xfrm>
              <a:off x="6582826" y="44095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4" name="pt1564"/>
            <p:cNvSpPr/>
            <p:nvPr/>
          </p:nvSpPr>
          <p:spPr>
            <a:xfrm>
              <a:off x="5045139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5" name="pt1565"/>
            <p:cNvSpPr/>
            <p:nvPr/>
          </p:nvSpPr>
          <p:spPr>
            <a:xfrm>
              <a:off x="6112977" y="47665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6" name="pt1566"/>
            <p:cNvSpPr/>
            <p:nvPr/>
          </p:nvSpPr>
          <p:spPr>
            <a:xfrm>
              <a:off x="5557701" y="53831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7" name="pt1567"/>
            <p:cNvSpPr/>
            <p:nvPr/>
          </p:nvSpPr>
          <p:spPr>
            <a:xfrm>
              <a:off x="6070264" y="47989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8" name="pt1568"/>
            <p:cNvSpPr/>
            <p:nvPr/>
          </p:nvSpPr>
          <p:spPr>
            <a:xfrm>
              <a:off x="5344133" y="528577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9" name="pt1569"/>
            <p:cNvSpPr/>
            <p:nvPr/>
          </p:nvSpPr>
          <p:spPr>
            <a:xfrm>
              <a:off x="5087852" y="570767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0" name="pt1570"/>
            <p:cNvSpPr/>
            <p:nvPr/>
          </p:nvSpPr>
          <p:spPr>
            <a:xfrm>
              <a:off x="5386847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1" name="pt1571"/>
            <p:cNvSpPr/>
            <p:nvPr/>
          </p:nvSpPr>
          <p:spPr>
            <a:xfrm>
              <a:off x="4618003" y="57401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2" name="pt1572"/>
            <p:cNvSpPr/>
            <p:nvPr/>
          </p:nvSpPr>
          <p:spPr>
            <a:xfrm>
              <a:off x="4618003" y="57401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3" name="pt1573"/>
            <p:cNvSpPr/>
            <p:nvPr/>
          </p:nvSpPr>
          <p:spPr>
            <a:xfrm>
              <a:off x="4618003" y="57401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4" name="pt1574"/>
            <p:cNvSpPr/>
            <p:nvPr/>
          </p:nvSpPr>
          <p:spPr>
            <a:xfrm>
              <a:off x="4618003" y="57401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5" name="pt1575"/>
            <p:cNvSpPr/>
            <p:nvPr/>
          </p:nvSpPr>
          <p:spPr>
            <a:xfrm>
              <a:off x="5899410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6" name="pt1576"/>
            <p:cNvSpPr/>
            <p:nvPr/>
          </p:nvSpPr>
          <p:spPr>
            <a:xfrm>
              <a:off x="5728555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7" name="pt1577"/>
            <p:cNvSpPr/>
            <p:nvPr/>
          </p:nvSpPr>
          <p:spPr>
            <a:xfrm>
              <a:off x="6454686" y="46042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8" name="pt1578"/>
            <p:cNvSpPr/>
            <p:nvPr/>
          </p:nvSpPr>
          <p:spPr>
            <a:xfrm>
              <a:off x="4618003" y="57401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9" name="pt1579"/>
            <p:cNvSpPr/>
            <p:nvPr/>
          </p:nvSpPr>
          <p:spPr>
            <a:xfrm>
              <a:off x="5728555" y="47665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0" name="pt1580"/>
            <p:cNvSpPr/>
            <p:nvPr/>
          </p:nvSpPr>
          <p:spPr>
            <a:xfrm>
              <a:off x="4660717" y="57401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1" name="pt1581"/>
            <p:cNvSpPr/>
            <p:nvPr/>
          </p:nvSpPr>
          <p:spPr>
            <a:xfrm>
              <a:off x="5643128" y="54480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2" name="pt1582"/>
            <p:cNvSpPr/>
            <p:nvPr/>
          </p:nvSpPr>
          <p:spPr>
            <a:xfrm>
              <a:off x="5942123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3" name="pt1583"/>
            <p:cNvSpPr/>
            <p:nvPr/>
          </p:nvSpPr>
          <p:spPr>
            <a:xfrm>
              <a:off x="6924535" y="45393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4" name="pt1584"/>
            <p:cNvSpPr/>
            <p:nvPr/>
          </p:nvSpPr>
          <p:spPr>
            <a:xfrm>
              <a:off x="6753680" y="44095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5" name="pt1585"/>
            <p:cNvSpPr/>
            <p:nvPr/>
          </p:nvSpPr>
          <p:spPr>
            <a:xfrm>
              <a:off x="5130566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6" name="pt1586"/>
            <p:cNvSpPr/>
            <p:nvPr/>
          </p:nvSpPr>
          <p:spPr>
            <a:xfrm>
              <a:off x="4618003" y="57401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7" name="pt1587"/>
            <p:cNvSpPr/>
            <p:nvPr/>
          </p:nvSpPr>
          <p:spPr>
            <a:xfrm>
              <a:off x="5728555" y="52533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8" name="pt1588"/>
            <p:cNvSpPr/>
            <p:nvPr/>
          </p:nvSpPr>
          <p:spPr>
            <a:xfrm>
              <a:off x="7095389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9" name="pt1589"/>
            <p:cNvSpPr/>
            <p:nvPr/>
          </p:nvSpPr>
          <p:spPr>
            <a:xfrm>
              <a:off x="7180816" y="41498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0" name="pt1590"/>
            <p:cNvSpPr/>
            <p:nvPr/>
          </p:nvSpPr>
          <p:spPr>
            <a:xfrm>
              <a:off x="5643128" y="473405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1" name="pt1591"/>
            <p:cNvSpPr/>
            <p:nvPr/>
          </p:nvSpPr>
          <p:spPr>
            <a:xfrm>
              <a:off x="5344133" y="48638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2" name="pt1592"/>
            <p:cNvSpPr/>
            <p:nvPr/>
          </p:nvSpPr>
          <p:spPr>
            <a:xfrm>
              <a:off x="7138102" y="405252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3" name="pt1593"/>
            <p:cNvSpPr/>
            <p:nvPr/>
          </p:nvSpPr>
          <p:spPr>
            <a:xfrm>
              <a:off x="6454686" y="46691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4" name="pt1594"/>
            <p:cNvSpPr/>
            <p:nvPr/>
          </p:nvSpPr>
          <p:spPr>
            <a:xfrm>
              <a:off x="6411972" y="414988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5" name="pt1595"/>
            <p:cNvSpPr/>
            <p:nvPr/>
          </p:nvSpPr>
          <p:spPr>
            <a:xfrm>
              <a:off x="5643128" y="47665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6" name="pt1596"/>
            <p:cNvSpPr/>
            <p:nvPr/>
          </p:nvSpPr>
          <p:spPr>
            <a:xfrm>
              <a:off x="7180816" y="424724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7" name="pt1597"/>
            <p:cNvSpPr/>
            <p:nvPr/>
          </p:nvSpPr>
          <p:spPr>
            <a:xfrm>
              <a:off x="7052675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8" name="pt1598"/>
            <p:cNvSpPr/>
            <p:nvPr/>
          </p:nvSpPr>
          <p:spPr>
            <a:xfrm>
              <a:off x="6497399" y="44419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9" name="pt1599"/>
            <p:cNvSpPr/>
            <p:nvPr/>
          </p:nvSpPr>
          <p:spPr>
            <a:xfrm>
              <a:off x="7351670" y="418234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0" name="pt1600"/>
            <p:cNvSpPr/>
            <p:nvPr/>
          </p:nvSpPr>
          <p:spPr>
            <a:xfrm>
              <a:off x="7351670" y="421479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1" name="pt1601"/>
            <p:cNvSpPr/>
            <p:nvPr/>
          </p:nvSpPr>
          <p:spPr>
            <a:xfrm>
              <a:off x="7565238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2" name="pt1602"/>
            <p:cNvSpPr/>
            <p:nvPr/>
          </p:nvSpPr>
          <p:spPr>
            <a:xfrm>
              <a:off x="7351670" y="424724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3" name="pt1603"/>
            <p:cNvSpPr/>
            <p:nvPr/>
          </p:nvSpPr>
          <p:spPr>
            <a:xfrm>
              <a:off x="7693378" y="421479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4" name="pt1604"/>
            <p:cNvSpPr/>
            <p:nvPr/>
          </p:nvSpPr>
          <p:spPr>
            <a:xfrm>
              <a:off x="7607951" y="369553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5" name="pt1605"/>
            <p:cNvSpPr/>
            <p:nvPr/>
          </p:nvSpPr>
          <p:spPr>
            <a:xfrm>
              <a:off x="6411972" y="496123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6" name="pt1606"/>
            <p:cNvSpPr/>
            <p:nvPr/>
          </p:nvSpPr>
          <p:spPr>
            <a:xfrm>
              <a:off x="7138102" y="405252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7" name="pt1607"/>
            <p:cNvSpPr/>
            <p:nvPr/>
          </p:nvSpPr>
          <p:spPr>
            <a:xfrm>
              <a:off x="7223529" y="45717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8" name="pt1608"/>
            <p:cNvSpPr/>
            <p:nvPr/>
          </p:nvSpPr>
          <p:spPr>
            <a:xfrm>
              <a:off x="7351670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9" name="pt1609"/>
            <p:cNvSpPr/>
            <p:nvPr/>
          </p:nvSpPr>
          <p:spPr>
            <a:xfrm>
              <a:off x="6881821" y="53831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0" name="pt1610"/>
            <p:cNvSpPr/>
            <p:nvPr/>
          </p:nvSpPr>
          <p:spPr>
            <a:xfrm>
              <a:off x="7351670" y="42797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1" name="pt1611"/>
            <p:cNvSpPr/>
            <p:nvPr/>
          </p:nvSpPr>
          <p:spPr>
            <a:xfrm>
              <a:off x="7864233" y="363062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2" name="pt1612"/>
            <p:cNvSpPr/>
            <p:nvPr/>
          </p:nvSpPr>
          <p:spPr>
            <a:xfrm>
              <a:off x="7949660" y="37604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3" name="pt1613"/>
            <p:cNvSpPr/>
            <p:nvPr/>
          </p:nvSpPr>
          <p:spPr>
            <a:xfrm>
              <a:off x="7052675" y="418234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4" name="pt1614"/>
            <p:cNvSpPr/>
            <p:nvPr/>
          </p:nvSpPr>
          <p:spPr>
            <a:xfrm>
              <a:off x="7821519" y="41498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5" name="pt1615"/>
            <p:cNvSpPr/>
            <p:nvPr/>
          </p:nvSpPr>
          <p:spPr>
            <a:xfrm>
              <a:off x="6668253" y="48314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6" name="pt1616"/>
            <p:cNvSpPr/>
            <p:nvPr/>
          </p:nvSpPr>
          <p:spPr>
            <a:xfrm>
              <a:off x="7138102" y="42797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7" name="pt1617"/>
            <p:cNvSpPr/>
            <p:nvPr/>
          </p:nvSpPr>
          <p:spPr>
            <a:xfrm>
              <a:off x="7223529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8" name="pt1618"/>
            <p:cNvSpPr/>
            <p:nvPr/>
          </p:nvSpPr>
          <p:spPr>
            <a:xfrm>
              <a:off x="6070264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9" name="pt1619"/>
            <p:cNvSpPr/>
            <p:nvPr/>
          </p:nvSpPr>
          <p:spPr>
            <a:xfrm>
              <a:off x="7138102" y="466914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0" name="pt1620"/>
            <p:cNvSpPr/>
            <p:nvPr/>
          </p:nvSpPr>
          <p:spPr>
            <a:xfrm>
              <a:off x="7095389" y="434461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1" name="pt1621"/>
            <p:cNvSpPr/>
            <p:nvPr/>
          </p:nvSpPr>
          <p:spPr>
            <a:xfrm>
              <a:off x="7778805" y="398761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2" name="pt1622"/>
            <p:cNvSpPr/>
            <p:nvPr/>
          </p:nvSpPr>
          <p:spPr>
            <a:xfrm>
              <a:off x="7949660" y="41823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3" name="pt1623"/>
            <p:cNvSpPr/>
            <p:nvPr/>
          </p:nvSpPr>
          <p:spPr>
            <a:xfrm>
              <a:off x="5429561" y="52533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4" name="pt1624"/>
            <p:cNvSpPr/>
            <p:nvPr/>
          </p:nvSpPr>
          <p:spPr>
            <a:xfrm>
              <a:off x="7223529" y="463669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5" name="pt1625"/>
            <p:cNvSpPr/>
            <p:nvPr/>
          </p:nvSpPr>
          <p:spPr>
            <a:xfrm>
              <a:off x="7864233" y="363062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6" name="pt1626"/>
            <p:cNvSpPr/>
            <p:nvPr/>
          </p:nvSpPr>
          <p:spPr>
            <a:xfrm>
              <a:off x="7223529" y="41823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7" name="pt1627"/>
            <p:cNvSpPr/>
            <p:nvPr/>
          </p:nvSpPr>
          <p:spPr>
            <a:xfrm>
              <a:off x="6155691" y="450688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8" name="pt1628"/>
            <p:cNvSpPr/>
            <p:nvPr/>
          </p:nvSpPr>
          <p:spPr>
            <a:xfrm>
              <a:off x="7949660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9" name="pt1629"/>
            <p:cNvSpPr/>
            <p:nvPr/>
          </p:nvSpPr>
          <p:spPr>
            <a:xfrm>
              <a:off x="6241118" y="44419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0" name="pt1630"/>
            <p:cNvSpPr/>
            <p:nvPr/>
          </p:nvSpPr>
          <p:spPr>
            <a:xfrm>
              <a:off x="6540113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1" name="pt1631"/>
            <p:cNvSpPr/>
            <p:nvPr/>
          </p:nvSpPr>
          <p:spPr>
            <a:xfrm>
              <a:off x="7052675" y="402007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2" name="pt1632"/>
            <p:cNvSpPr/>
            <p:nvPr/>
          </p:nvSpPr>
          <p:spPr>
            <a:xfrm>
              <a:off x="5813982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3" name="pt1633"/>
            <p:cNvSpPr/>
            <p:nvPr/>
          </p:nvSpPr>
          <p:spPr>
            <a:xfrm>
              <a:off x="6796394" y="45068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4" name="pt1634"/>
            <p:cNvSpPr/>
            <p:nvPr/>
          </p:nvSpPr>
          <p:spPr>
            <a:xfrm>
              <a:off x="6710967" y="46042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5" name="pt1635"/>
            <p:cNvSpPr/>
            <p:nvPr/>
          </p:nvSpPr>
          <p:spPr>
            <a:xfrm>
              <a:off x="6796394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6" name="pt1636"/>
            <p:cNvSpPr/>
            <p:nvPr/>
          </p:nvSpPr>
          <p:spPr>
            <a:xfrm>
              <a:off x="7607951" y="434461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7" name="pt1637"/>
            <p:cNvSpPr/>
            <p:nvPr/>
          </p:nvSpPr>
          <p:spPr>
            <a:xfrm>
              <a:off x="5984837" y="499368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8" name="pt1638"/>
            <p:cNvSpPr/>
            <p:nvPr/>
          </p:nvSpPr>
          <p:spPr>
            <a:xfrm>
              <a:off x="7308956" y="37604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9" name="pt1639"/>
            <p:cNvSpPr/>
            <p:nvPr/>
          </p:nvSpPr>
          <p:spPr>
            <a:xfrm>
              <a:off x="6881821" y="45068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0" name="pt1640"/>
            <p:cNvSpPr/>
            <p:nvPr/>
          </p:nvSpPr>
          <p:spPr>
            <a:xfrm>
              <a:off x="6710967" y="47016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1" name="pt1641"/>
            <p:cNvSpPr/>
            <p:nvPr/>
          </p:nvSpPr>
          <p:spPr>
            <a:xfrm>
              <a:off x="7009962" y="42797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2" name="pt1642"/>
            <p:cNvSpPr/>
            <p:nvPr/>
          </p:nvSpPr>
          <p:spPr>
            <a:xfrm>
              <a:off x="6582826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3" name="pt1643"/>
            <p:cNvSpPr/>
            <p:nvPr/>
          </p:nvSpPr>
          <p:spPr>
            <a:xfrm>
              <a:off x="6839107" y="47340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4" name="pt1644"/>
            <p:cNvSpPr/>
            <p:nvPr/>
          </p:nvSpPr>
          <p:spPr>
            <a:xfrm>
              <a:off x="7650665" y="392271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5" name="pt1645"/>
            <p:cNvSpPr/>
            <p:nvPr/>
          </p:nvSpPr>
          <p:spPr>
            <a:xfrm>
              <a:off x="7095389" y="45068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6" name="pt1646"/>
            <p:cNvSpPr/>
            <p:nvPr/>
          </p:nvSpPr>
          <p:spPr>
            <a:xfrm>
              <a:off x="7009962" y="42472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7" name="pt1647"/>
            <p:cNvSpPr/>
            <p:nvPr/>
          </p:nvSpPr>
          <p:spPr>
            <a:xfrm>
              <a:off x="5856696" y="473405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8" name="pt1648"/>
            <p:cNvSpPr/>
            <p:nvPr/>
          </p:nvSpPr>
          <p:spPr>
            <a:xfrm>
              <a:off x="5942123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9" name="pt1649"/>
            <p:cNvSpPr/>
            <p:nvPr/>
          </p:nvSpPr>
          <p:spPr>
            <a:xfrm>
              <a:off x="6967248" y="463669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0" name="pt1650"/>
            <p:cNvSpPr/>
            <p:nvPr/>
          </p:nvSpPr>
          <p:spPr>
            <a:xfrm>
              <a:off x="6753680" y="40849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1" name="pt1651"/>
            <p:cNvSpPr/>
            <p:nvPr/>
          </p:nvSpPr>
          <p:spPr>
            <a:xfrm>
              <a:off x="5429561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2" name="pt1652"/>
            <p:cNvSpPr/>
            <p:nvPr/>
          </p:nvSpPr>
          <p:spPr>
            <a:xfrm>
              <a:off x="6411972" y="489632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3" name="pt1653"/>
            <p:cNvSpPr/>
            <p:nvPr/>
          </p:nvSpPr>
          <p:spPr>
            <a:xfrm>
              <a:off x="7223529" y="41498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4" name="pt1654"/>
            <p:cNvSpPr/>
            <p:nvPr/>
          </p:nvSpPr>
          <p:spPr>
            <a:xfrm>
              <a:off x="7223529" y="41823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5" name="pt1655"/>
            <p:cNvSpPr/>
            <p:nvPr/>
          </p:nvSpPr>
          <p:spPr>
            <a:xfrm>
              <a:off x="6411972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6" name="pt1656"/>
            <p:cNvSpPr/>
            <p:nvPr/>
          </p:nvSpPr>
          <p:spPr>
            <a:xfrm>
              <a:off x="7052675" y="42797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7" name="pt1657"/>
            <p:cNvSpPr/>
            <p:nvPr/>
          </p:nvSpPr>
          <p:spPr>
            <a:xfrm>
              <a:off x="5728555" y="499368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8" name="pt1658"/>
            <p:cNvSpPr/>
            <p:nvPr/>
          </p:nvSpPr>
          <p:spPr>
            <a:xfrm>
              <a:off x="6796394" y="421479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9" name="pt1659"/>
            <p:cNvSpPr/>
            <p:nvPr/>
          </p:nvSpPr>
          <p:spPr>
            <a:xfrm>
              <a:off x="6411972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0" name="pt1660"/>
            <p:cNvSpPr/>
            <p:nvPr/>
          </p:nvSpPr>
          <p:spPr>
            <a:xfrm>
              <a:off x="4959712" y="54804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1" name="pt1661"/>
            <p:cNvSpPr/>
            <p:nvPr/>
          </p:nvSpPr>
          <p:spPr>
            <a:xfrm>
              <a:off x="6326545" y="476651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2" name="pt1662"/>
            <p:cNvSpPr/>
            <p:nvPr/>
          </p:nvSpPr>
          <p:spPr>
            <a:xfrm>
              <a:off x="5899410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3" name="pt1663"/>
            <p:cNvSpPr/>
            <p:nvPr/>
          </p:nvSpPr>
          <p:spPr>
            <a:xfrm>
              <a:off x="7565238" y="37279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4" name="pt1664"/>
            <p:cNvSpPr/>
            <p:nvPr/>
          </p:nvSpPr>
          <p:spPr>
            <a:xfrm>
              <a:off x="5514988" y="531822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5" name="pt1665"/>
            <p:cNvSpPr/>
            <p:nvPr/>
          </p:nvSpPr>
          <p:spPr>
            <a:xfrm>
              <a:off x="7223529" y="389025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6" name="pt1666"/>
            <p:cNvSpPr/>
            <p:nvPr/>
          </p:nvSpPr>
          <p:spPr>
            <a:xfrm>
              <a:off x="5514988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7" name="pt1667"/>
            <p:cNvSpPr/>
            <p:nvPr/>
          </p:nvSpPr>
          <p:spPr>
            <a:xfrm>
              <a:off x="7223529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8" name="pt1668"/>
            <p:cNvSpPr/>
            <p:nvPr/>
          </p:nvSpPr>
          <p:spPr>
            <a:xfrm>
              <a:off x="6369259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9" name="pt1669"/>
            <p:cNvSpPr/>
            <p:nvPr/>
          </p:nvSpPr>
          <p:spPr>
            <a:xfrm>
              <a:off x="7308956" y="405252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0" name="pt1670"/>
            <p:cNvSpPr/>
            <p:nvPr/>
          </p:nvSpPr>
          <p:spPr>
            <a:xfrm>
              <a:off x="7437097" y="44095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1" name="pt1671"/>
            <p:cNvSpPr/>
            <p:nvPr/>
          </p:nvSpPr>
          <p:spPr>
            <a:xfrm>
              <a:off x="6668253" y="483141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2" name="pt1672"/>
            <p:cNvSpPr/>
            <p:nvPr/>
          </p:nvSpPr>
          <p:spPr>
            <a:xfrm>
              <a:off x="5344133" y="528577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3" name="pt1673"/>
            <p:cNvSpPr/>
            <p:nvPr/>
          </p:nvSpPr>
          <p:spPr>
            <a:xfrm>
              <a:off x="6241118" y="499368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4" name="pt1674"/>
            <p:cNvSpPr/>
            <p:nvPr/>
          </p:nvSpPr>
          <p:spPr>
            <a:xfrm>
              <a:off x="5173279" y="53506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5" name="pt1675"/>
            <p:cNvSpPr/>
            <p:nvPr/>
          </p:nvSpPr>
          <p:spPr>
            <a:xfrm>
              <a:off x="6753680" y="444197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6" name="pt1676"/>
            <p:cNvSpPr/>
            <p:nvPr/>
          </p:nvSpPr>
          <p:spPr>
            <a:xfrm>
              <a:off x="6369259" y="47016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7" name="pt1677"/>
            <p:cNvSpPr/>
            <p:nvPr/>
          </p:nvSpPr>
          <p:spPr>
            <a:xfrm>
              <a:off x="6582826" y="434461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8" name="pt1678"/>
            <p:cNvSpPr/>
            <p:nvPr/>
          </p:nvSpPr>
          <p:spPr>
            <a:xfrm>
              <a:off x="6668253" y="43770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9" name="pt1679"/>
            <p:cNvSpPr/>
            <p:nvPr/>
          </p:nvSpPr>
          <p:spPr>
            <a:xfrm>
              <a:off x="7138102" y="47016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0" name="pt1680"/>
            <p:cNvSpPr/>
            <p:nvPr/>
          </p:nvSpPr>
          <p:spPr>
            <a:xfrm>
              <a:off x="7308956" y="45717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1" name="pt1681"/>
            <p:cNvSpPr/>
            <p:nvPr/>
          </p:nvSpPr>
          <p:spPr>
            <a:xfrm>
              <a:off x="7437097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2" name="pt1682"/>
            <p:cNvSpPr/>
            <p:nvPr/>
          </p:nvSpPr>
          <p:spPr>
            <a:xfrm>
              <a:off x="7180816" y="421479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3" name="pt1683"/>
            <p:cNvSpPr/>
            <p:nvPr/>
          </p:nvSpPr>
          <p:spPr>
            <a:xfrm>
              <a:off x="7180816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4" name="pt1684"/>
            <p:cNvSpPr/>
            <p:nvPr/>
          </p:nvSpPr>
          <p:spPr>
            <a:xfrm>
              <a:off x="5942123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5" name="pt1685"/>
            <p:cNvSpPr/>
            <p:nvPr/>
          </p:nvSpPr>
          <p:spPr>
            <a:xfrm>
              <a:off x="7009962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6" name="pt1686"/>
            <p:cNvSpPr/>
            <p:nvPr/>
          </p:nvSpPr>
          <p:spPr>
            <a:xfrm>
              <a:off x="6454686" y="476651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7" name="pt1687"/>
            <p:cNvSpPr/>
            <p:nvPr/>
          </p:nvSpPr>
          <p:spPr>
            <a:xfrm>
              <a:off x="6283831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8" name="pt1688"/>
            <p:cNvSpPr/>
            <p:nvPr/>
          </p:nvSpPr>
          <p:spPr>
            <a:xfrm>
              <a:off x="5771269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9" name="pt1689"/>
            <p:cNvSpPr/>
            <p:nvPr/>
          </p:nvSpPr>
          <p:spPr>
            <a:xfrm>
              <a:off x="6625540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0" name="pt1690"/>
            <p:cNvSpPr/>
            <p:nvPr/>
          </p:nvSpPr>
          <p:spPr>
            <a:xfrm>
              <a:off x="5728555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1" name="pt1691"/>
            <p:cNvSpPr/>
            <p:nvPr/>
          </p:nvSpPr>
          <p:spPr>
            <a:xfrm>
              <a:off x="7052675" y="457178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2" name="pt1692"/>
            <p:cNvSpPr/>
            <p:nvPr/>
          </p:nvSpPr>
          <p:spPr>
            <a:xfrm>
              <a:off x="5942123" y="50910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3" name="pt1693"/>
            <p:cNvSpPr/>
            <p:nvPr/>
          </p:nvSpPr>
          <p:spPr>
            <a:xfrm>
              <a:off x="5643128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4" name="pt1694"/>
            <p:cNvSpPr/>
            <p:nvPr/>
          </p:nvSpPr>
          <p:spPr>
            <a:xfrm>
              <a:off x="6112977" y="46042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5" name="pt1695"/>
            <p:cNvSpPr/>
            <p:nvPr/>
          </p:nvSpPr>
          <p:spPr>
            <a:xfrm>
              <a:off x="7949660" y="37604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6" name="pt1696"/>
            <p:cNvSpPr/>
            <p:nvPr/>
          </p:nvSpPr>
          <p:spPr>
            <a:xfrm>
              <a:off x="7778805" y="402007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7" name="pt1697"/>
            <p:cNvSpPr/>
            <p:nvPr/>
          </p:nvSpPr>
          <p:spPr>
            <a:xfrm>
              <a:off x="5856696" y="50910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8" name="pt1698"/>
            <p:cNvSpPr/>
            <p:nvPr/>
          </p:nvSpPr>
          <p:spPr>
            <a:xfrm>
              <a:off x="5215993" y="541558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9" name="pt1699"/>
            <p:cNvSpPr/>
            <p:nvPr/>
          </p:nvSpPr>
          <p:spPr>
            <a:xfrm>
              <a:off x="5685842" y="50585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0" name="pt1700"/>
            <p:cNvSpPr/>
            <p:nvPr/>
          </p:nvSpPr>
          <p:spPr>
            <a:xfrm>
              <a:off x="7437097" y="476651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1" name="pt1701"/>
            <p:cNvSpPr/>
            <p:nvPr/>
          </p:nvSpPr>
          <p:spPr>
            <a:xfrm>
              <a:off x="7009962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2" name="pt1702"/>
            <p:cNvSpPr/>
            <p:nvPr/>
          </p:nvSpPr>
          <p:spPr>
            <a:xfrm>
              <a:off x="6924535" y="42797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3" name="pt1703"/>
            <p:cNvSpPr/>
            <p:nvPr/>
          </p:nvSpPr>
          <p:spPr>
            <a:xfrm>
              <a:off x="6411972" y="48314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4" name="pt1704"/>
            <p:cNvSpPr/>
            <p:nvPr/>
          </p:nvSpPr>
          <p:spPr>
            <a:xfrm>
              <a:off x="6540113" y="47016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5" name="pt1705"/>
            <p:cNvSpPr/>
            <p:nvPr/>
          </p:nvSpPr>
          <p:spPr>
            <a:xfrm>
              <a:off x="5643128" y="51884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6" name="pt1706"/>
            <p:cNvSpPr/>
            <p:nvPr/>
          </p:nvSpPr>
          <p:spPr>
            <a:xfrm>
              <a:off x="7479811" y="42797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7" name="pt1707"/>
            <p:cNvSpPr/>
            <p:nvPr/>
          </p:nvSpPr>
          <p:spPr>
            <a:xfrm>
              <a:off x="5813982" y="457178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8" name="pt1708"/>
            <p:cNvSpPr/>
            <p:nvPr/>
          </p:nvSpPr>
          <p:spPr>
            <a:xfrm>
              <a:off x="5856696" y="50585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9" name="pt1709"/>
            <p:cNvSpPr/>
            <p:nvPr/>
          </p:nvSpPr>
          <p:spPr>
            <a:xfrm>
              <a:off x="5813982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0" name="pt1710"/>
            <p:cNvSpPr/>
            <p:nvPr/>
          </p:nvSpPr>
          <p:spPr>
            <a:xfrm>
              <a:off x="7351670" y="444197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1" name="pt1711"/>
            <p:cNvSpPr/>
            <p:nvPr/>
          </p:nvSpPr>
          <p:spPr>
            <a:xfrm>
              <a:off x="7052675" y="444197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2" name="pt1712"/>
            <p:cNvSpPr/>
            <p:nvPr/>
          </p:nvSpPr>
          <p:spPr>
            <a:xfrm>
              <a:off x="6582826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3" name="pt1713"/>
            <p:cNvSpPr/>
            <p:nvPr/>
          </p:nvSpPr>
          <p:spPr>
            <a:xfrm>
              <a:off x="6540113" y="434461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4" name="pt1714"/>
            <p:cNvSpPr/>
            <p:nvPr/>
          </p:nvSpPr>
          <p:spPr>
            <a:xfrm>
              <a:off x="7693378" y="402007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5" name="pt1715"/>
            <p:cNvSpPr/>
            <p:nvPr/>
          </p:nvSpPr>
          <p:spPr>
            <a:xfrm>
              <a:off x="6369259" y="44419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6" name="pt1716"/>
            <p:cNvSpPr/>
            <p:nvPr/>
          </p:nvSpPr>
          <p:spPr>
            <a:xfrm>
              <a:off x="7223529" y="41823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7" name="pt1717"/>
            <p:cNvSpPr/>
            <p:nvPr/>
          </p:nvSpPr>
          <p:spPr>
            <a:xfrm>
              <a:off x="7437097" y="405252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8" name="pt1718"/>
            <p:cNvSpPr/>
            <p:nvPr/>
          </p:nvSpPr>
          <p:spPr>
            <a:xfrm>
              <a:off x="7308956" y="444197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9" name="pt1719"/>
            <p:cNvSpPr/>
            <p:nvPr/>
          </p:nvSpPr>
          <p:spPr>
            <a:xfrm>
              <a:off x="5600415" y="48638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0" name="pt1720"/>
            <p:cNvSpPr/>
            <p:nvPr/>
          </p:nvSpPr>
          <p:spPr>
            <a:xfrm>
              <a:off x="6881821" y="444197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1" name="pt1721"/>
            <p:cNvSpPr/>
            <p:nvPr/>
          </p:nvSpPr>
          <p:spPr>
            <a:xfrm>
              <a:off x="7308956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2" name="pt1722"/>
            <p:cNvSpPr/>
            <p:nvPr/>
          </p:nvSpPr>
          <p:spPr>
            <a:xfrm>
              <a:off x="6839107" y="42797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3" name="pt1723"/>
            <p:cNvSpPr/>
            <p:nvPr/>
          </p:nvSpPr>
          <p:spPr>
            <a:xfrm>
              <a:off x="7351670" y="402007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4" name="pt1724"/>
            <p:cNvSpPr/>
            <p:nvPr/>
          </p:nvSpPr>
          <p:spPr>
            <a:xfrm>
              <a:off x="5771269" y="47016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5" name="pt1725"/>
            <p:cNvSpPr/>
            <p:nvPr/>
          </p:nvSpPr>
          <p:spPr>
            <a:xfrm>
              <a:off x="6839107" y="45717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6" name="pt1726"/>
            <p:cNvSpPr/>
            <p:nvPr/>
          </p:nvSpPr>
          <p:spPr>
            <a:xfrm>
              <a:off x="7437097" y="421479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7" name="pt1727"/>
            <p:cNvSpPr/>
            <p:nvPr/>
          </p:nvSpPr>
          <p:spPr>
            <a:xfrm>
              <a:off x="5215993" y="561030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8" name="pt1728"/>
            <p:cNvSpPr/>
            <p:nvPr/>
          </p:nvSpPr>
          <p:spPr>
            <a:xfrm>
              <a:off x="5301420" y="561030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9" name="pt1729"/>
            <p:cNvSpPr/>
            <p:nvPr/>
          </p:nvSpPr>
          <p:spPr>
            <a:xfrm>
              <a:off x="6839107" y="447442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0" name="pt1730"/>
            <p:cNvSpPr/>
            <p:nvPr/>
          </p:nvSpPr>
          <p:spPr>
            <a:xfrm>
              <a:off x="5856696" y="49287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1" name="pt1731"/>
            <p:cNvSpPr/>
            <p:nvPr/>
          </p:nvSpPr>
          <p:spPr>
            <a:xfrm>
              <a:off x="5685842" y="528577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2" name="pt1732"/>
            <p:cNvSpPr/>
            <p:nvPr/>
          </p:nvSpPr>
          <p:spPr>
            <a:xfrm>
              <a:off x="7607951" y="398761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3" name="pt1733"/>
            <p:cNvSpPr/>
            <p:nvPr/>
          </p:nvSpPr>
          <p:spPr>
            <a:xfrm>
              <a:off x="7864233" y="379289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4" name="pt1734"/>
            <p:cNvSpPr/>
            <p:nvPr/>
          </p:nvSpPr>
          <p:spPr>
            <a:xfrm>
              <a:off x="7223529" y="434461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5" name="pt1735"/>
            <p:cNvSpPr/>
            <p:nvPr/>
          </p:nvSpPr>
          <p:spPr>
            <a:xfrm>
              <a:off x="7180816" y="434461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6" name="pt1736"/>
            <p:cNvSpPr/>
            <p:nvPr/>
          </p:nvSpPr>
          <p:spPr>
            <a:xfrm>
              <a:off x="7351670" y="41498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7" name="pt1737"/>
            <p:cNvSpPr/>
            <p:nvPr/>
          </p:nvSpPr>
          <p:spPr>
            <a:xfrm>
              <a:off x="6241118" y="453933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8" name="pt1738"/>
            <p:cNvSpPr/>
            <p:nvPr/>
          </p:nvSpPr>
          <p:spPr>
            <a:xfrm>
              <a:off x="7009962" y="434461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9" name="pt1739"/>
            <p:cNvSpPr/>
            <p:nvPr/>
          </p:nvSpPr>
          <p:spPr>
            <a:xfrm>
              <a:off x="6924535" y="45068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0" name="pt1740"/>
            <p:cNvSpPr/>
            <p:nvPr/>
          </p:nvSpPr>
          <p:spPr>
            <a:xfrm>
              <a:off x="7009962" y="402007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1" name="pt1741"/>
            <p:cNvSpPr/>
            <p:nvPr/>
          </p:nvSpPr>
          <p:spPr>
            <a:xfrm>
              <a:off x="5600415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2" name="pt1742"/>
            <p:cNvSpPr/>
            <p:nvPr/>
          </p:nvSpPr>
          <p:spPr>
            <a:xfrm>
              <a:off x="6839107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3" name="pt1743"/>
            <p:cNvSpPr/>
            <p:nvPr/>
          </p:nvSpPr>
          <p:spPr>
            <a:xfrm>
              <a:off x="6710967" y="424724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4" name="pt1744"/>
            <p:cNvSpPr/>
            <p:nvPr/>
          </p:nvSpPr>
          <p:spPr>
            <a:xfrm>
              <a:off x="5429561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5" name="pt1745"/>
            <p:cNvSpPr/>
            <p:nvPr/>
          </p:nvSpPr>
          <p:spPr>
            <a:xfrm>
              <a:off x="6753680" y="479896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6" name="pt1746"/>
            <p:cNvSpPr/>
            <p:nvPr/>
          </p:nvSpPr>
          <p:spPr>
            <a:xfrm>
              <a:off x="7180816" y="398761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7" name="pt1747"/>
            <p:cNvSpPr/>
            <p:nvPr/>
          </p:nvSpPr>
          <p:spPr>
            <a:xfrm>
              <a:off x="5899410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8" name="pt1748"/>
            <p:cNvSpPr/>
            <p:nvPr/>
          </p:nvSpPr>
          <p:spPr>
            <a:xfrm>
              <a:off x="7351670" y="444197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9" name="pt1749"/>
            <p:cNvSpPr/>
            <p:nvPr/>
          </p:nvSpPr>
          <p:spPr>
            <a:xfrm>
              <a:off x="5087852" y="55454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0" name="pt1750"/>
            <p:cNvSpPr/>
            <p:nvPr/>
          </p:nvSpPr>
          <p:spPr>
            <a:xfrm>
              <a:off x="7009962" y="424724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1" name="pt1751"/>
            <p:cNvSpPr/>
            <p:nvPr/>
          </p:nvSpPr>
          <p:spPr>
            <a:xfrm>
              <a:off x="5643128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2" name="pt1752"/>
            <p:cNvSpPr/>
            <p:nvPr/>
          </p:nvSpPr>
          <p:spPr>
            <a:xfrm>
              <a:off x="5685842" y="47016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3" name="pt1753"/>
            <p:cNvSpPr/>
            <p:nvPr/>
          </p:nvSpPr>
          <p:spPr>
            <a:xfrm>
              <a:off x="7009962" y="45068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4" name="pt1754"/>
            <p:cNvSpPr/>
            <p:nvPr/>
          </p:nvSpPr>
          <p:spPr>
            <a:xfrm>
              <a:off x="7522524" y="37279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5" name="pt1755"/>
            <p:cNvSpPr/>
            <p:nvPr/>
          </p:nvSpPr>
          <p:spPr>
            <a:xfrm>
              <a:off x="6112977" y="509104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6" name="pt1756"/>
            <p:cNvSpPr/>
            <p:nvPr/>
          </p:nvSpPr>
          <p:spPr>
            <a:xfrm>
              <a:off x="6198404" y="473405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7" name="pt1757"/>
            <p:cNvSpPr/>
            <p:nvPr/>
          </p:nvSpPr>
          <p:spPr>
            <a:xfrm>
              <a:off x="5429561" y="55454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8" name="pt1758"/>
            <p:cNvSpPr/>
            <p:nvPr/>
          </p:nvSpPr>
          <p:spPr>
            <a:xfrm>
              <a:off x="5301420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9" name="pt1759"/>
            <p:cNvSpPr/>
            <p:nvPr/>
          </p:nvSpPr>
          <p:spPr>
            <a:xfrm>
              <a:off x="5984837" y="47665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0" name="pt1760"/>
            <p:cNvSpPr/>
            <p:nvPr/>
          </p:nvSpPr>
          <p:spPr>
            <a:xfrm>
              <a:off x="5173279" y="528577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1" name="pt1761"/>
            <p:cNvSpPr/>
            <p:nvPr/>
          </p:nvSpPr>
          <p:spPr>
            <a:xfrm>
              <a:off x="6112977" y="44419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2" name="pt1762"/>
            <p:cNvSpPr/>
            <p:nvPr/>
          </p:nvSpPr>
          <p:spPr>
            <a:xfrm>
              <a:off x="5514988" y="53182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3" name="pt1763"/>
            <p:cNvSpPr/>
            <p:nvPr/>
          </p:nvSpPr>
          <p:spPr>
            <a:xfrm>
              <a:off x="7351670" y="39551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4" name="pt1764"/>
            <p:cNvSpPr/>
            <p:nvPr/>
          </p:nvSpPr>
          <p:spPr>
            <a:xfrm>
              <a:off x="6411972" y="496123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5" name="pt1765"/>
            <p:cNvSpPr/>
            <p:nvPr/>
          </p:nvSpPr>
          <p:spPr>
            <a:xfrm>
              <a:off x="4746144" y="56752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6" name="pt1766"/>
            <p:cNvSpPr/>
            <p:nvPr/>
          </p:nvSpPr>
          <p:spPr>
            <a:xfrm>
              <a:off x="5643128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7" name="pt1767"/>
            <p:cNvSpPr/>
            <p:nvPr/>
          </p:nvSpPr>
          <p:spPr>
            <a:xfrm>
              <a:off x="4831571" y="54804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8" name="pt1768"/>
            <p:cNvSpPr/>
            <p:nvPr/>
          </p:nvSpPr>
          <p:spPr>
            <a:xfrm>
              <a:off x="5215993" y="528577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9" name="pt1769"/>
            <p:cNvSpPr/>
            <p:nvPr/>
          </p:nvSpPr>
          <p:spPr>
            <a:xfrm>
              <a:off x="5514988" y="54804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0" name="pt1770"/>
            <p:cNvSpPr/>
            <p:nvPr/>
          </p:nvSpPr>
          <p:spPr>
            <a:xfrm>
              <a:off x="5301420" y="561030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1" name="pt1771"/>
            <p:cNvSpPr/>
            <p:nvPr/>
          </p:nvSpPr>
          <p:spPr>
            <a:xfrm>
              <a:off x="5258706" y="499368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2" name="pt1772"/>
            <p:cNvSpPr/>
            <p:nvPr/>
          </p:nvSpPr>
          <p:spPr>
            <a:xfrm>
              <a:off x="5130566" y="561030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3" name="pt1773"/>
            <p:cNvSpPr/>
            <p:nvPr/>
          </p:nvSpPr>
          <p:spPr>
            <a:xfrm>
              <a:off x="6241118" y="453933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4" name="pt1774"/>
            <p:cNvSpPr/>
            <p:nvPr/>
          </p:nvSpPr>
          <p:spPr>
            <a:xfrm>
              <a:off x="6753680" y="45068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5" name="pt1775"/>
            <p:cNvSpPr/>
            <p:nvPr/>
          </p:nvSpPr>
          <p:spPr>
            <a:xfrm>
              <a:off x="5386847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6" name="pt1776"/>
            <p:cNvSpPr/>
            <p:nvPr/>
          </p:nvSpPr>
          <p:spPr>
            <a:xfrm>
              <a:off x="5258706" y="54804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7" name="pt1777"/>
            <p:cNvSpPr/>
            <p:nvPr/>
          </p:nvSpPr>
          <p:spPr>
            <a:xfrm>
              <a:off x="7437097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8" name="pt1778"/>
            <p:cNvSpPr/>
            <p:nvPr/>
          </p:nvSpPr>
          <p:spPr>
            <a:xfrm>
              <a:off x="5215993" y="541558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9" name="pt1779"/>
            <p:cNvSpPr/>
            <p:nvPr/>
          </p:nvSpPr>
          <p:spPr>
            <a:xfrm>
              <a:off x="6839107" y="43770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0" name="pt1780"/>
            <p:cNvSpPr/>
            <p:nvPr/>
          </p:nvSpPr>
          <p:spPr>
            <a:xfrm>
              <a:off x="5643128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1" name="pt1781"/>
            <p:cNvSpPr/>
            <p:nvPr/>
          </p:nvSpPr>
          <p:spPr>
            <a:xfrm>
              <a:off x="6967248" y="41823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2" name="pt1782"/>
            <p:cNvSpPr/>
            <p:nvPr/>
          </p:nvSpPr>
          <p:spPr>
            <a:xfrm>
              <a:off x="5002425" y="55454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3" name="pt1783"/>
            <p:cNvSpPr/>
            <p:nvPr/>
          </p:nvSpPr>
          <p:spPr>
            <a:xfrm>
              <a:off x="7138102" y="43770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4" name="pt1784"/>
            <p:cNvSpPr/>
            <p:nvPr/>
          </p:nvSpPr>
          <p:spPr>
            <a:xfrm>
              <a:off x="6241118" y="45068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5" name="pt1785"/>
            <p:cNvSpPr/>
            <p:nvPr/>
          </p:nvSpPr>
          <p:spPr>
            <a:xfrm>
              <a:off x="5173279" y="57401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6" name="pt1786"/>
            <p:cNvSpPr/>
            <p:nvPr/>
          </p:nvSpPr>
          <p:spPr>
            <a:xfrm>
              <a:off x="5899410" y="499368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7" name="pt1787"/>
            <p:cNvSpPr/>
            <p:nvPr/>
          </p:nvSpPr>
          <p:spPr>
            <a:xfrm>
              <a:off x="7095389" y="447442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8" name="pt1788"/>
            <p:cNvSpPr/>
            <p:nvPr/>
          </p:nvSpPr>
          <p:spPr>
            <a:xfrm>
              <a:off x="7394384" y="41498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9" name="pt1789"/>
            <p:cNvSpPr/>
            <p:nvPr/>
          </p:nvSpPr>
          <p:spPr>
            <a:xfrm>
              <a:off x="7180816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0" name="pt1790"/>
            <p:cNvSpPr/>
            <p:nvPr/>
          </p:nvSpPr>
          <p:spPr>
            <a:xfrm>
              <a:off x="5344133" y="50261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1" name="pt1791"/>
            <p:cNvSpPr/>
            <p:nvPr/>
          </p:nvSpPr>
          <p:spPr>
            <a:xfrm>
              <a:off x="4746144" y="57401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2" name="pt1792"/>
            <p:cNvSpPr/>
            <p:nvPr/>
          </p:nvSpPr>
          <p:spPr>
            <a:xfrm>
              <a:off x="5643128" y="53506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3" name="pt1793"/>
            <p:cNvSpPr/>
            <p:nvPr/>
          </p:nvSpPr>
          <p:spPr>
            <a:xfrm>
              <a:off x="5258706" y="50261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4" name="pt1794"/>
            <p:cNvSpPr/>
            <p:nvPr/>
          </p:nvSpPr>
          <p:spPr>
            <a:xfrm>
              <a:off x="5344133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5" name="pt1795"/>
            <p:cNvSpPr/>
            <p:nvPr/>
          </p:nvSpPr>
          <p:spPr>
            <a:xfrm>
              <a:off x="7522524" y="41823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6" name="pt1796"/>
            <p:cNvSpPr/>
            <p:nvPr/>
          </p:nvSpPr>
          <p:spPr>
            <a:xfrm>
              <a:off x="6411972" y="444197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7" name="pt1797"/>
            <p:cNvSpPr/>
            <p:nvPr/>
          </p:nvSpPr>
          <p:spPr>
            <a:xfrm>
              <a:off x="5173279" y="53506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8" name="pt1798"/>
            <p:cNvSpPr/>
            <p:nvPr/>
          </p:nvSpPr>
          <p:spPr>
            <a:xfrm>
              <a:off x="7522524" y="398761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9" name="pt1799"/>
            <p:cNvSpPr/>
            <p:nvPr/>
          </p:nvSpPr>
          <p:spPr>
            <a:xfrm>
              <a:off x="7693378" y="402007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0" name="pt1800"/>
            <p:cNvSpPr/>
            <p:nvPr/>
          </p:nvSpPr>
          <p:spPr>
            <a:xfrm>
              <a:off x="7864233" y="41498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1" name="pt1801"/>
            <p:cNvSpPr/>
            <p:nvPr/>
          </p:nvSpPr>
          <p:spPr>
            <a:xfrm>
              <a:off x="7522524" y="385780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2" name="pt1802"/>
            <p:cNvSpPr/>
            <p:nvPr/>
          </p:nvSpPr>
          <p:spPr>
            <a:xfrm>
              <a:off x="5130566" y="57401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3" name="pt1803"/>
            <p:cNvSpPr/>
            <p:nvPr/>
          </p:nvSpPr>
          <p:spPr>
            <a:xfrm>
              <a:off x="5301420" y="47665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4" name="pt1804"/>
            <p:cNvSpPr/>
            <p:nvPr/>
          </p:nvSpPr>
          <p:spPr>
            <a:xfrm>
              <a:off x="5344133" y="50261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5" name="pt1805"/>
            <p:cNvSpPr/>
            <p:nvPr/>
          </p:nvSpPr>
          <p:spPr>
            <a:xfrm>
              <a:off x="4959712" y="57401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6" name="pt1806"/>
            <p:cNvSpPr/>
            <p:nvPr/>
          </p:nvSpPr>
          <p:spPr>
            <a:xfrm>
              <a:off x="7009962" y="463669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7" name="pt1807"/>
            <p:cNvSpPr/>
            <p:nvPr/>
          </p:nvSpPr>
          <p:spPr>
            <a:xfrm>
              <a:off x="7522524" y="41823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8" name="pt1808"/>
            <p:cNvSpPr/>
            <p:nvPr/>
          </p:nvSpPr>
          <p:spPr>
            <a:xfrm>
              <a:off x="7394384" y="398761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9" name="pt1809"/>
            <p:cNvSpPr/>
            <p:nvPr/>
          </p:nvSpPr>
          <p:spPr>
            <a:xfrm>
              <a:off x="7223529" y="43770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0" name="pt1810"/>
            <p:cNvSpPr/>
            <p:nvPr/>
          </p:nvSpPr>
          <p:spPr>
            <a:xfrm>
              <a:off x="5643128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1" name="pt1811"/>
            <p:cNvSpPr/>
            <p:nvPr/>
          </p:nvSpPr>
          <p:spPr>
            <a:xfrm>
              <a:off x="5472274" y="528577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2" name="pt1812"/>
            <p:cNvSpPr/>
            <p:nvPr/>
          </p:nvSpPr>
          <p:spPr>
            <a:xfrm>
              <a:off x="5942123" y="50261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3" name="pt1813"/>
            <p:cNvSpPr/>
            <p:nvPr/>
          </p:nvSpPr>
          <p:spPr>
            <a:xfrm>
              <a:off x="5215993" y="50585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4" name="pt1814"/>
            <p:cNvSpPr/>
            <p:nvPr/>
          </p:nvSpPr>
          <p:spPr>
            <a:xfrm>
              <a:off x="6710967" y="47016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5" name="pt1815"/>
            <p:cNvSpPr/>
            <p:nvPr/>
          </p:nvSpPr>
          <p:spPr>
            <a:xfrm>
              <a:off x="5344133" y="48314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6" name="pt1816"/>
            <p:cNvSpPr/>
            <p:nvPr/>
          </p:nvSpPr>
          <p:spPr>
            <a:xfrm>
              <a:off x="5813982" y="48638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7" name="pt1817"/>
            <p:cNvSpPr/>
            <p:nvPr/>
          </p:nvSpPr>
          <p:spPr>
            <a:xfrm>
              <a:off x="7565238" y="379289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8" name="pt1818"/>
            <p:cNvSpPr/>
            <p:nvPr/>
          </p:nvSpPr>
          <p:spPr>
            <a:xfrm>
              <a:off x="5429561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9" name="pt1819"/>
            <p:cNvSpPr/>
            <p:nvPr/>
          </p:nvSpPr>
          <p:spPr>
            <a:xfrm>
              <a:off x="7052675" y="444197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0" name="pt1820"/>
            <p:cNvSpPr/>
            <p:nvPr/>
          </p:nvSpPr>
          <p:spPr>
            <a:xfrm>
              <a:off x="5728555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1" name="pt1821"/>
            <p:cNvSpPr/>
            <p:nvPr/>
          </p:nvSpPr>
          <p:spPr>
            <a:xfrm>
              <a:off x="5429561" y="54804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2" name="pt1822"/>
            <p:cNvSpPr/>
            <p:nvPr/>
          </p:nvSpPr>
          <p:spPr>
            <a:xfrm>
              <a:off x="5514988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3" name="pt1823"/>
            <p:cNvSpPr/>
            <p:nvPr/>
          </p:nvSpPr>
          <p:spPr>
            <a:xfrm>
              <a:off x="5899410" y="50261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4" name="pt1824"/>
            <p:cNvSpPr/>
            <p:nvPr/>
          </p:nvSpPr>
          <p:spPr>
            <a:xfrm>
              <a:off x="6967248" y="483141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5" name="pt1825"/>
            <p:cNvSpPr/>
            <p:nvPr/>
          </p:nvSpPr>
          <p:spPr>
            <a:xfrm>
              <a:off x="6497399" y="48314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6" name="pt1826"/>
            <p:cNvSpPr/>
            <p:nvPr/>
          </p:nvSpPr>
          <p:spPr>
            <a:xfrm>
              <a:off x="6881821" y="502614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7" name="pt1827"/>
            <p:cNvSpPr/>
            <p:nvPr/>
          </p:nvSpPr>
          <p:spPr>
            <a:xfrm>
              <a:off x="5856696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8" name="pt1828"/>
            <p:cNvSpPr/>
            <p:nvPr/>
          </p:nvSpPr>
          <p:spPr>
            <a:xfrm>
              <a:off x="5386847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9" name="pt1829"/>
            <p:cNvSpPr/>
            <p:nvPr/>
          </p:nvSpPr>
          <p:spPr>
            <a:xfrm>
              <a:off x="5344133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0" name="pt1830"/>
            <p:cNvSpPr/>
            <p:nvPr/>
          </p:nvSpPr>
          <p:spPr>
            <a:xfrm>
              <a:off x="5984837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1" name="pt1831"/>
            <p:cNvSpPr/>
            <p:nvPr/>
          </p:nvSpPr>
          <p:spPr>
            <a:xfrm>
              <a:off x="4959712" y="53506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2" name="pt1832"/>
            <p:cNvSpPr/>
            <p:nvPr/>
          </p:nvSpPr>
          <p:spPr>
            <a:xfrm>
              <a:off x="5984837" y="453933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3" name="pt1833"/>
            <p:cNvSpPr/>
            <p:nvPr/>
          </p:nvSpPr>
          <p:spPr>
            <a:xfrm>
              <a:off x="5130566" y="56752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4" name="pt1834"/>
            <p:cNvSpPr/>
            <p:nvPr/>
          </p:nvSpPr>
          <p:spPr>
            <a:xfrm>
              <a:off x="5429561" y="541558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5" name="pt1835"/>
            <p:cNvSpPr/>
            <p:nvPr/>
          </p:nvSpPr>
          <p:spPr>
            <a:xfrm>
              <a:off x="4660717" y="57401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6" name="pt1836"/>
            <p:cNvSpPr/>
            <p:nvPr/>
          </p:nvSpPr>
          <p:spPr>
            <a:xfrm>
              <a:off x="7138102" y="444197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7" name="pt1837"/>
            <p:cNvSpPr/>
            <p:nvPr/>
          </p:nvSpPr>
          <p:spPr>
            <a:xfrm>
              <a:off x="7437097" y="398761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8" name="pt1838"/>
            <p:cNvSpPr/>
            <p:nvPr/>
          </p:nvSpPr>
          <p:spPr>
            <a:xfrm>
              <a:off x="5856696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9" name="pt1839"/>
            <p:cNvSpPr/>
            <p:nvPr/>
          </p:nvSpPr>
          <p:spPr>
            <a:xfrm>
              <a:off x="7522524" y="392271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0" name="pt1840"/>
            <p:cNvSpPr/>
            <p:nvPr/>
          </p:nvSpPr>
          <p:spPr>
            <a:xfrm>
              <a:off x="6326545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1" name="pt1841"/>
            <p:cNvSpPr/>
            <p:nvPr/>
          </p:nvSpPr>
          <p:spPr>
            <a:xfrm>
              <a:off x="5984837" y="47989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2" name="pt1842"/>
            <p:cNvSpPr/>
            <p:nvPr/>
          </p:nvSpPr>
          <p:spPr>
            <a:xfrm>
              <a:off x="6454686" y="46691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3" name="pt1843"/>
            <p:cNvSpPr/>
            <p:nvPr/>
          </p:nvSpPr>
          <p:spPr>
            <a:xfrm>
              <a:off x="5087852" y="57401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4" name="pt1844"/>
            <p:cNvSpPr/>
            <p:nvPr/>
          </p:nvSpPr>
          <p:spPr>
            <a:xfrm>
              <a:off x="5557701" y="528577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5" name="pt1845"/>
            <p:cNvSpPr/>
            <p:nvPr/>
          </p:nvSpPr>
          <p:spPr>
            <a:xfrm>
              <a:off x="5258706" y="561030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6" name="pt1846"/>
            <p:cNvSpPr/>
            <p:nvPr/>
          </p:nvSpPr>
          <p:spPr>
            <a:xfrm>
              <a:off x="5728555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7" name="pt1847"/>
            <p:cNvSpPr/>
            <p:nvPr/>
          </p:nvSpPr>
          <p:spPr>
            <a:xfrm>
              <a:off x="6582826" y="431215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8" name="pt1848"/>
            <p:cNvSpPr/>
            <p:nvPr/>
          </p:nvSpPr>
          <p:spPr>
            <a:xfrm>
              <a:off x="5514988" y="541558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9" name="pt1849"/>
            <p:cNvSpPr/>
            <p:nvPr/>
          </p:nvSpPr>
          <p:spPr>
            <a:xfrm>
              <a:off x="5215993" y="55454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0" name="pt1850"/>
            <p:cNvSpPr/>
            <p:nvPr/>
          </p:nvSpPr>
          <p:spPr>
            <a:xfrm>
              <a:off x="7778805" y="424724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1" name="pt1851"/>
            <p:cNvSpPr/>
            <p:nvPr/>
          </p:nvSpPr>
          <p:spPr>
            <a:xfrm>
              <a:off x="7394384" y="402007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2" name="pt1852"/>
            <p:cNvSpPr/>
            <p:nvPr/>
          </p:nvSpPr>
          <p:spPr>
            <a:xfrm>
              <a:off x="6283831" y="45717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3" name="pt1853"/>
            <p:cNvSpPr/>
            <p:nvPr/>
          </p:nvSpPr>
          <p:spPr>
            <a:xfrm>
              <a:off x="6753680" y="42797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4" name="pt1854"/>
            <p:cNvSpPr/>
            <p:nvPr/>
          </p:nvSpPr>
          <p:spPr>
            <a:xfrm>
              <a:off x="7180816" y="359817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5" name="pt1855"/>
            <p:cNvSpPr/>
            <p:nvPr/>
          </p:nvSpPr>
          <p:spPr>
            <a:xfrm>
              <a:off x="7052675" y="389025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6" name="pt1856"/>
            <p:cNvSpPr/>
            <p:nvPr/>
          </p:nvSpPr>
          <p:spPr>
            <a:xfrm>
              <a:off x="7052675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7" name="pt1857"/>
            <p:cNvSpPr/>
            <p:nvPr/>
          </p:nvSpPr>
          <p:spPr>
            <a:xfrm>
              <a:off x="7266243" y="45068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8" name="pt1858"/>
            <p:cNvSpPr/>
            <p:nvPr/>
          </p:nvSpPr>
          <p:spPr>
            <a:xfrm>
              <a:off x="6454686" y="447442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9" name="pt1859"/>
            <p:cNvSpPr/>
            <p:nvPr/>
          </p:nvSpPr>
          <p:spPr>
            <a:xfrm>
              <a:off x="5984837" y="47665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0" name="pt1860"/>
            <p:cNvSpPr/>
            <p:nvPr/>
          </p:nvSpPr>
          <p:spPr>
            <a:xfrm>
              <a:off x="6668253" y="46042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1" name="pt1861"/>
            <p:cNvSpPr/>
            <p:nvPr/>
          </p:nvSpPr>
          <p:spPr>
            <a:xfrm>
              <a:off x="7180816" y="45068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2" name="pt1862"/>
            <p:cNvSpPr/>
            <p:nvPr/>
          </p:nvSpPr>
          <p:spPr>
            <a:xfrm>
              <a:off x="7095389" y="499368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3" name="pt1863"/>
            <p:cNvSpPr/>
            <p:nvPr/>
          </p:nvSpPr>
          <p:spPr>
            <a:xfrm>
              <a:off x="5984837" y="541558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4" name="pt1864"/>
            <p:cNvSpPr/>
            <p:nvPr/>
          </p:nvSpPr>
          <p:spPr>
            <a:xfrm>
              <a:off x="5557701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5" name="pt1865"/>
            <p:cNvSpPr/>
            <p:nvPr/>
          </p:nvSpPr>
          <p:spPr>
            <a:xfrm>
              <a:off x="5856696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6" name="pt1866"/>
            <p:cNvSpPr/>
            <p:nvPr/>
          </p:nvSpPr>
          <p:spPr>
            <a:xfrm>
              <a:off x="6155691" y="47016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7" name="pt1867"/>
            <p:cNvSpPr/>
            <p:nvPr/>
          </p:nvSpPr>
          <p:spPr>
            <a:xfrm>
              <a:off x="6881821" y="45393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8" name="pt1868"/>
            <p:cNvSpPr/>
            <p:nvPr/>
          </p:nvSpPr>
          <p:spPr>
            <a:xfrm>
              <a:off x="7394384" y="39551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9" name="pt1869"/>
            <p:cNvSpPr/>
            <p:nvPr/>
          </p:nvSpPr>
          <p:spPr>
            <a:xfrm>
              <a:off x="5386847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0" name="pt1870"/>
            <p:cNvSpPr/>
            <p:nvPr/>
          </p:nvSpPr>
          <p:spPr>
            <a:xfrm>
              <a:off x="6112977" y="48638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1" name="pt1871"/>
            <p:cNvSpPr/>
            <p:nvPr/>
          </p:nvSpPr>
          <p:spPr>
            <a:xfrm>
              <a:off x="5728555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2" name="pt1872"/>
            <p:cNvSpPr/>
            <p:nvPr/>
          </p:nvSpPr>
          <p:spPr>
            <a:xfrm>
              <a:off x="6497399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3" name="pt1873"/>
            <p:cNvSpPr/>
            <p:nvPr/>
          </p:nvSpPr>
          <p:spPr>
            <a:xfrm>
              <a:off x="6241118" y="457178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4" name="pt1874"/>
            <p:cNvSpPr/>
            <p:nvPr/>
          </p:nvSpPr>
          <p:spPr>
            <a:xfrm>
              <a:off x="6326545" y="421479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5" name="pt1875"/>
            <p:cNvSpPr/>
            <p:nvPr/>
          </p:nvSpPr>
          <p:spPr>
            <a:xfrm>
              <a:off x="6668253" y="44419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6" name="pt1876"/>
            <p:cNvSpPr/>
            <p:nvPr/>
          </p:nvSpPr>
          <p:spPr>
            <a:xfrm>
              <a:off x="7266243" y="39551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7" name="pt1877"/>
            <p:cNvSpPr/>
            <p:nvPr/>
          </p:nvSpPr>
          <p:spPr>
            <a:xfrm>
              <a:off x="6198404" y="44419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8" name="pt1878"/>
            <p:cNvSpPr/>
            <p:nvPr/>
          </p:nvSpPr>
          <p:spPr>
            <a:xfrm>
              <a:off x="6796394" y="43770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9" name="pt1879"/>
            <p:cNvSpPr/>
            <p:nvPr/>
          </p:nvSpPr>
          <p:spPr>
            <a:xfrm>
              <a:off x="6070264" y="47016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0" name="pt1880"/>
            <p:cNvSpPr/>
            <p:nvPr/>
          </p:nvSpPr>
          <p:spPr>
            <a:xfrm>
              <a:off x="6070264" y="47016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1" name="pt1881"/>
            <p:cNvSpPr/>
            <p:nvPr/>
          </p:nvSpPr>
          <p:spPr>
            <a:xfrm>
              <a:off x="6582826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2" name="pt1882"/>
            <p:cNvSpPr/>
            <p:nvPr/>
          </p:nvSpPr>
          <p:spPr>
            <a:xfrm>
              <a:off x="6710967" y="45717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3" name="pt1883"/>
            <p:cNvSpPr/>
            <p:nvPr/>
          </p:nvSpPr>
          <p:spPr>
            <a:xfrm>
              <a:off x="6796394" y="45717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4" name="pt1884"/>
            <p:cNvSpPr/>
            <p:nvPr/>
          </p:nvSpPr>
          <p:spPr>
            <a:xfrm>
              <a:off x="5899410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5" name="pt1885"/>
            <p:cNvSpPr/>
            <p:nvPr/>
          </p:nvSpPr>
          <p:spPr>
            <a:xfrm>
              <a:off x="5386847" y="50261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6" name="pt1886"/>
            <p:cNvSpPr/>
            <p:nvPr/>
          </p:nvSpPr>
          <p:spPr>
            <a:xfrm>
              <a:off x="7009962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7" name="pt1887"/>
            <p:cNvSpPr/>
            <p:nvPr/>
          </p:nvSpPr>
          <p:spPr>
            <a:xfrm>
              <a:off x="6710967" y="483141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8" name="pt1888"/>
            <p:cNvSpPr/>
            <p:nvPr/>
          </p:nvSpPr>
          <p:spPr>
            <a:xfrm>
              <a:off x="6668253" y="46691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9" name="pt1889"/>
            <p:cNvSpPr/>
            <p:nvPr/>
          </p:nvSpPr>
          <p:spPr>
            <a:xfrm>
              <a:off x="7009962" y="47016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0" name="pt1890"/>
            <p:cNvSpPr/>
            <p:nvPr/>
          </p:nvSpPr>
          <p:spPr>
            <a:xfrm>
              <a:off x="5514988" y="47665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1" name="pt1891"/>
            <p:cNvSpPr/>
            <p:nvPr/>
          </p:nvSpPr>
          <p:spPr>
            <a:xfrm>
              <a:off x="7351670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2" name="pt1892"/>
            <p:cNvSpPr/>
            <p:nvPr/>
          </p:nvSpPr>
          <p:spPr>
            <a:xfrm>
              <a:off x="6326545" y="44257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3" name="pt1893"/>
            <p:cNvSpPr/>
            <p:nvPr/>
          </p:nvSpPr>
          <p:spPr>
            <a:xfrm>
              <a:off x="6924535" y="424724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4" name="pt1894"/>
            <p:cNvSpPr/>
            <p:nvPr/>
          </p:nvSpPr>
          <p:spPr>
            <a:xfrm>
              <a:off x="6326545" y="44419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5" name="pt1895"/>
            <p:cNvSpPr/>
            <p:nvPr/>
          </p:nvSpPr>
          <p:spPr>
            <a:xfrm>
              <a:off x="7009962" y="41823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6" name="pt1896"/>
            <p:cNvSpPr/>
            <p:nvPr/>
          </p:nvSpPr>
          <p:spPr>
            <a:xfrm>
              <a:off x="6198404" y="457178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7" name="pt1897"/>
            <p:cNvSpPr/>
            <p:nvPr/>
          </p:nvSpPr>
          <p:spPr>
            <a:xfrm>
              <a:off x="6369259" y="44744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8" name="pt1898"/>
            <p:cNvSpPr/>
            <p:nvPr/>
          </p:nvSpPr>
          <p:spPr>
            <a:xfrm>
              <a:off x="7308956" y="421479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9" name="pt1899"/>
            <p:cNvSpPr/>
            <p:nvPr/>
          </p:nvSpPr>
          <p:spPr>
            <a:xfrm>
              <a:off x="5643128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0" name="pt1900"/>
            <p:cNvSpPr/>
            <p:nvPr/>
          </p:nvSpPr>
          <p:spPr>
            <a:xfrm>
              <a:off x="5557701" y="56427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1" name="pt1901"/>
            <p:cNvSpPr/>
            <p:nvPr/>
          </p:nvSpPr>
          <p:spPr>
            <a:xfrm>
              <a:off x="5215993" y="47665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2" name="pt1902"/>
            <p:cNvSpPr/>
            <p:nvPr/>
          </p:nvSpPr>
          <p:spPr>
            <a:xfrm>
              <a:off x="7565238" y="366308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3" name="pt1903"/>
            <p:cNvSpPr/>
            <p:nvPr/>
          </p:nvSpPr>
          <p:spPr>
            <a:xfrm>
              <a:off x="7693378" y="37279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4" name="pt1904"/>
            <p:cNvSpPr/>
            <p:nvPr/>
          </p:nvSpPr>
          <p:spPr>
            <a:xfrm>
              <a:off x="5685842" y="54804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5" name="pt1905"/>
            <p:cNvSpPr/>
            <p:nvPr/>
          </p:nvSpPr>
          <p:spPr>
            <a:xfrm>
              <a:off x="5301420" y="50910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6" name="pt1906"/>
            <p:cNvSpPr/>
            <p:nvPr/>
          </p:nvSpPr>
          <p:spPr>
            <a:xfrm>
              <a:off x="6625540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7" name="pt1907"/>
            <p:cNvSpPr/>
            <p:nvPr/>
          </p:nvSpPr>
          <p:spPr>
            <a:xfrm>
              <a:off x="5514988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8" name="pt1908"/>
            <p:cNvSpPr/>
            <p:nvPr/>
          </p:nvSpPr>
          <p:spPr>
            <a:xfrm>
              <a:off x="7565238" y="385780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9" name="pt1909"/>
            <p:cNvSpPr/>
            <p:nvPr/>
          </p:nvSpPr>
          <p:spPr>
            <a:xfrm>
              <a:off x="7693378" y="379289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0" name="pt1910"/>
            <p:cNvSpPr/>
            <p:nvPr/>
          </p:nvSpPr>
          <p:spPr>
            <a:xfrm>
              <a:off x="7180816" y="43770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1" name="pt1911"/>
            <p:cNvSpPr/>
            <p:nvPr/>
          </p:nvSpPr>
          <p:spPr>
            <a:xfrm>
              <a:off x="7138102" y="424724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2" name="pt1912"/>
            <p:cNvSpPr/>
            <p:nvPr/>
          </p:nvSpPr>
          <p:spPr>
            <a:xfrm>
              <a:off x="5856696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3" name="pt1913"/>
            <p:cNvSpPr/>
            <p:nvPr/>
          </p:nvSpPr>
          <p:spPr>
            <a:xfrm>
              <a:off x="7949660" y="366308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4" name="pt1914"/>
            <p:cNvSpPr/>
            <p:nvPr/>
          </p:nvSpPr>
          <p:spPr>
            <a:xfrm>
              <a:off x="7522524" y="392271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5" name="pt1915"/>
            <p:cNvSpPr/>
            <p:nvPr/>
          </p:nvSpPr>
          <p:spPr>
            <a:xfrm>
              <a:off x="5899410" y="53506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6" name="pt1916"/>
            <p:cNvSpPr/>
            <p:nvPr/>
          </p:nvSpPr>
          <p:spPr>
            <a:xfrm>
              <a:off x="6411972" y="463669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7" name="pt1917"/>
            <p:cNvSpPr/>
            <p:nvPr/>
          </p:nvSpPr>
          <p:spPr>
            <a:xfrm>
              <a:off x="6881821" y="47340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8" name="pt1918"/>
            <p:cNvSpPr/>
            <p:nvPr/>
          </p:nvSpPr>
          <p:spPr>
            <a:xfrm>
              <a:off x="6155691" y="44744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9" name="pt1919"/>
            <p:cNvSpPr/>
            <p:nvPr/>
          </p:nvSpPr>
          <p:spPr>
            <a:xfrm>
              <a:off x="6924535" y="476651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0" name="pt1920"/>
            <p:cNvSpPr/>
            <p:nvPr/>
          </p:nvSpPr>
          <p:spPr>
            <a:xfrm>
              <a:off x="5557701" y="55454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1" name="pt1921"/>
            <p:cNvSpPr/>
            <p:nvPr/>
          </p:nvSpPr>
          <p:spPr>
            <a:xfrm>
              <a:off x="5344133" y="50261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2" name="pt1922"/>
            <p:cNvSpPr/>
            <p:nvPr/>
          </p:nvSpPr>
          <p:spPr>
            <a:xfrm>
              <a:off x="6155691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3" name="pt1923"/>
            <p:cNvSpPr/>
            <p:nvPr/>
          </p:nvSpPr>
          <p:spPr>
            <a:xfrm>
              <a:off x="6668253" y="489632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4" name="pt1924"/>
            <p:cNvSpPr/>
            <p:nvPr/>
          </p:nvSpPr>
          <p:spPr>
            <a:xfrm>
              <a:off x="5899410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5" name="pt1925"/>
            <p:cNvSpPr/>
            <p:nvPr/>
          </p:nvSpPr>
          <p:spPr>
            <a:xfrm>
              <a:off x="5472274" y="47665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6" name="pt1926"/>
            <p:cNvSpPr/>
            <p:nvPr/>
          </p:nvSpPr>
          <p:spPr>
            <a:xfrm>
              <a:off x="5514988" y="50910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7" name="pt1927"/>
            <p:cNvSpPr/>
            <p:nvPr/>
          </p:nvSpPr>
          <p:spPr>
            <a:xfrm>
              <a:off x="5472274" y="49287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8" name="pt1928"/>
            <p:cNvSpPr/>
            <p:nvPr/>
          </p:nvSpPr>
          <p:spPr>
            <a:xfrm>
              <a:off x="5429561" y="46691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9" name="pt1929"/>
            <p:cNvSpPr/>
            <p:nvPr/>
          </p:nvSpPr>
          <p:spPr>
            <a:xfrm>
              <a:off x="5258706" y="528577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0" name="pt1930"/>
            <p:cNvSpPr/>
            <p:nvPr/>
          </p:nvSpPr>
          <p:spPr>
            <a:xfrm>
              <a:off x="5942123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1" name="pt1931"/>
            <p:cNvSpPr/>
            <p:nvPr/>
          </p:nvSpPr>
          <p:spPr>
            <a:xfrm>
              <a:off x="5301420" y="54804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2" name="pt1932"/>
            <p:cNvSpPr/>
            <p:nvPr/>
          </p:nvSpPr>
          <p:spPr>
            <a:xfrm>
              <a:off x="6625540" y="457178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3" name="pt1933"/>
            <p:cNvSpPr/>
            <p:nvPr/>
          </p:nvSpPr>
          <p:spPr>
            <a:xfrm>
              <a:off x="6668253" y="47989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4" name="pt1934"/>
            <p:cNvSpPr/>
            <p:nvPr/>
          </p:nvSpPr>
          <p:spPr>
            <a:xfrm>
              <a:off x="5045139" y="56752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5" name="pt1935"/>
            <p:cNvSpPr/>
            <p:nvPr/>
          </p:nvSpPr>
          <p:spPr>
            <a:xfrm>
              <a:off x="6796394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6" name="pt1936"/>
            <p:cNvSpPr/>
            <p:nvPr/>
          </p:nvSpPr>
          <p:spPr>
            <a:xfrm>
              <a:off x="5472274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7" name="pt1937"/>
            <p:cNvSpPr/>
            <p:nvPr/>
          </p:nvSpPr>
          <p:spPr>
            <a:xfrm>
              <a:off x="6710967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8" name="pt1938"/>
            <p:cNvSpPr/>
            <p:nvPr/>
          </p:nvSpPr>
          <p:spPr>
            <a:xfrm>
              <a:off x="5429561" y="528577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9" name="pt1939"/>
            <p:cNvSpPr/>
            <p:nvPr/>
          </p:nvSpPr>
          <p:spPr>
            <a:xfrm>
              <a:off x="5600415" y="55454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0" name="pt1940"/>
            <p:cNvSpPr/>
            <p:nvPr/>
          </p:nvSpPr>
          <p:spPr>
            <a:xfrm>
              <a:off x="5344133" y="561030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1" name="pt1941"/>
            <p:cNvSpPr/>
            <p:nvPr/>
          </p:nvSpPr>
          <p:spPr>
            <a:xfrm>
              <a:off x="6710967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2" name="pt1942"/>
            <p:cNvSpPr/>
            <p:nvPr/>
          </p:nvSpPr>
          <p:spPr>
            <a:xfrm>
              <a:off x="5472274" y="51884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3" name="pt1943"/>
            <p:cNvSpPr/>
            <p:nvPr/>
          </p:nvSpPr>
          <p:spPr>
            <a:xfrm>
              <a:off x="5728555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4" name="pt1944"/>
            <p:cNvSpPr/>
            <p:nvPr/>
          </p:nvSpPr>
          <p:spPr>
            <a:xfrm>
              <a:off x="5344133" y="55454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5" name="pt1945"/>
            <p:cNvSpPr/>
            <p:nvPr/>
          </p:nvSpPr>
          <p:spPr>
            <a:xfrm>
              <a:off x="6924535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6" name="pt1946"/>
            <p:cNvSpPr/>
            <p:nvPr/>
          </p:nvSpPr>
          <p:spPr>
            <a:xfrm>
              <a:off x="5600415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7" name="pt1947"/>
            <p:cNvSpPr/>
            <p:nvPr/>
          </p:nvSpPr>
          <p:spPr>
            <a:xfrm>
              <a:off x="6112977" y="50261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8" name="pt1948"/>
            <p:cNvSpPr/>
            <p:nvPr/>
          </p:nvSpPr>
          <p:spPr>
            <a:xfrm>
              <a:off x="5386847" y="53831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9" name="pt1949"/>
            <p:cNvSpPr/>
            <p:nvPr/>
          </p:nvSpPr>
          <p:spPr>
            <a:xfrm>
              <a:off x="5643128" y="51235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0" name="pt1950"/>
            <p:cNvSpPr/>
            <p:nvPr/>
          </p:nvSpPr>
          <p:spPr>
            <a:xfrm>
              <a:off x="5942123" y="52533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1" name="pt1951"/>
            <p:cNvSpPr/>
            <p:nvPr/>
          </p:nvSpPr>
          <p:spPr>
            <a:xfrm>
              <a:off x="7266243" y="41498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2" name="pt1952"/>
            <p:cNvSpPr/>
            <p:nvPr/>
          </p:nvSpPr>
          <p:spPr>
            <a:xfrm>
              <a:off x="5984837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3" name="pt1953"/>
            <p:cNvSpPr/>
            <p:nvPr/>
          </p:nvSpPr>
          <p:spPr>
            <a:xfrm>
              <a:off x="6283831" y="48314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4" name="pt1954"/>
            <p:cNvSpPr/>
            <p:nvPr/>
          </p:nvSpPr>
          <p:spPr>
            <a:xfrm>
              <a:off x="5215993" y="55129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5" name="pt1955"/>
            <p:cNvSpPr/>
            <p:nvPr/>
          </p:nvSpPr>
          <p:spPr>
            <a:xfrm>
              <a:off x="5942123" y="457178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6" name="pt1956"/>
            <p:cNvSpPr/>
            <p:nvPr/>
          </p:nvSpPr>
          <p:spPr>
            <a:xfrm>
              <a:off x="5472274" y="50585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7" name="pt1957"/>
            <p:cNvSpPr/>
            <p:nvPr/>
          </p:nvSpPr>
          <p:spPr>
            <a:xfrm>
              <a:off x="7522524" y="39551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8" name="pt1958"/>
            <p:cNvSpPr/>
            <p:nvPr/>
          </p:nvSpPr>
          <p:spPr>
            <a:xfrm>
              <a:off x="6112977" y="52533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9" name="pt1959"/>
            <p:cNvSpPr/>
            <p:nvPr/>
          </p:nvSpPr>
          <p:spPr>
            <a:xfrm>
              <a:off x="5643128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0" name="pt1960"/>
            <p:cNvSpPr/>
            <p:nvPr/>
          </p:nvSpPr>
          <p:spPr>
            <a:xfrm>
              <a:off x="5557701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1" name="pt1961"/>
            <p:cNvSpPr/>
            <p:nvPr/>
          </p:nvSpPr>
          <p:spPr>
            <a:xfrm>
              <a:off x="5301420" y="55454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2" name="pt1962"/>
            <p:cNvSpPr/>
            <p:nvPr/>
          </p:nvSpPr>
          <p:spPr>
            <a:xfrm>
              <a:off x="4959712" y="55129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3" name="pt1963"/>
            <p:cNvSpPr/>
            <p:nvPr/>
          </p:nvSpPr>
          <p:spPr>
            <a:xfrm>
              <a:off x="7949660" y="385780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4" name="pt1964"/>
            <p:cNvSpPr/>
            <p:nvPr/>
          </p:nvSpPr>
          <p:spPr>
            <a:xfrm>
              <a:off x="7138102" y="398761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5" name="pt1965"/>
            <p:cNvSpPr/>
            <p:nvPr/>
          </p:nvSpPr>
          <p:spPr>
            <a:xfrm>
              <a:off x="7308956" y="41823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6" name="pt1966"/>
            <p:cNvSpPr/>
            <p:nvPr/>
          </p:nvSpPr>
          <p:spPr>
            <a:xfrm>
              <a:off x="6112977" y="51884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7" name="pt1967"/>
            <p:cNvSpPr/>
            <p:nvPr/>
          </p:nvSpPr>
          <p:spPr>
            <a:xfrm>
              <a:off x="6924535" y="447442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8" name="pt1968"/>
            <p:cNvSpPr/>
            <p:nvPr/>
          </p:nvSpPr>
          <p:spPr>
            <a:xfrm>
              <a:off x="6497399" y="453933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9" name="pt1969"/>
            <p:cNvSpPr/>
            <p:nvPr/>
          </p:nvSpPr>
          <p:spPr>
            <a:xfrm>
              <a:off x="5514988" y="50910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0" name="pt1970"/>
            <p:cNvSpPr/>
            <p:nvPr/>
          </p:nvSpPr>
          <p:spPr>
            <a:xfrm>
              <a:off x="5942123" y="53182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1" name="pt1971"/>
            <p:cNvSpPr/>
            <p:nvPr/>
          </p:nvSpPr>
          <p:spPr>
            <a:xfrm>
              <a:off x="6326545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2" name="pt1972"/>
            <p:cNvSpPr/>
            <p:nvPr/>
          </p:nvSpPr>
          <p:spPr>
            <a:xfrm>
              <a:off x="7949660" y="379289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3" name="pt1973"/>
            <p:cNvSpPr/>
            <p:nvPr/>
          </p:nvSpPr>
          <p:spPr>
            <a:xfrm>
              <a:off x="6924535" y="43770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4" name="pt1974"/>
            <p:cNvSpPr/>
            <p:nvPr/>
          </p:nvSpPr>
          <p:spPr>
            <a:xfrm>
              <a:off x="6070264" y="499368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5" name="pt1975"/>
            <p:cNvSpPr/>
            <p:nvPr/>
          </p:nvSpPr>
          <p:spPr>
            <a:xfrm>
              <a:off x="6582826" y="50910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6" name="pt1976"/>
            <p:cNvSpPr/>
            <p:nvPr/>
          </p:nvSpPr>
          <p:spPr>
            <a:xfrm>
              <a:off x="5728555" y="49287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7" name="pt1977"/>
            <p:cNvSpPr/>
            <p:nvPr/>
          </p:nvSpPr>
          <p:spPr>
            <a:xfrm>
              <a:off x="6112977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8" name="pt1978"/>
            <p:cNvSpPr/>
            <p:nvPr/>
          </p:nvSpPr>
          <p:spPr>
            <a:xfrm>
              <a:off x="6881821" y="44419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9" name="pt1979"/>
            <p:cNvSpPr/>
            <p:nvPr/>
          </p:nvSpPr>
          <p:spPr>
            <a:xfrm>
              <a:off x="5771269" y="528577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0" name="pt1980"/>
            <p:cNvSpPr/>
            <p:nvPr/>
          </p:nvSpPr>
          <p:spPr>
            <a:xfrm>
              <a:off x="5301420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1" name="pt1981"/>
            <p:cNvSpPr/>
            <p:nvPr/>
          </p:nvSpPr>
          <p:spPr>
            <a:xfrm>
              <a:off x="5813982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2" name="pt1982"/>
            <p:cNvSpPr/>
            <p:nvPr/>
          </p:nvSpPr>
          <p:spPr>
            <a:xfrm>
              <a:off x="7864233" y="389025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3" name="pt1983"/>
            <p:cNvSpPr/>
            <p:nvPr/>
          </p:nvSpPr>
          <p:spPr>
            <a:xfrm>
              <a:off x="6967248" y="463669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4" name="pt1984"/>
            <p:cNvSpPr/>
            <p:nvPr/>
          </p:nvSpPr>
          <p:spPr>
            <a:xfrm>
              <a:off x="6027550" y="47665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5" name="pt1985"/>
            <p:cNvSpPr/>
            <p:nvPr/>
          </p:nvSpPr>
          <p:spPr>
            <a:xfrm>
              <a:off x="6625540" y="47665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6" name="pt1986"/>
            <p:cNvSpPr/>
            <p:nvPr/>
          </p:nvSpPr>
          <p:spPr>
            <a:xfrm>
              <a:off x="5429561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7" name="pt1987"/>
            <p:cNvSpPr/>
            <p:nvPr/>
          </p:nvSpPr>
          <p:spPr>
            <a:xfrm>
              <a:off x="5386847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8" name="pt1988"/>
            <p:cNvSpPr/>
            <p:nvPr/>
          </p:nvSpPr>
          <p:spPr>
            <a:xfrm>
              <a:off x="5215993" y="56427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9" name="pt1989"/>
            <p:cNvSpPr/>
            <p:nvPr/>
          </p:nvSpPr>
          <p:spPr>
            <a:xfrm>
              <a:off x="6881821" y="460424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0" name="pt1990"/>
            <p:cNvSpPr/>
            <p:nvPr/>
          </p:nvSpPr>
          <p:spPr>
            <a:xfrm>
              <a:off x="7308956" y="45068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1" name="pt1991"/>
            <p:cNvSpPr/>
            <p:nvPr/>
          </p:nvSpPr>
          <p:spPr>
            <a:xfrm>
              <a:off x="6454686" y="49287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2" name="pt1992"/>
            <p:cNvSpPr/>
            <p:nvPr/>
          </p:nvSpPr>
          <p:spPr>
            <a:xfrm>
              <a:off x="5087852" y="55454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3" name="pt1993"/>
            <p:cNvSpPr/>
            <p:nvPr/>
          </p:nvSpPr>
          <p:spPr>
            <a:xfrm>
              <a:off x="5386847" y="56752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4" name="pt1994"/>
            <p:cNvSpPr/>
            <p:nvPr/>
          </p:nvSpPr>
          <p:spPr>
            <a:xfrm>
              <a:off x="6839107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5" name="pt1995"/>
            <p:cNvSpPr/>
            <p:nvPr/>
          </p:nvSpPr>
          <p:spPr>
            <a:xfrm>
              <a:off x="7009962" y="41498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6" name="pt1996"/>
            <p:cNvSpPr/>
            <p:nvPr/>
          </p:nvSpPr>
          <p:spPr>
            <a:xfrm>
              <a:off x="7437097" y="405252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7" name="pt1997"/>
            <p:cNvSpPr/>
            <p:nvPr/>
          </p:nvSpPr>
          <p:spPr>
            <a:xfrm>
              <a:off x="6668253" y="434461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8" name="pt1998"/>
            <p:cNvSpPr/>
            <p:nvPr/>
          </p:nvSpPr>
          <p:spPr>
            <a:xfrm>
              <a:off x="5215993" y="54804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9" name="pt1999"/>
            <p:cNvSpPr/>
            <p:nvPr/>
          </p:nvSpPr>
          <p:spPr>
            <a:xfrm>
              <a:off x="6283831" y="473405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0" name="pt2000"/>
            <p:cNvSpPr/>
            <p:nvPr/>
          </p:nvSpPr>
          <p:spPr>
            <a:xfrm>
              <a:off x="7266243" y="398761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1" name="pt2001"/>
            <p:cNvSpPr/>
            <p:nvPr/>
          </p:nvSpPr>
          <p:spPr>
            <a:xfrm>
              <a:off x="7308956" y="40849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2" name="pt2002"/>
            <p:cNvSpPr/>
            <p:nvPr/>
          </p:nvSpPr>
          <p:spPr>
            <a:xfrm>
              <a:off x="7351670" y="40849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3" name="pt2003"/>
            <p:cNvSpPr/>
            <p:nvPr/>
          </p:nvSpPr>
          <p:spPr>
            <a:xfrm>
              <a:off x="7522524" y="41823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4" name="pt2004"/>
            <p:cNvSpPr/>
            <p:nvPr/>
          </p:nvSpPr>
          <p:spPr>
            <a:xfrm>
              <a:off x="6241118" y="457178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5" name="pt2005"/>
            <p:cNvSpPr/>
            <p:nvPr/>
          </p:nvSpPr>
          <p:spPr>
            <a:xfrm>
              <a:off x="7266243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6" name="pt2006"/>
            <p:cNvSpPr/>
            <p:nvPr/>
          </p:nvSpPr>
          <p:spPr>
            <a:xfrm>
              <a:off x="7095389" y="447442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7" name="pt2007"/>
            <p:cNvSpPr/>
            <p:nvPr/>
          </p:nvSpPr>
          <p:spPr>
            <a:xfrm>
              <a:off x="5173279" y="53182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8" name="pt2008"/>
            <p:cNvSpPr/>
            <p:nvPr/>
          </p:nvSpPr>
          <p:spPr>
            <a:xfrm>
              <a:off x="7009962" y="45717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9" name="pt2009"/>
            <p:cNvSpPr/>
            <p:nvPr/>
          </p:nvSpPr>
          <p:spPr>
            <a:xfrm>
              <a:off x="5813982" y="55454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0" name="pt2010"/>
            <p:cNvSpPr/>
            <p:nvPr/>
          </p:nvSpPr>
          <p:spPr>
            <a:xfrm>
              <a:off x="6924535" y="43770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1" name="pl2011"/>
            <p:cNvSpPr/>
            <p:nvPr/>
          </p:nvSpPr>
          <p:spPr>
            <a:xfrm>
              <a:off x="4642829" y="4175561"/>
              <a:ext cx="2819093" cy="1503339"/>
            </a:xfrm>
            <a:custGeom>
              <a:avLst/>
              <a:gdLst/>
              <a:ahLst/>
              <a:cxnLst/>
              <a:rect l="0" t="0" r="0" b="0"/>
              <a:pathLst>
                <a:path w="2819093" h="1503339">
                  <a:moveTo>
                    <a:pt x="0" y="1503339"/>
                  </a:moveTo>
                  <a:lnTo>
                    <a:pt x="35684" y="1484310"/>
                  </a:lnTo>
                  <a:lnTo>
                    <a:pt x="71369" y="1465280"/>
                  </a:lnTo>
                  <a:lnTo>
                    <a:pt x="107054" y="1446251"/>
                  </a:lnTo>
                  <a:lnTo>
                    <a:pt x="142738" y="1427221"/>
                  </a:lnTo>
                  <a:lnTo>
                    <a:pt x="178423" y="1408191"/>
                  </a:lnTo>
                  <a:lnTo>
                    <a:pt x="214108" y="1389162"/>
                  </a:lnTo>
                  <a:lnTo>
                    <a:pt x="249793" y="1370132"/>
                  </a:lnTo>
                  <a:lnTo>
                    <a:pt x="285477" y="1351102"/>
                  </a:lnTo>
                  <a:lnTo>
                    <a:pt x="321162" y="1332073"/>
                  </a:lnTo>
                  <a:lnTo>
                    <a:pt x="356847" y="1313043"/>
                  </a:lnTo>
                  <a:lnTo>
                    <a:pt x="392532" y="1294014"/>
                  </a:lnTo>
                  <a:lnTo>
                    <a:pt x="428216" y="1274984"/>
                  </a:lnTo>
                  <a:lnTo>
                    <a:pt x="463901" y="1255954"/>
                  </a:lnTo>
                  <a:lnTo>
                    <a:pt x="499586" y="1236925"/>
                  </a:lnTo>
                  <a:lnTo>
                    <a:pt x="535270" y="1217895"/>
                  </a:lnTo>
                  <a:lnTo>
                    <a:pt x="570955" y="1198866"/>
                  </a:lnTo>
                  <a:lnTo>
                    <a:pt x="606640" y="1179836"/>
                  </a:lnTo>
                  <a:lnTo>
                    <a:pt x="642325" y="1160806"/>
                  </a:lnTo>
                  <a:lnTo>
                    <a:pt x="678009" y="1141777"/>
                  </a:lnTo>
                  <a:lnTo>
                    <a:pt x="713694" y="1122747"/>
                  </a:lnTo>
                  <a:lnTo>
                    <a:pt x="749379" y="1103717"/>
                  </a:lnTo>
                  <a:lnTo>
                    <a:pt x="785064" y="1084688"/>
                  </a:lnTo>
                  <a:lnTo>
                    <a:pt x="820748" y="1065658"/>
                  </a:lnTo>
                  <a:lnTo>
                    <a:pt x="856433" y="1046629"/>
                  </a:lnTo>
                  <a:lnTo>
                    <a:pt x="892118" y="1027599"/>
                  </a:lnTo>
                  <a:lnTo>
                    <a:pt x="927803" y="1008569"/>
                  </a:lnTo>
                  <a:lnTo>
                    <a:pt x="963487" y="989540"/>
                  </a:lnTo>
                  <a:lnTo>
                    <a:pt x="999172" y="970510"/>
                  </a:lnTo>
                  <a:lnTo>
                    <a:pt x="1034857" y="951480"/>
                  </a:lnTo>
                  <a:lnTo>
                    <a:pt x="1070541" y="932451"/>
                  </a:lnTo>
                  <a:lnTo>
                    <a:pt x="1106226" y="913421"/>
                  </a:lnTo>
                  <a:lnTo>
                    <a:pt x="1141911" y="894392"/>
                  </a:lnTo>
                  <a:lnTo>
                    <a:pt x="1177596" y="875362"/>
                  </a:lnTo>
                  <a:lnTo>
                    <a:pt x="1213280" y="856332"/>
                  </a:lnTo>
                  <a:lnTo>
                    <a:pt x="1248965" y="837303"/>
                  </a:lnTo>
                  <a:lnTo>
                    <a:pt x="1284650" y="818273"/>
                  </a:lnTo>
                  <a:lnTo>
                    <a:pt x="1320335" y="799244"/>
                  </a:lnTo>
                  <a:lnTo>
                    <a:pt x="1356019" y="780214"/>
                  </a:lnTo>
                  <a:lnTo>
                    <a:pt x="1391704" y="761184"/>
                  </a:lnTo>
                  <a:lnTo>
                    <a:pt x="1427389" y="742155"/>
                  </a:lnTo>
                  <a:lnTo>
                    <a:pt x="1463074" y="723125"/>
                  </a:lnTo>
                  <a:lnTo>
                    <a:pt x="1498758" y="704095"/>
                  </a:lnTo>
                  <a:lnTo>
                    <a:pt x="1534443" y="685066"/>
                  </a:lnTo>
                  <a:lnTo>
                    <a:pt x="1570128" y="666036"/>
                  </a:lnTo>
                  <a:lnTo>
                    <a:pt x="1605812" y="647007"/>
                  </a:lnTo>
                  <a:lnTo>
                    <a:pt x="1641497" y="627977"/>
                  </a:lnTo>
                  <a:lnTo>
                    <a:pt x="1677182" y="608947"/>
                  </a:lnTo>
                  <a:lnTo>
                    <a:pt x="1712867" y="589918"/>
                  </a:lnTo>
                  <a:lnTo>
                    <a:pt x="1748551" y="570888"/>
                  </a:lnTo>
                  <a:lnTo>
                    <a:pt x="1784236" y="551858"/>
                  </a:lnTo>
                  <a:lnTo>
                    <a:pt x="1819921" y="532829"/>
                  </a:lnTo>
                  <a:lnTo>
                    <a:pt x="1855606" y="513799"/>
                  </a:lnTo>
                  <a:lnTo>
                    <a:pt x="1891290" y="494770"/>
                  </a:lnTo>
                  <a:lnTo>
                    <a:pt x="1926975" y="475740"/>
                  </a:lnTo>
                  <a:lnTo>
                    <a:pt x="1962660" y="456710"/>
                  </a:lnTo>
                  <a:lnTo>
                    <a:pt x="1998345" y="437681"/>
                  </a:lnTo>
                  <a:lnTo>
                    <a:pt x="2034029" y="418651"/>
                  </a:lnTo>
                  <a:lnTo>
                    <a:pt x="2069714" y="399622"/>
                  </a:lnTo>
                  <a:lnTo>
                    <a:pt x="2105399" y="380592"/>
                  </a:lnTo>
                  <a:lnTo>
                    <a:pt x="2141083" y="361562"/>
                  </a:lnTo>
                  <a:lnTo>
                    <a:pt x="2176768" y="342533"/>
                  </a:lnTo>
                  <a:lnTo>
                    <a:pt x="2212453" y="323503"/>
                  </a:lnTo>
                  <a:lnTo>
                    <a:pt x="2248138" y="304473"/>
                  </a:lnTo>
                  <a:lnTo>
                    <a:pt x="2283822" y="285444"/>
                  </a:lnTo>
                  <a:lnTo>
                    <a:pt x="2319507" y="266414"/>
                  </a:lnTo>
                  <a:lnTo>
                    <a:pt x="2355192" y="247385"/>
                  </a:lnTo>
                  <a:lnTo>
                    <a:pt x="2390877" y="228355"/>
                  </a:lnTo>
                  <a:lnTo>
                    <a:pt x="2426561" y="209325"/>
                  </a:lnTo>
                  <a:lnTo>
                    <a:pt x="2462246" y="190296"/>
                  </a:lnTo>
                  <a:lnTo>
                    <a:pt x="2497931" y="171266"/>
                  </a:lnTo>
                  <a:lnTo>
                    <a:pt x="2533616" y="152236"/>
                  </a:lnTo>
                  <a:lnTo>
                    <a:pt x="2569300" y="133207"/>
                  </a:lnTo>
                  <a:lnTo>
                    <a:pt x="2604985" y="114177"/>
                  </a:lnTo>
                  <a:lnTo>
                    <a:pt x="2640670" y="95148"/>
                  </a:lnTo>
                  <a:lnTo>
                    <a:pt x="2676354" y="76118"/>
                  </a:lnTo>
                  <a:lnTo>
                    <a:pt x="2712039" y="57088"/>
                  </a:lnTo>
                  <a:lnTo>
                    <a:pt x="2747724" y="38059"/>
                  </a:lnTo>
                  <a:lnTo>
                    <a:pt x="2783409" y="19029"/>
                  </a:lnTo>
                  <a:lnTo>
                    <a:pt x="2819093" y="0"/>
                  </a:lnTo>
                </a:path>
              </a:pathLst>
            </a:custGeom>
            <a:ln w="27101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2" name="pl2012"/>
            <p:cNvSpPr/>
            <p:nvPr/>
          </p:nvSpPr>
          <p:spPr>
            <a:xfrm>
              <a:off x="5539814" y="3831563"/>
              <a:ext cx="2520099" cy="1367941"/>
            </a:xfrm>
            <a:custGeom>
              <a:avLst/>
              <a:gdLst/>
              <a:ahLst/>
              <a:cxnLst/>
              <a:rect l="0" t="0" r="0" b="0"/>
              <a:pathLst>
                <a:path w="2520099" h="1367941">
                  <a:moveTo>
                    <a:pt x="0" y="1367941"/>
                  </a:moveTo>
                  <a:lnTo>
                    <a:pt x="31899" y="1350625"/>
                  </a:lnTo>
                  <a:lnTo>
                    <a:pt x="63799" y="1333309"/>
                  </a:lnTo>
                  <a:lnTo>
                    <a:pt x="95699" y="1315994"/>
                  </a:lnTo>
                  <a:lnTo>
                    <a:pt x="127599" y="1298678"/>
                  </a:lnTo>
                  <a:lnTo>
                    <a:pt x="159499" y="1281362"/>
                  </a:lnTo>
                  <a:lnTo>
                    <a:pt x="191399" y="1264047"/>
                  </a:lnTo>
                  <a:lnTo>
                    <a:pt x="223299" y="1246731"/>
                  </a:lnTo>
                  <a:lnTo>
                    <a:pt x="255199" y="1229415"/>
                  </a:lnTo>
                  <a:lnTo>
                    <a:pt x="287099" y="1212099"/>
                  </a:lnTo>
                  <a:lnTo>
                    <a:pt x="318999" y="1194784"/>
                  </a:lnTo>
                  <a:lnTo>
                    <a:pt x="350899" y="1177468"/>
                  </a:lnTo>
                  <a:lnTo>
                    <a:pt x="382799" y="1160152"/>
                  </a:lnTo>
                  <a:lnTo>
                    <a:pt x="414699" y="1142837"/>
                  </a:lnTo>
                  <a:lnTo>
                    <a:pt x="446599" y="1125521"/>
                  </a:lnTo>
                  <a:lnTo>
                    <a:pt x="478499" y="1108205"/>
                  </a:lnTo>
                  <a:lnTo>
                    <a:pt x="510399" y="1090889"/>
                  </a:lnTo>
                  <a:lnTo>
                    <a:pt x="542299" y="1073574"/>
                  </a:lnTo>
                  <a:lnTo>
                    <a:pt x="574199" y="1056258"/>
                  </a:lnTo>
                  <a:lnTo>
                    <a:pt x="606099" y="1038942"/>
                  </a:lnTo>
                  <a:lnTo>
                    <a:pt x="637999" y="1021627"/>
                  </a:lnTo>
                  <a:lnTo>
                    <a:pt x="669899" y="1004311"/>
                  </a:lnTo>
                  <a:lnTo>
                    <a:pt x="701799" y="986995"/>
                  </a:lnTo>
                  <a:lnTo>
                    <a:pt x="733699" y="969679"/>
                  </a:lnTo>
                  <a:lnTo>
                    <a:pt x="765599" y="952364"/>
                  </a:lnTo>
                  <a:lnTo>
                    <a:pt x="797499" y="935048"/>
                  </a:lnTo>
                  <a:lnTo>
                    <a:pt x="829399" y="917732"/>
                  </a:lnTo>
                  <a:lnTo>
                    <a:pt x="861299" y="900417"/>
                  </a:lnTo>
                  <a:lnTo>
                    <a:pt x="893199" y="883101"/>
                  </a:lnTo>
                  <a:lnTo>
                    <a:pt x="925099" y="865785"/>
                  </a:lnTo>
                  <a:lnTo>
                    <a:pt x="956999" y="848469"/>
                  </a:lnTo>
                  <a:lnTo>
                    <a:pt x="988899" y="831154"/>
                  </a:lnTo>
                  <a:lnTo>
                    <a:pt x="1020799" y="813838"/>
                  </a:lnTo>
                  <a:lnTo>
                    <a:pt x="1052699" y="796522"/>
                  </a:lnTo>
                  <a:lnTo>
                    <a:pt x="1084599" y="779207"/>
                  </a:lnTo>
                  <a:lnTo>
                    <a:pt x="1116499" y="761891"/>
                  </a:lnTo>
                  <a:lnTo>
                    <a:pt x="1148399" y="744575"/>
                  </a:lnTo>
                  <a:lnTo>
                    <a:pt x="1180299" y="727259"/>
                  </a:lnTo>
                  <a:lnTo>
                    <a:pt x="1212199" y="709944"/>
                  </a:lnTo>
                  <a:lnTo>
                    <a:pt x="1244099" y="692628"/>
                  </a:lnTo>
                  <a:lnTo>
                    <a:pt x="1275999" y="675312"/>
                  </a:lnTo>
                  <a:lnTo>
                    <a:pt x="1307899" y="657997"/>
                  </a:lnTo>
                  <a:lnTo>
                    <a:pt x="1339799" y="640681"/>
                  </a:lnTo>
                  <a:lnTo>
                    <a:pt x="1371699" y="623365"/>
                  </a:lnTo>
                  <a:lnTo>
                    <a:pt x="1403599" y="606049"/>
                  </a:lnTo>
                  <a:lnTo>
                    <a:pt x="1435499" y="588734"/>
                  </a:lnTo>
                  <a:lnTo>
                    <a:pt x="1467399" y="571418"/>
                  </a:lnTo>
                  <a:lnTo>
                    <a:pt x="1499299" y="554102"/>
                  </a:lnTo>
                  <a:lnTo>
                    <a:pt x="1531199" y="536787"/>
                  </a:lnTo>
                  <a:lnTo>
                    <a:pt x="1563099" y="519471"/>
                  </a:lnTo>
                  <a:lnTo>
                    <a:pt x="1594999" y="502155"/>
                  </a:lnTo>
                  <a:lnTo>
                    <a:pt x="1626899" y="484839"/>
                  </a:lnTo>
                  <a:lnTo>
                    <a:pt x="1658799" y="467524"/>
                  </a:lnTo>
                  <a:lnTo>
                    <a:pt x="1690699" y="450208"/>
                  </a:lnTo>
                  <a:lnTo>
                    <a:pt x="1722599" y="432892"/>
                  </a:lnTo>
                  <a:lnTo>
                    <a:pt x="1754499" y="415577"/>
                  </a:lnTo>
                  <a:lnTo>
                    <a:pt x="1786399" y="398261"/>
                  </a:lnTo>
                  <a:lnTo>
                    <a:pt x="1818299" y="380945"/>
                  </a:lnTo>
                  <a:lnTo>
                    <a:pt x="1850199" y="363629"/>
                  </a:lnTo>
                  <a:lnTo>
                    <a:pt x="1882099" y="346314"/>
                  </a:lnTo>
                  <a:lnTo>
                    <a:pt x="1913999" y="328998"/>
                  </a:lnTo>
                  <a:lnTo>
                    <a:pt x="1945899" y="311682"/>
                  </a:lnTo>
                  <a:lnTo>
                    <a:pt x="1977799" y="294367"/>
                  </a:lnTo>
                  <a:lnTo>
                    <a:pt x="2009699" y="277051"/>
                  </a:lnTo>
                  <a:lnTo>
                    <a:pt x="2041599" y="259735"/>
                  </a:lnTo>
                  <a:lnTo>
                    <a:pt x="2073499" y="242419"/>
                  </a:lnTo>
                  <a:lnTo>
                    <a:pt x="2105399" y="225104"/>
                  </a:lnTo>
                  <a:lnTo>
                    <a:pt x="2137299" y="207788"/>
                  </a:lnTo>
                  <a:lnTo>
                    <a:pt x="2169199" y="190472"/>
                  </a:lnTo>
                  <a:lnTo>
                    <a:pt x="2201099" y="173157"/>
                  </a:lnTo>
                  <a:lnTo>
                    <a:pt x="2232999" y="155841"/>
                  </a:lnTo>
                  <a:lnTo>
                    <a:pt x="2264899" y="138525"/>
                  </a:lnTo>
                  <a:lnTo>
                    <a:pt x="2296799" y="121209"/>
                  </a:lnTo>
                  <a:lnTo>
                    <a:pt x="2328699" y="103894"/>
                  </a:lnTo>
                  <a:lnTo>
                    <a:pt x="2360599" y="86578"/>
                  </a:lnTo>
                  <a:lnTo>
                    <a:pt x="2392499" y="69262"/>
                  </a:lnTo>
                  <a:lnTo>
                    <a:pt x="2424399" y="51947"/>
                  </a:lnTo>
                  <a:lnTo>
                    <a:pt x="2456299" y="34631"/>
                  </a:lnTo>
                  <a:lnTo>
                    <a:pt x="2488199" y="17315"/>
                  </a:lnTo>
                  <a:lnTo>
                    <a:pt x="2520099" y="0"/>
                  </a:lnTo>
                </a:path>
              </a:pathLst>
            </a:custGeom>
            <a:ln w="27101" cap="flat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3" name="tx2013"/>
            <p:cNvSpPr/>
            <p:nvPr/>
          </p:nvSpPr>
          <p:spPr>
            <a:xfrm>
              <a:off x="4659915" y="3669504"/>
              <a:ext cx="91715" cy="909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 i="1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2014" name="tx2014"/>
            <p:cNvSpPr/>
            <p:nvPr/>
          </p:nvSpPr>
          <p:spPr>
            <a:xfrm>
              <a:off x="4765266" y="3633952"/>
              <a:ext cx="49441" cy="638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015" name="tx2015"/>
            <p:cNvSpPr/>
            <p:nvPr/>
          </p:nvSpPr>
          <p:spPr>
            <a:xfrm>
              <a:off x="4814708" y="3760413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2016" name="tx2016"/>
            <p:cNvSpPr/>
            <p:nvPr/>
          </p:nvSpPr>
          <p:spPr>
            <a:xfrm>
              <a:off x="4849497" y="3722400"/>
              <a:ext cx="74166" cy="3801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2017" name="tx2017"/>
            <p:cNvSpPr/>
            <p:nvPr/>
          </p:nvSpPr>
          <p:spPr>
            <a:xfrm>
              <a:off x="4923663" y="3760413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2018" name="tx2018"/>
            <p:cNvSpPr/>
            <p:nvPr/>
          </p:nvSpPr>
          <p:spPr>
            <a:xfrm>
              <a:off x="4958451" y="3667581"/>
              <a:ext cx="247178" cy="9283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0.59</a:t>
              </a:r>
            </a:p>
          </p:txBody>
        </p:sp>
        <p:sp>
          <p:nvSpPr>
            <p:cNvPr id="2019" name="pl2019"/>
            <p:cNvSpPr/>
            <p:nvPr/>
          </p:nvSpPr>
          <p:spPr>
            <a:xfrm>
              <a:off x="8331987" y="5440412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0" name="pl2020"/>
            <p:cNvSpPr/>
            <p:nvPr/>
          </p:nvSpPr>
          <p:spPr>
            <a:xfrm>
              <a:off x="8331987" y="4791336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1" name="pl2021"/>
            <p:cNvSpPr/>
            <p:nvPr/>
          </p:nvSpPr>
          <p:spPr>
            <a:xfrm>
              <a:off x="8331987" y="4142260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2" name="pl2022"/>
            <p:cNvSpPr/>
            <p:nvPr/>
          </p:nvSpPr>
          <p:spPr>
            <a:xfrm>
              <a:off x="8977436" y="3513467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3" name="pl2023"/>
            <p:cNvSpPr/>
            <p:nvPr/>
          </p:nvSpPr>
          <p:spPr>
            <a:xfrm>
              <a:off x="9926626" y="3513467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4" name="pl2024"/>
            <p:cNvSpPr/>
            <p:nvPr/>
          </p:nvSpPr>
          <p:spPr>
            <a:xfrm>
              <a:off x="10875816" y="3513467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5" name="pl2025"/>
            <p:cNvSpPr/>
            <p:nvPr/>
          </p:nvSpPr>
          <p:spPr>
            <a:xfrm>
              <a:off x="11825006" y="3513467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6" name="pl2026"/>
            <p:cNvSpPr/>
            <p:nvPr/>
          </p:nvSpPr>
          <p:spPr>
            <a:xfrm>
              <a:off x="8331987" y="5764951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7" name="pl2027"/>
            <p:cNvSpPr/>
            <p:nvPr/>
          </p:nvSpPr>
          <p:spPr>
            <a:xfrm>
              <a:off x="8331987" y="5115874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8" name="pl2028"/>
            <p:cNvSpPr/>
            <p:nvPr/>
          </p:nvSpPr>
          <p:spPr>
            <a:xfrm>
              <a:off x="8331987" y="4466798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9" name="pl2029"/>
            <p:cNvSpPr/>
            <p:nvPr/>
          </p:nvSpPr>
          <p:spPr>
            <a:xfrm>
              <a:off x="8331987" y="3817722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0" name="pl2030"/>
            <p:cNvSpPr/>
            <p:nvPr/>
          </p:nvSpPr>
          <p:spPr>
            <a:xfrm>
              <a:off x="8502841" y="3513467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1" name="pl2031"/>
            <p:cNvSpPr/>
            <p:nvPr/>
          </p:nvSpPr>
          <p:spPr>
            <a:xfrm>
              <a:off x="9452031" y="3513467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2" name="pl2032"/>
            <p:cNvSpPr/>
            <p:nvPr/>
          </p:nvSpPr>
          <p:spPr>
            <a:xfrm>
              <a:off x="10401221" y="3513467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3" name="pl2033"/>
            <p:cNvSpPr/>
            <p:nvPr/>
          </p:nvSpPr>
          <p:spPr>
            <a:xfrm>
              <a:off x="11350411" y="3513467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4" name="pt2034"/>
            <p:cNvSpPr/>
            <p:nvPr/>
          </p:nvSpPr>
          <p:spPr>
            <a:xfrm>
              <a:off x="11800180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5" name="pt2035"/>
            <p:cNvSpPr/>
            <p:nvPr/>
          </p:nvSpPr>
          <p:spPr>
            <a:xfrm>
              <a:off x="11705261" y="444197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6" name="pt2036"/>
            <p:cNvSpPr/>
            <p:nvPr/>
          </p:nvSpPr>
          <p:spPr>
            <a:xfrm>
              <a:off x="9806881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7" name="pt2037"/>
            <p:cNvSpPr/>
            <p:nvPr/>
          </p:nvSpPr>
          <p:spPr>
            <a:xfrm>
              <a:off x="11705261" y="522086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8" name="pt2038"/>
            <p:cNvSpPr/>
            <p:nvPr/>
          </p:nvSpPr>
          <p:spPr>
            <a:xfrm>
              <a:off x="11610342" y="509104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9" name="pt2039"/>
            <p:cNvSpPr/>
            <p:nvPr/>
          </p:nvSpPr>
          <p:spPr>
            <a:xfrm>
              <a:off x="11515423" y="44419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0" name="pt2040"/>
            <p:cNvSpPr/>
            <p:nvPr/>
          </p:nvSpPr>
          <p:spPr>
            <a:xfrm>
              <a:off x="11104107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1" name="pt2041"/>
            <p:cNvSpPr/>
            <p:nvPr/>
          </p:nvSpPr>
          <p:spPr>
            <a:xfrm>
              <a:off x="11800180" y="463669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2" name="pt2042"/>
            <p:cNvSpPr/>
            <p:nvPr/>
          </p:nvSpPr>
          <p:spPr>
            <a:xfrm>
              <a:off x="11800180" y="41823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3" name="pt2043"/>
            <p:cNvSpPr/>
            <p:nvPr/>
          </p:nvSpPr>
          <p:spPr>
            <a:xfrm>
              <a:off x="10692792" y="47665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4" name="pt2044"/>
            <p:cNvSpPr/>
            <p:nvPr/>
          </p:nvSpPr>
          <p:spPr>
            <a:xfrm>
              <a:off x="11610342" y="457178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5" name="pt2045"/>
            <p:cNvSpPr/>
            <p:nvPr/>
          </p:nvSpPr>
          <p:spPr>
            <a:xfrm>
              <a:off x="11325585" y="52533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6" name="pt2046"/>
            <p:cNvSpPr/>
            <p:nvPr/>
          </p:nvSpPr>
          <p:spPr>
            <a:xfrm>
              <a:off x="11610342" y="483141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7" name="pt2047"/>
            <p:cNvSpPr/>
            <p:nvPr/>
          </p:nvSpPr>
          <p:spPr>
            <a:xfrm>
              <a:off x="10914269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8" name="pt2048"/>
            <p:cNvSpPr/>
            <p:nvPr/>
          </p:nvSpPr>
          <p:spPr>
            <a:xfrm>
              <a:off x="10186557" y="541558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9" name="pt2049"/>
            <p:cNvSpPr/>
            <p:nvPr/>
          </p:nvSpPr>
          <p:spPr>
            <a:xfrm>
              <a:off x="11705261" y="440951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0" name="pt2050"/>
            <p:cNvSpPr/>
            <p:nvPr/>
          </p:nvSpPr>
          <p:spPr>
            <a:xfrm>
              <a:off x="11800180" y="466914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1" name="pt2051"/>
            <p:cNvSpPr/>
            <p:nvPr/>
          </p:nvSpPr>
          <p:spPr>
            <a:xfrm>
              <a:off x="11705261" y="45717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2" name="pt2052"/>
            <p:cNvSpPr/>
            <p:nvPr/>
          </p:nvSpPr>
          <p:spPr>
            <a:xfrm>
              <a:off x="11895099" y="402007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3" name="pt2053"/>
            <p:cNvSpPr/>
            <p:nvPr/>
          </p:nvSpPr>
          <p:spPr>
            <a:xfrm>
              <a:off x="10313116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4" name="pt2054"/>
            <p:cNvSpPr/>
            <p:nvPr/>
          </p:nvSpPr>
          <p:spPr>
            <a:xfrm>
              <a:off x="11610342" y="43770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5" name="pt2055"/>
            <p:cNvSpPr/>
            <p:nvPr/>
          </p:nvSpPr>
          <p:spPr>
            <a:xfrm>
              <a:off x="11800180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6" name="pt2056"/>
            <p:cNvSpPr/>
            <p:nvPr/>
          </p:nvSpPr>
          <p:spPr>
            <a:xfrm>
              <a:off x="11610342" y="463669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7" name="pt2057"/>
            <p:cNvSpPr/>
            <p:nvPr/>
          </p:nvSpPr>
          <p:spPr>
            <a:xfrm>
              <a:off x="11895099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8" name="pt2058"/>
            <p:cNvSpPr/>
            <p:nvPr/>
          </p:nvSpPr>
          <p:spPr>
            <a:xfrm>
              <a:off x="11388864" y="48638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9" name="pt2059"/>
            <p:cNvSpPr/>
            <p:nvPr/>
          </p:nvSpPr>
          <p:spPr>
            <a:xfrm>
              <a:off x="10376395" y="54804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0" name="pt2060"/>
            <p:cNvSpPr/>
            <p:nvPr/>
          </p:nvSpPr>
          <p:spPr>
            <a:xfrm>
              <a:off x="10249837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1" name="pt2061"/>
            <p:cNvSpPr/>
            <p:nvPr/>
          </p:nvSpPr>
          <p:spPr>
            <a:xfrm>
              <a:off x="11610342" y="41498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2" name="pt2062"/>
            <p:cNvSpPr/>
            <p:nvPr/>
          </p:nvSpPr>
          <p:spPr>
            <a:xfrm>
              <a:off x="11515423" y="46042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3" name="pt2063"/>
            <p:cNvSpPr/>
            <p:nvPr/>
          </p:nvSpPr>
          <p:spPr>
            <a:xfrm>
              <a:off x="10629512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4" name="pt2064"/>
            <p:cNvSpPr/>
            <p:nvPr/>
          </p:nvSpPr>
          <p:spPr>
            <a:xfrm>
              <a:off x="10566233" y="47016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5" name="pt2065"/>
            <p:cNvSpPr/>
            <p:nvPr/>
          </p:nvSpPr>
          <p:spPr>
            <a:xfrm>
              <a:off x="11895099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6" name="pt2066"/>
            <p:cNvSpPr/>
            <p:nvPr/>
          </p:nvSpPr>
          <p:spPr>
            <a:xfrm>
              <a:off x="11895099" y="440951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7" name="pt2067"/>
            <p:cNvSpPr/>
            <p:nvPr/>
          </p:nvSpPr>
          <p:spPr>
            <a:xfrm>
              <a:off x="11800180" y="466914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8" name="pt2068"/>
            <p:cNvSpPr/>
            <p:nvPr/>
          </p:nvSpPr>
          <p:spPr>
            <a:xfrm>
              <a:off x="11515423" y="47665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9" name="pt2069"/>
            <p:cNvSpPr/>
            <p:nvPr/>
          </p:nvSpPr>
          <p:spPr>
            <a:xfrm>
              <a:off x="11895099" y="366308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0" name="pt2070"/>
            <p:cNvSpPr/>
            <p:nvPr/>
          </p:nvSpPr>
          <p:spPr>
            <a:xfrm>
              <a:off x="11800180" y="385780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1" name="pt2071"/>
            <p:cNvSpPr/>
            <p:nvPr/>
          </p:nvSpPr>
          <p:spPr>
            <a:xfrm>
              <a:off x="9996719" y="561030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2" name="pt2072"/>
            <p:cNvSpPr/>
            <p:nvPr/>
          </p:nvSpPr>
          <p:spPr>
            <a:xfrm>
              <a:off x="11610342" y="463669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3" name="pt2073"/>
            <p:cNvSpPr/>
            <p:nvPr/>
          </p:nvSpPr>
          <p:spPr>
            <a:xfrm>
              <a:off x="11895099" y="41823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4" name="pt2074"/>
            <p:cNvSpPr/>
            <p:nvPr/>
          </p:nvSpPr>
          <p:spPr>
            <a:xfrm>
              <a:off x="11610342" y="463669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5" name="pt2075"/>
            <p:cNvSpPr/>
            <p:nvPr/>
          </p:nvSpPr>
          <p:spPr>
            <a:xfrm>
              <a:off x="11610342" y="45068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6" name="pt2076"/>
            <p:cNvSpPr/>
            <p:nvPr/>
          </p:nvSpPr>
          <p:spPr>
            <a:xfrm>
              <a:off x="11800180" y="424724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7" name="pt2077"/>
            <p:cNvSpPr/>
            <p:nvPr/>
          </p:nvSpPr>
          <p:spPr>
            <a:xfrm>
              <a:off x="11895099" y="392271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8" name="pt2078"/>
            <p:cNvSpPr/>
            <p:nvPr/>
          </p:nvSpPr>
          <p:spPr>
            <a:xfrm>
              <a:off x="11895099" y="447442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9" name="pt2079"/>
            <p:cNvSpPr/>
            <p:nvPr/>
          </p:nvSpPr>
          <p:spPr>
            <a:xfrm>
              <a:off x="11895099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0" name="pt2080"/>
            <p:cNvSpPr/>
            <p:nvPr/>
          </p:nvSpPr>
          <p:spPr>
            <a:xfrm>
              <a:off x="11293945" y="48314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1" name="pt2081"/>
            <p:cNvSpPr/>
            <p:nvPr/>
          </p:nvSpPr>
          <p:spPr>
            <a:xfrm>
              <a:off x="11895099" y="389025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2" name="pt2082"/>
            <p:cNvSpPr/>
            <p:nvPr/>
          </p:nvSpPr>
          <p:spPr>
            <a:xfrm>
              <a:off x="9711962" y="450688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3" name="pt2083"/>
            <p:cNvSpPr/>
            <p:nvPr/>
          </p:nvSpPr>
          <p:spPr>
            <a:xfrm>
              <a:off x="11895099" y="37604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4" name="pt2084"/>
            <p:cNvSpPr/>
            <p:nvPr/>
          </p:nvSpPr>
          <p:spPr>
            <a:xfrm>
              <a:off x="11895099" y="385780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5" name="pt2085"/>
            <p:cNvSpPr/>
            <p:nvPr/>
          </p:nvSpPr>
          <p:spPr>
            <a:xfrm>
              <a:off x="11895099" y="434461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6" name="pt2086"/>
            <p:cNvSpPr/>
            <p:nvPr/>
          </p:nvSpPr>
          <p:spPr>
            <a:xfrm>
              <a:off x="11895099" y="45068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7" name="pt2087"/>
            <p:cNvSpPr/>
            <p:nvPr/>
          </p:nvSpPr>
          <p:spPr>
            <a:xfrm>
              <a:off x="11515423" y="47989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8" name="pt2088"/>
            <p:cNvSpPr/>
            <p:nvPr/>
          </p:nvSpPr>
          <p:spPr>
            <a:xfrm>
              <a:off x="11705261" y="42797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9" name="pt2089"/>
            <p:cNvSpPr/>
            <p:nvPr/>
          </p:nvSpPr>
          <p:spPr>
            <a:xfrm>
              <a:off x="11800180" y="47016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0" name="pt2090"/>
            <p:cNvSpPr/>
            <p:nvPr/>
          </p:nvSpPr>
          <p:spPr>
            <a:xfrm>
              <a:off x="11135747" y="457178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1" name="pt2091"/>
            <p:cNvSpPr/>
            <p:nvPr/>
          </p:nvSpPr>
          <p:spPr>
            <a:xfrm>
              <a:off x="11515423" y="44744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2" name="pt2092"/>
            <p:cNvSpPr/>
            <p:nvPr/>
          </p:nvSpPr>
          <p:spPr>
            <a:xfrm>
              <a:off x="10945909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3" name="pt2093"/>
            <p:cNvSpPr/>
            <p:nvPr/>
          </p:nvSpPr>
          <p:spPr>
            <a:xfrm>
              <a:off x="11610342" y="47016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4" name="pt2094"/>
            <p:cNvSpPr/>
            <p:nvPr/>
          </p:nvSpPr>
          <p:spPr>
            <a:xfrm>
              <a:off x="11610342" y="405252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5" name="pt2095"/>
            <p:cNvSpPr/>
            <p:nvPr/>
          </p:nvSpPr>
          <p:spPr>
            <a:xfrm>
              <a:off x="10566233" y="44744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6" name="pt2096"/>
            <p:cNvSpPr/>
            <p:nvPr/>
          </p:nvSpPr>
          <p:spPr>
            <a:xfrm>
              <a:off x="11610342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7" name="pt2097"/>
            <p:cNvSpPr/>
            <p:nvPr/>
          </p:nvSpPr>
          <p:spPr>
            <a:xfrm>
              <a:off x="11040828" y="47016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8" name="pt2098"/>
            <p:cNvSpPr/>
            <p:nvPr/>
          </p:nvSpPr>
          <p:spPr>
            <a:xfrm>
              <a:off x="11515423" y="437706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9" name="pt2099"/>
            <p:cNvSpPr/>
            <p:nvPr/>
          </p:nvSpPr>
          <p:spPr>
            <a:xfrm>
              <a:off x="11040828" y="46691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0" name="pt2100"/>
            <p:cNvSpPr/>
            <p:nvPr/>
          </p:nvSpPr>
          <p:spPr>
            <a:xfrm>
              <a:off x="10344756" y="50261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1" name="pt2101"/>
            <p:cNvSpPr/>
            <p:nvPr/>
          </p:nvSpPr>
          <p:spPr>
            <a:xfrm>
              <a:off x="11895099" y="39551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2" name="pt2102"/>
            <p:cNvSpPr/>
            <p:nvPr/>
          </p:nvSpPr>
          <p:spPr>
            <a:xfrm>
              <a:off x="11610342" y="39551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3" name="pt2103"/>
            <p:cNvSpPr/>
            <p:nvPr/>
          </p:nvSpPr>
          <p:spPr>
            <a:xfrm>
              <a:off x="11104107" y="46691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4" name="pt2104"/>
            <p:cNvSpPr/>
            <p:nvPr/>
          </p:nvSpPr>
          <p:spPr>
            <a:xfrm>
              <a:off x="11040828" y="51235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5" name="pt2105"/>
            <p:cNvSpPr/>
            <p:nvPr/>
          </p:nvSpPr>
          <p:spPr>
            <a:xfrm>
              <a:off x="11800180" y="496123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6" name="pt2106"/>
            <p:cNvSpPr/>
            <p:nvPr/>
          </p:nvSpPr>
          <p:spPr>
            <a:xfrm>
              <a:off x="11167387" y="47989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7" name="pt2107"/>
            <p:cNvSpPr/>
            <p:nvPr/>
          </p:nvSpPr>
          <p:spPr>
            <a:xfrm>
              <a:off x="11515423" y="44095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8" name="pt2108"/>
            <p:cNvSpPr/>
            <p:nvPr/>
          </p:nvSpPr>
          <p:spPr>
            <a:xfrm>
              <a:off x="9522124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9" name="pt2109"/>
            <p:cNvSpPr/>
            <p:nvPr/>
          </p:nvSpPr>
          <p:spPr>
            <a:xfrm>
              <a:off x="10661152" y="47665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0" name="pt2110"/>
            <p:cNvSpPr/>
            <p:nvPr/>
          </p:nvSpPr>
          <p:spPr>
            <a:xfrm>
              <a:off x="10249837" y="53831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1" name="pt2111"/>
            <p:cNvSpPr/>
            <p:nvPr/>
          </p:nvSpPr>
          <p:spPr>
            <a:xfrm>
              <a:off x="11325585" y="47989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2" name="pt2112"/>
            <p:cNvSpPr/>
            <p:nvPr/>
          </p:nvSpPr>
          <p:spPr>
            <a:xfrm>
              <a:off x="9585404" y="528577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3" name="pt2113"/>
            <p:cNvSpPr/>
            <p:nvPr/>
          </p:nvSpPr>
          <p:spPr>
            <a:xfrm>
              <a:off x="9363926" y="570767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4" name="pt2114"/>
            <p:cNvSpPr/>
            <p:nvPr/>
          </p:nvSpPr>
          <p:spPr>
            <a:xfrm>
              <a:off x="10154918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5" name="pt2115"/>
            <p:cNvSpPr/>
            <p:nvPr/>
          </p:nvSpPr>
          <p:spPr>
            <a:xfrm>
              <a:off x="8478015" y="57401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6" name="pt2116"/>
            <p:cNvSpPr/>
            <p:nvPr/>
          </p:nvSpPr>
          <p:spPr>
            <a:xfrm>
              <a:off x="8541295" y="57401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7" name="pt2117"/>
            <p:cNvSpPr/>
            <p:nvPr/>
          </p:nvSpPr>
          <p:spPr>
            <a:xfrm>
              <a:off x="8478015" y="57401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8" name="pt2118"/>
            <p:cNvSpPr/>
            <p:nvPr/>
          </p:nvSpPr>
          <p:spPr>
            <a:xfrm>
              <a:off x="8478015" y="57401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9" name="pt2119"/>
            <p:cNvSpPr/>
            <p:nvPr/>
          </p:nvSpPr>
          <p:spPr>
            <a:xfrm>
              <a:off x="11009188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0" name="pt2120"/>
            <p:cNvSpPr/>
            <p:nvPr/>
          </p:nvSpPr>
          <p:spPr>
            <a:xfrm>
              <a:off x="10692792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1" name="pt2121"/>
            <p:cNvSpPr/>
            <p:nvPr/>
          </p:nvSpPr>
          <p:spPr>
            <a:xfrm>
              <a:off x="11420504" y="46042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2" name="pt2122"/>
            <p:cNvSpPr/>
            <p:nvPr/>
          </p:nvSpPr>
          <p:spPr>
            <a:xfrm>
              <a:off x="8604574" y="57401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3" name="pt2123"/>
            <p:cNvSpPr/>
            <p:nvPr/>
          </p:nvSpPr>
          <p:spPr>
            <a:xfrm>
              <a:off x="10724431" y="47665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4" name="pt2124"/>
            <p:cNvSpPr/>
            <p:nvPr/>
          </p:nvSpPr>
          <p:spPr>
            <a:xfrm>
              <a:off x="8667853" y="57401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5" name="pt2125"/>
            <p:cNvSpPr/>
            <p:nvPr/>
          </p:nvSpPr>
          <p:spPr>
            <a:xfrm>
              <a:off x="10661152" y="54480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6" name="pt2126"/>
            <p:cNvSpPr/>
            <p:nvPr/>
          </p:nvSpPr>
          <p:spPr>
            <a:xfrm>
              <a:off x="11515423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7" name="pt2127"/>
            <p:cNvSpPr/>
            <p:nvPr/>
          </p:nvSpPr>
          <p:spPr>
            <a:xfrm>
              <a:off x="11895099" y="45393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8" name="pt2128"/>
            <p:cNvSpPr/>
            <p:nvPr/>
          </p:nvSpPr>
          <p:spPr>
            <a:xfrm>
              <a:off x="11515423" y="44095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9" name="pt2129"/>
            <p:cNvSpPr/>
            <p:nvPr/>
          </p:nvSpPr>
          <p:spPr>
            <a:xfrm>
              <a:off x="9300647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0" name="pt2130"/>
            <p:cNvSpPr/>
            <p:nvPr/>
          </p:nvSpPr>
          <p:spPr>
            <a:xfrm>
              <a:off x="9300647" y="57401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1" name="pt2131"/>
            <p:cNvSpPr/>
            <p:nvPr/>
          </p:nvSpPr>
          <p:spPr>
            <a:xfrm>
              <a:off x="10313116" y="52533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2" name="pt2132"/>
            <p:cNvSpPr/>
            <p:nvPr/>
          </p:nvSpPr>
          <p:spPr>
            <a:xfrm>
              <a:off x="11895099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3" name="pt2133"/>
            <p:cNvSpPr/>
            <p:nvPr/>
          </p:nvSpPr>
          <p:spPr>
            <a:xfrm>
              <a:off x="11705261" y="41498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4" name="pt2134"/>
            <p:cNvSpPr/>
            <p:nvPr/>
          </p:nvSpPr>
          <p:spPr>
            <a:xfrm>
              <a:off x="10059999" y="473405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5" name="pt2135"/>
            <p:cNvSpPr/>
            <p:nvPr/>
          </p:nvSpPr>
          <p:spPr>
            <a:xfrm>
              <a:off x="9965080" y="48638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6" name="pt2136"/>
            <p:cNvSpPr/>
            <p:nvPr/>
          </p:nvSpPr>
          <p:spPr>
            <a:xfrm>
              <a:off x="11895099" y="405252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7" name="pt2137"/>
            <p:cNvSpPr/>
            <p:nvPr/>
          </p:nvSpPr>
          <p:spPr>
            <a:xfrm>
              <a:off x="11515423" y="46691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8" name="pt2138"/>
            <p:cNvSpPr/>
            <p:nvPr/>
          </p:nvSpPr>
          <p:spPr>
            <a:xfrm>
              <a:off x="11135747" y="414988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9" name="pt2139"/>
            <p:cNvSpPr/>
            <p:nvPr/>
          </p:nvSpPr>
          <p:spPr>
            <a:xfrm>
              <a:off x="10471314" y="47665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0" name="pt2140"/>
            <p:cNvSpPr/>
            <p:nvPr/>
          </p:nvSpPr>
          <p:spPr>
            <a:xfrm>
              <a:off x="11895099" y="424724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1" name="pt2141"/>
            <p:cNvSpPr/>
            <p:nvPr/>
          </p:nvSpPr>
          <p:spPr>
            <a:xfrm>
              <a:off x="11610342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2" name="pt2142"/>
            <p:cNvSpPr/>
            <p:nvPr/>
          </p:nvSpPr>
          <p:spPr>
            <a:xfrm>
              <a:off x="11135747" y="44419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3" name="pt2143"/>
            <p:cNvSpPr/>
            <p:nvPr/>
          </p:nvSpPr>
          <p:spPr>
            <a:xfrm>
              <a:off x="11705261" y="418234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4" name="pt2144"/>
            <p:cNvSpPr/>
            <p:nvPr/>
          </p:nvSpPr>
          <p:spPr>
            <a:xfrm>
              <a:off x="11895099" y="421479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5" name="pt2145"/>
            <p:cNvSpPr/>
            <p:nvPr/>
          </p:nvSpPr>
          <p:spPr>
            <a:xfrm>
              <a:off x="11895099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6" name="pt2146"/>
            <p:cNvSpPr/>
            <p:nvPr/>
          </p:nvSpPr>
          <p:spPr>
            <a:xfrm>
              <a:off x="11895099" y="424724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7" name="pt2147"/>
            <p:cNvSpPr/>
            <p:nvPr/>
          </p:nvSpPr>
          <p:spPr>
            <a:xfrm>
              <a:off x="11895099" y="421479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8" name="pt2148"/>
            <p:cNvSpPr/>
            <p:nvPr/>
          </p:nvSpPr>
          <p:spPr>
            <a:xfrm>
              <a:off x="11895099" y="369553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9" name="pt2149"/>
            <p:cNvSpPr/>
            <p:nvPr/>
          </p:nvSpPr>
          <p:spPr>
            <a:xfrm>
              <a:off x="11515423" y="496123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0" name="pt2150"/>
            <p:cNvSpPr/>
            <p:nvPr/>
          </p:nvSpPr>
          <p:spPr>
            <a:xfrm>
              <a:off x="11800180" y="405252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1" name="pt2151"/>
            <p:cNvSpPr/>
            <p:nvPr/>
          </p:nvSpPr>
          <p:spPr>
            <a:xfrm>
              <a:off x="11610342" y="45717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2" name="pt2152"/>
            <p:cNvSpPr/>
            <p:nvPr/>
          </p:nvSpPr>
          <p:spPr>
            <a:xfrm>
              <a:off x="11895099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3" name="pt2153"/>
            <p:cNvSpPr/>
            <p:nvPr/>
          </p:nvSpPr>
          <p:spPr>
            <a:xfrm>
              <a:off x="11420504" y="53831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4" name="pt2154"/>
            <p:cNvSpPr/>
            <p:nvPr/>
          </p:nvSpPr>
          <p:spPr>
            <a:xfrm>
              <a:off x="11800180" y="42797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5" name="pt2155"/>
            <p:cNvSpPr/>
            <p:nvPr/>
          </p:nvSpPr>
          <p:spPr>
            <a:xfrm>
              <a:off x="11895099" y="363062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6" name="pt2156"/>
            <p:cNvSpPr/>
            <p:nvPr/>
          </p:nvSpPr>
          <p:spPr>
            <a:xfrm>
              <a:off x="11895099" y="37604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7" name="pt2157"/>
            <p:cNvSpPr/>
            <p:nvPr/>
          </p:nvSpPr>
          <p:spPr>
            <a:xfrm>
              <a:off x="11515423" y="418234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8" name="pt2158"/>
            <p:cNvSpPr/>
            <p:nvPr/>
          </p:nvSpPr>
          <p:spPr>
            <a:xfrm>
              <a:off x="11895099" y="41498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9" name="pt2159"/>
            <p:cNvSpPr/>
            <p:nvPr/>
          </p:nvSpPr>
          <p:spPr>
            <a:xfrm>
              <a:off x="11515423" y="48314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0" name="pt2160"/>
            <p:cNvSpPr/>
            <p:nvPr/>
          </p:nvSpPr>
          <p:spPr>
            <a:xfrm>
              <a:off x="11610342" y="42797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1" name="pt2161"/>
            <p:cNvSpPr/>
            <p:nvPr/>
          </p:nvSpPr>
          <p:spPr>
            <a:xfrm>
              <a:off x="11705261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2" name="pt2162"/>
            <p:cNvSpPr/>
            <p:nvPr/>
          </p:nvSpPr>
          <p:spPr>
            <a:xfrm>
              <a:off x="11040828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3" name="pt2163"/>
            <p:cNvSpPr/>
            <p:nvPr/>
          </p:nvSpPr>
          <p:spPr>
            <a:xfrm>
              <a:off x="11895099" y="466914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4" name="pt2164"/>
            <p:cNvSpPr/>
            <p:nvPr/>
          </p:nvSpPr>
          <p:spPr>
            <a:xfrm>
              <a:off x="11610342" y="434461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5" name="pt2165"/>
            <p:cNvSpPr/>
            <p:nvPr/>
          </p:nvSpPr>
          <p:spPr>
            <a:xfrm>
              <a:off x="11895099" y="398761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6" name="pt2166"/>
            <p:cNvSpPr/>
            <p:nvPr/>
          </p:nvSpPr>
          <p:spPr>
            <a:xfrm>
              <a:off x="11895099" y="41823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7" name="pt2167"/>
            <p:cNvSpPr/>
            <p:nvPr/>
          </p:nvSpPr>
          <p:spPr>
            <a:xfrm>
              <a:off x="9237367" y="52533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8" name="pt2168"/>
            <p:cNvSpPr/>
            <p:nvPr/>
          </p:nvSpPr>
          <p:spPr>
            <a:xfrm>
              <a:off x="11895099" y="463669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9" name="pt2169"/>
            <p:cNvSpPr/>
            <p:nvPr/>
          </p:nvSpPr>
          <p:spPr>
            <a:xfrm>
              <a:off x="11895099" y="363062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0" name="pt2170"/>
            <p:cNvSpPr/>
            <p:nvPr/>
          </p:nvSpPr>
          <p:spPr>
            <a:xfrm>
              <a:off x="11895099" y="41823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1" name="pt2171"/>
            <p:cNvSpPr/>
            <p:nvPr/>
          </p:nvSpPr>
          <p:spPr>
            <a:xfrm>
              <a:off x="10756071" y="450688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2" name="pt2172"/>
            <p:cNvSpPr/>
            <p:nvPr/>
          </p:nvSpPr>
          <p:spPr>
            <a:xfrm>
              <a:off x="11895099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3" name="pt2173"/>
            <p:cNvSpPr/>
            <p:nvPr/>
          </p:nvSpPr>
          <p:spPr>
            <a:xfrm>
              <a:off x="11388864" y="44419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4" name="pt2174"/>
            <p:cNvSpPr/>
            <p:nvPr/>
          </p:nvSpPr>
          <p:spPr>
            <a:xfrm>
              <a:off x="11515423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5" name="pt2175"/>
            <p:cNvSpPr/>
            <p:nvPr/>
          </p:nvSpPr>
          <p:spPr>
            <a:xfrm>
              <a:off x="11800180" y="402007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6" name="pt2176"/>
            <p:cNvSpPr/>
            <p:nvPr/>
          </p:nvSpPr>
          <p:spPr>
            <a:xfrm>
              <a:off x="10945909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7" name="pt2177"/>
            <p:cNvSpPr/>
            <p:nvPr/>
          </p:nvSpPr>
          <p:spPr>
            <a:xfrm>
              <a:off x="11705261" y="45068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8" name="pt2178"/>
            <p:cNvSpPr/>
            <p:nvPr/>
          </p:nvSpPr>
          <p:spPr>
            <a:xfrm>
              <a:off x="11515423" y="46042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9" name="pt2179"/>
            <p:cNvSpPr/>
            <p:nvPr/>
          </p:nvSpPr>
          <p:spPr>
            <a:xfrm>
              <a:off x="11515423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0" name="pt2180"/>
            <p:cNvSpPr/>
            <p:nvPr/>
          </p:nvSpPr>
          <p:spPr>
            <a:xfrm>
              <a:off x="11895099" y="434461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1" name="pt2181"/>
            <p:cNvSpPr/>
            <p:nvPr/>
          </p:nvSpPr>
          <p:spPr>
            <a:xfrm>
              <a:off x="11040828" y="499368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2" name="pt2182"/>
            <p:cNvSpPr/>
            <p:nvPr/>
          </p:nvSpPr>
          <p:spPr>
            <a:xfrm>
              <a:off x="11800180" y="37604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3" name="pt2183"/>
            <p:cNvSpPr/>
            <p:nvPr/>
          </p:nvSpPr>
          <p:spPr>
            <a:xfrm>
              <a:off x="11800180" y="45068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4" name="pt2184"/>
            <p:cNvSpPr/>
            <p:nvPr/>
          </p:nvSpPr>
          <p:spPr>
            <a:xfrm>
              <a:off x="11705261" y="47016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5" name="pt2185"/>
            <p:cNvSpPr/>
            <p:nvPr/>
          </p:nvSpPr>
          <p:spPr>
            <a:xfrm>
              <a:off x="11800180" y="42797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6" name="pt2186"/>
            <p:cNvSpPr/>
            <p:nvPr/>
          </p:nvSpPr>
          <p:spPr>
            <a:xfrm>
              <a:off x="11705261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7" name="pt2187"/>
            <p:cNvSpPr/>
            <p:nvPr/>
          </p:nvSpPr>
          <p:spPr>
            <a:xfrm>
              <a:off x="11610342" y="47340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8" name="pt2188"/>
            <p:cNvSpPr/>
            <p:nvPr/>
          </p:nvSpPr>
          <p:spPr>
            <a:xfrm>
              <a:off x="11895099" y="392271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9" name="pt2189"/>
            <p:cNvSpPr/>
            <p:nvPr/>
          </p:nvSpPr>
          <p:spPr>
            <a:xfrm>
              <a:off x="11895099" y="45068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0" name="pt2190"/>
            <p:cNvSpPr/>
            <p:nvPr/>
          </p:nvSpPr>
          <p:spPr>
            <a:xfrm>
              <a:off x="11325585" y="42472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1" name="pt2191"/>
            <p:cNvSpPr/>
            <p:nvPr/>
          </p:nvSpPr>
          <p:spPr>
            <a:xfrm>
              <a:off x="10945909" y="473405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2" name="pt2192"/>
            <p:cNvSpPr/>
            <p:nvPr/>
          </p:nvSpPr>
          <p:spPr>
            <a:xfrm>
              <a:off x="10566233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3" name="pt2193"/>
            <p:cNvSpPr/>
            <p:nvPr/>
          </p:nvSpPr>
          <p:spPr>
            <a:xfrm>
              <a:off x="11705261" y="463669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4" name="pt2194"/>
            <p:cNvSpPr/>
            <p:nvPr/>
          </p:nvSpPr>
          <p:spPr>
            <a:xfrm>
              <a:off x="11705261" y="40849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5" name="pt2195"/>
            <p:cNvSpPr/>
            <p:nvPr/>
          </p:nvSpPr>
          <p:spPr>
            <a:xfrm>
              <a:off x="10566233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6" name="pt2196"/>
            <p:cNvSpPr/>
            <p:nvPr/>
          </p:nvSpPr>
          <p:spPr>
            <a:xfrm>
              <a:off x="11610342" y="489632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7" name="pt2197"/>
            <p:cNvSpPr/>
            <p:nvPr/>
          </p:nvSpPr>
          <p:spPr>
            <a:xfrm>
              <a:off x="11800180" y="41498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8" name="pt2198"/>
            <p:cNvSpPr/>
            <p:nvPr/>
          </p:nvSpPr>
          <p:spPr>
            <a:xfrm>
              <a:off x="11705261" y="41823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9" name="pt2199"/>
            <p:cNvSpPr/>
            <p:nvPr/>
          </p:nvSpPr>
          <p:spPr>
            <a:xfrm>
              <a:off x="10756071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0" name="pt2200"/>
            <p:cNvSpPr/>
            <p:nvPr/>
          </p:nvSpPr>
          <p:spPr>
            <a:xfrm>
              <a:off x="11705261" y="42797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1" name="pt2201"/>
            <p:cNvSpPr/>
            <p:nvPr/>
          </p:nvSpPr>
          <p:spPr>
            <a:xfrm>
              <a:off x="11420504" y="499368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2" name="pt2202"/>
            <p:cNvSpPr/>
            <p:nvPr/>
          </p:nvSpPr>
          <p:spPr>
            <a:xfrm>
              <a:off x="11420504" y="421479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3" name="pt2203"/>
            <p:cNvSpPr/>
            <p:nvPr/>
          </p:nvSpPr>
          <p:spPr>
            <a:xfrm>
              <a:off x="11262306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4" name="pt2204"/>
            <p:cNvSpPr/>
            <p:nvPr/>
          </p:nvSpPr>
          <p:spPr>
            <a:xfrm>
              <a:off x="10756071" y="54804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5" name="pt2205"/>
            <p:cNvSpPr/>
            <p:nvPr/>
          </p:nvSpPr>
          <p:spPr>
            <a:xfrm>
              <a:off x="11515423" y="476651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6" name="pt2206"/>
            <p:cNvSpPr/>
            <p:nvPr/>
          </p:nvSpPr>
          <p:spPr>
            <a:xfrm>
              <a:off x="11040828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7" name="pt2207"/>
            <p:cNvSpPr/>
            <p:nvPr/>
          </p:nvSpPr>
          <p:spPr>
            <a:xfrm>
              <a:off x="11895099" y="37279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8" name="pt2208"/>
            <p:cNvSpPr/>
            <p:nvPr/>
          </p:nvSpPr>
          <p:spPr>
            <a:xfrm>
              <a:off x="11325585" y="531822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9" name="pt2209"/>
            <p:cNvSpPr/>
            <p:nvPr/>
          </p:nvSpPr>
          <p:spPr>
            <a:xfrm>
              <a:off x="11800180" y="389025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0" name="pt2210"/>
            <p:cNvSpPr/>
            <p:nvPr/>
          </p:nvSpPr>
          <p:spPr>
            <a:xfrm>
              <a:off x="10945909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1" name="pt2211"/>
            <p:cNvSpPr/>
            <p:nvPr/>
          </p:nvSpPr>
          <p:spPr>
            <a:xfrm>
              <a:off x="11895099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2" name="pt2212"/>
            <p:cNvSpPr/>
            <p:nvPr/>
          </p:nvSpPr>
          <p:spPr>
            <a:xfrm>
              <a:off x="11515423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3" name="pt2213"/>
            <p:cNvSpPr/>
            <p:nvPr/>
          </p:nvSpPr>
          <p:spPr>
            <a:xfrm>
              <a:off x="11800180" y="405252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4" name="pt2214"/>
            <p:cNvSpPr/>
            <p:nvPr/>
          </p:nvSpPr>
          <p:spPr>
            <a:xfrm>
              <a:off x="11705261" y="44095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5" name="pt2215"/>
            <p:cNvSpPr/>
            <p:nvPr/>
          </p:nvSpPr>
          <p:spPr>
            <a:xfrm>
              <a:off x="11610342" y="483141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6" name="pt2216"/>
            <p:cNvSpPr/>
            <p:nvPr/>
          </p:nvSpPr>
          <p:spPr>
            <a:xfrm>
              <a:off x="10091638" y="528577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7" name="pt2217"/>
            <p:cNvSpPr/>
            <p:nvPr/>
          </p:nvSpPr>
          <p:spPr>
            <a:xfrm>
              <a:off x="10945909" y="499368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8" name="pt2218"/>
            <p:cNvSpPr/>
            <p:nvPr/>
          </p:nvSpPr>
          <p:spPr>
            <a:xfrm>
              <a:off x="9996719" y="53506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9" name="pt2219"/>
            <p:cNvSpPr/>
            <p:nvPr/>
          </p:nvSpPr>
          <p:spPr>
            <a:xfrm>
              <a:off x="11800180" y="444197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0" name="pt2220"/>
            <p:cNvSpPr/>
            <p:nvPr/>
          </p:nvSpPr>
          <p:spPr>
            <a:xfrm>
              <a:off x="10977549" y="47016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1" name="pt2221"/>
            <p:cNvSpPr/>
            <p:nvPr/>
          </p:nvSpPr>
          <p:spPr>
            <a:xfrm>
              <a:off x="11705261" y="434461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2" name="pt2222"/>
            <p:cNvSpPr/>
            <p:nvPr/>
          </p:nvSpPr>
          <p:spPr>
            <a:xfrm>
              <a:off x="11800180" y="43770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3" name="pt2223"/>
            <p:cNvSpPr/>
            <p:nvPr/>
          </p:nvSpPr>
          <p:spPr>
            <a:xfrm>
              <a:off x="11800180" y="47016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4" name="pt2224"/>
            <p:cNvSpPr/>
            <p:nvPr/>
          </p:nvSpPr>
          <p:spPr>
            <a:xfrm>
              <a:off x="11800180" y="45717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5" name="pt2225"/>
            <p:cNvSpPr/>
            <p:nvPr/>
          </p:nvSpPr>
          <p:spPr>
            <a:xfrm>
              <a:off x="11705261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6" name="pt2226"/>
            <p:cNvSpPr/>
            <p:nvPr/>
          </p:nvSpPr>
          <p:spPr>
            <a:xfrm>
              <a:off x="11705261" y="421479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7" name="pt2227"/>
            <p:cNvSpPr/>
            <p:nvPr/>
          </p:nvSpPr>
          <p:spPr>
            <a:xfrm>
              <a:off x="11705261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8" name="pt2228"/>
            <p:cNvSpPr/>
            <p:nvPr/>
          </p:nvSpPr>
          <p:spPr>
            <a:xfrm>
              <a:off x="10376395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9" name="pt2229"/>
            <p:cNvSpPr/>
            <p:nvPr/>
          </p:nvSpPr>
          <p:spPr>
            <a:xfrm>
              <a:off x="11610342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0" name="pt2230"/>
            <p:cNvSpPr/>
            <p:nvPr/>
          </p:nvSpPr>
          <p:spPr>
            <a:xfrm>
              <a:off x="11230666" y="476651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1" name="pt2231"/>
            <p:cNvSpPr/>
            <p:nvPr/>
          </p:nvSpPr>
          <p:spPr>
            <a:xfrm>
              <a:off x="10661152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2" name="pt2232"/>
            <p:cNvSpPr/>
            <p:nvPr/>
          </p:nvSpPr>
          <p:spPr>
            <a:xfrm>
              <a:off x="10756071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3" name="pt2233"/>
            <p:cNvSpPr/>
            <p:nvPr/>
          </p:nvSpPr>
          <p:spPr>
            <a:xfrm>
              <a:off x="11515423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4" name="pt2234"/>
            <p:cNvSpPr/>
            <p:nvPr/>
          </p:nvSpPr>
          <p:spPr>
            <a:xfrm>
              <a:off x="10471314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5" name="pt2235"/>
            <p:cNvSpPr/>
            <p:nvPr/>
          </p:nvSpPr>
          <p:spPr>
            <a:xfrm>
              <a:off x="11610342" y="457178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6" name="pt2236"/>
            <p:cNvSpPr/>
            <p:nvPr/>
          </p:nvSpPr>
          <p:spPr>
            <a:xfrm>
              <a:off x="10471314" y="50910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7" name="pt2237"/>
            <p:cNvSpPr/>
            <p:nvPr/>
          </p:nvSpPr>
          <p:spPr>
            <a:xfrm>
              <a:off x="10281476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8" name="pt2238"/>
            <p:cNvSpPr/>
            <p:nvPr/>
          </p:nvSpPr>
          <p:spPr>
            <a:xfrm>
              <a:off x="11135747" y="46042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9" name="pt2239"/>
            <p:cNvSpPr/>
            <p:nvPr/>
          </p:nvSpPr>
          <p:spPr>
            <a:xfrm>
              <a:off x="11895099" y="37604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0" name="pt2240"/>
            <p:cNvSpPr/>
            <p:nvPr/>
          </p:nvSpPr>
          <p:spPr>
            <a:xfrm>
              <a:off x="11895099" y="402007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1" name="pt2241"/>
            <p:cNvSpPr/>
            <p:nvPr/>
          </p:nvSpPr>
          <p:spPr>
            <a:xfrm>
              <a:off x="10281476" y="50910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2" name="pt2242"/>
            <p:cNvSpPr/>
            <p:nvPr/>
          </p:nvSpPr>
          <p:spPr>
            <a:xfrm>
              <a:off x="10186557" y="541558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3" name="pt2243"/>
            <p:cNvSpPr/>
            <p:nvPr/>
          </p:nvSpPr>
          <p:spPr>
            <a:xfrm>
              <a:off x="10502954" y="50585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4" name="pt2244"/>
            <p:cNvSpPr/>
            <p:nvPr/>
          </p:nvSpPr>
          <p:spPr>
            <a:xfrm>
              <a:off x="11800180" y="476651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5" name="pt2245"/>
            <p:cNvSpPr/>
            <p:nvPr/>
          </p:nvSpPr>
          <p:spPr>
            <a:xfrm>
              <a:off x="11610342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6" name="pt2246"/>
            <p:cNvSpPr/>
            <p:nvPr/>
          </p:nvSpPr>
          <p:spPr>
            <a:xfrm>
              <a:off x="11610342" y="42797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7" name="pt2247"/>
            <p:cNvSpPr/>
            <p:nvPr/>
          </p:nvSpPr>
          <p:spPr>
            <a:xfrm>
              <a:off x="11515423" y="48314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8" name="pt2248"/>
            <p:cNvSpPr/>
            <p:nvPr/>
          </p:nvSpPr>
          <p:spPr>
            <a:xfrm>
              <a:off x="11515423" y="47016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9" name="pt2249"/>
            <p:cNvSpPr/>
            <p:nvPr/>
          </p:nvSpPr>
          <p:spPr>
            <a:xfrm>
              <a:off x="10914269" y="51884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0" name="pt2250"/>
            <p:cNvSpPr/>
            <p:nvPr/>
          </p:nvSpPr>
          <p:spPr>
            <a:xfrm>
              <a:off x="11800180" y="42797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1" name="pt2251"/>
            <p:cNvSpPr/>
            <p:nvPr/>
          </p:nvSpPr>
          <p:spPr>
            <a:xfrm>
              <a:off x="11230666" y="457178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2" name="pt2252"/>
            <p:cNvSpPr/>
            <p:nvPr/>
          </p:nvSpPr>
          <p:spPr>
            <a:xfrm>
              <a:off x="10850990" y="50585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3" name="pt2253"/>
            <p:cNvSpPr/>
            <p:nvPr/>
          </p:nvSpPr>
          <p:spPr>
            <a:xfrm>
              <a:off x="10566233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4" name="pt2254"/>
            <p:cNvSpPr/>
            <p:nvPr/>
          </p:nvSpPr>
          <p:spPr>
            <a:xfrm>
              <a:off x="11800180" y="444197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5" name="pt2255"/>
            <p:cNvSpPr/>
            <p:nvPr/>
          </p:nvSpPr>
          <p:spPr>
            <a:xfrm>
              <a:off x="11705261" y="444197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6" name="pt2256"/>
            <p:cNvSpPr/>
            <p:nvPr/>
          </p:nvSpPr>
          <p:spPr>
            <a:xfrm>
              <a:off x="11515423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7" name="pt2257"/>
            <p:cNvSpPr/>
            <p:nvPr/>
          </p:nvSpPr>
          <p:spPr>
            <a:xfrm>
              <a:off x="11483783" y="434461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8" name="pt2258"/>
            <p:cNvSpPr/>
            <p:nvPr/>
          </p:nvSpPr>
          <p:spPr>
            <a:xfrm>
              <a:off x="11800180" y="402007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9" name="pt2259"/>
            <p:cNvSpPr/>
            <p:nvPr/>
          </p:nvSpPr>
          <p:spPr>
            <a:xfrm>
              <a:off x="11515423" y="44419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0" name="pt2260"/>
            <p:cNvSpPr/>
            <p:nvPr/>
          </p:nvSpPr>
          <p:spPr>
            <a:xfrm>
              <a:off x="11800180" y="41823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1" name="pt2261"/>
            <p:cNvSpPr/>
            <p:nvPr/>
          </p:nvSpPr>
          <p:spPr>
            <a:xfrm>
              <a:off x="11895099" y="405252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2" name="pt2262"/>
            <p:cNvSpPr/>
            <p:nvPr/>
          </p:nvSpPr>
          <p:spPr>
            <a:xfrm>
              <a:off x="11705261" y="444197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3" name="pt2263"/>
            <p:cNvSpPr/>
            <p:nvPr/>
          </p:nvSpPr>
          <p:spPr>
            <a:xfrm>
              <a:off x="10471314" y="48638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4" name="pt2264"/>
            <p:cNvSpPr/>
            <p:nvPr/>
          </p:nvSpPr>
          <p:spPr>
            <a:xfrm>
              <a:off x="11610342" y="444197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5" name="pt2265"/>
            <p:cNvSpPr/>
            <p:nvPr/>
          </p:nvSpPr>
          <p:spPr>
            <a:xfrm>
              <a:off x="11705261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6" name="pt2266"/>
            <p:cNvSpPr/>
            <p:nvPr/>
          </p:nvSpPr>
          <p:spPr>
            <a:xfrm>
              <a:off x="11610342" y="42797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7" name="pt2267"/>
            <p:cNvSpPr/>
            <p:nvPr/>
          </p:nvSpPr>
          <p:spPr>
            <a:xfrm>
              <a:off x="11705261" y="402007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8" name="pt2268"/>
            <p:cNvSpPr/>
            <p:nvPr/>
          </p:nvSpPr>
          <p:spPr>
            <a:xfrm>
              <a:off x="10566233" y="47016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9" name="pt2269"/>
            <p:cNvSpPr/>
            <p:nvPr/>
          </p:nvSpPr>
          <p:spPr>
            <a:xfrm>
              <a:off x="11610342" y="45717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0" name="pt2270"/>
            <p:cNvSpPr/>
            <p:nvPr/>
          </p:nvSpPr>
          <p:spPr>
            <a:xfrm>
              <a:off x="11705261" y="421479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1" name="pt2271"/>
            <p:cNvSpPr/>
            <p:nvPr/>
          </p:nvSpPr>
          <p:spPr>
            <a:xfrm>
              <a:off x="9617043" y="561030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2" name="pt2272"/>
            <p:cNvSpPr/>
            <p:nvPr/>
          </p:nvSpPr>
          <p:spPr>
            <a:xfrm>
              <a:off x="9901800" y="561030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3" name="pt2273"/>
            <p:cNvSpPr/>
            <p:nvPr/>
          </p:nvSpPr>
          <p:spPr>
            <a:xfrm>
              <a:off x="11705261" y="447442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4" name="pt2274"/>
            <p:cNvSpPr/>
            <p:nvPr/>
          </p:nvSpPr>
          <p:spPr>
            <a:xfrm>
              <a:off x="11420504" y="49287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5" name="pt2275"/>
            <p:cNvSpPr/>
            <p:nvPr/>
          </p:nvSpPr>
          <p:spPr>
            <a:xfrm>
              <a:off x="9965080" y="528577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6" name="pt2276"/>
            <p:cNvSpPr/>
            <p:nvPr/>
          </p:nvSpPr>
          <p:spPr>
            <a:xfrm>
              <a:off x="11800180" y="398761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7" name="pt2277"/>
            <p:cNvSpPr/>
            <p:nvPr/>
          </p:nvSpPr>
          <p:spPr>
            <a:xfrm>
              <a:off x="11800180" y="379289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8" name="pt2278"/>
            <p:cNvSpPr/>
            <p:nvPr/>
          </p:nvSpPr>
          <p:spPr>
            <a:xfrm>
              <a:off x="11705261" y="434461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9" name="pt2279"/>
            <p:cNvSpPr/>
            <p:nvPr/>
          </p:nvSpPr>
          <p:spPr>
            <a:xfrm>
              <a:off x="11705261" y="434461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0" name="pt2280"/>
            <p:cNvSpPr/>
            <p:nvPr/>
          </p:nvSpPr>
          <p:spPr>
            <a:xfrm>
              <a:off x="11800180" y="41498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1" name="pt2281"/>
            <p:cNvSpPr/>
            <p:nvPr/>
          </p:nvSpPr>
          <p:spPr>
            <a:xfrm>
              <a:off x="11420504" y="453933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2" name="pt2282"/>
            <p:cNvSpPr/>
            <p:nvPr/>
          </p:nvSpPr>
          <p:spPr>
            <a:xfrm>
              <a:off x="11705261" y="434461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3" name="pt2283"/>
            <p:cNvSpPr/>
            <p:nvPr/>
          </p:nvSpPr>
          <p:spPr>
            <a:xfrm>
              <a:off x="11705261" y="45068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4" name="pt2284"/>
            <p:cNvSpPr/>
            <p:nvPr/>
          </p:nvSpPr>
          <p:spPr>
            <a:xfrm>
              <a:off x="11705261" y="402007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5" name="pt2285"/>
            <p:cNvSpPr/>
            <p:nvPr/>
          </p:nvSpPr>
          <p:spPr>
            <a:xfrm>
              <a:off x="9996719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6" name="pt2286"/>
            <p:cNvSpPr/>
            <p:nvPr/>
          </p:nvSpPr>
          <p:spPr>
            <a:xfrm>
              <a:off x="11515423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7" name="pt2287"/>
            <p:cNvSpPr/>
            <p:nvPr/>
          </p:nvSpPr>
          <p:spPr>
            <a:xfrm>
              <a:off x="11705261" y="424724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8" name="pt2288"/>
            <p:cNvSpPr/>
            <p:nvPr/>
          </p:nvSpPr>
          <p:spPr>
            <a:xfrm>
              <a:off x="10281476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9" name="pt2289"/>
            <p:cNvSpPr/>
            <p:nvPr/>
          </p:nvSpPr>
          <p:spPr>
            <a:xfrm>
              <a:off x="11610342" y="479896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0" name="pt2290"/>
            <p:cNvSpPr/>
            <p:nvPr/>
          </p:nvSpPr>
          <p:spPr>
            <a:xfrm>
              <a:off x="11895099" y="398761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1" name="pt2291"/>
            <p:cNvSpPr/>
            <p:nvPr/>
          </p:nvSpPr>
          <p:spPr>
            <a:xfrm>
              <a:off x="11072468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2" name="pt2292"/>
            <p:cNvSpPr/>
            <p:nvPr/>
          </p:nvSpPr>
          <p:spPr>
            <a:xfrm>
              <a:off x="11800180" y="444197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3" name="pt2293"/>
            <p:cNvSpPr/>
            <p:nvPr/>
          </p:nvSpPr>
          <p:spPr>
            <a:xfrm>
              <a:off x="9585404" y="55454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4" name="pt2294"/>
            <p:cNvSpPr/>
            <p:nvPr/>
          </p:nvSpPr>
          <p:spPr>
            <a:xfrm>
              <a:off x="11705261" y="424724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5" name="pt2295"/>
            <p:cNvSpPr/>
            <p:nvPr/>
          </p:nvSpPr>
          <p:spPr>
            <a:xfrm>
              <a:off x="10471314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6" name="pt2296"/>
            <p:cNvSpPr/>
            <p:nvPr/>
          </p:nvSpPr>
          <p:spPr>
            <a:xfrm>
              <a:off x="10850990" y="47016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7" name="pt2297"/>
            <p:cNvSpPr/>
            <p:nvPr/>
          </p:nvSpPr>
          <p:spPr>
            <a:xfrm>
              <a:off x="11705261" y="45068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8" name="pt2298"/>
            <p:cNvSpPr/>
            <p:nvPr/>
          </p:nvSpPr>
          <p:spPr>
            <a:xfrm>
              <a:off x="11895099" y="37279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9" name="pt2299"/>
            <p:cNvSpPr/>
            <p:nvPr/>
          </p:nvSpPr>
          <p:spPr>
            <a:xfrm>
              <a:off x="11230666" y="509104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0" name="pt2300"/>
            <p:cNvSpPr/>
            <p:nvPr/>
          </p:nvSpPr>
          <p:spPr>
            <a:xfrm>
              <a:off x="11420504" y="473405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1" name="pt2301"/>
            <p:cNvSpPr/>
            <p:nvPr/>
          </p:nvSpPr>
          <p:spPr>
            <a:xfrm>
              <a:off x="9996719" y="55454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2" name="pt2302"/>
            <p:cNvSpPr/>
            <p:nvPr/>
          </p:nvSpPr>
          <p:spPr>
            <a:xfrm>
              <a:off x="10091638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3" name="pt2303"/>
            <p:cNvSpPr/>
            <p:nvPr/>
          </p:nvSpPr>
          <p:spPr>
            <a:xfrm>
              <a:off x="10313116" y="47665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4" name="pt2304"/>
            <p:cNvSpPr/>
            <p:nvPr/>
          </p:nvSpPr>
          <p:spPr>
            <a:xfrm>
              <a:off x="10028359" y="528577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5" name="pt2305"/>
            <p:cNvSpPr/>
            <p:nvPr/>
          </p:nvSpPr>
          <p:spPr>
            <a:xfrm>
              <a:off x="10661152" y="44419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6" name="pt2306"/>
            <p:cNvSpPr/>
            <p:nvPr/>
          </p:nvSpPr>
          <p:spPr>
            <a:xfrm>
              <a:off x="10439675" y="53182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7" name="pt2307"/>
            <p:cNvSpPr/>
            <p:nvPr/>
          </p:nvSpPr>
          <p:spPr>
            <a:xfrm>
              <a:off x="11800180" y="39551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8" name="pt2308"/>
            <p:cNvSpPr/>
            <p:nvPr/>
          </p:nvSpPr>
          <p:spPr>
            <a:xfrm>
              <a:off x="11610342" y="496123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9" name="pt2309"/>
            <p:cNvSpPr/>
            <p:nvPr/>
          </p:nvSpPr>
          <p:spPr>
            <a:xfrm>
              <a:off x="8667853" y="56752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0" name="pt2310"/>
            <p:cNvSpPr/>
            <p:nvPr/>
          </p:nvSpPr>
          <p:spPr>
            <a:xfrm>
              <a:off x="10091638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1" name="pt2311"/>
            <p:cNvSpPr/>
            <p:nvPr/>
          </p:nvSpPr>
          <p:spPr>
            <a:xfrm>
              <a:off x="9522124" y="54804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2" name="pt2312"/>
            <p:cNvSpPr/>
            <p:nvPr/>
          </p:nvSpPr>
          <p:spPr>
            <a:xfrm>
              <a:off x="10850990" y="528577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3" name="pt2313"/>
            <p:cNvSpPr/>
            <p:nvPr/>
          </p:nvSpPr>
          <p:spPr>
            <a:xfrm>
              <a:off x="10756071" y="54804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4" name="pt2314"/>
            <p:cNvSpPr/>
            <p:nvPr/>
          </p:nvSpPr>
          <p:spPr>
            <a:xfrm>
              <a:off x="10091638" y="561030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5" name="pt2315"/>
            <p:cNvSpPr/>
            <p:nvPr/>
          </p:nvSpPr>
          <p:spPr>
            <a:xfrm>
              <a:off x="10408035" y="499368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6" name="pt2316"/>
            <p:cNvSpPr/>
            <p:nvPr/>
          </p:nvSpPr>
          <p:spPr>
            <a:xfrm>
              <a:off x="9806881" y="561030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7" name="pt2317"/>
            <p:cNvSpPr/>
            <p:nvPr/>
          </p:nvSpPr>
          <p:spPr>
            <a:xfrm>
              <a:off x="11420504" y="453933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8" name="pt2318"/>
            <p:cNvSpPr/>
            <p:nvPr/>
          </p:nvSpPr>
          <p:spPr>
            <a:xfrm>
              <a:off x="11610342" y="45068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9" name="pt2319"/>
            <p:cNvSpPr/>
            <p:nvPr/>
          </p:nvSpPr>
          <p:spPr>
            <a:xfrm>
              <a:off x="10376395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0" name="pt2320"/>
            <p:cNvSpPr/>
            <p:nvPr/>
          </p:nvSpPr>
          <p:spPr>
            <a:xfrm>
              <a:off x="10281476" y="54804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1" name="pt2321"/>
            <p:cNvSpPr/>
            <p:nvPr/>
          </p:nvSpPr>
          <p:spPr>
            <a:xfrm>
              <a:off x="11705261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2" name="pt2322"/>
            <p:cNvSpPr/>
            <p:nvPr/>
          </p:nvSpPr>
          <p:spPr>
            <a:xfrm>
              <a:off x="10091638" y="541558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3" name="pt2323"/>
            <p:cNvSpPr/>
            <p:nvPr/>
          </p:nvSpPr>
          <p:spPr>
            <a:xfrm>
              <a:off x="11610342" y="43770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4" name="pt2324"/>
            <p:cNvSpPr/>
            <p:nvPr/>
          </p:nvSpPr>
          <p:spPr>
            <a:xfrm>
              <a:off x="10756071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5" name="pt2325"/>
            <p:cNvSpPr/>
            <p:nvPr/>
          </p:nvSpPr>
          <p:spPr>
            <a:xfrm>
              <a:off x="11705261" y="41823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6" name="pt2326"/>
            <p:cNvSpPr/>
            <p:nvPr/>
          </p:nvSpPr>
          <p:spPr>
            <a:xfrm>
              <a:off x="8952610" y="55454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7" name="pt2327"/>
            <p:cNvSpPr/>
            <p:nvPr/>
          </p:nvSpPr>
          <p:spPr>
            <a:xfrm>
              <a:off x="11610342" y="43770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8" name="pt2328"/>
            <p:cNvSpPr/>
            <p:nvPr/>
          </p:nvSpPr>
          <p:spPr>
            <a:xfrm>
              <a:off x="11515423" y="45068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9" name="pt2329"/>
            <p:cNvSpPr/>
            <p:nvPr/>
          </p:nvSpPr>
          <p:spPr>
            <a:xfrm>
              <a:off x="10281476" y="57401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0" name="pt2330"/>
            <p:cNvSpPr/>
            <p:nvPr/>
          </p:nvSpPr>
          <p:spPr>
            <a:xfrm>
              <a:off x="10945909" y="499368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1" name="pt2331"/>
            <p:cNvSpPr/>
            <p:nvPr/>
          </p:nvSpPr>
          <p:spPr>
            <a:xfrm>
              <a:off x="11895099" y="447442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2" name="pt2332"/>
            <p:cNvSpPr/>
            <p:nvPr/>
          </p:nvSpPr>
          <p:spPr>
            <a:xfrm>
              <a:off x="11705261" y="41498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3" name="pt2333"/>
            <p:cNvSpPr/>
            <p:nvPr/>
          </p:nvSpPr>
          <p:spPr>
            <a:xfrm>
              <a:off x="11705261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4" name="pt2334"/>
            <p:cNvSpPr/>
            <p:nvPr/>
          </p:nvSpPr>
          <p:spPr>
            <a:xfrm>
              <a:off x="10091638" y="50261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5" name="pt2335"/>
            <p:cNvSpPr/>
            <p:nvPr/>
          </p:nvSpPr>
          <p:spPr>
            <a:xfrm>
              <a:off x="9237367" y="57401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6" name="pt2336"/>
            <p:cNvSpPr/>
            <p:nvPr/>
          </p:nvSpPr>
          <p:spPr>
            <a:xfrm>
              <a:off x="10756071" y="53506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7" name="pt2337"/>
            <p:cNvSpPr/>
            <p:nvPr/>
          </p:nvSpPr>
          <p:spPr>
            <a:xfrm>
              <a:off x="10186557" y="50261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8" name="pt2338"/>
            <p:cNvSpPr/>
            <p:nvPr/>
          </p:nvSpPr>
          <p:spPr>
            <a:xfrm>
              <a:off x="9996719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9" name="pt2339"/>
            <p:cNvSpPr/>
            <p:nvPr/>
          </p:nvSpPr>
          <p:spPr>
            <a:xfrm>
              <a:off x="11800180" y="41823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40" name="pt2340"/>
            <p:cNvSpPr/>
            <p:nvPr/>
          </p:nvSpPr>
          <p:spPr>
            <a:xfrm>
              <a:off x="11515423" y="444197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41" name="pt2341"/>
            <p:cNvSpPr/>
            <p:nvPr/>
          </p:nvSpPr>
          <p:spPr>
            <a:xfrm>
              <a:off x="9522124" y="53506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42" name="pt2342"/>
            <p:cNvSpPr/>
            <p:nvPr/>
          </p:nvSpPr>
          <p:spPr>
            <a:xfrm>
              <a:off x="11895099" y="398761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43" name="pt2343"/>
            <p:cNvSpPr/>
            <p:nvPr/>
          </p:nvSpPr>
          <p:spPr>
            <a:xfrm>
              <a:off x="11895099" y="402007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44" name="pt2344"/>
            <p:cNvSpPr/>
            <p:nvPr/>
          </p:nvSpPr>
          <p:spPr>
            <a:xfrm>
              <a:off x="11800180" y="41498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45" name="pt2345"/>
            <p:cNvSpPr/>
            <p:nvPr/>
          </p:nvSpPr>
          <p:spPr>
            <a:xfrm>
              <a:off x="11705261" y="385780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46" name="pt2346"/>
            <p:cNvSpPr/>
            <p:nvPr/>
          </p:nvSpPr>
          <p:spPr>
            <a:xfrm>
              <a:off x="9901800" y="57401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47" name="pt2347"/>
            <p:cNvSpPr/>
            <p:nvPr/>
          </p:nvSpPr>
          <p:spPr>
            <a:xfrm>
              <a:off x="10281476" y="47665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48" name="pt2348"/>
            <p:cNvSpPr/>
            <p:nvPr/>
          </p:nvSpPr>
          <p:spPr>
            <a:xfrm>
              <a:off x="10281476" y="50261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49" name="pt2349"/>
            <p:cNvSpPr/>
            <p:nvPr/>
          </p:nvSpPr>
          <p:spPr>
            <a:xfrm>
              <a:off x="9617043" y="57401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0" name="pt2350"/>
            <p:cNvSpPr/>
            <p:nvPr/>
          </p:nvSpPr>
          <p:spPr>
            <a:xfrm>
              <a:off x="11325585" y="463669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1" name="pt2351"/>
            <p:cNvSpPr/>
            <p:nvPr/>
          </p:nvSpPr>
          <p:spPr>
            <a:xfrm>
              <a:off x="11705261" y="41823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2" name="pt2352"/>
            <p:cNvSpPr/>
            <p:nvPr/>
          </p:nvSpPr>
          <p:spPr>
            <a:xfrm>
              <a:off x="11800180" y="398761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3" name="pt2353"/>
            <p:cNvSpPr/>
            <p:nvPr/>
          </p:nvSpPr>
          <p:spPr>
            <a:xfrm>
              <a:off x="11705261" y="43770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4" name="pt2354"/>
            <p:cNvSpPr/>
            <p:nvPr/>
          </p:nvSpPr>
          <p:spPr>
            <a:xfrm>
              <a:off x="10091638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5" name="pt2355"/>
            <p:cNvSpPr/>
            <p:nvPr/>
          </p:nvSpPr>
          <p:spPr>
            <a:xfrm>
              <a:off x="9806881" y="528577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6" name="pt2356"/>
            <p:cNvSpPr/>
            <p:nvPr/>
          </p:nvSpPr>
          <p:spPr>
            <a:xfrm>
              <a:off x="10566233" y="50261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7" name="pt2357"/>
            <p:cNvSpPr/>
            <p:nvPr/>
          </p:nvSpPr>
          <p:spPr>
            <a:xfrm>
              <a:off x="9901800" y="50585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8" name="pt2358"/>
            <p:cNvSpPr/>
            <p:nvPr/>
          </p:nvSpPr>
          <p:spPr>
            <a:xfrm>
              <a:off x="11515423" y="47016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9" name="pt2359"/>
            <p:cNvSpPr/>
            <p:nvPr/>
          </p:nvSpPr>
          <p:spPr>
            <a:xfrm>
              <a:off x="10376395" y="48314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0" name="pt2360"/>
            <p:cNvSpPr/>
            <p:nvPr/>
          </p:nvSpPr>
          <p:spPr>
            <a:xfrm>
              <a:off x="10471314" y="48638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1" name="pt2361"/>
            <p:cNvSpPr/>
            <p:nvPr/>
          </p:nvSpPr>
          <p:spPr>
            <a:xfrm>
              <a:off x="11895099" y="379289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2" name="pt2362"/>
            <p:cNvSpPr/>
            <p:nvPr/>
          </p:nvSpPr>
          <p:spPr>
            <a:xfrm>
              <a:off x="9996719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3" name="pt2363"/>
            <p:cNvSpPr/>
            <p:nvPr/>
          </p:nvSpPr>
          <p:spPr>
            <a:xfrm>
              <a:off x="11610342" y="444197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4" name="pt2364"/>
            <p:cNvSpPr/>
            <p:nvPr/>
          </p:nvSpPr>
          <p:spPr>
            <a:xfrm>
              <a:off x="10471314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5" name="pt2365"/>
            <p:cNvSpPr/>
            <p:nvPr/>
          </p:nvSpPr>
          <p:spPr>
            <a:xfrm>
              <a:off x="9996719" y="54804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6" name="pt2366"/>
            <p:cNvSpPr/>
            <p:nvPr/>
          </p:nvSpPr>
          <p:spPr>
            <a:xfrm>
              <a:off x="10281476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7" name="pt2367"/>
            <p:cNvSpPr/>
            <p:nvPr/>
          </p:nvSpPr>
          <p:spPr>
            <a:xfrm>
              <a:off x="10313116" y="50261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8" name="pt2368"/>
            <p:cNvSpPr/>
            <p:nvPr/>
          </p:nvSpPr>
          <p:spPr>
            <a:xfrm>
              <a:off x="11610342" y="483141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9" name="pt2369"/>
            <p:cNvSpPr/>
            <p:nvPr/>
          </p:nvSpPr>
          <p:spPr>
            <a:xfrm>
              <a:off x="11515423" y="48314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70" name="pt2370"/>
            <p:cNvSpPr/>
            <p:nvPr/>
          </p:nvSpPr>
          <p:spPr>
            <a:xfrm>
              <a:off x="11610342" y="502614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71" name="pt2371"/>
            <p:cNvSpPr/>
            <p:nvPr/>
          </p:nvSpPr>
          <p:spPr>
            <a:xfrm>
              <a:off x="9775242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72" name="pt2372"/>
            <p:cNvSpPr/>
            <p:nvPr/>
          </p:nvSpPr>
          <p:spPr>
            <a:xfrm>
              <a:off x="10439675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73" name="pt2373"/>
            <p:cNvSpPr/>
            <p:nvPr/>
          </p:nvSpPr>
          <p:spPr>
            <a:xfrm>
              <a:off x="10059999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74" name="pt2374"/>
            <p:cNvSpPr/>
            <p:nvPr/>
          </p:nvSpPr>
          <p:spPr>
            <a:xfrm>
              <a:off x="10787711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75" name="pt2375"/>
            <p:cNvSpPr/>
            <p:nvPr/>
          </p:nvSpPr>
          <p:spPr>
            <a:xfrm>
              <a:off x="10281476" y="53506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76" name="pt2376"/>
            <p:cNvSpPr/>
            <p:nvPr/>
          </p:nvSpPr>
          <p:spPr>
            <a:xfrm>
              <a:off x="10850990" y="453933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77" name="pt2377"/>
            <p:cNvSpPr/>
            <p:nvPr/>
          </p:nvSpPr>
          <p:spPr>
            <a:xfrm>
              <a:off x="10091638" y="56752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78" name="pt2378"/>
            <p:cNvSpPr/>
            <p:nvPr/>
          </p:nvSpPr>
          <p:spPr>
            <a:xfrm>
              <a:off x="10218197" y="541558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79" name="pt2379"/>
            <p:cNvSpPr/>
            <p:nvPr/>
          </p:nvSpPr>
          <p:spPr>
            <a:xfrm>
              <a:off x="9332286" y="57401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80" name="pt2380"/>
            <p:cNvSpPr/>
            <p:nvPr/>
          </p:nvSpPr>
          <p:spPr>
            <a:xfrm>
              <a:off x="11610342" y="444197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81" name="pt2381"/>
            <p:cNvSpPr/>
            <p:nvPr/>
          </p:nvSpPr>
          <p:spPr>
            <a:xfrm>
              <a:off x="11705261" y="398761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82" name="pt2382"/>
            <p:cNvSpPr/>
            <p:nvPr/>
          </p:nvSpPr>
          <p:spPr>
            <a:xfrm>
              <a:off x="10376395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83" name="pt2383"/>
            <p:cNvSpPr/>
            <p:nvPr/>
          </p:nvSpPr>
          <p:spPr>
            <a:xfrm>
              <a:off x="11800180" y="392271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84" name="pt2384"/>
            <p:cNvSpPr/>
            <p:nvPr/>
          </p:nvSpPr>
          <p:spPr>
            <a:xfrm>
              <a:off x="11230666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85" name="pt2385"/>
            <p:cNvSpPr/>
            <p:nvPr/>
          </p:nvSpPr>
          <p:spPr>
            <a:xfrm>
              <a:off x="10850990" y="47989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86" name="pt2386"/>
            <p:cNvSpPr/>
            <p:nvPr/>
          </p:nvSpPr>
          <p:spPr>
            <a:xfrm>
              <a:off x="11515423" y="46691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87" name="pt2387"/>
            <p:cNvSpPr/>
            <p:nvPr/>
          </p:nvSpPr>
          <p:spPr>
            <a:xfrm>
              <a:off x="9332286" y="57401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88" name="pt2388"/>
            <p:cNvSpPr/>
            <p:nvPr/>
          </p:nvSpPr>
          <p:spPr>
            <a:xfrm>
              <a:off x="10566233" y="528577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89" name="pt2389"/>
            <p:cNvSpPr/>
            <p:nvPr/>
          </p:nvSpPr>
          <p:spPr>
            <a:xfrm>
              <a:off x="10091638" y="561030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0" name="pt2390"/>
            <p:cNvSpPr/>
            <p:nvPr/>
          </p:nvSpPr>
          <p:spPr>
            <a:xfrm>
              <a:off x="10502954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1" name="pt2391"/>
            <p:cNvSpPr/>
            <p:nvPr/>
          </p:nvSpPr>
          <p:spPr>
            <a:xfrm>
              <a:off x="11420504" y="431215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2" name="pt2392"/>
            <p:cNvSpPr/>
            <p:nvPr/>
          </p:nvSpPr>
          <p:spPr>
            <a:xfrm>
              <a:off x="10439675" y="541558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3" name="pt2393"/>
            <p:cNvSpPr/>
            <p:nvPr/>
          </p:nvSpPr>
          <p:spPr>
            <a:xfrm>
              <a:off x="9806881" y="55454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4" name="pt2394"/>
            <p:cNvSpPr/>
            <p:nvPr/>
          </p:nvSpPr>
          <p:spPr>
            <a:xfrm>
              <a:off x="11800180" y="424724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5" name="pt2395"/>
            <p:cNvSpPr/>
            <p:nvPr/>
          </p:nvSpPr>
          <p:spPr>
            <a:xfrm>
              <a:off x="11895099" y="402007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6" name="pt2396"/>
            <p:cNvSpPr/>
            <p:nvPr/>
          </p:nvSpPr>
          <p:spPr>
            <a:xfrm>
              <a:off x="11515423" y="45717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7" name="pt2397"/>
            <p:cNvSpPr/>
            <p:nvPr/>
          </p:nvSpPr>
          <p:spPr>
            <a:xfrm>
              <a:off x="11768540" y="42797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8" name="pt2398"/>
            <p:cNvSpPr/>
            <p:nvPr/>
          </p:nvSpPr>
          <p:spPr>
            <a:xfrm>
              <a:off x="11895099" y="359817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9" name="pt2399"/>
            <p:cNvSpPr/>
            <p:nvPr/>
          </p:nvSpPr>
          <p:spPr>
            <a:xfrm>
              <a:off x="11800180" y="389025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0" name="pt2400"/>
            <p:cNvSpPr/>
            <p:nvPr/>
          </p:nvSpPr>
          <p:spPr>
            <a:xfrm>
              <a:off x="11800180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1" name="pt2401"/>
            <p:cNvSpPr/>
            <p:nvPr/>
          </p:nvSpPr>
          <p:spPr>
            <a:xfrm>
              <a:off x="11895099" y="45068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2" name="pt2402"/>
            <p:cNvSpPr/>
            <p:nvPr/>
          </p:nvSpPr>
          <p:spPr>
            <a:xfrm>
              <a:off x="11578702" y="447442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3" name="pt2403"/>
            <p:cNvSpPr/>
            <p:nvPr/>
          </p:nvSpPr>
          <p:spPr>
            <a:xfrm>
              <a:off x="11325585" y="47665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4" name="pt2404"/>
            <p:cNvSpPr/>
            <p:nvPr/>
          </p:nvSpPr>
          <p:spPr>
            <a:xfrm>
              <a:off x="11705261" y="46042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5" name="pt2405"/>
            <p:cNvSpPr/>
            <p:nvPr/>
          </p:nvSpPr>
          <p:spPr>
            <a:xfrm>
              <a:off x="11800180" y="45068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6" name="pt2406"/>
            <p:cNvSpPr/>
            <p:nvPr/>
          </p:nvSpPr>
          <p:spPr>
            <a:xfrm>
              <a:off x="11800180" y="499368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7" name="pt2407"/>
            <p:cNvSpPr/>
            <p:nvPr/>
          </p:nvSpPr>
          <p:spPr>
            <a:xfrm>
              <a:off x="11325585" y="541558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8" name="pt2408"/>
            <p:cNvSpPr/>
            <p:nvPr/>
          </p:nvSpPr>
          <p:spPr>
            <a:xfrm>
              <a:off x="10471314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9" name="pt2409"/>
            <p:cNvSpPr/>
            <p:nvPr/>
          </p:nvSpPr>
          <p:spPr>
            <a:xfrm>
              <a:off x="11293945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10" name="pt2410"/>
            <p:cNvSpPr/>
            <p:nvPr/>
          </p:nvSpPr>
          <p:spPr>
            <a:xfrm>
              <a:off x="11705261" y="47016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11" name="pt2411"/>
            <p:cNvSpPr/>
            <p:nvPr/>
          </p:nvSpPr>
          <p:spPr>
            <a:xfrm>
              <a:off x="11705261" y="45393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12" name="pt2412"/>
            <p:cNvSpPr/>
            <p:nvPr/>
          </p:nvSpPr>
          <p:spPr>
            <a:xfrm>
              <a:off x="11800180" y="39551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13" name="pt2413"/>
            <p:cNvSpPr/>
            <p:nvPr/>
          </p:nvSpPr>
          <p:spPr>
            <a:xfrm>
              <a:off x="10756071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14" name="pt2414"/>
            <p:cNvSpPr/>
            <p:nvPr/>
          </p:nvSpPr>
          <p:spPr>
            <a:xfrm>
              <a:off x="11515423" y="48638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15" name="pt2415"/>
            <p:cNvSpPr/>
            <p:nvPr/>
          </p:nvSpPr>
          <p:spPr>
            <a:xfrm>
              <a:off x="11009188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16" name="pt2416"/>
            <p:cNvSpPr/>
            <p:nvPr/>
          </p:nvSpPr>
          <p:spPr>
            <a:xfrm>
              <a:off x="11705261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17" name="pt2417"/>
            <p:cNvSpPr/>
            <p:nvPr/>
          </p:nvSpPr>
          <p:spPr>
            <a:xfrm>
              <a:off x="11104107" y="457178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18" name="pt2418"/>
            <p:cNvSpPr/>
            <p:nvPr/>
          </p:nvSpPr>
          <p:spPr>
            <a:xfrm>
              <a:off x="11515423" y="421479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19" name="pt2419"/>
            <p:cNvSpPr/>
            <p:nvPr/>
          </p:nvSpPr>
          <p:spPr>
            <a:xfrm>
              <a:off x="11610342" y="44419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0" name="pt2420"/>
            <p:cNvSpPr/>
            <p:nvPr/>
          </p:nvSpPr>
          <p:spPr>
            <a:xfrm>
              <a:off x="11895099" y="39551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1" name="pt2421"/>
            <p:cNvSpPr/>
            <p:nvPr/>
          </p:nvSpPr>
          <p:spPr>
            <a:xfrm>
              <a:off x="11135747" y="44419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2" name="pt2422"/>
            <p:cNvSpPr/>
            <p:nvPr/>
          </p:nvSpPr>
          <p:spPr>
            <a:xfrm>
              <a:off x="11800180" y="43770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3" name="pt2423"/>
            <p:cNvSpPr/>
            <p:nvPr/>
          </p:nvSpPr>
          <p:spPr>
            <a:xfrm>
              <a:off x="11135747" y="47016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4" name="pt2424"/>
            <p:cNvSpPr/>
            <p:nvPr/>
          </p:nvSpPr>
          <p:spPr>
            <a:xfrm>
              <a:off x="11135747" y="47016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5" name="pt2425"/>
            <p:cNvSpPr/>
            <p:nvPr/>
          </p:nvSpPr>
          <p:spPr>
            <a:xfrm>
              <a:off x="11420504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6" name="pt2426"/>
            <p:cNvSpPr/>
            <p:nvPr/>
          </p:nvSpPr>
          <p:spPr>
            <a:xfrm>
              <a:off x="11610342" y="45717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7" name="pt2427"/>
            <p:cNvSpPr/>
            <p:nvPr/>
          </p:nvSpPr>
          <p:spPr>
            <a:xfrm>
              <a:off x="11610342" y="45717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8" name="pt2428"/>
            <p:cNvSpPr/>
            <p:nvPr/>
          </p:nvSpPr>
          <p:spPr>
            <a:xfrm>
              <a:off x="10661152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9" name="pt2429"/>
            <p:cNvSpPr/>
            <p:nvPr/>
          </p:nvSpPr>
          <p:spPr>
            <a:xfrm>
              <a:off x="9743602" y="50261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30" name="pt2430"/>
            <p:cNvSpPr/>
            <p:nvPr/>
          </p:nvSpPr>
          <p:spPr>
            <a:xfrm>
              <a:off x="11610342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31" name="pt2431"/>
            <p:cNvSpPr/>
            <p:nvPr/>
          </p:nvSpPr>
          <p:spPr>
            <a:xfrm>
              <a:off x="11610342" y="483141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32" name="pt2432"/>
            <p:cNvSpPr/>
            <p:nvPr/>
          </p:nvSpPr>
          <p:spPr>
            <a:xfrm>
              <a:off x="11515423" y="46691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33" name="pt2433"/>
            <p:cNvSpPr/>
            <p:nvPr/>
          </p:nvSpPr>
          <p:spPr>
            <a:xfrm>
              <a:off x="11800180" y="47016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34" name="pt2434"/>
            <p:cNvSpPr/>
            <p:nvPr/>
          </p:nvSpPr>
          <p:spPr>
            <a:xfrm>
              <a:off x="9332286" y="47665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35" name="pt2435"/>
            <p:cNvSpPr/>
            <p:nvPr/>
          </p:nvSpPr>
          <p:spPr>
            <a:xfrm>
              <a:off x="11800180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36" name="pt2436"/>
            <p:cNvSpPr/>
            <p:nvPr/>
          </p:nvSpPr>
          <p:spPr>
            <a:xfrm>
              <a:off x="11104107" y="44257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37" name="pt2437"/>
            <p:cNvSpPr/>
            <p:nvPr/>
          </p:nvSpPr>
          <p:spPr>
            <a:xfrm>
              <a:off x="11705261" y="424724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38" name="pt2438"/>
            <p:cNvSpPr/>
            <p:nvPr/>
          </p:nvSpPr>
          <p:spPr>
            <a:xfrm>
              <a:off x="11230666" y="44419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39" name="pt2439"/>
            <p:cNvSpPr/>
            <p:nvPr/>
          </p:nvSpPr>
          <p:spPr>
            <a:xfrm>
              <a:off x="11800180" y="41823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40" name="pt2440"/>
            <p:cNvSpPr/>
            <p:nvPr/>
          </p:nvSpPr>
          <p:spPr>
            <a:xfrm>
              <a:off x="11293945" y="457178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41" name="pt2441"/>
            <p:cNvSpPr/>
            <p:nvPr/>
          </p:nvSpPr>
          <p:spPr>
            <a:xfrm>
              <a:off x="11040828" y="44744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42" name="pt2442"/>
            <p:cNvSpPr/>
            <p:nvPr/>
          </p:nvSpPr>
          <p:spPr>
            <a:xfrm>
              <a:off x="11705261" y="421479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43" name="pt2443"/>
            <p:cNvSpPr/>
            <p:nvPr/>
          </p:nvSpPr>
          <p:spPr>
            <a:xfrm>
              <a:off x="10566233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44" name="pt2444"/>
            <p:cNvSpPr/>
            <p:nvPr/>
          </p:nvSpPr>
          <p:spPr>
            <a:xfrm>
              <a:off x="10471314" y="56427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45" name="pt2445"/>
            <p:cNvSpPr/>
            <p:nvPr/>
          </p:nvSpPr>
          <p:spPr>
            <a:xfrm>
              <a:off x="10344756" y="47665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46" name="pt2446"/>
            <p:cNvSpPr/>
            <p:nvPr/>
          </p:nvSpPr>
          <p:spPr>
            <a:xfrm>
              <a:off x="11800180" y="366308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47" name="pt2447"/>
            <p:cNvSpPr/>
            <p:nvPr/>
          </p:nvSpPr>
          <p:spPr>
            <a:xfrm>
              <a:off x="11800180" y="37279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48" name="pt2448"/>
            <p:cNvSpPr/>
            <p:nvPr/>
          </p:nvSpPr>
          <p:spPr>
            <a:xfrm>
              <a:off x="10281476" y="54804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49" name="pt2449"/>
            <p:cNvSpPr/>
            <p:nvPr/>
          </p:nvSpPr>
          <p:spPr>
            <a:xfrm>
              <a:off x="10218197" y="50910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50" name="pt2450"/>
            <p:cNvSpPr/>
            <p:nvPr/>
          </p:nvSpPr>
          <p:spPr>
            <a:xfrm>
              <a:off x="11610342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51" name="pt2451"/>
            <p:cNvSpPr/>
            <p:nvPr/>
          </p:nvSpPr>
          <p:spPr>
            <a:xfrm>
              <a:off x="10376395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52" name="pt2452"/>
            <p:cNvSpPr/>
            <p:nvPr/>
          </p:nvSpPr>
          <p:spPr>
            <a:xfrm>
              <a:off x="11895099" y="385780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53" name="pt2453"/>
            <p:cNvSpPr/>
            <p:nvPr/>
          </p:nvSpPr>
          <p:spPr>
            <a:xfrm>
              <a:off x="11895099" y="379289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54" name="pt2454"/>
            <p:cNvSpPr/>
            <p:nvPr/>
          </p:nvSpPr>
          <p:spPr>
            <a:xfrm>
              <a:off x="11800180" y="43770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55" name="pt2455"/>
            <p:cNvSpPr/>
            <p:nvPr/>
          </p:nvSpPr>
          <p:spPr>
            <a:xfrm>
              <a:off x="11705261" y="424724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56" name="pt2456"/>
            <p:cNvSpPr/>
            <p:nvPr/>
          </p:nvSpPr>
          <p:spPr>
            <a:xfrm>
              <a:off x="10376395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57" name="pt2457"/>
            <p:cNvSpPr/>
            <p:nvPr/>
          </p:nvSpPr>
          <p:spPr>
            <a:xfrm>
              <a:off x="11895099" y="366308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58" name="pt2458"/>
            <p:cNvSpPr/>
            <p:nvPr/>
          </p:nvSpPr>
          <p:spPr>
            <a:xfrm>
              <a:off x="11800180" y="392271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59" name="pt2459"/>
            <p:cNvSpPr/>
            <p:nvPr/>
          </p:nvSpPr>
          <p:spPr>
            <a:xfrm>
              <a:off x="10977549" y="53506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60" name="pt2460"/>
            <p:cNvSpPr/>
            <p:nvPr/>
          </p:nvSpPr>
          <p:spPr>
            <a:xfrm>
              <a:off x="11673621" y="463669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61" name="pt2461"/>
            <p:cNvSpPr/>
            <p:nvPr/>
          </p:nvSpPr>
          <p:spPr>
            <a:xfrm>
              <a:off x="11705261" y="47340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62" name="pt2462"/>
            <p:cNvSpPr/>
            <p:nvPr/>
          </p:nvSpPr>
          <p:spPr>
            <a:xfrm>
              <a:off x="10597873" y="44744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63" name="pt2463"/>
            <p:cNvSpPr/>
            <p:nvPr/>
          </p:nvSpPr>
          <p:spPr>
            <a:xfrm>
              <a:off x="11800180" y="476651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64" name="pt2464"/>
            <p:cNvSpPr/>
            <p:nvPr/>
          </p:nvSpPr>
          <p:spPr>
            <a:xfrm>
              <a:off x="11040828" y="55454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65" name="pt2465"/>
            <p:cNvSpPr/>
            <p:nvPr/>
          </p:nvSpPr>
          <p:spPr>
            <a:xfrm>
              <a:off x="10186557" y="50261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66" name="pt2466"/>
            <p:cNvSpPr/>
            <p:nvPr/>
          </p:nvSpPr>
          <p:spPr>
            <a:xfrm>
              <a:off x="11420504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67" name="pt2467"/>
            <p:cNvSpPr/>
            <p:nvPr/>
          </p:nvSpPr>
          <p:spPr>
            <a:xfrm>
              <a:off x="11705261" y="489632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68" name="pt2468"/>
            <p:cNvSpPr/>
            <p:nvPr/>
          </p:nvSpPr>
          <p:spPr>
            <a:xfrm>
              <a:off x="10376395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69" name="pt2469"/>
            <p:cNvSpPr/>
            <p:nvPr/>
          </p:nvSpPr>
          <p:spPr>
            <a:xfrm>
              <a:off x="10376395" y="47665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70" name="pt2470"/>
            <p:cNvSpPr/>
            <p:nvPr/>
          </p:nvSpPr>
          <p:spPr>
            <a:xfrm>
              <a:off x="10281476" y="50910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71" name="pt2471"/>
            <p:cNvSpPr/>
            <p:nvPr/>
          </p:nvSpPr>
          <p:spPr>
            <a:xfrm>
              <a:off x="9806881" y="49287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72" name="pt2472"/>
            <p:cNvSpPr/>
            <p:nvPr/>
          </p:nvSpPr>
          <p:spPr>
            <a:xfrm>
              <a:off x="10249837" y="46691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73" name="pt2473"/>
            <p:cNvSpPr/>
            <p:nvPr/>
          </p:nvSpPr>
          <p:spPr>
            <a:xfrm>
              <a:off x="10313116" y="528577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74" name="pt2474"/>
            <p:cNvSpPr/>
            <p:nvPr/>
          </p:nvSpPr>
          <p:spPr>
            <a:xfrm>
              <a:off x="10313116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75" name="pt2475"/>
            <p:cNvSpPr/>
            <p:nvPr/>
          </p:nvSpPr>
          <p:spPr>
            <a:xfrm>
              <a:off x="10154918" y="54804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76" name="pt2476"/>
            <p:cNvSpPr/>
            <p:nvPr/>
          </p:nvSpPr>
          <p:spPr>
            <a:xfrm>
              <a:off x="11515423" y="457178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77" name="pt2477"/>
            <p:cNvSpPr/>
            <p:nvPr/>
          </p:nvSpPr>
          <p:spPr>
            <a:xfrm>
              <a:off x="11135747" y="47989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78" name="pt2478"/>
            <p:cNvSpPr/>
            <p:nvPr/>
          </p:nvSpPr>
          <p:spPr>
            <a:xfrm>
              <a:off x="9617043" y="56752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79" name="pt2479"/>
            <p:cNvSpPr/>
            <p:nvPr/>
          </p:nvSpPr>
          <p:spPr>
            <a:xfrm>
              <a:off x="11610342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80" name="pt2480"/>
            <p:cNvSpPr/>
            <p:nvPr/>
          </p:nvSpPr>
          <p:spPr>
            <a:xfrm>
              <a:off x="10281476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81" name="pt2481"/>
            <p:cNvSpPr/>
            <p:nvPr/>
          </p:nvSpPr>
          <p:spPr>
            <a:xfrm>
              <a:off x="11895099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82" name="pt2482"/>
            <p:cNvSpPr/>
            <p:nvPr/>
          </p:nvSpPr>
          <p:spPr>
            <a:xfrm>
              <a:off x="10186557" y="528577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83" name="pt2483"/>
            <p:cNvSpPr/>
            <p:nvPr/>
          </p:nvSpPr>
          <p:spPr>
            <a:xfrm>
              <a:off x="10376395" y="55454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84" name="pt2484"/>
            <p:cNvSpPr/>
            <p:nvPr/>
          </p:nvSpPr>
          <p:spPr>
            <a:xfrm>
              <a:off x="9870161" y="561030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85" name="pt2485"/>
            <p:cNvSpPr/>
            <p:nvPr/>
          </p:nvSpPr>
          <p:spPr>
            <a:xfrm>
              <a:off x="11515423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86" name="pt2486"/>
            <p:cNvSpPr/>
            <p:nvPr/>
          </p:nvSpPr>
          <p:spPr>
            <a:xfrm>
              <a:off x="9965080" y="51884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87" name="pt2487"/>
            <p:cNvSpPr/>
            <p:nvPr/>
          </p:nvSpPr>
          <p:spPr>
            <a:xfrm>
              <a:off x="10566233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88" name="pt2488"/>
            <p:cNvSpPr/>
            <p:nvPr/>
          </p:nvSpPr>
          <p:spPr>
            <a:xfrm>
              <a:off x="8762772" y="55454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89" name="pt2489"/>
            <p:cNvSpPr/>
            <p:nvPr/>
          </p:nvSpPr>
          <p:spPr>
            <a:xfrm>
              <a:off x="11705261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0" name="pt2490"/>
            <p:cNvSpPr/>
            <p:nvPr/>
          </p:nvSpPr>
          <p:spPr>
            <a:xfrm>
              <a:off x="10091638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1" name="pt2491"/>
            <p:cNvSpPr/>
            <p:nvPr/>
          </p:nvSpPr>
          <p:spPr>
            <a:xfrm>
              <a:off x="11199026" y="50261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2" name="pt2492"/>
            <p:cNvSpPr/>
            <p:nvPr/>
          </p:nvSpPr>
          <p:spPr>
            <a:xfrm>
              <a:off x="10408035" y="53831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3" name="pt2493"/>
            <p:cNvSpPr/>
            <p:nvPr/>
          </p:nvSpPr>
          <p:spPr>
            <a:xfrm>
              <a:off x="10724431" y="51235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4" name="pt2494"/>
            <p:cNvSpPr/>
            <p:nvPr/>
          </p:nvSpPr>
          <p:spPr>
            <a:xfrm>
              <a:off x="11040828" y="52533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5" name="pt2495"/>
            <p:cNvSpPr/>
            <p:nvPr/>
          </p:nvSpPr>
          <p:spPr>
            <a:xfrm>
              <a:off x="11800180" y="41498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6" name="pt2496"/>
            <p:cNvSpPr/>
            <p:nvPr/>
          </p:nvSpPr>
          <p:spPr>
            <a:xfrm>
              <a:off x="11388864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7" name="pt2497"/>
            <p:cNvSpPr/>
            <p:nvPr/>
          </p:nvSpPr>
          <p:spPr>
            <a:xfrm>
              <a:off x="11040828" y="48314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8" name="pt2498"/>
            <p:cNvSpPr/>
            <p:nvPr/>
          </p:nvSpPr>
          <p:spPr>
            <a:xfrm>
              <a:off x="9775242" y="55129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9" name="pt2499"/>
            <p:cNvSpPr/>
            <p:nvPr/>
          </p:nvSpPr>
          <p:spPr>
            <a:xfrm>
              <a:off x="10661152" y="457178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0" name="pt2500"/>
            <p:cNvSpPr/>
            <p:nvPr/>
          </p:nvSpPr>
          <p:spPr>
            <a:xfrm>
              <a:off x="9617043" y="50585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1" name="pt2501"/>
            <p:cNvSpPr/>
            <p:nvPr/>
          </p:nvSpPr>
          <p:spPr>
            <a:xfrm>
              <a:off x="11895099" y="39551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2" name="pt2502"/>
            <p:cNvSpPr/>
            <p:nvPr/>
          </p:nvSpPr>
          <p:spPr>
            <a:xfrm>
              <a:off x="11135747" y="52533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3" name="pt2503"/>
            <p:cNvSpPr/>
            <p:nvPr/>
          </p:nvSpPr>
          <p:spPr>
            <a:xfrm>
              <a:off x="10945909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4" name="pt2504"/>
            <p:cNvSpPr/>
            <p:nvPr/>
          </p:nvSpPr>
          <p:spPr>
            <a:xfrm>
              <a:off x="10281476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5" name="pt2505"/>
            <p:cNvSpPr/>
            <p:nvPr/>
          </p:nvSpPr>
          <p:spPr>
            <a:xfrm>
              <a:off x="10471314" y="55454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6" name="pt2506"/>
            <p:cNvSpPr/>
            <p:nvPr/>
          </p:nvSpPr>
          <p:spPr>
            <a:xfrm>
              <a:off x="8984250" y="55129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7" name="pt2507"/>
            <p:cNvSpPr/>
            <p:nvPr/>
          </p:nvSpPr>
          <p:spPr>
            <a:xfrm>
              <a:off x="11895099" y="385780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8" name="pt2508"/>
            <p:cNvSpPr/>
            <p:nvPr/>
          </p:nvSpPr>
          <p:spPr>
            <a:xfrm>
              <a:off x="11895099" y="398761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9" name="pt2509"/>
            <p:cNvSpPr/>
            <p:nvPr/>
          </p:nvSpPr>
          <p:spPr>
            <a:xfrm>
              <a:off x="11800180" y="41823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0" name="pt2510"/>
            <p:cNvSpPr/>
            <p:nvPr/>
          </p:nvSpPr>
          <p:spPr>
            <a:xfrm>
              <a:off x="10787711" y="51884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1" name="pt2511"/>
            <p:cNvSpPr/>
            <p:nvPr/>
          </p:nvSpPr>
          <p:spPr>
            <a:xfrm>
              <a:off x="11705261" y="447442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2" name="pt2512"/>
            <p:cNvSpPr/>
            <p:nvPr/>
          </p:nvSpPr>
          <p:spPr>
            <a:xfrm>
              <a:off x="11420504" y="453933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3" name="pt2513"/>
            <p:cNvSpPr/>
            <p:nvPr/>
          </p:nvSpPr>
          <p:spPr>
            <a:xfrm>
              <a:off x="9965080" y="50910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4" name="pt2514"/>
            <p:cNvSpPr/>
            <p:nvPr/>
          </p:nvSpPr>
          <p:spPr>
            <a:xfrm>
              <a:off x="10756071" y="53182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5" name="pt2515"/>
            <p:cNvSpPr/>
            <p:nvPr/>
          </p:nvSpPr>
          <p:spPr>
            <a:xfrm>
              <a:off x="11135747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6" name="pt2516"/>
            <p:cNvSpPr/>
            <p:nvPr/>
          </p:nvSpPr>
          <p:spPr>
            <a:xfrm>
              <a:off x="11705261" y="379289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7" name="pt2517"/>
            <p:cNvSpPr/>
            <p:nvPr/>
          </p:nvSpPr>
          <p:spPr>
            <a:xfrm>
              <a:off x="11705261" y="43770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8" name="pt2518"/>
            <p:cNvSpPr/>
            <p:nvPr/>
          </p:nvSpPr>
          <p:spPr>
            <a:xfrm>
              <a:off x="10661152" y="499368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9" name="pt2519"/>
            <p:cNvSpPr/>
            <p:nvPr/>
          </p:nvSpPr>
          <p:spPr>
            <a:xfrm>
              <a:off x="11388864" y="50910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0" name="pt2520"/>
            <p:cNvSpPr/>
            <p:nvPr/>
          </p:nvSpPr>
          <p:spPr>
            <a:xfrm>
              <a:off x="10376395" y="49287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1" name="pt2521"/>
            <p:cNvSpPr/>
            <p:nvPr/>
          </p:nvSpPr>
          <p:spPr>
            <a:xfrm>
              <a:off x="10281476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2" name="pt2522"/>
            <p:cNvSpPr/>
            <p:nvPr/>
          </p:nvSpPr>
          <p:spPr>
            <a:xfrm>
              <a:off x="11610342" y="44419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3" name="pt2523"/>
            <p:cNvSpPr/>
            <p:nvPr/>
          </p:nvSpPr>
          <p:spPr>
            <a:xfrm>
              <a:off x="10344756" y="528577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4" name="pt2524"/>
            <p:cNvSpPr/>
            <p:nvPr/>
          </p:nvSpPr>
          <p:spPr>
            <a:xfrm>
              <a:off x="9870161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5" name="pt2525"/>
            <p:cNvSpPr/>
            <p:nvPr/>
          </p:nvSpPr>
          <p:spPr>
            <a:xfrm>
              <a:off x="10281476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6" name="pt2526"/>
            <p:cNvSpPr/>
            <p:nvPr/>
          </p:nvSpPr>
          <p:spPr>
            <a:xfrm>
              <a:off x="11895099" y="389025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7" name="pt2527"/>
            <p:cNvSpPr/>
            <p:nvPr/>
          </p:nvSpPr>
          <p:spPr>
            <a:xfrm>
              <a:off x="11705261" y="463669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8" name="pt2528"/>
            <p:cNvSpPr/>
            <p:nvPr/>
          </p:nvSpPr>
          <p:spPr>
            <a:xfrm>
              <a:off x="11135747" y="47665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9" name="pt2529"/>
            <p:cNvSpPr/>
            <p:nvPr/>
          </p:nvSpPr>
          <p:spPr>
            <a:xfrm>
              <a:off x="11515423" y="47665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0" name="pt2530"/>
            <p:cNvSpPr/>
            <p:nvPr/>
          </p:nvSpPr>
          <p:spPr>
            <a:xfrm>
              <a:off x="10091638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1" name="pt2531"/>
            <p:cNvSpPr/>
            <p:nvPr/>
          </p:nvSpPr>
          <p:spPr>
            <a:xfrm>
              <a:off x="9617043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2" name="pt2532"/>
            <p:cNvSpPr/>
            <p:nvPr/>
          </p:nvSpPr>
          <p:spPr>
            <a:xfrm>
              <a:off x="9775242" y="56427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3" name="pt2533"/>
            <p:cNvSpPr/>
            <p:nvPr/>
          </p:nvSpPr>
          <p:spPr>
            <a:xfrm>
              <a:off x="11705261" y="460424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4" name="pt2534"/>
            <p:cNvSpPr/>
            <p:nvPr/>
          </p:nvSpPr>
          <p:spPr>
            <a:xfrm>
              <a:off x="11895099" y="45068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5" name="pt2535"/>
            <p:cNvSpPr/>
            <p:nvPr/>
          </p:nvSpPr>
          <p:spPr>
            <a:xfrm>
              <a:off x="11515423" y="49287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6" name="pt2536"/>
            <p:cNvSpPr/>
            <p:nvPr/>
          </p:nvSpPr>
          <p:spPr>
            <a:xfrm>
              <a:off x="9648683" y="55454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7" name="pt2537"/>
            <p:cNvSpPr/>
            <p:nvPr/>
          </p:nvSpPr>
          <p:spPr>
            <a:xfrm>
              <a:off x="9553764" y="56752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8" name="pt2538"/>
            <p:cNvSpPr/>
            <p:nvPr/>
          </p:nvSpPr>
          <p:spPr>
            <a:xfrm>
              <a:off x="11610342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9" name="pt2539"/>
            <p:cNvSpPr/>
            <p:nvPr/>
          </p:nvSpPr>
          <p:spPr>
            <a:xfrm>
              <a:off x="11610342" y="41498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0" name="pt2540"/>
            <p:cNvSpPr/>
            <p:nvPr/>
          </p:nvSpPr>
          <p:spPr>
            <a:xfrm>
              <a:off x="11800180" y="405252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1" name="pt2541"/>
            <p:cNvSpPr/>
            <p:nvPr/>
          </p:nvSpPr>
          <p:spPr>
            <a:xfrm>
              <a:off x="11705261" y="434461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2" name="pt2542"/>
            <p:cNvSpPr/>
            <p:nvPr/>
          </p:nvSpPr>
          <p:spPr>
            <a:xfrm>
              <a:off x="9015890" y="54804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3" name="pt2543"/>
            <p:cNvSpPr/>
            <p:nvPr/>
          </p:nvSpPr>
          <p:spPr>
            <a:xfrm>
              <a:off x="11199026" y="473405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4" name="pt2544"/>
            <p:cNvSpPr/>
            <p:nvPr/>
          </p:nvSpPr>
          <p:spPr>
            <a:xfrm>
              <a:off x="11895099" y="398761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5" name="pt2545"/>
            <p:cNvSpPr/>
            <p:nvPr/>
          </p:nvSpPr>
          <p:spPr>
            <a:xfrm>
              <a:off x="11800180" y="40849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6" name="pt2546"/>
            <p:cNvSpPr/>
            <p:nvPr/>
          </p:nvSpPr>
          <p:spPr>
            <a:xfrm>
              <a:off x="11895099" y="40849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7" name="pt2547"/>
            <p:cNvSpPr/>
            <p:nvPr/>
          </p:nvSpPr>
          <p:spPr>
            <a:xfrm>
              <a:off x="11705261" y="41823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8" name="pt2548"/>
            <p:cNvSpPr/>
            <p:nvPr/>
          </p:nvSpPr>
          <p:spPr>
            <a:xfrm>
              <a:off x="10724431" y="457178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9" name="pt2549"/>
            <p:cNvSpPr/>
            <p:nvPr/>
          </p:nvSpPr>
          <p:spPr>
            <a:xfrm>
              <a:off x="11895099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0" name="pt2550"/>
            <p:cNvSpPr/>
            <p:nvPr/>
          </p:nvSpPr>
          <p:spPr>
            <a:xfrm>
              <a:off x="11705261" y="447442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1" name="pt2551"/>
            <p:cNvSpPr/>
            <p:nvPr/>
          </p:nvSpPr>
          <p:spPr>
            <a:xfrm>
              <a:off x="9838521" y="53182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2" name="pt2552"/>
            <p:cNvSpPr/>
            <p:nvPr/>
          </p:nvSpPr>
          <p:spPr>
            <a:xfrm>
              <a:off x="11800180" y="45717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3" name="pt2553"/>
            <p:cNvSpPr/>
            <p:nvPr/>
          </p:nvSpPr>
          <p:spPr>
            <a:xfrm>
              <a:off x="11199026" y="55454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4" name="pt2554"/>
            <p:cNvSpPr/>
            <p:nvPr/>
          </p:nvSpPr>
          <p:spPr>
            <a:xfrm>
              <a:off x="11610342" y="43770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5" name="pl2555"/>
            <p:cNvSpPr/>
            <p:nvPr/>
          </p:nvSpPr>
          <p:spPr>
            <a:xfrm>
              <a:off x="8502841" y="4629302"/>
              <a:ext cx="3227245" cy="1184330"/>
            </a:xfrm>
            <a:custGeom>
              <a:avLst/>
              <a:gdLst/>
              <a:ahLst/>
              <a:cxnLst/>
              <a:rect l="0" t="0" r="0" b="0"/>
              <a:pathLst>
                <a:path w="3227245" h="1184330">
                  <a:moveTo>
                    <a:pt x="0" y="1184330"/>
                  </a:moveTo>
                  <a:lnTo>
                    <a:pt x="40851" y="1169339"/>
                  </a:lnTo>
                  <a:lnTo>
                    <a:pt x="81702" y="1154347"/>
                  </a:lnTo>
                  <a:lnTo>
                    <a:pt x="122553" y="1139356"/>
                  </a:lnTo>
                  <a:lnTo>
                    <a:pt x="163404" y="1124364"/>
                  </a:lnTo>
                  <a:lnTo>
                    <a:pt x="204256" y="1109373"/>
                  </a:lnTo>
                  <a:lnTo>
                    <a:pt x="245107" y="1094381"/>
                  </a:lnTo>
                  <a:lnTo>
                    <a:pt x="285958" y="1079390"/>
                  </a:lnTo>
                  <a:lnTo>
                    <a:pt x="326809" y="1064398"/>
                  </a:lnTo>
                  <a:lnTo>
                    <a:pt x="367660" y="1049406"/>
                  </a:lnTo>
                  <a:lnTo>
                    <a:pt x="408512" y="1034415"/>
                  </a:lnTo>
                  <a:lnTo>
                    <a:pt x="449363" y="1019423"/>
                  </a:lnTo>
                  <a:lnTo>
                    <a:pt x="490214" y="1004432"/>
                  </a:lnTo>
                  <a:lnTo>
                    <a:pt x="531065" y="989440"/>
                  </a:lnTo>
                  <a:lnTo>
                    <a:pt x="571916" y="974449"/>
                  </a:lnTo>
                  <a:lnTo>
                    <a:pt x="612768" y="959457"/>
                  </a:lnTo>
                  <a:lnTo>
                    <a:pt x="653619" y="944466"/>
                  </a:lnTo>
                  <a:lnTo>
                    <a:pt x="694470" y="929474"/>
                  </a:lnTo>
                  <a:lnTo>
                    <a:pt x="735321" y="914483"/>
                  </a:lnTo>
                  <a:lnTo>
                    <a:pt x="776172" y="899491"/>
                  </a:lnTo>
                  <a:lnTo>
                    <a:pt x="817024" y="884500"/>
                  </a:lnTo>
                  <a:lnTo>
                    <a:pt x="857875" y="869508"/>
                  </a:lnTo>
                  <a:lnTo>
                    <a:pt x="898726" y="854517"/>
                  </a:lnTo>
                  <a:lnTo>
                    <a:pt x="939577" y="839525"/>
                  </a:lnTo>
                  <a:lnTo>
                    <a:pt x="980429" y="824534"/>
                  </a:lnTo>
                  <a:lnTo>
                    <a:pt x="1021280" y="809542"/>
                  </a:lnTo>
                  <a:lnTo>
                    <a:pt x="1062131" y="794550"/>
                  </a:lnTo>
                  <a:lnTo>
                    <a:pt x="1102982" y="779559"/>
                  </a:lnTo>
                  <a:lnTo>
                    <a:pt x="1143833" y="764567"/>
                  </a:lnTo>
                  <a:lnTo>
                    <a:pt x="1184685" y="749576"/>
                  </a:lnTo>
                  <a:lnTo>
                    <a:pt x="1225536" y="734584"/>
                  </a:lnTo>
                  <a:lnTo>
                    <a:pt x="1266387" y="719593"/>
                  </a:lnTo>
                  <a:lnTo>
                    <a:pt x="1307238" y="704601"/>
                  </a:lnTo>
                  <a:lnTo>
                    <a:pt x="1348089" y="689610"/>
                  </a:lnTo>
                  <a:lnTo>
                    <a:pt x="1388941" y="674618"/>
                  </a:lnTo>
                  <a:lnTo>
                    <a:pt x="1429792" y="659627"/>
                  </a:lnTo>
                  <a:lnTo>
                    <a:pt x="1470643" y="644635"/>
                  </a:lnTo>
                  <a:lnTo>
                    <a:pt x="1511494" y="629644"/>
                  </a:lnTo>
                  <a:lnTo>
                    <a:pt x="1552345" y="614652"/>
                  </a:lnTo>
                  <a:lnTo>
                    <a:pt x="1593197" y="599661"/>
                  </a:lnTo>
                  <a:lnTo>
                    <a:pt x="1634048" y="584669"/>
                  </a:lnTo>
                  <a:lnTo>
                    <a:pt x="1674899" y="569678"/>
                  </a:lnTo>
                  <a:lnTo>
                    <a:pt x="1715750" y="554686"/>
                  </a:lnTo>
                  <a:lnTo>
                    <a:pt x="1756601" y="539695"/>
                  </a:lnTo>
                  <a:lnTo>
                    <a:pt x="1797453" y="524703"/>
                  </a:lnTo>
                  <a:lnTo>
                    <a:pt x="1838304" y="509711"/>
                  </a:lnTo>
                  <a:lnTo>
                    <a:pt x="1879155" y="494720"/>
                  </a:lnTo>
                  <a:lnTo>
                    <a:pt x="1920006" y="479728"/>
                  </a:lnTo>
                  <a:lnTo>
                    <a:pt x="1960858" y="464737"/>
                  </a:lnTo>
                  <a:lnTo>
                    <a:pt x="2001709" y="449745"/>
                  </a:lnTo>
                  <a:lnTo>
                    <a:pt x="2042560" y="434754"/>
                  </a:lnTo>
                  <a:lnTo>
                    <a:pt x="2083411" y="419762"/>
                  </a:lnTo>
                  <a:lnTo>
                    <a:pt x="2124262" y="404771"/>
                  </a:lnTo>
                  <a:lnTo>
                    <a:pt x="2165114" y="389779"/>
                  </a:lnTo>
                  <a:lnTo>
                    <a:pt x="2205965" y="374788"/>
                  </a:lnTo>
                  <a:lnTo>
                    <a:pt x="2246816" y="359796"/>
                  </a:lnTo>
                  <a:lnTo>
                    <a:pt x="2287667" y="344805"/>
                  </a:lnTo>
                  <a:lnTo>
                    <a:pt x="2328518" y="329813"/>
                  </a:lnTo>
                  <a:lnTo>
                    <a:pt x="2369370" y="314822"/>
                  </a:lnTo>
                  <a:lnTo>
                    <a:pt x="2410221" y="299830"/>
                  </a:lnTo>
                  <a:lnTo>
                    <a:pt x="2451072" y="284839"/>
                  </a:lnTo>
                  <a:lnTo>
                    <a:pt x="2491923" y="269847"/>
                  </a:lnTo>
                  <a:lnTo>
                    <a:pt x="2532774" y="254855"/>
                  </a:lnTo>
                  <a:lnTo>
                    <a:pt x="2573626" y="239864"/>
                  </a:lnTo>
                  <a:lnTo>
                    <a:pt x="2614477" y="224872"/>
                  </a:lnTo>
                  <a:lnTo>
                    <a:pt x="2655328" y="209881"/>
                  </a:lnTo>
                  <a:lnTo>
                    <a:pt x="2696179" y="194889"/>
                  </a:lnTo>
                  <a:lnTo>
                    <a:pt x="2737031" y="179898"/>
                  </a:lnTo>
                  <a:lnTo>
                    <a:pt x="2777882" y="164906"/>
                  </a:lnTo>
                  <a:lnTo>
                    <a:pt x="2818733" y="149915"/>
                  </a:lnTo>
                  <a:lnTo>
                    <a:pt x="2859584" y="134923"/>
                  </a:lnTo>
                  <a:lnTo>
                    <a:pt x="2900435" y="119932"/>
                  </a:lnTo>
                  <a:lnTo>
                    <a:pt x="2941287" y="104940"/>
                  </a:lnTo>
                  <a:lnTo>
                    <a:pt x="2982138" y="89949"/>
                  </a:lnTo>
                  <a:lnTo>
                    <a:pt x="3022989" y="74957"/>
                  </a:lnTo>
                  <a:lnTo>
                    <a:pt x="3063840" y="59966"/>
                  </a:lnTo>
                  <a:lnTo>
                    <a:pt x="3104691" y="44974"/>
                  </a:lnTo>
                  <a:lnTo>
                    <a:pt x="3145543" y="29983"/>
                  </a:lnTo>
                  <a:lnTo>
                    <a:pt x="3186394" y="14991"/>
                  </a:lnTo>
                  <a:lnTo>
                    <a:pt x="3227245" y="0"/>
                  </a:lnTo>
                </a:path>
              </a:pathLst>
            </a:custGeom>
            <a:ln w="27101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6" name="pl2556"/>
            <p:cNvSpPr/>
            <p:nvPr/>
          </p:nvSpPr>
          <p:spPr>
            <a:xfrm>
              <a:off x="11255492" y="4112526"/>
              <a:ext cx="664432" cy="962500"/>
            </a:xfrm>
            <a:custGeom>
              <a:avLst/>
              <a:gdLst/>
              <a:ahLst/>
              <a:cxnLst/>
              <a:rect l="0" t="0" r="0" b="0"/>
              <a:pathLst>
                <a:path w="664432" h="962500">
                  <a:moveTo>
                    <a:pt x="0" y="962500"/>
                  </a:moveTo>
                  <a:lnTo>
                    <a:pt x="8410" y="950316"/>
                  </a:lnTo>
                  <a:lnTo>
                    <a:pt x="16821" y="938133"/>
                  </a:lnTo>
                  <a:lnTo>
                    <a:pt x="25231" y="925949"/>
                  </a:lnTo>
                  <a:lnTo>
                    <a:pt x="33642" y="913766"/>
                  </a:lnTo>
                  <a:lnTo>
                    <a:pt x="42052" y="901582"/>
                  </a:lnTo>
                  <a:lnTo>
                    <a:pt x="50463" y="889399"/>
                  </a:lnTo>
                  <a:lnTo>
                    <a:pt x="58873" y="877215"/>
                  </a:lnTo>
                  <a:lnTo>
                    <a:pt x="67284" y="865032"/>
                  </a:lnTo>
                  <a:lnTo>
                    <a:pt x="75694" y="852848"/>
                  </a:lnTo>
                  <a:lnTo>
                    <a:pt x="84105" y="840664"/>
                  </a:lnTo>
                  <a:lnTo>
                    <a:pt x="92515" y="828481"/>
                  </a:lnTo>
                  <a:lnTo>
                    <a:pt x="100926" y="816297"/>
                  </a:lnTo>
                  <a:lnTo>
                    <a:pt x="109337" y="804114"/>
                  </a:lnTo>
                  <a:lnTo>
                    <a:pt x="117747" y="791930"/>
                  </a:lnTo>
                  <a:lnTo>
                    <a:pt x="126158" y="779747"/>
                  </a:lnTo>
                  <a:lnTo>
                    <a:pt x="134568" y="767563"/>
                  </a:lnTo>
                  <a:lnTo>
                    <a:pt x="142979" y="755380"/>
                  </a:lnTo>
                  <a:lnTo>
                    <a:pt x="151389" y="743196"/>
                  </a:lnTo>
                  <a:lnTo>
                    <a:pt x="159800" y="731012"/>
                  </a:lnTo>
                  <a:lnTo>
                    <a:pt x="168210" y="718829"/>
                  </a:lnTo>
                  <a:lnTo>
                    <a:pt x="176621" y="706645"/>
                  </a:lnTo>
                  <a:lnTo>
                    <a:pt x="185031" y="694462"/>
                  </a:lnTo>
                  <a:lnTo>
                    <a:pt x="193442" y="682278"/>
                  </a:lnTo>
                  <a:lnTo>
                    <a:pt x="201853" y="670095"/>
                  </a:lnTo>
                  <a:lnTo>
                    <a:pt x="210263" y="657911"/>
                  </a:lnTo>
                  <a:lnTo>
                    <a:pt x="218674" y="645728"/>
                  </a:lnTo>
                  <a:lnTo>
                    <a:pt x="227084" y="633544"/>
                  </a:lnTo>
                  <a:lnTo>
                    <a:pt x="235495" y="621361"/>
                  </a:lnTo>
                  <a:lnTo>
                    <a:pt x="243905" y="609177"/>
                  </a:lnTo>
                  <a:lnTo>
                    <a:pt x="252316" y="596993"/>
                  </a:lnTo>
                  <a:lnTo>
                    <a:pt x="260726" y="584810"/>
                  </a:lnTo>
                  <a:lnTo>
                    <a:pt x="269137" y="572626"/>
                  </a:lnTo>
                  <a:lnTo>
                    <a:pt x="277547" y="560443"/>
                  </a:lnTo>
                  <a:lnTo>
                    <a:pt x="285958" y="548259"/>
                  </a:lnTo>
                  <a:lnTo>
                    <a:pt x="294369" y="536076"/>
                  </a:lnTo>
                  <a:lnTo>
                    <a:pt x="302779" y="523892"/>
                  </a:lnTo>
                  <a:lnTo>
                    <a:pt x="311190" y="511709"/>
                  </a:lnTo>
                  <a:lnTo>
                    <a:pt x="319600" y="499525"/>
                  </a:lnTo>
                  <a:lnTo>
                    <a:pt x="328011" y="487341"/>
                  </a:lnTo>
                  <a:lnTo>
                    <a:pt x="336421" y="475158"/>
                  </a:lnTo>
                  <a:lnTo>
                    <a:pt x="344832" y="462974"/>
                  </a:lnTo>
                  <a:lnTo>
                    <a:pt x="353242" y="450791"/>
                  </a:lnTo>
                  <a:lnTo>
                    <a:pt x="361653" y="438607"/>
                  </a:lnTo>
                  <a:lnTo>
                    <a:pt x="370063" y="426424"/>
                  </a:lnTo>
                  <a:lnTo>
                    <a:pt x="378474" y="414240"/>
                  </a:lnTo>
                  <a:lnTo>
                    <a:pt x="386884" y="402057"/>
                  </a:lnTo>
                  <a:lnTo>
                    <a:pt x="395295" y="389873"/>
                  </a:lnTo>
                  <a:lnTo>
                    <a:pt x="403706" y="377690"/>
                  </a:lnTo>
                  <a:lnTo>
                    <a:pt x="412116" y="365506"/>
                  </a:lnTo>
                  <a:lnTo>
                    <a:pt x="420527" y="353322"/>
                  </a:lnTo>
                  <a:lnTo>
                    <a:pt x="428937" y="341139"/>
                  </a:lnTo>
                  <a:lnTo>
                    <a:pt x="437348" y="328955"/>
                  </a:lnTo>
                  <a:lnTo>
                    <a:pt x="445758" y="316772"/>
                  </a:lnTo>
                  <a:lnTo>
                    <a:pt x="454169" y="304588"/>
                  </a:lnTo>
                  <a:lnTo>
                    <a:pt x="462579" y="292405"/>
                  </a:lnTo>
                  <a:lnTo>
                    <a:pt x="470990" y="280221"/>
                  </a:lnTo>
                  <a:lnTo>
                    <a:pt x="479400" y="268038"/>
                  </a:lnTo>
                  <a:lnTo>
                    <a:pt x="487811" y="255854"/>
                  </a:lnTo>
                  <a:lnTo>
                    <a:pt x="496222" y="243670"/>
                  </a:lnTo>
                  <a:lnTo>
                    <a:pt x="504632" y="231487"/>
                  </a:lnTo>
                  <a:lnTo>
                    <a:pt x="513043" y="219303"/>
                  </a:lnTo>
                  <a:lnTo>
                    <a:pt x="521453" y="207120"/>
                  </a:lnTo>
                  <a:lnTo>
                    <a:pt x="529864" y="194936"/>
                  </a:lnTo>
                  <a:lnTo>
                    <a:pt x="538274" y="182753"/>
                  </a:lnTo>
                  <a:lnTo>
                    <a:pt x="546685" y="170569"/>
                  </a:lnTo>
                  <a:lnTo>
                    <a:pt x="555095" y="158386"/>
                  </a:lnTo>
                  <a:lnTo>
                    <a:pt x="563506" y="146202"/>
                  </a:lnTo>
                  <a:lnTo>
                    <a:pt x="571916" y="134019"/>
                  </a:lnTo>
                  <a:lnTo>
                    <a:pt x="580327" y="121835"/>
                  </a:lnTo>
                  <a:lnTo>
                    <a:pt x="588738" y="109651"/>
                  </a:lnTo>
                  <a:lnTo>
                    <a:pt x="597148" y="97468"/>
                  </a:lnTo>
                  <a:lnTo>
                    <a:pt x="605559" y="85284"/>
                  </a:lnTo>
                  <a:lnTo>
                    <a:pt x="613969" y="73101"/>
                  </a:lnTo>
                  <a:lnTo>
                    <a:pt x="622380" y="60917"/>
                  </a:lnTo>
                  <a:lnTo>
                    <a:pt x="630790" y="48734"/>
                  </a:lnTo>
                  <a:lnTo>
                    <a:pt x="639201" y="36550"/>
                  </a:lnTo>
                  <a:lnTo>
                    <a:pt x="647611" y="24367"/>
                  </a:lnTo>
                  <a:lnTo>
                    <a:pt x="656022" y="12183"/>
                  </a:lnTo>
                  <a:lnTo>
                    <a:pt x="664432" y="0"/>
                  </a:lnTo>
                </a:path>
              </a:pathLst>
            </a:custGeom>
            <a:ln w="27101" cap="flat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7" name="tx2557"/>
            <p:cNvSpPr/>
            <p:nvPr/>
          </p:nvSpPr>
          <p:spPr>
            <a:xfrm>
              <a:off x="8519927" y="3669504"/>
              <a:ext cx="91715" cy="909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 i="1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2558" name="tx2558"/>
            <p:cNvSpPr/>
            <p:nvPr/>
          </p:nvSpPr>
          <p:spPr>
            <a:xfrm>
              <a:off x="8625279" y="3633952"/>
              <a:ext cx="49441" cy="638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559" name="tx2559"/>
            <p:cNvSpPr/>
            <p:nvPr/>
          </p:nvSpPr>
          <p:spPr>
            <a:xfrm>
              <a:off x="8674720" y="3760413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2560" name="tx2560"/>
            <p:cNvSpPr/>
            <p:nvPr/>
          </p:nvSpPr>
          <p:spPr>
            <a:xfrm>
              <a:off x="8709509" y="3722400"/>
              <a:ext cx="74166" cy="3801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2561" name="tx2561"/>
            <p:cNvSpPr/>
            <p:nvPr/>
          </p:nvSpPr>
          <p:spPr>
            <a:xfrm>
              <a:off x="8783675" y="3760413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2562" name="tx2562"/>
            <p:cNvSpPr/>
            <p:nvPr/>
          </p:nvSpPr>
          <p:spPr>
            <a:xfrm>
              <a:off x="8818464" y="3667581"/>
              <a:ext cx="247178" cy="9283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0.48</a:t>
              </a:r>
            </a:p>
          </p:txBody>
        </p:sp>
        <p:sp>
          <p:nvSpPr>
            <p:cNvPr id="2563" name="tx2563"/>
            <p:cNvSpPr/>
            <p:nvPr/>
          </p:nvSpPr>
          <p:spPr>
            <a:xfrm>
              <a:off x="1859057" y="3172799"/>
              <a:ext cx="1264602" cy="1413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CRCSCA, fSARA</a:t>
              </a:r>
            </a:p>
          </p:txBody>
        </p:sp>
        <p:sp>
          <p:nvSpPr>
            <p:cNvPr id="2564" name="tx2564"/>
            <p:cNvSpPr/>
            <p:nvPr/>
          </p:nvSpPr>
          <p:spPr>
            <a:xfrm>
              <a:off x="5741652" y="3172799"/>
              <a:ext cx="1219438" cy="1413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CRCSCA, SARA</a:t>
              </a:r>
            </a:p>
          </p:txBody>
        </p:sp>
        <p:sp>
          <p:nvSpPr>
            <p:cNvPr id="2565" name="tx2565"/>
            <p:cNvSpPr/>
            <p:nvPr/>
          </p:nvSpPr>
          <p:spPr>
            <a:xfrm>
              <a:off x="9655877" y="3172799"/>
              <a:ext cx="1111011" cy="1413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CRCSCA, USS</a:t>
              </a:r>
            </a:p>
          </p:txBody>
        </p:sp>
        <p:sp>
          <p:nvSpPr>
            <p:cNvPr id="2566" name="tx2566"/>
            <p:cNvSpPr/>
            <p:nvPr/>
          </p:nvSpPr>
          <p:spPr>
            <a:xfrm>
              <a:off x="1935853" y="6288526"/>
              <a:ext cx="1111011" cy="1413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UNIFAI, fSARA</a:t>
              </a:r>
            </a:p>
          </p:txBody>
        </p:sp>
        <p:sp>
          <p:nvSpPr>
            <p:cNvPr id="2567" name="tx2567"/>
            <p:cNvSpPr/>
            <p:nvPr/>
          </p:nvSpPr>
          <p:spPr>
            <a:xfrm>
              <a:off x="5818447" y="6288526"/>
              <a:ext cx="1065847" cy="1413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UNIFAI, SARA</a:t>
              </a:r>
            </a:p>
          </p:txBody>
        </p:sp>
        <p:sp>
          <p:nvSpPr>
            <p:cNvPr id="2568" name="tx2568"/>
            <p:cNvSpPr/>
            <p:nvPr/>
          </p:nvSpPr>
          <p:spPr>
            <a:xfrm>
              <a:off x="9732673" y="6288526"/>
              <a:ext cx="957421" cy="1413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UNIFAI, USS</a:t>
              </a:r>
            </a:p>
          </p:txBody>
        </p:sp>
        <p:sp>
          <p:nvSpPr>
            <p:cNvPr id="2569" name="tx2569"/>
            <p:cNvSpPr/>
            <p:nvPr/>
          </p:nvSpPr>
          <p:spPr>
            <a:xfrm>
              <a:off x="737613" y="6011802"/>
              <a:ext cx="90408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570" name="tx2570"/>
            <p:cNvSpPr/>
            <p:nvPr/>
          </p:nvSpPr>
          <p:spPr>
            <a:xfrm>
              <a:off x="1805451" y="6013866"/>
              <a:ext cx="90408" cy="11676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2571" name="tx2571"/>
            <p:cNvSpPr/>
            <p:nvPr/>
          </p:nvSpPr>
          <p:spPr>
            <a:xfrm>
              <a:off x="2828086" y="6011802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572" name="tx2572"/>
            <p:cNvSpPr/>
            <p:nvPr/>
          </p:nvSpPr>
          <p:spPr>
            <a:xfrm>
              <a:off x="3895925" y="6011802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2573" name="tx2573"/>
            <p:cNvSpPr/>
            <p:nvPr/>
          </p:nvSpPr>
          <p:spPr>
            <a:xfrm>
              <a:off x="4597625" y="6011802"/>
              <a:ext cx="90408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574" name="tx2574"/>
            <p:cNvSpPr/>
            <p:nvPr/>
          </p:nvSpPr>
          <p:spPr>
            <a:xfrm>
              <a:off x="5406692" y="6011802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575" name="tx2575"/>
            <p:cNvSpPr/>
            <p:nvPr/>
          </p:nvSpPr>
          <p:spPr>
            <a:xfrm>
              <a:off x="6260963" y="6011802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576" name="tx2576"/>
            <p:cNvSpPr/>
            <p:nvPr/>
          </p:nvSpPr>
          <p:spPr>
            <a:xfrm>
              <a:off x="7115234" y="6011723"/>
              <a:ext cx="180816" cy="11890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2577" name="tx2577"/>
            <p:cNvSpPr/>
            <p:nvPr/>
          </p:nvSpPr>
          <p:spPr>
            <a:xfrm>
              <a:off x="7969505" y="6011802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2578" name="tx2578"/>
            <p:cNvSpPr/>
            <p:nvPr/>
          </p:nvSpPr>
          <p:spPr>
            <a:xfrm>
              <a:off x="8457637" y="6011802"/>
              <a:ext cx="90408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579" name="tx2579"/>
            <p:cNvSpPr/>
            <p:nvPr/>
          </p:nvSpPr>
          <p:spPr>
            <a:xfrm>
              <a:off x="9361623" y="6011802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580" name="tx2580"/>
            <p:cNvSpPr/>
            <p:nvPr/>
          </p:nvSpPr>
          <p:spPr>
            <a:xfrm>
              <a:off x="10310813" y="6011802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581" name="tx2581"/>
            <p:cNvSpPr/>
            <p:nvPr/>
          </p:nvSpPr>
          <p:spPr>
            <a:xfrm>
              <a:off x="11260003" y="6011723"/>
              <a:ext cx="180816" cy="11890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2582" name="tx2582"/>
            <p:cNvSpPr/>
            <p:nvPr/>
          </p:nvSpPr>
          <p:spPr>
            <a:xfrm>
              <a:off x="737613" y="2896075"/>
              <a:ext cx="90408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583" name="tx2583"/>
            <p:cNvSpPr/>
            <p:nvPr/>
          </p:nvSpPr>
          <p:spPr>
            <a:xfrm>
              <a:off x="1805451" y="2898139"/>
              <a:ext cx="90408" cy="11676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2584" name="tx2584"/>
            <p:cNvSpPr/>
            <p:nvPr/>
          </p:nvSpPr>
          <p:spPr>
            <a:xfrm>
              <a:off x="2828086" y="2896075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585" name="tx2585"/>
            <p:cNvSpPr/>
            <p:nvPr/>
          </p:nvSpPr>
          <p:spPr>
            <a:xfrm>
              <a:off x="3895925" y="2896075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2586" name="tx2586"/>
            <p:cNvSpPr/>
            <p:nvPr/>
          </p:nvSpPr>
          <p:spPr>
            <a:xfrm>
              <a:off x="4597625" y="2896075"/>
              <a:ext cx="90408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587" name="tx2587"/>
            <p:cNvSpPr/>
            <p:nvPr/>
          </p:nvSpPr>
          <p:spPr>
            <a:xfrm>
              <a:off x="5406692" y="2896075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588" name="tx2588"/>
            <p:cNvSpPr/>
            <p:nvPr/>
          </p:nvSpPr>
          <p:spPr>
            <a:xfrm>
              <a:off x="6260963" y="2896075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589" name="tx2589"/>
            <p:cNvSpPr/>
            <p:nvPr/>
          </p:nvSpPr>
          <p:spPr>
            <a:xfrm>
              <a:off x="7115234" y="2895995"/>
              <a:ext cx="180816" cy="11890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2590" name="tx2590"/>
            <p:cNvSpPr/>
            <p:nvPr/>
          </p:nvSpPr>
          <p:spPr>
            <a:xfrm>
              <a:off x="7969505" y="2896075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2591" name="tx2591"/>
            <p:cNvSpPr/>
            <p:nvPr/>
          </p:nvSpPr>
          <p:spPr>
            <a:xfrm>
              <a:off x="8457637" y="2896075"/>
              <a:ext cx="90408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592" name="tx2592"/>
            <p:cNvSpPr/>
            <p:nvPr/>
          </p:nvSpPr>
          <p:spPr>
            <a:xfrm>
              <a:off x="9361623" y="2896075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593" name="tx2593"/>
            <p:cNvSpPr/>
            <p:nvPr/>
          </p:nvSpPr>
          <p:spPr>
            <a:xfrm>
              <a:off x="10310813" y="2896075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594" name="tx2594"/>
            <p:cNvSpPr/>
            <p:nvPr/>
          </p:nvSpPr>
          <p:spPr>
            <a:xfrm>
              <a:off x="11260003" y="2895995"/>
              <a:ext cx="180816" cy="11890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2595" name="tx2595"/>
            <p:cNvSpPr/>
            <p:nvPr/>
          </p:nvSpPr>
          <p:spPr>
            <a:xfrm>
              <a:off x="430456" y="2588581"/>
              <a:ext cx="90408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596" name="tx2596"/>
            <p:cNvSpPr/>
            <p:nvPr/>
          </p:nvSpPr>
          <p:spPr>
            <a:xfrm>
              <a:off x="340048" y="1939504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597" name="tx2597"/>
            <p:cNvSpPr/>
            <p:nvPr/>
          </p:nvSpPr>
          <p:spPr>
            <a:xfrm>
              <a:off x="340048" y="1290428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598" name="tx2598"/>
            <p:cNvSpPr/>
            <p:nvPr/>
          </p:nvSpPr>
          <p:spPr>
            <a:xfrm>
              <a:off x="340048" y="641273"/>
              <a:ext cx="180816" cy="11890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2599" name="tx2599"/>
            <p:cNvSpPr/>
            <p:nvPr/>
          </p:nvSpPr>
          <p:spPr>
            <a:xfrm>
              <a:off x="430456" y="5704308"/>
              <a:ext cx="90408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600" name="tx2600"/>
            <p:cNvSpPr/>
            <p:nvPr/>
          </p:nvSpPr>
          <p:spPr>
            <a:xfrm>
              <a:off x="340048" y="5055232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601" name="tx2601"/>
            <p:cNvSpPr/>
            <p:nvPr/>
          </p:nvSpPr>
          <p:spPr>
            <a:xfrm>
              <a:off x="340048" y="4406156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602" name="tx2602"/>
            <p:cNvSpPr/>
            <p:nvPr/>
          </p:nvSpPr>
          <p:spPr>
            <a:xfrm>
              <a:off x="340048" y="3757000"/>
              <a:ext cx="180816" cy="11890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2603" name="tx2603"/>
            <p:cNvSpPr/>
            <p:nvPr/>
          </p:nvSpPr>
          <p:spPr>
            <a:xfrm rot="-5400000">
              <a:off x="-910215" y="3065103"/>
              <a:ext cx="2123082" cy="1906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Activities of Daily Living</a:t>
              </a:r>
            </a:p>
          </p:txBody>
        </p:sp>
      </p:grpSp>
      <p:sp>
        <p:nvSpPr>
          <p:cNvPr id="2604" name="Title 1"/>
          <p:cNvSpPr>
            <a:spLocks noGrp="1"/>
          </p:cNvSpPr>
          <p:nvPr>
            <p:ph type="title"/>
          </p:nvPr>
        </p:nvSpPr>
        <p:spPr>
          <a:xfrm>
            <a:off x="1275371" y="6560763"/>
            <a:ext cx="790097" cy="120634"/>
          </a:xfrm>
        </p:spPr>
        <p:txBody>
          <a:bodyPr/>
          <a:lstStyle/>
          <a:p>
            <a:r>
              <a:t>ADL vs USS, SARA, f-SARA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ontent Placeholder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pl4"/>
            <p:cNvSpPr/>
            <p:nvPr/>
          </p:nvSpPr>
          <p:spPr>
            <a:xfrm>
              <a:off x="611963" y="2324685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pl5"/>
            <p:cNvSpPr/>
            <p:nvPr/>
          </p:nvSpPr>
          <p:spPr>
            <a:xfrm>
              <a:off x="611963" y="1675609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pl6"/>
            <p:cNvSpPr/>
            <p:nvPr/>
          </p:nvSpPr>
          <p:spPr>
            <a:xfrm>
              <a:off x="611963" y="1026533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l7"/>
            <p:cNvSpPr/>
            <p:nvPr/>
          </p:nvSpPr>
          <p:spPr>
            <a:xfrm>
              <a:off x="1316736" y="397740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l8"/>
            <p:cNvSpPr/>
            <p:nvPr/>
          </p:nvSpPr>
          <p:spPr>
            <a:xfrm>
              <a:off x="2384575" y="397740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9"/>
            <p:cNvSpPr/>
            <p:nvPr/>
          </p:nvSpPr>
          <p:spPr>
            <a:xfrm>
              <a:off x="3452413" y="397740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10"/>
            <p:cNvSpPr/>
            <p:nvPr/>
          </p:nvSpPr>
          <p:spPr>
            <a:xfrm>
              <a:off x="611963" y="2649223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11"/>
            <p:cNvSpPr/>
            <p:nvPr/>
          </p:nvSpPr>
          <p:spPr>
            <a:xfrm>
              <a:off x="611963" y="2000147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12"/>
            <p:cNvSpPr/>
            <p:nvPr/>
          </p:nvSpPr>
          <p:spPr>
            <a:xfrm>
              <a:off x="611963" y="1351071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3"/>
            <p:cNvSpPr/>
            <p:nvPr/>
          </p:nvSpPr>
          <p:spPr>
            <a:xfrm>
              <a:off x="611963" y="701995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l14"/>
            <p:cNvSpPr/>
            <p:nvPr/>
          </p:nvSpPr>
          <p:spPr>
            <a:xfrm>
              <a:off x="782817" y="397740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l15"/>
            <p:cNvSpPr/>
            <p:nvPr/>
          </p:nvSpPr>
          <p:spPr>
            <a:xfrm>
              <a:off x="1850655" y="397740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l16"/>
            <p:cNvSpPr/>
            <p:nvPr/>
          </p:nvSpPr>
          <p:spPr>
            <a:xfrm>
              <a:off x="2918494" y="397740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l17"/>
            <p:cNvSpPr/>
            <p:nvPr/>
          </p:nvSpPr>
          <p:spPr>
            <a:xfrm>
              <a:off x="3986333" y="397740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t18"/>
            <p:cNvSpPr/>
            <p:nvPr/>
          </p:nvSpPr>
          <p:spPr>
            <a:xfrm>
              <a:off x="2680100" y="16507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t19"/>
            <p:cNvSpPr/>
            <p:nvPr/>
          </p:nvSpPr>
          <p:spPr>
            <a:xfrm>
              <a:off x="2039397" y="12288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t20"/>
            <p:cNvSpPr/>
            <p:nvPr/>
          </p:nvSpPr>
          <p:spPr>
            <a:xfrm>
              <a:off x="1398694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t21"/>
            <p:cNvSpPr/>
            <p:nvPr/>
          </p:nvSpPr>
          <p:spPr>
            <a:xfrm>
              <a:off x="1185126" y="17805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t22"/>
            <p:cNvSpPr/>
            <p:nvPr/>
          </p:nvSpPr>
          <p:spPr>
            <a:xfrm>
              <a:off x="1398694" y="226740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pt23"/>
            <p:cNvSpPr/>
            <p:nvPr/>
          </p:nvSpPr>
          <p:spPr>
            <a:xfrm>
              <a:off x="2466533" y="200777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pt24"/>
            <p:cNvSpPr/>
            <p:nvPr/>
          </p:nvSpPr>
          <p:spPr>
            <a:xfrm>
              <a:off x="1825830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pt25"/>
            <p:cNvSpPr/>
            <p:nvPr/>
          </p:nvSpPr>
          <p:spPr>
            <a:xfrm>
              <a:off x="1398694" y="142360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pt26"/>
            <p:cNvSpPr/>
            <p:nvPr/>
          </p:nvSpPr>
          <p:spPr>
            <a:xfrm>
              <a:off x="2893668" y="13262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pt27"/>
            <p:cNvSpPr/>
            <p:nvPr/>
          </p:nvSpPr>
          <p:spPr>
            <a:xfrm>
              <a:off x="2466533" y="142360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pt28"/>
            <p:cNvSpPr/>
            <p:nvPr/>
          </p:nvSpPr>
          <p:spPr>
            <a:xfrm>
              <a:off x="3961507" y="14560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pt29"/>
            <p:cNvSpPr/>
            <p:nvPr/>
          </p:nvSpPr>
          <p:spPr>
            <a:xfrm>
              <a:off x="1825830" y="18779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pt30"/>
            <p:cNvSpPr/>
            <p:nvPr/>
          </p:nvSpPr>
          <p:spPr>
            <a:xfrm>
              <a:off x="971559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pt31"/>
            <p:cNvSpPr/>
            <p:nvPr/>
          </p:nvSpPr>
          <p:spPr>
            <a:xfrm>
              <a:off x="757991" y="200777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pt32"/>
            <p:cNvSpPr/>
            <p:nvPr/>
          </p:nvSpPr>
          <p:spPr>
            <a:xfrm>
              <a:off x="3320804" y="109906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pt33"/>
            <p:cNvSpPr/>
            <p:nvPr/>
          </p:nvSpPr>
          <p:spPr>
            <a:xfrm>
              <a:off x="1398694" y="24945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pt34"/>
            <p:cNvSpPr/>
            <p:nvPr/>
          </p:nvSpPr>
          <p:spPr>
            <a:xfrm>
              <a:off x="2252965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pt35"/>
            <p:cNvSpPr/>
            <p:nvPr/>
          </p:nvSpPr>
          <p:spPr>
            <a:xfrm>
              <a:off x="757991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pt36"/>
            <p:cNvSpPr/>
            <p:nvPr/>
          </p:nvSpPr>
          <p:spPr>
            <a:xfrm>
              <a:off x="1185126" y="236476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pt37"/>
            <p:cNvSpPr/>
            <p:nvPr/>
          </p:nvSpPr>
          <p:spPr>
            <a:xfrm>
              <a:off x="3320804" y="116397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pt38"/>
            <p:cNvSpPr/>
            <p:nvPr/>
          </p:nvSpPr>
          <p:spPr>
            <a:xfrm>
              <a:off x="971559" y="21375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pt39"/>
            <p:cNvSpPr/>
            <p:nvPr/>
          </p:nvSpPr>
          <p:spPr>
            <a:xfrm>
              <a:off x="757991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t40"/>
            <p:cNvSpPr/>
            <p:nvPr/>
          </p:nvSpPr>
          <p:spPr>
            <a:xfrm>
              <a:off x="757991" y="24945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t41"/>
            <p:cNvSpPr/>
            <p:nvPr/>
          </p:nvSpPr>
          <p:spPr>
            <a:xfrm>
              <a:off x="971559" y="21051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t42"/>
            <p:cNvSpPr/>
            <p:nvPr/>
          </p:nvSpPr>
          <p:spPr>
            <a:xfrm>
              <a:off x="1398694" y="19753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t43"/>
            <p:cNvSpPr/>
            <p:nvPr/>
          </p:nvSpPr>
          <p:spPr>
            <a:xfrm>
              <a:off x="3747939" y="87189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t44"/>
            <p:cNvSpPr/>
            <p:nvPr/>
          </p:nvSpPr>
          <p:spPr>
            <a:xfrm>
              <a:off x="2252965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t45"/>
            <p:cNvSpPr/>
            <p:nvPr/>
          </p:nvSpPr>
          <p:spPr>
            <a:xfrm>
              <a:off x="3534371" y="67716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t46"/>
            <p:cNvSpPr/>
            <p:nvPr/>
          </p:nvSpPr>
          <p:spPr>
            <a:xfrm>
              <a:off x="1825830" y="20402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pt47"/>
            <p:cNvSpPr/>
            <p:nvPr/>
          </p:nvSpPr>
          <p:spPr>
            <a:xfrm>
              <a:off x="3320804" y="93679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t48"/>
            <p:cNvSpPr/>
            <p:nvPr/>
          </p:nvSpPr>
          <p:spPr>
            <a:xfrm>
              <a:off x="3107236" y="87189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pt49"/>
            <p:cNvSpPr/>
            <p:nvPr/>
          </p:nvSpPr>
          <p:spPr>
            <a:xfrm>
              <a:off x="3107236" y="158587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pt50"/>
            <p:cNvSpPr/>
            <p:nvPr/>
          </p:nvSpPr>
          <p:spPr>
            <a:xfrm>
              <a:off x="3320804" y="14560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pt51"/>
            <p:cNvSpPr/>
            <p:nvPr/>
          </p:nvSpPr>
          <p:spPr>
            <a:xfrm>
              <a:off x="1398694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pt52"/>
            <p:cNvSpPr/>
            <p:nvPr/>
          </p:nvSpPr>
          <p:spPr>
            <a:xfrm>
              <a:off x="971559" y="24945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pt53"/>
            <p:cNvSpPr/>
            <p:nvPr/>
          </p:nvSpPr>
          <p:spPr>
            <a:xfrm>
              <a:off x="1185126" y="17805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pt54"/>
            <p:cNvSpPr/>
            <p:nvPr/>
          </p:nvSpPr>
          <p:spPr>
            <a:xfrm>
              <a:off x="1825830" y="18130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pt55"/>
            <p:cNvSpPr/>
            <p:nvPr/>
          </p:nvSpPr>
          <p:spPr>
            <a:xfrm>
              <a:off x="1185126" y="21375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pt56"/>
            <p:cNvSpPr/>
            <p:nvPr/>
          </p:nvSpPr>
          <p:spPr>
            <a:xfrm>
              <a:off x="2680100" y="13911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pt57"/>
            <p:cNvSpPr/>
            <p:nvPr/>
          </p:nvSpPr>
          <p:spPr>
            <a:xfrm>
              <a:off x="2252965" y="13911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pt58"/>
            <p:cNvSpPr/>
            <p:nvPr/>
          </p:nvSpPr>
          <p:spPr>
            <a:xfrm>
              <a:off x="3534371" y="13911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pt59"/>
            <p:cNvSpPr/>
            <p:nvPr/>
          </p:nvSpPr>
          <p:spPr>
            <a:xfrm>
              <a:off x="3320804" y="13911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pt60"/>
            <p:cNvSpPr/>
            <p:nvPr/>
          </p:nvSpPr>
          <p:spPr>
            <a:xfrm>
              <a:off x="1185126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pt61"/>
            <p:cNvSpPr/>
            <p:nvPr/>
          </p:nvSpPr>
          <p:spPr>
            <a:xfrm>
              <a:off x="1612262" y="16507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pt62"/>
            <p:cNvSpPr/>
            <p:nvPr/>
          </p:nvSpPr>
          <p:spPr>
            <a:xfrm>
              <a:off x="1612262" y="24296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pt63"/>
            <p:cNvSpPr/>
            <p:nvPr/>
          </p:nvSpPr>
          <p:spPr>
            <a:xfrm>
              <a:off x="1612262" y="17481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pt64"/>
            <p:cNvSpPr/>
            <p:nvPr/>
          </p:nvSpPr>
          <p:spPr>
            <a:xfrm>
              <a:off x="2039397" y="22998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pt65"/>
            <p:cNvSpPr/>
            <p:nvPr/>
          </p:nvSpPr>
          <p:spPr>
            <a:xfrm>
              <a:off x="3107236" y="13262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pt66"/>
            <p:cNvSpPr/>
            <p:nvPr/>
          </p:nvSpPr>
          <p:spPr>
            <a:xfrm>
              <a:off x="971559" y="21051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pt67"/>
            <p:cNvSpPr/>
            <p:nvPr/>
          </p:nvSpPr>
          <p:spPr>
            <a:xfrm>
              <a:off x="2893668" y="13262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pt68"/>
            <p:cNvSpPr/>
            <p:nvPr/>
          </p:nvSpPr>
          <p:spPr>
            <a:xfrm>
              <a:off x="971559" y="20402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pt69"/>
            <p:cNvSpPr/>
            <p:nvPr/>
          </p:nvSpPr>
          <p:spPr>
            <a:xfrm>
              <a:off x="1398694" y="18779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pt70"/>
            <p:cNvSpPr/>
            <p:nvPr/>
          </p:nvSpPr>
          <p:spPr>
            <a:xfrm>
              <a:off x="757991" y="24296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pt71"/>
            <p:cNvSpPr/>
            <p:nvPr/>
          </p:nvSpPr>
          <p:spPr>
            <a:xfrm>
              <a:off x="971559" y="200777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pt72"/>
            <p:cNvSpPr/>
            <p:nvPr/>
          </p:nvSpPr>
          <p:spPr>
            <a:xfrm>
              <a:off x="757991" y="24296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pt73"/>
            <p:cNvSpPr/>
            <p:nvPr/>
          </p:nvSpPr>
          <p:spPr>
            <a:xfrm>
              <a:off x="1398694" y="19753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pt74"/>
            <p:cNvSpPr/>
            <p:nvPr/>
          </p:nvSpPr>
          <p:spPr>
            <a:xfrm>
              <a:off x="1825830" y="17156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pt75"/>
            <p:cNvSpPr/>
            <p:nvPr/>
          </p:nvSpPr>
          <p:spPr>
            <a:xfrm>
              <a:off x="971559" y="18130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pt76"/>
            <p:cNvSpPr/>
            <p:nvPr/>
          </p:nvSpPr>
          <p:spPr>
            <a:xfrm>
              <a:off x="2039397" y="14560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pt77"/>
            <p:cNvSpPr/>
            <p:nvPr/>
          </p:nvSpPr>
          <p:spPr>
            <a:xfrm>
              <a:off x="1185126" y="246212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pt78"/>
            <p:cNvSpPr/>
            <p:nvPr/>
          </p:nvSpPr>
          <p:spPr>
            <a:xfrm>
              <a:off x="1612262" y="18779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pt79"/>
            <p:cNvSpPr/>
            <p:nvPr/>
          </p:nvSpPr>
          <p:spPr>
            <a:xfrm>
              <a:off x="1612262" y="194286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pt80"/>
            <p:cNvSpPr/>
            <p:nvPr/>
          </p:nvSpPr>
          <p:spPr>
            <a:xfrm>
              <a:off x="1398694" y="22998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" name="pt81"/>
            <p:cNvSpPr/>
            <p:nvPr/>
          </p:nvSpPr>
          <p:spPr>
            <a:xfrm>
              <a:off x="1185126" y="236476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" name="pt82"/>
            <p:cNvSpPr/>
            <p:nvPr/>
          </p:nvSpPr>
          <p:spPr>
            <a:xfrm>
              <a:off x="1185126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" name="pt83"/>
            <p:cNvSpPr/>
            <p:nvPr/>
          </p:nvSpPr>
          <p:spPr>
            <a:xfrm>
              <a:off x="1825830" y="116397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pt84"/>
            <p:cNvSpPr/>
            <p:nvPr/>
          </p:nvSpPr>
          <p:spPr>
            <a:xfrm>
              <a:off x="2252965" y="16507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" name="pt85"/>
            <p:cNvSpPr/>
            <p:nvPr/>
          </p:nvSpPr>
          <p:spPr>
            <a:xfrm>
              <a:off x="1398694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pt86"/>
            <p:cNvSpPr/>
            <p:nvPr/>
          </p:nvSpPr>
          <p:spPr>
            <a:xfrm>
              <a:off x="757991" y="25594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" name="pt87"/>
            <p:cNvSpPr/>
            <p:nvPr/>
          </p:nvSpPr>
          <p:spPr>
            <a:xfrm>
              <a:off x="1185126" y="24296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pt88"/>
            <p:cNvSpPr/>
            <p:nvPr/>
          </p:nvSpPr>
          <p:spPr>
            <a:xfrm>
              <a:off x="757991" y="236476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pt89"/>
            <p:cNvSpPr/>
            <p:nvPr/>
          </p:nvSpPr>
          <p:spPr>
            <a:xfrm>
              <a:off x="1825830" y="21700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" name="pt90"/>
            <p:cNvSpPr/>
            <p:nvPr/>
          </p:nvSpPr>
          <p:spPr>
            <a:xfrm>
              <a:off x="1185126" y="21051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" name="pt91"/>
            <p:cNvSpPr/>
            <p:nvPr/>
          </p:nvSpPr>
          <p:spPr>
            <a:xfrm>
              <a:off x="1825830" y="12613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pt92"/>
            <p:cNvSpPr/>
            <p:nvPr/>
          </p:nvSpPr>
          <p:spPr>
            <a:xfrm>
              <a:off x="1612262" y="152096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" name="pt93"/>
            <p:cNvSpPr/>
            <p:nvPr/>
          </p:nvSpPr>
          <p:spPr>
            <a:xfrm>
              <a:off x="2466533" y="13262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" name="pt94"/>
            <p:cNvSpPr/>
            <p:nvPr/>
          </p:nvSpPr>
          <p:spPr>
            <a:xfrm>
              <a:off x="1825830" y="19753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" name="pt95"/>
            <p:cNvSpPr/>
            <p:nvPr/>
          </p:nvSpPr>
          <p:spPr>
            <a:xfrm>
              <a:off x="2039397" y="17805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" name="pt96"/>
            <p:cNvSpPr/>
            <p:nvPr/>
          </p:nvSpPr>
          <p:spPr>
            <a:xfrm>
              <a:off x="757991" y="25594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" name="pt97"/>
            <p:cNvSpPr/>
            <p:nvPr/>
          </p:nvSpPr>
          <p:spPr>
            <a:xfrm>
              <a:off x="1398694" y="19753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" name="pt98"/>
            <p:cNvSpPr/>
            <p:nvPr/>
          </p:nvSpPr>
          <p:spPr>
            <a:xfrm>
              <a:off x="2680100" y="13911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pt99"/>
            <p:cNvSpPr/>
            <p:nvPr/>
          </p:nvSpPr>
          <p:spPr>
            <a:xfrm>
              <a:off x="971559" y="259194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pt100"/>
            <p:cNvSpPr/>
            <p:nvPr/>
          </p:nvSpPr>
          <p:spPr>
            <a:xfrm>
              <a:off x="757991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pt101"/>
            <p:cNvSpPr/>
            <p:nvPr/>
          </p:nvSpPr>
          <p:spPr>
            <a:xfrm>
              <a:off x="757991" y="24945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pt102"/>
            <p:cNvSpPr/>
            <p:nvPr/>
          </p:nvSpPr>
          <p:spPr>
            <a:xfrm>
              <a:off x="3107236" y="16507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pt103"/>
            <p:cNvSpPr/>
            <p:nvPr/>
          </p:nvSpPr>
          <p:spPr>
            <a:xfrm>
              <a:off x="2039397" y="16507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pt104"/>
            <p:cNvSpPr/>
            <p:nvPr/>
          </p:nvSpPr>
          <p:spPr>
            <a:xfrm>
              <a:off x="971559" y="17805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pt105"/>
            <p:cNvSpPr/>
            <p:nvPr/>
          </p:nvSpPr>
          <p:spPr>
            <a:xfrm>
              <a:off x="971559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pt106"/>
            <p:cNvSpPr/>
            <p:nvPr/>
          </p:nvSpPr>
          <p:spPr>
            <a:xfrm>
              <a:off x="1398694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pt107"/>
            <p:cNvSpPr/>
            <p:nvPr/>
          </p:nvSpPr>
          <p:spPr>
            <a:xfrm>
              <a:off x="1398694" y="20402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pt108"/>
            <p:cNvSpPr/>
            <p:nvPr/>
          </p:nvSpPr>
          <p:spPr>
            <a:xfrm>
              <a:off x="1825830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pt109"/>
            <p:cNvSpPr/>
            <p:nvPr/>
          </p:nvSpPr>
          <p:spPr>
            <a:xfrm>
              <a:off x="1185126" y="19753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pt110"/>
            <p:cNvSpPr/>
            <p:nvPr/>
          </p:nvSpPr>
          <p:spPr>
            <a:xfrm>
              <a:off x="1825830" y="21051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pt111"/>
            <p:cNvSpPr/>
            <p:nvPr/>
          </p:nvSpPr>
          <p:spPr>
            <a:xfrm>
              <a:off x="2893668" y="14560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pt112"/>
            <p:cNvSpPr/>
            <p:nvPr/>
          </p:nvSpPr>
          <p:spPr>
            <a:xfrm>
              <a:off x="3320804" y="67716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pt113"/>
            <p:cNvSpPr/>
            <p:nvPr/>
          </p:nvSpPr>
          <p:spPr>
            <a:xfrm>
              <a:off x="2039397" y="148851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pt114"/>
            <p:cNvSpPr/>
            <p:nvPr/>
          </p:nvSpPr>
          <p:spPr>
            <a:xfrm>
              <a:off x="2466533" y="17156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pt115"/>
            <p:cNvSpPr/>
            <p:nvPr/>
          </p:nvSpPr>
          <p:spPr>
            <a:xfrm>
              <a:off x="1185126" y="200777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pt116"/>
            <p:cNvSpPr/>
            <p:nvPr/>
          </p:nvSpPr>
          <p:spPr>
            <a:xfrm>
              <a:off x="1398694" y="17805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pt117"/>
            <p:cNvSpPr/>
            <p:nvPr/>
          </p:nvSpPr>
          <p:spPr>
            <a:xfrm>
              <a:off x="3320804" y="1196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pt118"/>
            <p:cNvSpPr/>
            <p:nvPr/>
          </p:nvSpPr>
          <p:spPr>
            <a:xfrm>
              <a:off x="2680100" y="158587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pt119"/>
            <p:cNvSpPr/>
            <p:nvPr/>
          </p:nvSpPr>
          <p:spPr>
            <a:xfrm>
              <a:off x="3747939" y="4824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pt120"/>
            <p:cNvSpPr/>
            <p:nvPr/>
          </p:nvSpPr>
          <p:spPr>
            <a:xfrm>
              <a:off x="1398694" y="184550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pt121"/>
            <p:cNvSpPr/>
            <p:nvPr/>
          </p:nvSpPr>
          <p:spPr>
            <a:xfrm>
              <a:off x="1612262" y="13911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pt122"/>
            <p:cNvSpPr/>
            <p:nvPr/>
          </p:nvSpPr>
          <p:spPr>
            <a:xfrm>
              <a:off x="757991" y="24296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pt123"/>
            <p:cNvSpPr/>
            <p:nvPr/>
          </p:nvSpPr>
          <p:spPr>
            <a:xfrm>
              <a:off x="1612262" y="21700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pt124"/>
            <p:cNvSpPr/>
            <p:nvPr/>
          </p:nvSpPr>
          <p:spPr>
            <a:xfrm>
              <a:off x="2039397" y="18130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pt125"/>
            <p:cNvSpPr/>
            <p:nvPr/>
          </p:nvSpPr>
          <p:spPr>
            <a:xfrm>
              <a:off x="971559" y="236476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pt126"/>
            <p:cNvSpPr/>
            <p:nvPr/>
          </p:nvSpPr>
          <p:spPr>
            <a:xfrm>
              <a:off x="1398694" y="22998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pt127"/>
            <p:cNvSpPr/>
            <p:nvPr/>
          </p:nvSpPr>
          <p:spPr>
            <a:xfrm>
              <a:off x="1612262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pt128"/>
            <p:cNvSpPr/>
            <p:nvPr/>
          </p:nvSpPr>
          <p:spPr>
            <a:xfrm>
              <a:off x="1185126" y="200777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pt129"/>
            <p:cNvSpPr/>
            <p:nvPr/>
          </p:nvSpPr>
          <p:spPr>
            <a:xfrm>
              <a:off x="1185126" y="236476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" name="pt130"/>
            <p:cNvSpPr/>
            <p:nvPr/>
          </p:nvSpPr>
          <p:spPr>
            <a:xfrm>
              <a:off x="757991" y="22998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" name="pt131"/>
            <p:cNvSpPr/>
            <p:nvPr/>
          </p:nvSpPr>
          <p:spPr>
            <a:xfrm>
              <a:off x="1825830" y="152096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" name="pt132"/>
            <p:cNvSpPr/>
            <p:nvPr/>
          </p:nvSpPr>
          <p:spPr>
            <a:xfrm>
              <a:off x="1612262" y="20402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" name="pt133"/>
            <p:cNvSpPr/>
            <p:nvPr/>
          </p:nvSpPr>
          <p:spPr>
            <a:xfrm>
              <a:off x="2252965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" name="pt134"/>
            <p:cNvSpPr/>
            <p:nvPr/>
          </p:nvSpPr>
          <p:spPr>
            <a:xfrm>
              <a:off x="971559" y="23323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" name="pt135"/>
            <p:cNvSpPr/>
            <p:nvPr/>
          </p:nvSpPr>
          <p:spPr>
            <a:xfrm>
              <a:off x="757991" y="226740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" name="pt136"/>
            <p:cNvSpPr/>
            <p:nvPr/>
          </p:nvSpPr>
          <p:spPr>
            <a:xfrm>
              <a:off x="1825830" y="14560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" name="pt137"/>
            <p:cNvSpPr/>
            <p:nvPr/>
          </p:nvSpPr>
          <p:spPr>
            <a:xfrm>
              <a:off x="1398694" y="18130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" name="pt138"/>
            <p:cNvSpPr/>
            <p:nvPr/>
          </p:nvSpPr>
          <p:spPr>
            <a:xfrm>
              <a:off x="1612262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" name="pt139"/>
            <p:cNvSpPr/>
            <p:nvPr/>
          </p:nvSpPr>
          <p:spPr>
            <a:xfrm>
              <a:off x="1612262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" name="pt140"/>
            <p:cNvSpPr/>
            <p:nvPr/>
          </p:nvSpPr>
          <p:spPr>
            <a:xfrm>
              <a:off x="757991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" name="pt141"/>
            <p:cNvSpPr/>
            <p:nvPr/>
          </p:nvSpPr>
          <p:spPr>
            <a:xfrm>
              <a:off x="757991" y="24945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" name="pt142"/>
            <p:cNvSpPr/>
            <p:nvPr/>
          </p:nvSpPr>
          <p:spPr>
            <a:xfrm>
              <a:off x="757991" y="246212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" name="pt143"/>
            <p:cNvSpPr/>
            <p:nvPr/>
          </p:nvSpPr>
          <p:spPr>
            <a:xfrm>
              <a:off x="2039397" y="17156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" name="pt144"/>
            <p:cNvSpPr/>
            <p:nvPr/>
          </p:nvSpPr>
          <p:spPr>
            <a:xfrm>
              <a:off x="757991" y="22998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" name="pt145"/>
            <p:cNvSpPr/>
            <p:nvPr/>
          </p:nvSpPr>
          <p:spPr>
            <a:xfrm>
              <a:off x="757991" y="24296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" name="pt146"/>
            <p:cNvSpPr/>
            <p:nvPr/>
          </p:nvSpPr>
          <p:spPr>
            <a:xfrm>
              <a:off x="1398694" y="20726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" name="pt147"/>
            <p:cNvSpPr/>
            <p:nvPr/>
          </p:nvSpPr>
          <p:spPr>
            <a:xfrm>
              <a:off x="757991" y="236476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" name="pt148"/>
            <p:cNvSpPr/>
            <p:nvPr/>
          </p:nvSpPr>
          <p:spPr>
            <a:xfrm>
              <a:off x="3107236" y="116397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" name="pt149"/>
            <p:cNvSpPr/>
            <p:nvPr/>
          </p:nvSpPr>
          <p:spPr>
            <a:xfrm>
              <a:off x="757991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" name="pt150"/>
            <p:cNvSpPr/>
            <p:nvPr/>
          </p:nvSpPr>
          <p:spPr>
            <a:xfrm>
              <a:off x="1398694" y="17156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" name="pt151"/>
            <p:cNvSpPr/>
            <p:nvPr/>
          </p:nvSpPr>
          <p:spPr>
            <a:xfrm>
              <a:off x="1185126" y="24945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" name="pt152"/>
            <p:cNvSpPr/>
            <p:nvPr/>
          </p:nvSpPr>
          <p:spPr>
            <a:xfrm>
              <a:off x="1825830" y="17805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" name="pt153"/>
            <p:cNvSpPr/>
            <p:nvPr/>
          </p:nvSpPr>
          <p:spPr>
            <a:xfrm>
              <a:off x="757991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" name="pt154"/>
            <p:cNvSpPr/>
            <p:nvPr/>
          </p:nvSpPr>
          <p:spPr>
            <a:xfrm>
              <a:off x="757991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" name="pt155"/>
            <p:cNvSpPr/>
            <p:nvPr/>
          </p:nvSpPr>
          <p:spPr>
            <a:xfrm>
              <a:off x="757991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" name="pt156"/>
            <p:cNvSpPr/>
            <p:nvPr/>
          </p:nvSpPr>
          <p:spPr>
            <a:xfrm>
              <a:off x="1185126" y="24296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" name="pt157"/>
            <p:cNvSpPr/>
            <p:nvPr/>
          </p:nvSpPr>
          <p:spPr>
            <a:xfrm>
              <a:off x="757991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" name="pt158"/>
            <p:cNvSpPr/>
            <p:nvPr/>
          </p:nvSpPr>
          <p:spPr>
            <a:xfrm>
              <a:off x="757991" y="24945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" name="pt159"/>
            <p:cNvSpPr/>
            <p:nvPr/>
          </p:nvSpPr>
          <p:spPr>
            <a:xfrm>
              <a:off x="1185126" y="21700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" name="pt160"/>
            <p:cNvSpPr/>
            <p:nvPr/>
          </p:nvSpPr>
          <p:spPr>
            <a:xfrm>
              <a:off x="1825830" y="16507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" name="pt161"/>
            <p:cNvSpPr/>
            <p:nvPr/>
          </p:nvSpPr>
          <p:spPr>
            <a:xfrm>
              <a:off x="757991" y="236476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" name="pt162"/>
            <p:cNvSpPr/>
            <p:nvPr/>
          </p:nvSpPr>
          <p:spPr>
            <a:xfrm>
              <a:off x="1825830" y="17805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" name="pt163"/>
            <p:cNvSpPr/>
            <p:nvPr/>
          </p:nvSpPr>
          <p:spPr>
            <a:xfrm>
              <a:off x="1185126" y="20402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" name="pt164"/>
            <p:cNvSpPr/>
            <p:nvPr/>
          </p:nvSpPr>
          <p:spPr>
            <a:xfrm>
              <a:off x="757991" y="25594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" name="pt165"/>
            <p:cNvSpPr/>
            <p:nvPr/>
          </p:nvSpPr>
          <p:spPr>
            <a:xfrm>
              <a:off x="971559" y="21375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" name="pt166"/>
            <p:cNvSpPr/>
            <p:nvPr/>
          </p:nvSpPr>
          <p:spPr>
            <a:xfrm>
              <a:off x="971559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" name="pt167"/>
            <p:cNvSpPr/>
            <p:nvPr/>
          </p:nvSpPr>
          <p:spPr>
            <a:xfrm>
              <a:off x="1185126" y="20402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" name="pt168"/>
            <p:cNvSpPr/>
            <p:nvPr/>
          </p:nvSpPr>
          <p:spPr>
            <a:xfrm>
              <a:off x="1185126" y="22998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" name="pt169"/>
            <p:cNvSpPr/>
            <p:nvPr/>
          </p:nvSpPr>
          <p:spPr>
            <a:xfrm>
              <a:off x="1612262" y="19753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" name="pt170"/>
            <p:cNvSpPr/>
            <p:nvPr/>
          </p:nvSpPr>
          <p:spPr>
            <a:xfrm>
              <a:off x="1612262" y="17156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" name="pt171"/>
            <p:cNvSpPr/>
            <p:nvPr/>
          </p:nvSpPr>
          <p:spPr>
            <a:xfrm>
              <a:off x="757991" y="25594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" name="pt172"/>
            <p:cNvSpPr/>
            <p:nvPr/>
          </p:nvSpPr>
          <p:spPr>
            <a:xfrm>
              <a:off x="971559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" name="pt173"/>
            <p:cNvSpPr/>
            <p:nvPr/>
          </p:nvSpPr>
          <p:spPr>
            <a:xfrm>
              <a:off x="2680100" y="14560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" name="pt174"/>
            <p:cNvSpPr/>
            <p:nvPr/>
          </p:nvSpPr>
          <p:spPr>
            <a:xfrm>
              <a:off x="757991" y="24296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" name="pt175"/>
            <p:cNvSpPr/>
            <p:nvPr/>
          </p:nvSpPr>
          <p:spPr>
            <a:xfrm>
              <a:off x="1398694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" name="pt176"/>
            <p:cNvSpPr/>
            <p:nvPr/>
          </p:nvSpPr>
          <p:spPr>
            <a:xfrm>
              <a:off x="2039397" y="21051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" name="pt177"/>
            <p:cNvSpPr/>
            <p:nvPr/>
          </p:nvSpPr>
          <p:spPr>
            <a:xfrm>
              <a:off x="971559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" name="pt178"/>
            <p:cNvSpPr/>
            <p:nvPr/>
          </p:nvSpPr>
          <p:spPr>
            <a:xfrm>
              <a:off x="2252965" y="1196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" name="pt179"/>
            <p:cNvSpPr/>
            <p:nvPr/>
          </p:nvSpPr>
          <p:spPr>
            <a:xfrm>
              <a:off x="757991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" name="pt180"/>
            <p:cNvSpPr/>
            <p:nvPr/>
          </p:nvSpPr>
          <p:spPr>
            <a:xfrm>
              <a:off x="971559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" name="pt181"/>
            <p:cNvSpPr/>
            <p:nvPr/>
          </p:nvSpPr>
          <p:spPr>
            <a:xfrm>
              <a:off x="3320804" y="158587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" name="pt182"/>
            <p:cNvSpPr/>
            <p:nvPr/>
          </p:nvSpPr>
          <p:spPr>
            <a:xfrm>
              <a:off x="1825830" y="1520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" name="pt183"/>
            <p:cNvSpPr/>
            <p:nvPr/>
          </p:nvSpPr>
          <p:spPr>
            <a:xfrm>
              <a:off x="757991" y="19753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" name="pt184"/>
            <p:cNvSpPr/>
            <p:nvPr/>
          </p:nvSpPr>
          <p:spPr>
            <a:xfrm>
              <a:off x="1398694" y="19753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" name="pt185"/>
            <p:cNvSpPr/>
            <p:nvPr/>
          </p:nvSpPr>
          <p:spPr>
            <a:xfrm>
              <a:off x="1185126" y="24296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" name="pt186"/>
            <p:cNvSpPr/>
            <p:nvPr/>
          </p:nvSpPr>
          <p:spPr>
            <a:xfrm>
              <a:off x="1185126" y="19753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" name="pt187"/>
            <p:cNvSpPr/>
            <p:nvPr/>
          </p:nvSpPr>
          <p:spPr>
            <a:xfrm>
              <a:off x="1185126" y="20402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" name="pt188"/>
            <p:cNvSpPr/>
            <p:nvPr/>
          </p:nvSpPr>
          <p:spPr>
            <a:xfrm>
              <a:off x="3107236" y="1196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" name="pt189"/>
            <p:cNvSpPr/>
            <p:nvPr/>
          </p:nvSpPr>
          <p:spPr>
            <a:xfrm>
              <a:off x="757991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" name="pt190"/>
            <p:cNvSpPr/>
            <p:nvPr/>
          </p:nvSpPr>
          <p:spPr>
            <a:xfrm>
              <a:off x="757991" y="259194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" name="pt191"/>
            <p:cNvSpPr/>
            <p:nvPr/>
          </p:nvSpPr>
          <p:spPr>
            <a:xfrm>
              <a:off x="2680100" y="14560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" name="pt192"/>
            <p:cNvSpPr/>
            <p:nvPr/>
          </p:nvSpPr>
          <p:spPr>
            <a:xfrm>
              <a:off x="1398694" y="17805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" name="pt193"/>
            <p:cNvSpPr/>
            <p:nvPr/>
          </p:nvSpPr>
          <p:spPr>
            <a:xfrm>
              <a:off x="1825830" y="19753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" name="pt194"/>
            <p:cNvSpPr/>
            <p:nvPr/>
          </p:nvSpPr>
          <p:spPr>
            <a:xfrm>
              <a:off x="1398694" y="19753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" name="pt195"/>
            <p:cNvSpPr/>
            <p:nvPr/>
          </p:nvSpPr>
          <p:spPr>
            <a:xfrm>
              <a:off x="1825830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" name="pt196"/>
            <p:cNvSpPr/>
            <p:nvPr/>
          </p:nvSpPr>
          <p:spPr>
            <a:xfrm>
              <a:off x="1398694" y="20726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" name="pt197"/>
            <p:cNvSpPr/>
            <p:nvPr/>
          </p:nvSpPr>
          <p:spPr>
            <a:xfrm>
              <a:off x="1398694" y="22024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" name="pt198"/>
            <p:cNvSpPr/>
            <p:nvPr/>
          </p:nvSpPr>
          <p:spPr>
            <a:xfrm>
              <a:off x="1185126" y="20402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" name="pt199"/>
            <p:cNvSpPr/>
            <p:nvPr/>
          </p:nvSpPr>
          <p:spPr>
            <a:xfrm>
              <a:off x="1612262" y="113152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" name="pt200"/>
            <p:cNvSpPr/>
            <p:nvPr/>
          </p:nvSpPr>
          <p:spPr>
            <a:xfrm>
              <a:off x="2466533" y="16507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" name="pt201"/>
            <p:cNvSpPr/>
            <p:nvPr/>
          </p:nvSpPr>
          <p:spPr>
            <a:xfrm>
              <a:off x="2680100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" name="pt202"/>
            <p:cNvSpPr/>
            <p:nvPr/>
          </p:nvSpPr>
          <p:spPr>
            <a:xfrm>
              <a:off x="1185126" y="19753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" name="pt203"/>
            <p:cNvSpPr/>
            <p:nvPr/>
          </p:nvSpPr>
          <p:spPr>
            <a:xfrm>
              <a:off x="2039397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" name="pt204"/>
            <p:cNvSpPr/>
            <p:nvPr/>
          </p:nvSpPr>
          <p:spPr>
            <a:xfrm>
              <a:off x="757991" y="25594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" name="pt205"/>
            <p:cNvSpPr/>
            <p:nvPr/>
          </p:nvSpPr>
          <p:spPr>
            <a:xfrm>
              <a:off x="1398694" y="16507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" name="pt206"/>
            <p:cNvSpPr/>
            <p:nvPr/>
          </p:nvSpPr>
          <p:spPr>
            <a:xfrm>
              <a:off x="1185126" y="21051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" name="pt207"/>
            <p:cNvSpPr/>
            <p:nvPr/>
          </p:nvSpPr>
          <p:spPr>
            <a:xfrm>
              <a:off x="3320804" y="113152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" name="pt208"/>
            <p:cNvSpPr/>
            <p:nvPr/>
          </p:nvSpPr>
          <p:spPr>
            <a:xfrm>
              <a:off x="1185126" y="17156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" name="pt209"/>
            <p:cNvSpPr/>
            <p:nvPr/>
          </p:nvSpPr>
          <p:spPr>
            <a:xfrm>
              <a:off x="971559" y="25270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" name="pt210"/>
            <p:cNvSpPr/>
            <p:nvPr/>
          </p:nvSpPr>
          <p:spPr>
            <a:xfrm>
              <a:off x="2039397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" name="pt211"/>
            <p:cNvSpPr/>
            <p:nvPr/>
          </p:nvSpPr>
          <p:spPr>
            <a:xfrm>
              <a:off x="1398694" y="21051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" name="pt212"/>
            <p:cNvSpPr/>
            <p:nvPr/>
          </p:nvSpPr>
          <p:spPr>
            <a:xfrm>
              <a:off x="1398694" y="14560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" name="pt213"/>
            <p:cNvSpPr/>
            <p:nvPr/>
          </p:nvSpPr>
          <p:spPr>
            <a:xfrm>
              <a:off x="757991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" name="pt214"/>
            <p:cNvSpPr/>
            <p:nvPr/>
          </p:nvSpPr>
          <p:spPr>
            <a:xfrm>
              <a:off x="1825830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" name="pt215"/>
            <p:cNvSpPr/>
            <p:nvPr/>
          </p:nvSpPr>
          <p:spPr>
            <a:xfrm>
              <a:off x="1612262" y="129379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" name="pt216"/>
            <p:cNvSpPr/>
            <p:nvPr/>
          </p:nvSpPr>
          <p:spPr>
            <a:xfrm>
              <a:off x="1398694" y="17156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" name="pt217"/>
            <p:cNvSpPr/>
            <p:nvPr/>
          </p:nvSpPr>
          <p:spPr>
            <a:xfrm>
              <a:off x="1398694" y="22998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" name="pt218"/>
            <p:cNvSpPr/>
            <p:nvPr/>
          </p:nvSpPr>
          <p:spPr>
            <a:xfrm>
              <a:off x="1612262" y="20402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" name="pt219"/>
            <p:cNvSpPr/>
            <p:nvPr/>
          </p:nvSpPr>
          <p:spPr>
            <a:xfrm>
              <a:off x="2039397" y="19753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" name="pt220"/>
            <p:cNvSpPr/>
            <p:nvPr/>
          </p:nvSpPr>
          <p:spPr>
            <a:xfrm>
              <a:off x="1185126" y="226740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" name="pt221"/>
            <p:cNvSpPr/>
            <p:nvPr/>
          </p:nvSpPr>
          <p:spPr>
            <a:xfrm>
              <a:off x="2039397" y="158587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" name="pt222"/>
            <p:cNvSpPr/>
            <p:nvPr/>
          </p:nvSpPr>
          <p:spPr>
            <a:xfrm>
              <a:off x="1398694" y="21700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" name="pt223"/>
            <p:cNvSpPr/>
            <p:nvPr/>
          </p:nvSpPr>
          <p:spPr>
            <a:xfrm>
              <a:off x="2039397" y="16507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" name="pt224"/>
            <p:cNvSpPr/>
            <p:nvPr/>
          </p:nvSpPr>
          <p:spPr>
            <a:xfrm>
              <a:off x="1398694" y="24945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" name="pt225"/>
            <p:cNvSpPr/>
            <p:nvPr/>
          </p:nvSpPr>
          <p:spPr>
            <a:xfrm>
              <a:off x="1825830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" name="pt226"/>
            <p:cNvSpPr/>
            <p:nvPr/>
          </p:nvSpPr>
          <p:spPr>
            <a:xfrm>
              <a:off x="1398694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" name="pt227"/>
            <p:cNvSpPr/>
            <p:nvPr/>
          </p:nvSpPr>
          <p:spPr>
            <a:xfrm>
              <a:off x="1398694" y="21700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" name="pt228"/>
            <p:cNvSpPr/>
            <p:nvPr/>
          </p:nvSpPr>
          <p:spPr>
            <a:xfrm>
              <a:off x="1185126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" name="pt229"/>
            <p:cNvSpPr/>
            <p:nvPr/>
          </p:nvSpPr>
          <p:spPr>
            <a:xfrm>
              <a:off x="971559" y="21051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" name="pt230"/>
            <p:cNvSpPr/>
            <p:nvPr/>
          </p:nvSpPr>
          <p:spPr>
            <a:xfrm>
              <a:off x="971559" y="259194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" name="pt231"/>
            <p:cNvSpPr/>
            <p:nvPr/>
          </p:nvSpPr>
          <p:spPr>
            <a:xfrm>
              <a:off x="757991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" name="pt232"/>
            <p:cNvSpPr/>
            <p:nvPr/>
          </p:nvSpPr>
          <p:spPr>
            <a:xfrm>
              <a:off x="1185126" y="194286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" name="pt233"/>
            <p:cNvSpPr/>
            <p:nvPr/>
          </p:nvSpPr>
          <p:spPr>
            <a:xfrm>
              <a:off x="2893668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4" name="pt234"/>
            <p:cNvSpPr/>
            <p:nvPr/>
          </p:nvSpPr>
          <p:spPr>
            <a:xfrm>
              <a:off x="1612262" y="17156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" name="pt235"/>
            <p:cNvSpPr/>
            <p:nvPr/>
          </p:nvSpPr>
          <p:spPr>
            <a:xfrm>
              <a:off x="757991" y="21051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" name="pt236"/>
            <p:cNvSpPr/>
            <p:nvPr/>
          </p:nvSpPr>
          <p:spPr>
            <a:xfrm>
              <a:off x="1612262" y="18779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7" name="pt237"/>
            <p:cNvSpPr/>
            <p:nvPr/>
          </p:nvSpPr>
          <p:spPr>
            <a:xfrm>
              <a:off x="2252965" y="148851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8" name="pt238"/>
            <p:cNvSpPr/>
            <p:nvPr/>
          </p:nvSpPr>
          <p:spPr>
            <a:xfrm>
              <a:off x="971559" y="24945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" name="pt239"/>
            <p:cNvSpPr/>
            <p:nvPr/>
          </p:nvSpPr>
          <p:spPr>
            <a:xfrm>
              <a:off x="757991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" name="pt240"/>
            <p:cNvSpPr/>
            <p:nvPr/>
          </p:nvSpPr>
          <p:spPr>
            <a:xfrm>
              <a:off x="971559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1" name="pt241"/>
            <p:cNvSpPr/>
            <p:nvPr/>
          </p:nvSpPr>
          <p:spPr>
            <a:xfrm>
              <a:off x="757991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" name="pt242"/>
            <p:cNvSpPr/>
            <p:nvPr/>
          </p:nvSpPr>
          <p:spPr>
            <a:xfrm>
              <a:off x="757991" y="24945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3" name="pt243"/>
            <p:cNvSpPr/>
            <p:nvPr/>
          </p:nvSpPr>
          <p:spPr>
            <a:xfrm>
              <a:off x="1185126" y="17156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4" name="pt244"/>
            <p:cNvSpPr/>
            <p:nvPr/>
          </p:nvSpPr>
          <p:spPr>
            <a:xfrm>
              <a:off x="1398694" y="22024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5" name="pt245"/>
            <p:cNvSpPr/>
            <p:nvPr/>
          </p:nvSpPr>
          <p:spPr>
            <a:xfrm>
              <a:off x="971559" y="226740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6" name="pt246"/>
            <p:cNvSpPr/>
            <p:nvPr/>
          </p:nvSpPr>
          <p:spPr>
            <a:xfrm>
              <a:off x="757991" y="25270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7" name="pt247"/>
            <p:cNvSpPr/>
            <p:nvPr/>
          </p:nvSpPr>
          <p:spPr>
            <a:xfrm>
              <a:off x="2680100" y="113152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8" name="pt248"/>
            <p:cNvSpPr/>
            <p:nvPr/>
          </p:nvSpPr>
          <p:spPr>
            <a:xfrm>
              <a:off x="3747939" y="100170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" name="pt249"/>
            <p:cNvSpPr/>
            <p:nvPr/>
          </p:nvSpPr>
          <p:spPr>
            <a:xfrm>
              <a:off x="1612262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" name="pt250"/>
            <p:cNvSpPr/>
            <p:nvPr/>
          </p:nvSpPr>
          <p:spPr>
            <a:xfrm>
              <a:off x="3747939" y="14560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" name="pt251"/>
            <p:cNvSpPr/>
            <p:nvPr/>
          </p:nvSpPr>
          <p:spPr>
            <a:xfrm>
              <a:off x="757991" y="25594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" name="pt252"/>
            <p:cNvSpPr/>
            <p:nvPr/>
          </p:nvSpPr>
          <p:spPr>
            <a:xfrm>
              <a:off x="1612262" y="21700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" name="pt253"/>
            <p:cNvSpPr/>
            <p:nvPr/>
          </p:nvSpPr>
          <p:spPr>
            <a:xfrm>
              <a:off x="1612262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" name="pt254"/>
            <p:cNvSpPr/>
            <p:nvPr/>
          </p:nvSpPr>
          <p:spPr>
            <a:xfrm>
              <a:off x="1612262" y="20402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" name="pt255"/>
            <p:cNvSpPr/>
            <p:nvPr/>
          </p:nvSpPr>
          <p:spPr>
            <a:xfrm>
              <a:off x="1185126" y="21700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6" name="pt256"/>
            <p:cNvSpPr/>
            <p:nvPr/>
          </p:nvSpPr>
          <p:spPr>
            <a:xfrm>
              <a:off x="757991" y="236476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7" name="pt257"/>
            <p:cNvSpPr/>
            <p:nvPr/>
          </p:nvSpPr>
          <p:spPr>
            <a:xfrm>
              <a:off x="1825830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8" name="pt258"/>
            <p:cNvSpPr/>
            <p:nvPr/>
          </p:nvSpPr>
          <p:spPr>
            <a:xfrm>
              <a:off x="2252965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9" name="pt259"/>
            <p:cNvSpPr/>
            <p:nvPr/>
          </p:nvSpPr>
          <p:spPr>
            <a:xfrm>
              <a:off x="971559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0" name="pt260"/>
            <p:cNvSpPr/>
            <p:nvPr/>
          </p:nvSpPr>
          <p:spPr>
            <a:xfrm>
              <a:off x="1398694" y="13911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1" name="pt261"/>
            <p:cNvSpPr/>
            <p:nvPr/>
          </p:nvSpPr>
          <p:spPr>
            <a:xfrm>
              <a:off x="1398694" y="16832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2" name="pt262"/>
            <p:cNvSpPr/>
            <p:nvPr/>
          </p:nvSpPr>
          <p:spPr>
            <a:xfrm>
              <a:off x="2252965" y="142360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3" name="pt263"/>
            <p:cNvSpPr/>
            <p:nvPr/>
          </p:nvSpPr>
          <p:spPr>
            <a:xfrm>
              <a:off x="1825830" y="14560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4" name="pt264"/>
            <p:cNvSpPr/>
            <p:nvPr/>
          </p:nvSpPr>
          <p:spPr>
            <a:xfrm>
              <a:off x="1398694" y="194286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5" name="pt265"/>
            <p:cNvSpPr/>
            <p:nvPr/>
          </p:nvSpPr>
          <p:spPr>
            <a:xfrm>
              <a:off x="3534371" y="12613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6" name="pt266"/>
            <p:cNvSpPr/>
            <p:nvPr/>
          </p:nvSpPr>
          <p:spPr>
            <a:xfrm>
              <a:off x="971559" y="20402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7" name="pt267"/>
            <p:cNvSpPr/>
            <p:nvPr/>
          </p:nvSpPr>
          <p:spPr>
            <a:xfrm>
              <a:off x="971559" y="21700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8" name="pt268"/>
            <p:cNvSpPr/>
            <p:nvPr/>
          </p:nvSpPr>
          <p:spPr>
            <a:xfrm>
              <a:off x="2680100" y="13586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9" name="pt269"/>
            <p:cNvSpPr/>
            <p:nvPr/>
          </p:nvSpPr>
          <p:spPr>
            <a:xfrm>
              <a:off x="971559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0" name="pt270"/>
            <p:cNvSpPr/>
            <p:nvPr/>
          </p:nvSpPr>
          <p:spPr>
            <a:xfrm>
              <a:off x="2039397" y="13586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1" name="pt271"/>
            <p:cNvSpPr/>
            <p:nvPr/>
          </p:nvSpPr>
          <p:spPr>
            <a:xfrm>
              <a:off x="757991" y="24945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2" name="pt272"/>
            <p:cNvSpPr/>
            <p:nvPr/>
          </p:nvSpPr>
          <p:spPr>
            <a:xfrm>
              <a:off x="757991" y="21700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3" name="pt273"/>
            <p:cNvSpPr/>
            <p:nvPr/>
          </p:nvSpPr>
          <p:spPr>
            <a:xfrm>
              <a:off x="757991" y="24945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4" name="pt274"/>
            <p:cNvSpPr/>
            <p:nvPr/>
          </p:nvSpPr>
          <p:spPr>
            <a:xfrm>
              <a:off x="757991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5" name="pt275"/>
            <p:cNvSpPr/>
            <p:nvPr/>
          </p:nvSpPr>
          <p:spPr>
            <a:xfrm>
              <a:off x="971559" y="158587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6" name="pt276"/>
            <p:cNvSpPr/>
            <p:nvPr/>
          </p:nvSpPr>
          <p:spPr>
            <a:xfrm>
              <a:off x="1612262" y="184550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7" name="pt277"/>
            <p:cNvSpPr/>
            <p:nvPr/>
          </p:nvSpPr>
          <p:spPr>
            <a:xfrm>
              <a:off x="1612262" y="17156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8" name="pt278"/>
            <p:cNvSpPr/>
            <p:nvPr/>
          </p:nvSpPr>
          <p:spPr>
            <a:xfrm>
              <a:off x="757991" y="22998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9" name="pt279"/>
            <p:cNvSpPr/>
            <p:nvPr/>
          </p:nvSpPr>
          <p:spPr>
            <a:xfrm>
              <a:off x="1398694" y="21375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0" name="pt280"/>
            <p:cNvSpPr/>
            <p:nvPr/>
          </p:nvSpPr>
          <p:spPr>
            <a:xfrm>
              <a:off x="1398694" y="20402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1" name="pt281"/>
            <p:cNvSpPr/>
            <p:nvPr/>
          </p:nvSpPr>
          <p:spPr>
            <a:xfrm>
              <a:off x="971559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2" name="pt282"/>
            <p:cNvSpPr/>
            <p:nvPr/>
          </p:nvSpPr>
          <p:spPr>
            <a:xfrm>
              <a:off x="971559" y="21051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3" name="pt283"/>
            <p:cNvSpPr/>
            <p:nvPr/>
          </p:nvSpPr>
          <p:spPr>
            <a:xfrm>
              <a:off x="971559" y="25594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4" name="pt284"/>
            <p:cNvSpPr/>
            <p:nvPr/>
          </p:nvSpPr>
          <p:spPr>
            <a:xfrm>
              <a:off x="1185126" y="22998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5" name="pt285"/>
            <p:cNvSpPr/>
            <p:nvPr/>
          </p:nvSpPr>
          <p:spPr>
            <a:xfrm>
              <a:off x="757991" y="259194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6" name="pt286"/>
            <p:cNvSpPr/>
            <p:nvPr/>
          </p:nvSpPr>
          <p:spPr>
            <a:xfrm>
              <a:off x="3107236" y="17156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7" name="pt287"/>
            <p:cNvSpPr/>
            <p:nvPr/>
          </p:nvSpPr>
          <p:spPr>
            <a:xfrm>
              <a:off x="2893668" y="12288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8" name="pt288"/>
            <p:cNvSpPr/>
            <p:nvPr/>
          </p:nvSpPr>
          <p:spPr>
            <a:xfrm>
              <a:off x="2466533" y="17805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9" name="pt289"/>
            <p:cNvSpPr/>
            <p:nvPr/>
          </p:nvSpPr>
          <p:spPr>
            <a:xfrm>
              <a:off x="2466533" y="17481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0" name="pt290"/>
            <p:cNvSpPr/>
            <p:nvPr/>
          </p:nvSpPr>
          <p:spPr>
            <a:xfrm>
              <a:off x="2252965" y="14560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1" name="pt291"/>
            <p:cNvSpPr/>
            <p:nvPr/>
          </p:nvSpPr>
          <p:spPr>
            <a:xfrm>
              <a:off x="757991" y="25594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2" name="pt292"/>
            <p:cNvSpPr/>
            <p:nvPr/>
          </p:nvSpPr>
          <p:spPr>
            <a:xfrm>
              <a:off x="3534371" y="106661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3" name="pt293"/>
            <p:cNvSpPr/>
            <p:nvPr/>
          </p:nvSpPr>
          <p:spPr>
            <a:xfrm>
              <a:off x="1612262" y="17805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4" name="pt294"/>
            <p:cNvSpPr/>
            <p:nvPr/>
          </p:nvSpPr>
          <p:spPr>
            <a:xfrm>
              <a:off x="1825830" y="184550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5" name="pt295"/>
            <p:cNvSpPr/>
            <p:nvPr/>
          </p:nvSpPr>
          <p:spPr>
            <a:xfrm>
              <a:off x="971559" y="246212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6" name="pt296"/>
            <p:cNvSpPr/>
            <p:nvPr/>
          </p:nvSpPr>
          <p:spPr>
            <a:xfrm>
              <a:off x="1185126" y="21700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7" name="pt297"/>
            <p:cNvSpPr/>
            <p:nvPr/>
          </p:nvSpPr>
          <p:spPr>
            <a:xfrm>
              <a:off x="757991" y="25594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8" name="pt298"/>
            <p:cNvSpPr/>
            <p:nvPr/>
          </p:nvSpPr>
          <p:spPr>
            <a:xfrm>
              <a:off x="971559" y="246212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9" name="pt299"/>
            <p:cNvSpPr/>
            <p:nvPr/>
          </p:nvSpPr>
          <p:spPr>
            <a:xfrm>
              <a:off x="757991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0" name="pt300"/>
            <p:cNvSpPr/>
            <p:nvPr/>
          </p:nvSpPr>
          <p:spPr>
            <a:xfrm>
              <a:off x="1398694" y="21700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1" name="pt301"/>
            <p:cNvSpPr/>
            <p:nvPr/>
          </p:nvSpPr>
          <p:spPr>
            <a:xfrm>
              <a:off x="1398694" y="24296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2" name="pt302"/>
            <p:cNvSpPr/>
            <p:nvPr/>
          </p:nvSpPr>
          <p:spPr>
            <a:xfrm>
              <a:off x="757991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3" name="pt303"/>
            <p:cNvSpPr/>
            <p:nvPr/>
          </p:nvSpPr>
          <p:spPr>
            <a:xfrm>
              <a:off x="971559" y="226740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4" name="pl304"/>
            <p:cNvSpPr/>
            <p:nvPr/>
          </p:nvSpPr>
          <p:spPr>
            <a:xfrm>
              <a:off x="782817" y="1013826"/>
              <a:ext cx="2989948" cy="1377495"/>
            </a:xfrm>
            <a:custGeom>
              <a:avLst/>
              <a:gdLst/>
              <a:ahLst/>
              <a:cxnLst/>
              <a:rect l="0" t="0" r="0" b="0"/>
              <a:pathLst>
                <a:path w="2989948" h="1377495">
                  <a:moveTo>
                    <a:pt x="0" y="1377495"/>
                  </a:moveTo>
                  <a:lnTo>
                    <a:pt x="37847" y="1360059"/>
                  </a:lnTo>
                  <a:lnTo>
                    <a:pt x="75694" y="1342622"/>
                  </a:lnTo>
                  <a:lnTo>
                    <a:pt x="113542" y="1325185"/>
                  </a:lnTo>
                  <a:lnTo>
                    <a:pt x="151389" y="1307749"/>
                  </a:lnTo>
                  <a:lnTo>
                    <a:pt x="189237" y="1290312"/>
                  </a:lnTo>
                  <a:lnTo>
                    <a:pt x="227084" y="1272875"/>
                  </a:lnTo>
                  <a:lnTo>
                    <a:pt x="264932" y="1255439"/>
                  </a:lnTo>
                  <a:lnTo>
                    <a:pt x="302779" y="1238002"/>
                  </a:lnTo>
                  <a:lnTo>
                    <a:pt x="340626" y="1220565"/>
                  </a:lnTo>
                  <a:lnTo>
                    <a:pt x="378474" y="1203129"/>
                  </a:lnTo>
                  <a:lnTo>
                    <a:pt x="416321" y="1185692"/>
                  </a:lnTo>
                  <a:lnTo>
                    <a:pt x="454169" y="1168255"/>
                  </a:lnTo>
                  <a:lnTo>
                    <a:pt x="492016" y="1150819"/>
                  </a:lnTo>
                  <a:lnTo>
                    <a:pt x="529864" y="1133382"/>
                  </a:lnTo>
                  <a:lnTo>
                    <a:pt x="567711" y="1115945"/>
                  </a:lnTo>
                  <a:lnTo>
                    <a:pt x="605559" y="1098509"/>
                  </a:lnTo>
                  <a:lnTo>
                    <a:pt x="643406" y="1081072"/>
                  </a:lnTo>
                  <a:lnTo>
                    <a:pt x="681253" y="1063635"/>
                  </a:lnTo>
                  <a:lnTo>
                    <a:pt x="719101" y="1046199"/>
                  </a:lnTo>
                  <a:lnTo>
                    <a:pt x="756948" y="1028762"/>
                  </a:lnTo>
                  <a:lnTo>
                    <a:pt x="794796" y="1011325"/>
                  </a:lnTo>
                  <a:lnTo>
                    <a:pt x="832643" y="993889"/>
                  </a:lnTo>
                  <a:lnTo>
                    <a:pt x="870491" y="976452"/>
                  </a:lnTo>
                  <a:lnTo>
                    <a:pt x="908338" y="959016"/>
                  </a:lnTo>
                  <a:lnTo>
                    <a:pt x="946186" y="941579"/>
                  </a:lnTo>
                  <a:lnTo>
                    <a:pt x="984033" y="924142"/>
                  </a:lnTo>
                  <a:lnTo>
                    <a:pt x="1021880" y="906706"/>
                  </a:lnTo>
                  <a:lnTo>
                    <a:pt x="1059728" y="889269"/>
                  </a:lnTo>
                  <a:lnTo>
                    <a:pt x="1097575" y="871832"/>
                  </a:lnTo>
                  <a:lnTo>
                    <a:pt x="1135423" y="854396"/>
                  </a:lnTo>
                  <a:lnTo>
                    <a:pt x="1173270" y="836959"/>
                  </a:lnTo>
                  <a:lnTo>
                    <a:pt x="1211118" y="819522"/>
                  </a:lnTo>
                  <a:lnTo>
                    <a:pt x="1248965" y="802086"/>
                  </a:lnTo>
                  <a:lnTo>
                    <a:pt x="1286813" y="784649"/>
                  </a:lnTo>
                  <a:lnTo>
                    <a:pt x="1324660" y="767212"/>
                  </a:lnTo>
                  <a:lnTo>
                    <a:pt x="1362507" y="749776"/>
                  </a:lnTo>
                  <a:lnTo>
                    <a:pt x="1400355" y="732339"/>
                  </a:lnTo>
                  <a:lnTo>
                    <a:pt x="1438202" y="714902"/>
                  </a:lnTo>
                  <a:lnTo>
                    <a:pt x="1476050" y="697466"/>
                  </a:lnTo>
                  <a:lnTo>
                    <a:pt x="1513897" y="680029"/>
                  </a:lnTo>
                  <a:lnTo>
                    <a:pt x="1551745" y="662592"/>
                  </a:lnTo>
                  <a:lnTo>
                    <a:pt x="1589592" y="645156"/>
                  </a:lnTo>
                  <a:lnTo>
                    <a:pt x="1627440" y="627719"/>
                  </a:lnTo>
                  <a:lnTo>
                    <a:pt x="1665287" y="610282"/>
                  </a:lnTo>
                  <a:lnTo>
                    <a:pt x="1703134" y="592846"/>
                  </a:lnTo>
                  <a:lnTo>
                    <a:pt x="1740982" y="575409"/>
                  </a:lnTo>
                  <a:lnTo>
                    <a:pt x="1778829" y="557972"/>
                  </a:lnTo>
                  <a:lnTo>
                    <a:pt x="1816677" y="540536"/>
                  </a:lnTo>
                  <a:lnTo>
                    <a:pt x="1854524" y="523099"/>
                  </a:lnTo>
                  <a:lnTo>
                    <a:pt x="1892372" y="505662"/>
                  </a:lnTo>
                  <a:lnTo>
                    <a:pt x="1930219" y="488226"/>
                  </a:lnTo>
                  <a:lnTo>
                    <a:pt x="1968067" y="470789"/>
                  </a:lnTo>
                  <a:lnTo>
                    <a:pt x="2005914" y="453353"/>
                  </a:lnTo>
                  <a:lnTo>
                    <a:pt x="2043761" y="435916"/>
                  </a:lnTo>
                  <a:lnTo>
                    <a:pt x="2081609" y="418479"/>
                  </a:lnTo>
                  <a:lnTo>
                    <a:pt x="2119456" y="401043"/>
                  </a:lnTo>
                  <a:lnTo>
                    <a:pt x="2157304" y="383606"/>
                  </a:lnTo>
                  <a:lnTo>
                    <a:pt x="2195151" y="366169"/>
                  </a:lnTo>
                  <a:lnTo>
                    <a:pt x="2232999" y="348733"/>
                  </a:lnTo>
                  <a:lnTo>
                    <a:pt x="2270846" y="331296"/>
                  </a:lnTo>
                  <a:lnTo>
                    <a:pt x="2308694" y="313859"/>
                  </a:lnTo>
                  <a:lnTo>
                    <a:pt x="2346541" y="296423"/>
                  </a:lnTo>
                  <a:lnTo>
                    <a:pt x="2384388" y="278986"/>
                  </a:lnTo>
                  <a:lnTo>
                    <a:pt x="2422236" y="261549"/>
                  </a:lnTo>
                  <a:lnTo>
                    <a:pt x="2460083" y="244113"/>
                  </a:lnTo>
                  <a:lnTo>
                    <a:pt x="2497931" y="226676"/>
                  </a:lnTo>
                  <a:lnTo>
                    <a:pt x="2535778" y="209239"/>
                  </a:lnTo>
                  <a:lnTo>
                    <a:pt x="2573626" y="191803"/>
                  </a:lnTo>
                  <a:lnTo>
                    <a:pt x="2611473" y="174366"/>
                  </a:lnTo>
                  <a:lnTo>
                    <a:pt x="2649321" y="156929"/>
                  </a:lnTo>
                  <a:lnTo>
                    <a:pt x="2687168" y="139493"/>
                  </a:lnTo>
                  <a:lnTo>
                    <a:pt x="2725015" y="122056"/>
                  </a:lnTo>
                  <a:lnTo>
                    <a:pt x="2762863" y="104619"/>
                  </a:lnTo>
                  <a:lnTo>
                    <a:pt x="2800710" y="87183"/>
                  </a:lnTo>
                  <a:lnTo>
                    <a:pt x="2838558" y="69746"/>
                  </a:lnTo>
                  <a:lnTo>
                    <a:pt x="2876405" y="52309"/>
                  </a:lnTo>
                  <a:lnTo>
                    <a:pt x="2914253" y="34873"/>
                  </a:lnTo>
                  <a:lnTo>
                    <a:pt x="2952100" y="17436"/>
                  </a:lnTo>
                  <a:lnTo>
                    <a:pt x="2989948" y="0"/>
                  </a:lnTo>
                </a:path>
              </a:pathLst>
            </a:custGeom>
            <a:ln w="27101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5" name="pl305"/>
            <p:cNvSpPr/>
            <p:nvPr/>
          </p:nvSpPr>
          <p:spPr>
            <a:xfrm>
              <a:off x="1850655" y="1018650"/>
              <a:ext cx="2135677" cy="426375"/>
            </a:xfrm>
            <a:custGeom>
              <a:avLst/>
              <a:gdLst/>
              <a:ahLst/>
              <a:cxnLst/>
              <a:rect l="0" t="0" r="0" b="0"/>
              <a:pathLst>
                <a:path w="2135677" h="426375">
                  <a:moveTo>
                    <a:pt x="0" y="426375"/>
                  </a:moveTo>
                  <a:lnTo>
                    <a:pt x="27033" y="420978"/>
                  </a:lnTo>
                  <a:lnTo>
                    <a:pt x="54067" y="415580"/>
                  </a:lnTo>
                  <a:lnTo>
                    <a:pt x="81101" y="410183"/>
                  </a:lnTo>
                  <a:lnTo>
                    <a:pt x="108135" y="404786"/>
                  </a:lnTo>
                  <a:lnTo>
                    <a:pt x="135169" y="399389"/>
                  </a:lnTo>
                  <a:lnTo>
                    <a:pt x="162203" y="393992"/>
                  </a:lnTo>
                  <a:lnTo>
                    <a:pt x="189237" y="388595"/>
                  </a:lnTo>
                  <a:lnTo>
                    <a:pt x="216271" y="383198"/>
                  </a:lnTo>
                  <a:lnTo>
                    <a:pt x="243304" y="377800"/>
                  </a:lnTo>
                  <a:lnTo>
                    <a:pt x="270338" y="372403"/>
                  </a:lnTo>
                  <a:lnTo>
                    <a:pt x="297372" y="367006"/>
                  </a:lnTo>
                  <a:lnTo>
                    <a:pt x="324406" y="361609"/>
                  </a:lnTo>
                  <a:lnTo>
                    <a:pt x="351440" y="356212"/>
                  </a:lnTo>
                  <a:lnTo>
                    <a:pt x="378474" y="350815"/>
                  </a:lnTo>
                  <a:lnTo>
                    <a:pt x="405508" y="345417"/>
                  </a:lnTo>
                  <a:lnTo>
                    <a:pt x="432542" y="340020"/>
                  </a:lnTo>
                  <a:lnTo>
                    <a:pt x="459576" y="334623"/>
                  </a:lnTo>
                  <a:lnTo>
                    <a:pt x="486609" y="329226"/>
                  </a:lnTo>
                  <a:lnTo>
                    <a:pt x="513643" y="323829"/>
                  </a:lnTo>
                  <a:lnTo>
                    <a:pt x="540677" y="318432"/>
                  </a:lnTo>
                  <a:lnTo>
                    <a:pt x="567711" y="313035"/>
                  </a:lnTo>
                  <a:lnTo>
                    <a:pt x="594745" y="307637"/>
                  </a:lnTo>
                  <a:lnTo>
                    <a:pt x="621779" y="302240"/>
                  </a:lnTo>
                  <a:lnTo>
                    <a:pt x="648813" y="296843"/>
                  </a:lnTo>
                  <a:lnTo>
                    <a:pt x="675847" y="291446"/>
                  </a:lnTo>
                  <a:lnTo>
                    <a:pt x="702881" y="286049"/>
                  </a:lnTo>
                  <a:lnTo>
                    <a:pt x="729914" y="280652"/>
                  </a:lnTo>
                  <a:lnTo>
                    <a:pt x="756948" y="275254"/>
                  </a:lnTo>
                  <a:lnTo>
                    <a:pt x="783982" y="269857"/>
                  </a:lnTo>
                  <a:lnTo>
                    <a:pt x="811016" y="264460"/>
                  </a:lnTo>
                  <a:lnTo>
                    <a:pt x="838050" y="259063"/>
                  </a:lnTo>
                  <a:lnTo>
                    <a:pt x="865084" y="253666"/>
                  </a:lnTo>
                  <a:lnTo>
                    <a:pt x="892118" y="248269"/>
                  </a:lnTo>
                  <a:lnTo>
                    <a:pt x="919152" y="242871"/>
                  </a:lnTo>
                  <a:lnTo>
                    <a:pt x="946186" y="237474"/>
                  </a:lnTo>
                  <a:lnTo>
                    <a:pt x="973219" y="232077"/>
                  </a:lnTo>
                  <a:lnTo>
                    <a:pt x="1000253" y="226680"/>
                  </a:lnTo>
                  <a:lnTo>
                    <a:pt x="1027287" y="221283"/>
                  </a:lnTo>
                  <a:lnTo>
                    <a:pt x="1054321" y="215886"/>
                  </a:lnTo>
                  <a:lnTo>
                    <a:pt x="1081355" y="210489"/>
                  </a:lnTo>
                  <a:lnTo>
                    <a:pt x="1108389" y="205091"/>
                  </a:lnTo>
                  <a:lnTo>
                    <a:pt x="1135423" y="199694"/>
                  </a:lnTo>
                  <a:lnTo>
                    <a:pt x="1162457" y="194297"/>
                  </a:lnTo>
                  <a:lnTo>
                    <a:pt x="1189491" y="188900"/>
                  </a:lnTo>
                  <a:lnTo>
                    <a:pt x="1216524" y="183503"/>
                  </a:lnTo>
                  <a:lnTo>
                    <a:pt x="1243558" y="178106"/>
                  </a:lnTo>
                  <a:lnTo>
                    <a:pt x="1270592" y="172708"/>
                  </a:lnTo>
                  <a:lnTo>
                    <a:pt x="1297626" y="167311"/>
                  </a:lnTo>
                  <a:lnTo>
                    <a:pt x="1324660" y="161914"/>
                  </a:lnTo>
                  <a:lnTo>
                    <a:pt x="1351694" y="156517"/>
                  </a:lnTo>
                  <a:lnTo>
                    <a:pt x="1378728" y="151120"/>
                  </a:lnTo>
                  <a:lnTo>
                    <a:pt x="1405762" y="145723"/>
                  </a:lnTo>
                  <a:lnTo>
                    <a:pt x="1432796" y="140326"/>
                  </a:lnTo>
                  <a:lnTo>
                    <a:pt x="1459829" y="134928"/>
                  </a:lnTo>
                  <a:lnTo>
                    <a:pt x="1486863" y="129531"/>
                  </a:lnTo>
                  <a:lnTo>
                    <a:pt x="1513897" y="124134"/>
                  </a:lnTo>
                  <a:lnTo>
                    <a:pt x="1540931" y="118737"/>
                  </a:lnTo>
                  <a:lnTo>
                    <a:pt x="1567965" y="113340"/>
                  </a:lnTo>
                  <a:lnTo>
                    <a:pt x="1594999" y="107943"/>
                  </a:lnTo>
                  <a:lnTo>
                    <a:pt x="1622033" y="102545"/>
                  </a:lnTo>
                  <a:lnTo>
                    <a:pt x="1649067" y="97148"/>
                  </a:lnTo>
                  <a:lnTo>
                    <a:pt x="1676101" y="91751"/>
                  </a:lnTo>
                  <a:lnTo>
                    <a:pt x="1703134" y="86354"/>
                  </a:lnTo>
                  <a:lnTo>
                    <a:pt x="1730168" y="80957"/>
                  </a:lnTo>
                  <a:lnTo>
                    <a:pt x="1757202" y="75560"/>
                  </a:lnTo>
                  <a:lnTo>
                    <a:pt x="1784236" y="70163"/>
                  </a:lnTo>
                  <a:lnTo>
                    <a:pt x="1811270" y="64765"/>
                  </a:lnTo>
                  <a:lnTo>
                    <a:pt x="1838304" y="59368"/>
                  </a:lnTo>
                  <a:lnTo>
                    <a:pt x="1865338" y="53971"/>
                  </a:lnTo>
                  <a:lnTo>
                    <a:pt x="1892372" y="48574"/>
                  </a:lnTo>
                  <a:lnTo>
                    <a:pt x="1919406" y="43177"/>
                  </a:lnTo>
                  <a:lnTo>
                    <a:pt x="1946439" y="37780"/>
                  </a:lnTo>
                  <a:lnTo>
                    <a:pt x="1973473" y="32382"/>
                  </a:lnTo>
                  <a:lnTo>
                    <a:pt x="2000507" y="26985"/>
                  </a:lnTo>
                  <a:lnTo>
                    <a:pt x="2027541" y="21588"/>
                  </a:lnTo>
                  <a:lnTo>
                    <a:pt x="2054575" y="16191"/>
                  </a:lnTo>
                  <a:lnTo>
                    <a:pt x="2081609" y="10794"/>
                  </a:lnTo>
                  <a:lnTo>
                    <a:pt x="2108643" y="5397"/>
                  </a:lnTo>
                  <a:lnTo>
                    <a:pt x="2135677" y="0"/>
                  </a:lnTo>
                </a:path>
              </a:pathLst>
            </a:custGeom>
            <a:ln w="27101" cap="flat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6" name="tx306"/>
            <p:cNvSpPr/>
            <p:nvPr/>
          </p:nvSpPr>
          <p:spPr>
            <a:xfrm>
              <a:off x="799902" y="553776"/>
              <a:ext cx="91715" cy="909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 i="1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307" name="tx307"/>
            <p:cNvSpPr/>
            <p:nvPr/>
          </p:nvSpPr>
          <p:spPr>
            <a:xfrm>
              <a:off x="905254" y="518225"/>
              <a:ext cx="49441" cy="638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308" name="tx308"/>
            <p:cNvSpPr/>
            <p:nvPr/>
          </p:nvSpPr>
          <p:spPr>
            <a:xfrm>
              <a:off x="954696" y="644685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309" name="tx309"/>
            <p:cNvSpPr/>
            <p:nvPr/>
          </p:nvSpPr>
          <p:spPr>
            <a:xfrm>
              <a:off x="989485" y="606672"/>
              <a:ext cx="74166" cy="3801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310" name="tx310"/>
            <p:cNvSpPr/>
            <p:nvPr/>
          </p:nvSpPr>
          <p:spPr>
            <a:xfrm>
              <a:off x="1063651" y="644685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311" name="tx311"/>
            <p:cNvSpPr/>
            <p:nvPr/>
          </p:nvSpPr>
          <p:spPr>
            <a:xfrm>
              <a:off x="1098439" y="551854"/>
              <a:ext cx="247178" cy="9283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0.59</a:t>
              </a:r>
            </a:p>
          </p:txBody>
        </p:sp>
        <p:sp>
          <p:nvSpPr>
            <p:cNvPr id="312" name="pl312"/>
            <p:cNvSpPr/>
            <p:nvPr/>
          </p:nvSpPr>
          <p:spPr>
            <a:xfrm>
              <a:off x="4471975" y="2324685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3" name="pl313"/>
            <p:cNvSpPr/>
            <p:nvPr/>
          </p:nvSpPr>
          <p:spPr>
            <a:xfrm>
              <a:off x="4471975" y="1675609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4" name="pl314"/>
            <p:cNvSpPr/>
            <p:nvPr/>
          </p:nvSpPr>
          <p:spPr>
            <a:xfrm>
              <a:off x="4471975" y="1026533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5" name="pl315"/>
            <p:cNvSpPr/>
            <p:nvPr/>
          </p:nvSpPr>
          <p:spPr>
            <a:xfrm>
              <a:off x="5069965" y="397740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6" name="pl316"/>
            <p:cNvSpPr/>
            <p:nvPr/>
          </p:nvSpPr>
          <p:spPr>
            <a:xfrm>
              <a:off x="5924235" y="397740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7" name="pl317"/>
            <p:cNvSpPr/>
            <p:nvPr/>
          </p:nvSpPr>
          <p:spPr>
            <a:xfrm>
              <a:off x="6778506" y="397740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8" name="pl318"/>
            <p:cNvSpPr/>
            <p:nvPr/>
          </p:nvSpPr>
          <p:spPr>
            <a:xfrm>
              <a:off x="7632777" y="397740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9" name="pl319"/>
            <p:cNvSpPr/>
            <p:nvPr/>
          </p:nvSpPr>
          <p:spPr>
            <a:xfrm>
              <a:off x="4471975" y="2649223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0" name="pl320"/>
            <p:cNvSpPr/>
            <p:nvPr/>
          </p:nvSpPr>
          <p:spPr>
            <a:xfrm>
              <a:off x="4471975" y="2000147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1" name="pl321"/>
            <p:cNvSpPr/>
            <p:nvPr/>
          </p:nvSpPr>
          <p:spPr>
            <a:xfrm>
              <a:off x="4471975" y="1351071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2" name="pl322"/>
            <p:cNvSpPr/>
            <p:nvPr/>
          </p:nvSpPr>
          <p:spPr>
            <a:xfrm>
              <a:off x="4471975" y="701995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3" name="pl323"/>
            <p:cNvSpPr/>
            <p:nvPr/>
          </p:nvSpPr>
          <p:spPr>
            <a:xfrm>
              <a:off x="4642829" y="397740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4" name="pl324"/>
            <p:cNvSpPr/>
            <p:nvPr/>
          </p:nvSpPr>
          <p:spPr>
            <a:xfrm>
              <a:off x="5497100" y="397740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5" name="pl325"/>
            <p:cNvSpPr/>
            <p:nvPr/>
          </p:nvSpPr>
          <p:spPr>
            <a:xfrm>
              <a:off x="6351371" y="397740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6" name="pl326"/>
            <p:cNvSpPr/>
            <p:nvPr/>
          </p:nvSpPr>
          <p:spPr>
            <a:xfrm>
              <a:off x="7205642" y="397740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7" name="pl327"/>
            <p:cNvSpPr/>
            <p:nvPr/>
          </p:nvSpPr>
          <p:spPr>
            <a:xfrm>
              <a:off x="8059913" y="397740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8" name="pt328"/>
            <p:cNvSpPr/>
            <p:nvPr/>
          </p:nvSpPr>
          <p:spPr>
            <a:xfrm>
              <a:off x="6369259" y="16507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9" name="pt329"/>
            <p:cNvSpPr/>
            <p:nvPr/>
          </p:nvSpPr>
          <p:spPr>
            <a:xfrm>
              <a:off x="6070264" y="12288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0" name="pt330"/>
            <p:cNvSpPr/>
            <p:nvPr/>
          </p:nvSpPr>
          <p:spPr>
            <a:xfrm>
              <a:off x="5600415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1" name="pt331"/>
            <p:cNvSpPr/>
            <p:nvPr/>
          </p:nvSpPr>
          <p:spPr>
            <a:xfrm>
              <a:off x="5600415" y="17805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2" name="pt332"/>
            <p:cNvSpPr/>
            <p:nvPr/>
          </p:nvSpPr>
          <p:spPr>
            <a:xfrm>
              <a:off x="5643128" y="226740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3" name="pt333"/>
            <p:cNvSpPr/>
            <p:nvPr/>
          </p:nvSpPr>
          <p:spPr>
            <a:xfrm>
              <a:off x="6326545" y="200777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4" name="pt334"/>
            <p:cNvSpPr/>
            <p:nvPr/>
          </p:nvSpPr>
          <p:spPr>
            <a:xfrm>
              <a:off x="5856696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5" name="pt335"/>
            <p:cNvSpPr/>
            <p:nvPr/>
          </p:nvSpPr>
          <p:spPr>
            <a:xfrm>
              <a:off x="5258706" y="142360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6" name="pt336"/>
            <p:cNvSpPr/>
            <p:nvPr/>
          </p:nvSpPr>
          <p:spPr>
            <a:xfrm>
              <a:off x="6710967" y="13262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7" name="pt337"/>
            <p:cNvSpPr/>
            <p:nvPr/>
          </p:nvSpPr>
          <p:spPr>
            <a:xfrm>
              <a:off x="6540113" y="142360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8" name="pt338"/>
            <p:cNvSpPr/>
            <p:nvPr/>
          </p:nvSpPr>
          <p:spPr>
            <a:xfrm>
              <a:off x="7437097" y="14560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9" name="pt339"/>
            <p:cNvSpPr/>
            <p:nvPr/>
          </p:nvSpPr>
          <p:spPr>
            <a:xfrm>
              <a:off x="5813982" y="18779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0" name="pt340"/>
            <p:cNvSpPr/>
            <p:nvPr/>
          </p:nvSpPr>
          <p:spPr>
            <a:xfrm>
              <a:off x="5087852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1" name="pt341"/>
            <p:cNvSpPr/>
            <p:nvPr/>
          </p:nvSpPr>
          <p:spPr>
            <a:xfrm>
              <a:off x="5002425" y="200777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2" name="pt342"/>
            <p:cNvSpPr/>
            <p:nvPr/>
          </p:nvSpPr>
          <p:spPr>
            <a:xfrm>
              <a:off x="6881821" y="109906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3" name="pt343"/>
            <p:cNvSpPr/>
            <p:nvPr/>
          </p:nvSpPr>
          <p:spPr>
            <a:xfrm>
              <a:off x="5472274" y="24945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4" name="pt344"/>
            <p:cNvSpPr/>
            <p:nvPr/>
          </p:nvSpPr>
          <p:spPr>
            <a:xfrm>
              <a:off x="6112977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5" name="pt345"/>
            <p:cNvSpPr/>
            <p:nvPr/>
          </p:nvSpPr>
          <p:spPr>
            <a:xfrm>
              <a:off x="4788857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6" name="pt346"/>
            <p:cNvSpPr/>
            <p:nvPr/>
          </p:nvSpPr>
          <p:spPr>
            <a:xfrm>
              <a:off x="5344133" y="236476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7" name="pt347"/>
            <p:cNvSpPr/>
            <p:nvPr/>
          </p:nvSpPr>
          <p:spPr>
            <a:xfrm>
              <a:off x="7223529" y="116397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8" name="pt348"/>
            <p:cNvSpPr/>
            <p:nvPr/>
          </p:nvSpPr>
          <p:spPr>
            <a:xfrm>
              <a:off x="5258706" y="21375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9" name="pt349"/>
            <p:cNvSpPr/>
            <p:nvPr/>
          </p:nvSpPr>
          <p:spPr>
            <a:xfrm>
              <a:off x="4788857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0" name="pt350"/>
            <p:cNvSpPr/>
            <p:nvPr/>
          </p:nvSpPr>
          <p:spPr>
            <a:xfrm>
              <a:off x="4916998" y="24945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1" name="pt351"/>
            <p:cNvSpPr/>
            <p:nvPr/>
          </p:nvSpPr>
          <p:spPr>
            <a:xfrm>
              <a:off x="4916998" y="21051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2" name="pt352"/>
            <p:cNvSpPr/>
            <p:nvPr/>
          </p:nvSpPr>
          <p:spPr>
            <a:xfrm>
              <a:off x="5557701" y="19753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3" name="pt353"/>
            <p:cNvSpPr/>
            <p:nvPr/>
          </p:nvSpPr>
          <p:spPr>
            <a:xfrm>
              <a:off x="7351670" y="87189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4" name="pt354"/>
            <p:cNvSpPr/>
            <p:nvPr/>
          </p:nvSpPr>
          <p:spPr>
            <a:xfrm>
              <a:off x="6326545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5" name="pt355"/>
            <p:cNvSpPr/>
            <p:nvPr/>
          </p:nvSpPr>
          <p:spPr>
            <a:xfrm>
              <a:off x="7223529" y="67716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6" name="pt356"/>
            <p:cNvSpPr/>
            <p:nvPr/>
          </p:nvSpPr>
          <p:spPr>
            <a:xfrm>
              <a:off x="5984837" y="20402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7" name="pt357"/>
            <p:cNvSpPr/>
            <p:nvPr/>
          </p:nvSpPr>
          <p:spPr>
            <a:xfrm>
              <a:off x="6839107" y="93679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8" name="pt358"/>
            <p:cNvSpPr/>
            <p:nvPr/>
          </p:nvSpPr>
          <p:spPr>
            <a:xfrm>
              <a:off x="7095389" y="87189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9" name="pt359"/>
            <p:cNvSpPr/>
            <p:nvPr/>
          </p:nvSpPr>
          <p:spPr>
            <a:xfrm>
              <a:off x="7009962" y="158587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0" name="pt360"/>
            <p:cNvSpPr/>
            <p:nvPr/>
          </p:nvSpPr>
          <p:spPr>
            <a:xfrm>
              <a:off x="6924535" y="14560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1" name="pt361"/>
            <p:cNvSpPr/>
            <p:nvPr/>
          </p:nvSpPr>
          <p:spPr>
            <a:xfrm>
              <a:off x="5771269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2" name="pt362"/>
            <p:cNvSpPr/>
            <p:nvPr/>
          </p:nvSpPr>
          <p:spPr>
            <a:xfrm>
              <a:off x="5173279" y="24945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3" name="pt363"/>
            <p:cNvSpPr/>
            <p:nvPr/>
          </p:nvSpPr>
          <p:spPr>
            <a:xfrm>
              <a:off x="5600415" y="17805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4" name="pt364"/>
            <p:cNvSpPr/>
            <p:nvPr/>
          </p:nvSpPr>
          <p:spPr>
            <a:xfrm>
              <a:off x="6241118" y="18130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5" name="pt365"/>
            <p:cNvSpPr/>
            <p:nvPr/>
          </p:nvSpPr>
          <p:spPr>
            <a:xfrm>
              <a:off x="5514988" y="21375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6" name="pt366"/>
            <p:cNvSpPr/>
            <p:nvPr/>
          </p:nvSpPr>
          <p:spPr>
            <a:xfrm>
              <a:off x="6668253" y="13911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7" name="pt367"/>
            <p:cNvSpPr/>
            <p:nvPr/>
          </p:nvSpPr>
          <p:spPr>
            <a:xfrm>
              <a:off x="6283831" y="13911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8" name="pt368"/>
            <p:cNvSpPr/>
            <p:nvPr/>
          </p:nvSpPr>
          <p:spPr>
            <a:xfrm>
              <a:off x="7266243" y="13911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9" name="pt369"/>
            <p:cNvSpPr/>
            <p:nvPr/>
          </p:nvSpPr>
          <p:spPr>
            <a:xfrm>
              <a:off x="7138102" y="13911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0" name="pt370"/>
            <p:cNvSpPr/>
            <p:nvPr/>
          </p:nvSpPr>
          <p:spPr>
            <a:xfrm>
              <a:off x="5002425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1" name="pt371"/>
            <p:cNvSpPr/>
            <p:nvPr/>
          </p:nvSpPr>
          <p:spPr>
            <a:xfrm>
              <a:off x="5728555" y="16507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2" name="pt372"/>
            <p:cNvSpPr/>
            <p:nvPr/>
          </p:nvSpPr>
          <p:spPr>
            <a:xfrm>
              <a:off x="5557701" y="24296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3" name="pt373"/>
            <p:cNvSpPr/>
            <p:nvPr/>
          </p:nvSpPr>
          <p:spPr>
            <a:xfrm>
              <a:off x="5899410" y="17481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4" name="pt374"/>
            <p:cNvSpPr/>
            <p:nvPr/>
          </p:nvSpPr>
          <p:spPr>
            <a:xfrm>
              <a:off x="6241118" y="22998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5" name="pt375"/>
            <p:cNvSpPr/>
            <p:nvPr/>
          </p:nvSpPr>
          <p:spPr>
            <a:xfrm>
              <a:off x="6967248" y="13262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6" name="pt376"/>
            <p:cNvSpPr/>
            <p:nvPr/>
          </p:nvSpPr>
          <p:spPr>
            <a:xfrm>
              <a:off x="5258706" y="21051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7" name="pt377"/>
            <p:cNvSpPr/>
            <p:nvPr/>
          </p:nvSpPr>
          <p:spPr>
            <a:xfrm>
              <a:off x="6710967" y="13262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8" name="pt378"/>
            <p:cNvSpPr/>
            <p:nvPr/>
          </p:nvSpPr>
          <p:spPr>
            <a:xfrm>
              <a:off x="5215993" y="20402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9" name="pt379"/>
            <p:cNvSpPr/>
            <p:nvPr/>
          </p:nvSpPr>
          <p:spPr>
            <a:xfrm>
              <a:off x="5130566" y="18779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0" name="pt380"/>
            <p:cNvSpPr/>
            <p:nvPr/>
          </p:nvSpPr>
          <p:spPr>
            <a:xfrm>
              <a:off x="4831571" y="24296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1" name="pt381"/>
            <p:cNvSpPr/>
            <p:nvPr/>
          </p:nvSpPr>
          <p:spPr>
            <a:xfrm>
              <a:off x="5002425" y="200777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2" name="pt382"/>
            <p:cNvSpPr/>
            <p:nvPr/>
          </p:nvSpPr>
          <p:spPr>
            <a:xfrm>
              <a:off x="4788857" y="24296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3" name="pt383"/>
            <p:cNvSpPr/>
            <p:nvPr/>
          </p:nvSpPr>
          <p:spPr>
            <a:xfrm>
              <a:off x="5984837" y="19753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4" name="pt384"/>
            <p:cNvSpPr/>
            <p:nvPr/>
          </p:nvSpPr>
          <p:spPr>
            <a:xfrm>
              <a:off x="6155691" y="17156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5" name="pt385"/>
            <p:cNvSpPr/>
            <p:nvPr/>
          </p:nvSpPr>
          <p:spPr>
            <a:xfrm>
              <a:off x="4959712" y="18130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6" name="pt386"/>
            <p:cNvSpPr/>
            <p:nvPr/>
          </p:nvSpPr>
          <p:spPr>
            <a:xfrm>
              <a:off x="6027550" y="14560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7" name="pt387"/>
            <p:cNvSpPr/>
            <p:nvPr/>
          </p:nvSpPr>
          <p:spPr>
            <a:xfrm>
              <a:off x="5258706" y="246212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8" name="pt388"/>
            <p:cNvSpPr/>
            <p:nvPr/>
          </p:nvSpPr>
          <p:spPr>
            <a:xfrm>
              <a:off x="5856696" y="18779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9" name="pt389"/>
            <p:cNvSpPr/>
            <p:nvPr/>
          </p:nvSpPr>
          <p:spPr>
            <a:xfrm>
              <a:off x="5557701" y="194286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0" name="pt390"/>
            <p:cNvSpPr/>
            <p:nvPr/>
          </p:nvSpPr>
          <p:spPr>
            <a:xfrm>
              <a:off x="5215993" y="22998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1" name="pt391"/>
            <p:cNvSpPr/>
            <p:nvPr/>
          </p:nvSpPr>
          <p:spPr>
            <a:xfrm>
              <a:off x="5344133" y="236476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2" name="pt392"/>
            <p:cNvSpPr/>
            <p:nvPr/>
          </p:nvSpPr>
          <p:spPr>
            <a:xfrm>
              <a:off x="5130566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3" name="pt393"/>
            <p:cNvSpPr/>
            <p:nvPr/>
          </p:nvSpPr>
          <p:spPr>
            <a:xfrm>
              <a:off x="5813982" y="116397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4" name="pt394"/>
            <p:cNvSpPr/>
            <p:nvPr/>
          </p:nvSpPr>
          <p:spPr>
            <a:xfrm>
              <a:off x="5984837" y="16507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5" name="pt395"/>
            <p:cNvSpPr/>
            <p:nvPr/>
          </p:nvSpPr>
          <p:spPr>
            <a:xfrm>
              <a:off x="5984837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6" name="pt396"/>
            <p:cNvSpPr/>
            <p:nvPr/>
          </p:nvSpPr>
          <p:spPr>
            <a:xfrm>
              <a:off x="5002425" y="25594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7" name="pt397"/>
            <p:cNvSpPr/>
            <p:nvPr/>
          </p:nvSpPr>
          <p:spPr>
            <a:xfrm>
              <a:off x="5130566" y="24296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8" name="pt398"/>
            <p:cNvSpPr/>
            <p:nvPr/>
          </p:nvSpPr>
          <p:spPr>
            <a:xfrm>
              <a:off x="4703430" y="236476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9" name="pt399"/>
            <p:cNvSpPr/>
            <p:nvPr/>
          </p:nvSpPr>
          <p:spPr>
            <a:xfrm>
              <a:off x="5771269" y="21700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0" name="pt400"/>
            <p:cNvSpPr/>
            <p:nvPr/>
          </p:nvSpPr>
          <p:spPr>
            <a:xfrm>
              <a:off x="5258706" y="21051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1" name="pt401"/>
            <p:cNvSpPr/>
            <p:nvPr/>
          </p:nvSpPr>
          <p:spPr>
            <a:xfrm>
              <a:off x="6070264" y="12613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2" name="pt402"/>
            <p:cNvSpPr/>
            <p:nvPr/>
          </p:nvSpPr>
          <p:spPr>
            <a:xfrm>
              <a:off x="5728555" y="152096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3" name="pt403"/>
            <p:cNvSpPr/>
            <p:nvPr/>
          </p:nvSpPr>
          <p:spPr>
            <a:xfrm>
              <a:off x="6497399" y="13262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4" name="pt404"/>
            <p:cNvSpPr/>
            <p:nvPr/>
          </p:nvSpPr>
          <p:spPr>
            <a:xfrm>
              <a:off x="5813982" y="19753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5" name="pt405"/>
            <p:cNvSpPr/>
            <p:nvPr/>
          </p:nvSpPr>
          <p:spPr>
            <a:xfrm>
              <a:off x="6027550" y="17805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6" name="pt406"/>
            <p:cNvSpPr/>
            <p:nvPr/>
          </p:nvSpPr>
          <p:spPr>
            <a:xfrm>
              <a:off x="4874284" y="25594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7" name="pt407"/>
            <p:cNvSpPr/>
            <p:nvPr/>
          </p:nvSpPr>
          <p:spPr>
            <a:xfrm>
              <a:off x="5728555" y="19753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8" name="pt408"/>
            <p:cNvSpPr/>
            <p:nvPr/>
          </p:nvSpPr>
          <p:spPr>
            <a:xfrm>
              <a:off x="6582826" y="13911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9" name="pt409"/>
            <p:cNvSpPr/>
            <p:nvPr/>
          </p:nvSpPr>
          <p:spPr>
            <a:xfrm>
              <a:off x="5258706" y="259194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0" name="pt410"/>
            <p:cNvSpPr/>
            <p:nvPr/>
          </p:nvSpPr>
          <p:spPr>
            <a:xfrm>
              <a:off x="5087852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1" name="pt411"/>
            <p:cNvSpPr/>
            <p:nvPr/>
          </p:nvSpPr>
          <p:spPr>
            <a:xfrm>
              <a:off x="5130566" y="24945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2" name="pt412"/>
            <p:cNvSpPr/>
            <p:nvPr/>
          </p:nvSpPr>
          <p:spPr>
            <a:xfrm>
              <a:off x="7009962" y="16507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3" name="pt413"/>
            <p:cNvSpPr/>
            <p:nvPr/>
          </p:nvSpPr>
          <p:spPr>
            <a:xfrm>
              <a:off x="6027550" y="16507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4" name="pt414"/>
            <p:cNvSpPr/>
            <p:nvPr/>
          </p:nvSpPr>
          <p:spPr>
            <a:xfrm>
              <a:off x="5344133" y="17805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5" name="pt415"/>
            <p:cNvSpPr/>
            <p:nvPr/>
          </p:nvSpPr>
          <p:spPr>
            <a:xfrm>
              <a:off x="4788857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6" name="pt416"/>
            <p:cNvSpPr/>
            <p:nvPr/>
          </p:nvSpPr>
          <p:spPr>
            <a:xfrm>
              <a:off x="5514988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7" name="pt417"/>
            <p:cNvSpPr/>
            <p:nvPr/>
          </p:nvSpPr>
          <p:spPr>
            <a:xfrm>
              <a:off x="5557701" y="20402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8" name="pt418"/>
            <p:cNvSpPr/>
            <p:nvPr/>
          </p:nvSpPr>
          <p:spPr>
            <a:xfrm>
              <a:off x="5942123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9" name="pt419"/>
            <p:cNvSpPr/>
            <p:nvPr/>
          </p:nvSpPr>
          <p:spPr>
            <a:xfrm>
              <a:off x="5301420" y="19753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0" name="pt420"/>
            <p:cNvSpPr/>
            <p:nvPr/>
          </p:nvSpPr>
          <p:spPr>
            <a:xfrm>
              <a:off x="5899410" y="21051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1" name="pt421"/>
            <p:cNvSpPr/>
            <p:nvPr/>
          </p:nvSpPr>
          <p:spPr>
            <a:xfrm>
              <a:off x="6283831" y="14560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2" name="pt422"/>
            <p:cNvSpPr/>
            <p:nvPr/>
          </p:nvSpPr>
          <p:spPr>
            <a:xfrm>
              <a:off x="7095389" y="67716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3" name="pt423"/>
            <p:cNvSpPr/>
            <p:nvPr/>
          </p:nvSpPr>
          <p:spPr>
            <a:xfrm>
              <a:off x="5856696" y="148851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4" name="pt424"/>
            <p:cNvSpPr/>
            <p:nvPr/>
          </p:nvSpPr>
          <p:spPr>
            <a:xfrm>
              <a:off x="6155691" y="17156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5" name="pt425"/>
            <p:cNvSpPr/>
            <p:nvPr/>
          </p:nvSpPr>
          <p:spPr>
            <a:xfrm>
              <a:off x="5045139" y="200777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6" name="pt426"/>
            <p:cNvSpPr/>
            <p:nvPr/>
          </p:nvSpPr>
          <p:spPr>
            <a:xfrm>
              <a:off x="5386847" y="17805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7" name="pt427"/>
            <p:cNvSpPr/>
            <p:nvPr/>
          </p:nvSpPr>
          <p:spPr>
            <a:xfrm>
              <a:off x="6582826" y="1196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8" name="pt428"/>
            <p:cNvSpPr/>
            <p:nvPr/>
          </p:nvSpPr>
          <p:spPr>
            <a:xfrm>
              <a:off x="6198404" y="158587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9" name="pt429"/>
            <p:cNvSpPr/>
            <p:nvPr/>
          </p:nvSpPr>
          <p:spPr>
            <a:xfrm>
              <a:off x="7778805" y="4824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0" name="pt430"/>
            <p:cNvSpPr/>
            <p:nvPr/>
          </p:nvSpPr>
          <p:spPr>
            <a:xfrm>
              <a:off x="5472274" y="184550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1" name="pt431"/>
            <p:cNvSpPr/>
            <p:nvPr/>
          </p:nvSpPr>
          <p:spPr>
            <a:xfrm>
              <a:off x="5557701" y="13911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2" name="pt432"/>
            <p:cNvSpPr/>
            <p:nvPr/>
          </p:nvSpPr>
          <p:spPr>
            <a:xfrm>
              <a:off x="4831571" y="24296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3" name="pt433"/>
            <p:cNvSpPr/>
            <p:nvPr/>
          </p:nvSpPr>
          <p:spPr>
            <a:xfrm>
              <a:off x="5643128" y="21700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4" name="pt434"/>
            <p:cNvSpPr/>
            <p:nvPr/>
          </p:nvSpPr>
          <p:spPr>
            <a:xfrm>
              <a:off x="5813982" y="18130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5" name="pt435"/>
            <p:cNvSpPr/>
            <p:nvPr/>
          </p:nvSpPr>
          <p:spPr>
            <a:xfrm>
              <a:off x="5002425" y="236476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6" name="pt436"/>
            <p:cNvSpPr/>
            <p:nvPr/>
          </p:nvSpPr>
          <p:spPr>
            <a:xfrm>
              <a:off x="5301420" y="22998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7" name="pt437"/>
            <p:cNvSpPr/>
            <p:nvPr/>
          </p:nvSpPr>
          <p:spPr>
            <a:xfrm>
              <a:off x="5514988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8" name="pt438"/>
            <p:cNvSpPr/>
            <p:nvPr/>
          </p:nvSpPr>
          <p:spPr>
            <a:xfrm>
              <a:off x="5045139" y="200777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9" name="pt439"/>
            <p:cNvSpPr/>
            <p:nvPr/>
          </p:nvSpPr>
          <p:spPr>
            <a:xfrm>
              <a:off x="5087852" y="236476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0" name="pt440"/>
            <p:cNvSpPr/>
            <p:nvPr/>
          </p:nvSpPr>
          <p:spPr>
            <a:xfrm>
              <a:off x="4660717" y="22998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1" name="pt441"/>
            <p:cNvSpPr/>
            <p:nvPr/>
          </p:nvSpPr>
          <p:spPr>
            <a:xfrm>
              <a:off x="5643128" y="152096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2" name="pt442"/>
            <p:cNvSpPr/>
            <p:nvPr/>
          </p:nvSpPr>
          <p:spPr>
            <a:xfrm>
              <a:off x="5514988" y="20402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3" name="pt443"/>
            <p:cNvSpPr/>
            <p:nvPr/>
          </p:nvSpPr>
          <p:spPr>
            <a:xfrm>
              <a:off x="5984837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4" name="pt444"/>
            <p:cNvSpPr/>
            <p:nvPr/>
          </p:nvSpPr>
          <p:spPr>
            <a:xfrm>
              <a:off x="5002425" y="23323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5" name="pt445"/>
            <p:cNvSpPr/>
            <p:nvPr/>
          </p:nvSpPr>
          <p:spPr>
            <a:xfrm>
              <a:off x="4788857" y="226740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6" name="pt446"/>
            <p:cNvSpPr/>
            <p:nvPr/>
          </p:nvSpPr>
          <p:spPr>
            <a:xfrm>
              <a:off x="5643128" y="14560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7" name="pt447"/>
            <p:cNvSpPr/>
            <p:nvPr/>
          </p:nvSpPr>
          <p:spPr>
            <a:xfrm>
              <a:off x="5215993" y="18130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8" name="pt448"/>
            <p:cNvSpPr/>
            <p:nvPr/>
          </p:nvSpPr>
          <p:spPr>
            <a:xfrm>
              <a:off x="5557701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9" name="pt449"/>
            <p:cNvSpPr/>
            <p:nvPr/>
          </p:nvSpPr>
          <p:spPr>
            <a:xfrm>
              <a:off x="5685842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0" name="pt450"/>
            <p:cNvSpPr/>
            <p:nvPr/>
          </p:nvSpPr>
          <p:spPr>
            <a:xfrm>
              <a:off x="4618003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1" name="pt451"/>
            <p:cNvSpPr/>
            <p:nvPr/>
          </p:nvSpPr>
          <p:spPr>
            <a:xfrm>
              <a:off x="4746144" y="24945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2" name="pt452"/>
            <p:cNvSpPr/>
            <p:nvPr/>
          </p:nvSpPr>
          <p:spPr>
            <a:xfrm>
              <a:off x="4831571" y="246212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3" name="pt453"/>
            <p:cNvSpPr/>
            <p:nvPr/>
          </p:nvSpPr>
          <p:spPr>
            <a:xfrm>
              <a:off x="5728555" y="17156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4" name="pt454"/>
            <p:cNvSpPr/>
            <p:nvPr/>
          </p:nvSpPr>
          <p:spPr>
            <a:xfrm>
              <a:off x="4916998" y="22998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5" name="pt455"/>
            <p:cNvSpPr/>
            <p:nvPr/>
          </p:nvSpPr>
          <p:spPr>
            <a:xfrm>
              <a:off x="5087852" y="24296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6" name="pt456"/>
            <p:cNvSpPr/>
            <p:nvPr/>
          </p:nvSpPr>
          <p:spPr>
            <a:xfrm>
              <a:off x="5258706" y="20726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7" name="pt457"/>
            <p:cNvSpPr/>
            <p:nvPr/>
          </p:nvSpPr>
          <p:spPr>
            <a:xfrm>
              <a:off x="4788857" y="236476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8" name="pt458"/>
            <p:cNvSpPr/>
            <p:nvPr/>
          </p:nvSpPr>
          <p:spPr>
            <a:xfrm>
              <a:off x="6967248" y="116397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9" name="pt459"/>
            <p:cNvSpPr/>
            <p:nvPr/>
          </p:nvSpPr>
          <p:spPr>
            <a:xfrm>
              <a:off x="4618003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0" name="pt460"/>
            <p:cNvSpPr/>
            <p:nvPr/>
          </p:nvSpPr>
          <p:spPr>
            <a:xfrm>
              <a:off x="5643128" y="17156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1" name="pt461"/>
            <p:cNvSpPr/>
            <p:nvPr/>
          </p:nvSpPr>
          <p:spPr>
            <a:xfrm>
              <a:off x="5130566" y="24945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2" name="pt462"/>
            <p:cNvSpPr/>
            <p:nvPr/>
          </p:nvSpPr>
          <p:spPr>
            <a:xfrm>
              <a:off x="6070264" y="17805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3" name="pt463"/>
            <p:cNvSpPr/>
            <p:nvPr/>
          </p:nvSpPr>
          <p:spPr>
            <a:xfrm>
              <a:off x="4788857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4" name="pt464"/>
            <p:cNvSpPr/>
            <p:nvPr/>
          </p:nvSpPr>
          <p:spPr>
            <a:xfrm>
              <a:off x="4703430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5" name="pt465"/>
            <p:cNvSpPr/>
            <p:nvPr/>
          </p:nvSpPr>
          <p:spPr>
            <a:xfrm>
              <a:off x="4660717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6" name="pt466"/>
            <p:cNvSpPr/>
            <p:nvPr/>
          </p:nvSpPr>
          <p:spPr>
            <a:xfrm>
              <a:off x="5685842" y="24296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7" name="pt467"/>
            <p:cNvSpPr/>
            <p:nvPr/>
          </p:nvSpPr>
          <p:spPr>
            <a:xfrm>
              <a:off x="4618003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8" name="pt468"/>
            <p:cNvSpPr/>
            <p:nvPr/>
          </p:nvSpPr>
          <p:spPr>
            <a:xfrm>
              <a:off x="4746144" y="24945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9" name="pt469"/>
            <p:cNvSpPr/>
            <p:nvPr/>
          </p:nvSpPr>
          <p:spPr>
            <a:xfrm>
              <a:off x="5472274" y="21700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0" name="pt470"/>
            <p:cNvSpPr/>
            <p:nvPr/>
          </p:nvSpPr>
          <p:spPr>
            <a:xfrm>
              <a:off x="5771269" y="16507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1" name="pt471"/>
            <p:cNvSpPr/>
            <p:nvPr/>
          </p:nvSpPr>
          <p:spPr>
            <a:xfrm>
              <a:off x="5045139" y="236476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2" name="pt472"/>
            <p:cNvSpPr/>
            <p:nvPr/>
          </p:nvSpPr>
          <p:spPr>
            <a:xfrm>
              <a:off x="5856696" y="17805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3" name="pt473"/>
            <p:cNvSpPr/>
            <p:nvPr/>
          </p:nvSpPr>
          <p:spPr>
            <a:xfrm>
              <a:off x="5429561" y="20402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4" name="pt474"/>
            <p:cNvSpPr/>
            <p:nvPr/>
          </p:nvSpPr>
          <p:spPr>
            <a:xfrm>
              <a:off x="4703430" y="25594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5" name="pt475"/>
            <p:cNvSpPr/>
            <p:nvPr/>
          </p:nvSpPr>
          <p:spPr>
            <a:xfrm>
              <a:off x="5258706" y="21375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6" name="pt476"/>
            <p:cNvSpPr/>
            <p:nvPr/>
          </p:nvSpPr>
          <p:spPr>
            <a:xfrm>
              <a:off x="5087852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7" name="pt477"/>
            <p:cNvSpPr/>
            <p:nvPr/>
          </p:nvSpPr>
          <p:spPr>
            <a:xfrm>
              <a:off x="5258706" y="20402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8" name="pt478"/>
            <p:cNvSpPr/>
            <p:nvPr/>
          </p:nvSpPr>
          <p:spPr>
            <a:xfrm>
              <a:off x="5087852" y="22998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9" name="pt479"/>
            <p:cNvSpPr/>
            <p:nvPr/>
          </p:nvSpPr>
          <p:spPr>
            <a:xfrm>
              <a:off x="5984837" y="19753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0" name="pt480"/>
            <p:cNvSpPr/>
            <p:nvPr/>
          </p:nvSpPr>
          <p:spPr>
            <a:xfrm>
              <a:off x="5728555" y="17156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1" name="pt481"/>
            <p:cNvSpPr/>
            <p:nvPr/>
          </p:nvSpPr>
          <p:spPr>
            <a:xfrm>
              <a:off x="4618003" y="25594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2" name="pt482"/>
            <p:cNvSpPr/>
            <p:nvPr/>
          </p:nvSpPr>
          <p:spPr>
            <a:xfrm>
              <a:off x="4959712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3" name="pt483"/>
            <p:cNvSpPr/>
            <p:nvPr/>
          </p:nvSpPr>
          <p:spPr>
            <a:xfrm>
              <a:off x="6582826" y="14560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4" name="pt484"/>
            <p:cNvSpPr/>
            <p:nvPr/>
          </p:nvSpPr>
          <p:spPr>
            <a:xfrm>
              <a:off x="4788857" y="24296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5" name="pt485"/>
            <p:cNvSpPr/>
            <p:nvPr/>
          </p:nvSpPr>
          <p:spPr>
            <a:xfrm>
              <a:off x="5643128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6" name="pt486"/>
            <p:cNvSpPr/>
            <p:nvPr/>
          </p:nvSpPr>
          <p:spPr>
            <a:xfrm>
              <a:off x="6283831" y="21051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7" name="pt487"/>
            <p:cNvSpPr/>
            <p:nvPr/>
          </p:nvSpPr>
          <p:spPr>
            <a:xfrm>
              <a:off x="5344133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8" name="pt488"/>
            <p:cNvSpPr/>
            <p:nvPr/>
          </p:nvSpPr>
          <p:spPr>
            <a:xfrm>
              <a:off x="6668253" y="1196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9" name="pt489"/>
            <p:cNvSpPr/>
            <p:nvPr/>
          </p:nvSpPr>
          <p:spPr>
            <a:xfrm>
              <a:off x="4618003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0" name="pt490"/>
            <p:cNvSpPr/>
            <p:nvPr/>
          </p:nvSpPr>
          <p:spPr>
            <a:xfrm>
              <a:off x="5087852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1" name="pt491"/>
            <p:cNvSpPr/>
            <p:nvPr/>
          </p:nvSpPr>
          <p:spPr>
            <a:xfrm>
              <a:off x="7009962" y="158587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2" name="pt492"/>
            <p:cNvSpPr/>
            <p:nvPr/>
          </p:nvSpPr>
          <p:spPr>
            <a:xfrm>
              <a:off x="5984837" y="1520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3" name="pt493"/>
            <p:cNvSpPr/>
            <p:nvPr/>
          </p:nvSpPr>
          <p:spPr>
            <a:xfrm>
              <a:off x="4703430" y="19753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4" name="pt494"/>
            <p:cNvSpPr/>
            <p:nvPr/>
          </p:nvSpPr>
          <p:spPr>
            <a:xfrm>
              <a:off x="5344133" y="19753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5" name="pt495"/>
            <p:cNvSpPr/>
            <p:nvPr/>
          </p:nvSpPr>
          <p:spPr>
            <a:xfrm>
              <a:off x="5472274" y="24296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6" name="pt496"/>
            <p:cNvSpPr/>
            <p:nvPr/>
          </p:nvSpPr>
          <p:spPr>
            <a:xfrm>
              <a:off x="5215993" y="19753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7" name="pt497"/>
            <p:cNvSpPr/>
            <p:nvPr/>
          </p:nvSpPr>
          <p:spPr>
            <a:xfrm>
              <a:off x="5386847" y="20402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8" name="pt498"/>
            <p:cNvSpPr/>
            <p:nvPr/>
          </p:nvSpPr>
          <p:spPr>
            <a:xfrm>
              <a:off x="6710967" y="1196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9" name="pt499"/>
            <p:cNvSpPr/>
            <p:nvPr/>
          </p:nvSpPr>
          <p:spPr>
            <a:xfrm>
              <a:off x="4618003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0" name="pt500"/>
            <p:cNvSpPr/>
            <p:nvPr/>
          </p:nvSpPr>
          <p:spPr>
            <a:xfrm>
              <a:off x="4618003" y="259194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1" name="pt501"/>
            <p:cNvSpPr/>
            <p:nvPr/>
          </p:nvSpPr>
          <p:spPr>
            <a:xfrm>
              <a:off x="6326545" y="14560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2" name="pt502"/>
            <p:cNvSpPr/>
            <p:nvPr/>
          </p:nvSpPr>
          <p:spPr>
            <a:xfrm>
              <a:off x="5643128" y="17805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3" name="pt503"/>
            <p:cNvSpPr/>
            <p:nvPr/>
          </p:nvSpPr>
          <p:spPr>
            <a:xfrm>
              <a:off x="5984837" y="19753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4" name="pt504"/>
            <p:cNvSpPr/>
            <p:nvPr/>
          </p:nvSpPr>
          <p:spPr>
            <a:xfrm>
              <a:off x="5557701" y="19753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5" name="pt505"/>
            <p:cNvSpPr/>
            <p:nvPr/>
          </p:nvSpPr>
          <p:spPr>
            <a:xfrm>
              <a:off x="5856696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6" name="pt506"/>
            <p:cNvSpPr/>
            <p:nvPr/>
          </p:nvSpPr>
          <p:spPr>
            <a:xfrm>
              <a:off x="5728555" y="20726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7" name="pt507"/>
            <p:cNvSpPr/>
            <p:nvPr/>
          </p:nvSpPr>
          <p:spPr>
            <a:xfrm>
              <a:off x="5386847" y="22024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8" name="pt508"/>
            <p:cNvSpPr/>
            <p:nvPr/>
          </p:nvSpPr>
          <p:spPr>
            <a:xfrm>
              <a:off x="5173279" y="20402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9" name="pt509"/>
            <p:cNvSpPr/>
            <p:nvPr/>
          </p:nvSpPr>
          <p:spPr>
            <a:xfrm>
              <a:off x="5942123" y="113152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0" name="pt510"/>
            <p:cNvSpPr/>
            <p:nvPr/>
          </p:nvSpPr>
          <p:spPr>
            <a:xfrm>
              <a:off x="6283831" y="16507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1" name="pt511"/>
            <p:cNvSpPr/>
            <p:nvPr/>
          </p:nvSpPr>
          <p:spPr>
            <a:xfrm>
              <a:off x="6411972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2" name="pt512"/>
            <p:cNvSpPr/>
            <p:nvPr/>
          </p:nvSpPr>
          <p:spPr>
            <a:xfrm>
              <a:off x="5215993" y="19753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3" name="pt513"/>
            <p:cNvSpPr/>
            <p:nvPr/>
          </p:nvSpPr>
          <p:spPr>
            <a:xfrm>
              <a:off x="5856696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4" name="pt514"/>
            <p:cNvSpPr/>
            <p:nvPr/>
          </p:nvSpPr>
          <p:spPr>
            <a:xfrm>
              <a:off x="4831571" y="25594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5" name="pt515"/>
            <p:cNvSpPr/>
            <p:nvPr/>
          </p:nvSpPr>
          <p:spPr>
            <a:xfrm>
              <a:off x="5472274" y="16507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6" name="pt516"/>
            <p:cNvSpPr/>
            <p:nvPr/>
          </p:nvSpPr>
          <p:spPr>
            <a:xfrm>
              <a:off x="5600415" y="21051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7" name="pt517"/>
            <p:cNvSpPr/>
            <p:nvPr/>
          </p:nvSpPr>
          <p:spPr>
            <a:xfrm>
              <a:off x="6881821" y="113152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8" name="pt518"/>
            <p:cNvSpPr/>
            <p:nvPr/>
          </p:nvSpPr>
          <p:spPr>
            <a:xfrm>
              <a:off x="5600415" y="17156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9" name="pt519"/>
            <p:cNvSpPr/>
            <p:nvPr/>
          </p:nvSpPr>
          <p:spPr>
            <a:xfrm>
              <a:off x="5002425" y="25270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0" name="pt520"/>
            <p:cNvSpPr/>
            <p:nvPr/>
          </p:nvSpPr>
          <p:spPr>
            <a:xfrm>
              <a:off x="5856696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1" name="pt521"/>
            <p:cNvSpPr/>
            <p:nvPr/>
          </p:nvSpPr>
          <p:spPr>
            <a:xfrm>
              <a:off x="5386847" y="21051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2" name="pt522"/>
            <p:cNvSpPr/>
            <p:nvPr/>
          </p:nvSpPr>
          <p:spPr>
            <a:xfrm>
              <a:off x="5557701" y="14560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3" name="pt523"/>
            <p:cNvSpPr/>
            <p:nvPr/>
          </p:nvSpPr>
          <p:spPr>
            <a:xfrm>
              <a:off x="5002425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4" name="pt524"/>
            <p:cNvSpPr/>
            <p:nvPr/>
          </p:nvSpPr>
          <p:spPr>
            <a:xfrm>
              <a:off x="5942123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5" name="pt525"/>
            <p:cNvSpPr/>
            <p:nvPr/>
          </p:nvSpPr>
          <p:spPr>
            <a:xfrm>
              <a:off x="5856696" y="129379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6" name="pt526"/>
            <p:cNvSpPr/>
            <p:nvPr/>
          </p:nvSpPr>
          <p:spPr>
            <a:xfrm>
              <a:off x="5472274" y="17156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7" name="pt527"/>
            <p:cNvSpPr/>
            <p:nvPr/>
          </p:nvSpPr>
          <p:spPr>
            <a:xfrm>
              <a:off x="5386847" y="22998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8" name="pt528"/>
            <p:cNvSpPr/>
            <p:nvPr/>
          </p:nvSpPr>
          <p:spPr>
            <a:xfrm>
              <a:off x="5728555" y="20402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9" name="pt529"/>
            <p:cNvSpPr/>
            <p:nvPr/>
          </p:nvSpPr>
          <p:spPr>
            <a:xfrm>
              <a:off x="6198404" y="19753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0" name="pt530"/>
            <p:cNvSpPr/>
            <p:nvPr/>
          </p:nvSpPr>
          <p:spPr>
            <a:xfrm>
              <a:off x="5429561" y="226740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1" name="pt531"/>
            <p:cNvSpPr/>
            <p:nvPr/>
          </p:nvSpPr>
          <p:spPr>
            <a:xfrm>
              <a:off x="5856696" y="158587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2" name="pt532"/>
            <p:cNvSpPr/>
            <p:nvPr/>
          </p:nvSpPr>
          <p:spPr>
            <a:xfrm>
              <a:off x="5600415" y="21700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3" name="pt533"/>
            <p:cNvSpPr/>
            <p:nvPr/>
          </p:nvSpPr>
          <p:spPr>
            <a:xfrm>
              <a:off x="5942123" y="16507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4" name="pt534"/>
            <p:cNvSpPr/>
            <p:nvPr/>
          </p:nvSpPr>
          <p:spPr>
            <a:xfrm>
              <a:off x="5344133" y="24945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5" name="pt535"/>
            <p:cNvSpPr/>
            <p:nvPr/>
          </p:nvSpPr>
          <p:spPr>
            <a:xfrm>
              <a:off x="6027550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6" name="pt536"/>
            <p:cNvSpPr/>
            <p:nvPr/>
          </p:nvSpPr>
          <p:spPr>
            <a:xfrm>
              <a:off x="5429561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7" name="pt537"/>
            <p:cNvSpPr/>
            <p:nvPr/>
          </p:nvSpPr>
          <p:spPr>
            <a:xfrm>
              <a:off x="5344133" y="21700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8" name="pt538"/>
            <p:cNvSpPr/>
            <p:nvPr/>
          </p:nvSpPr>
          <p:spPr>
            <a:xfrm>
              <a:off x="5045139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9" name="pt539"/>
            <p:cNvSpPr/>
            <p:nvPr/>
          </p:nvSpPr>
          <p:spPr>
            <a:xfrm>
              <a:off x="5045139" y="21051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0" name="pt540"/>
            <p:cNvSpPr/>
            <p:nvPr/>
          </p:nvSpPr>
          <p:spPr>
            <a:xfrm>
              <a:off x="5173279" y="259194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1" name="pt541"/>
            <p:cNvSpPr/>
            <p:nvPr/>
          </p:nvSpPr>
          <p:spPr>
            <a:xfrm>
              <a:off x="4746144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2" name="pt542"/>
            <p:cNvSpPr/>
            <p:nvPr/>
          </p:nvSpPr>
          <p:spPr>
            <a:xfrm>
              <a:off x="5386847" y="194286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3" name="pt543"/>
            <p:cNvSpPr/>
            <p:nvPr/>
          </p:nvSpPr>
          <p:spPr>
            <a:xfrm>
              <a:off x="6582826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4" name="pt544"/>
            <p:cNvSpPr/>
            <p:nvPr/>
          </p:nvSpPr>
          <p:spPr>
            <a:xfrm>
              <a:off x="5600415" y="17156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5" name="pt545"/>
            <p:cNvSpPr/>
            <p:nvPr/>
          </p:nvSpPr>
          <p:spPr>
            <a:xfrm>
              <a:off x="4703430" y="21051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6" name="pt546"/>
            <p:cNvSpPr/>
            <p:nvPr/>
          </p:nvSpPr>
          <p:spPr>
            <a:xfrm>
              <a:off x="5557701" y="18779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7" name="pt547"/>
            <p:cNvSpPr/>
            <p:nvPr/>
          </p:nvSpPr>
          <p:spPr>
            <a:xfrm>
              <a:off x="6112977" y="148851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8" name="pt548"/>
            <p:cNvSpPr/>
            <p:nvPr/>
          </p:nvSpPr>
          <p:spPr>
            <a:xfrm>
              <a:off x="5173279" y="24945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9" name="pt549"/>
            <p:cNvSpPr/>
            <p:nvPr/>
          </p:nvSpPr>
          <p:spPr>
            <a:xfrm>
              <a:off x="4788857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0" name="pt550"/>
            <p:cNvSpPr/>
            <p:nvPr/>
          </p:nvSpPr>
          <p:spPr>
            <a:xfrm>
              <a:off x="5087852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1" name="pt551"/>
            <p:cNvSpPr/>
            <p:nvPr/>
          </p:nvSpPr>
          <p:spPr>
            <a:xfrm>
              <a:off x="4703430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2" name="pt552"/>
            <p:cNvSpPr/>
            <p:nvPr/>
          </p:nvSpPr>
          <p:spPr>
            <a:xfrm>
              <a:off x="4618003" y="24945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3" name="pt553"/>
            <p:cNvSpPr/>
            <p:nvPr/>
          </p:nvSpPr>
          <p:spPr>
            <a:xfrm>
              <a:off x="5258706" y="17156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4" name="pt554"/>
            <p:cNvSpPr/>
            <p:nvPr/>
          </p:nvSpPr>
          <p:spPr>
            <a:xfrm>
              <a:off x="5514988" y="22024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5" name="pt555"/>
            <p:cNvSpPr/>
            <p:nvPr/>
          </p:nvSpPr>
          <p:spPr>
            <a:xfrm>
              <a:off x="4874284" y="226740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6" name="pt556"/>
            <p:cNvSpPr/>
            <p:nvPr/>
          </p:nvSpPr>
          <p:spPr>
            <a:xfrm>
              <a:off x="4703430" y="25270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7" name="pt557"/>
            <p:cNvSpPr/>
            <p:nvPr/>
          </p:nvSpPr>
          <p:spPr>
            <a:xfrm>
              <a:off x="6411972" y="113152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8" name="pt558"/>
            <p:cNvSpPr/>
            <p:nvPr/>
          </p:nvSpPr>
          <p:spPr>
            <a:xfrm>
              <a:off x="7266243" y="100170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9" name="pt559"/>
            <p:cNvSpPr/>
            <p:nvPr/>
          </p:nvSpPr>
          <p:spPr>
            <a:xfrm>
              <a:off x="5643128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0" name="pt560"/>
            <p:cNvSpPr/>
            <p:nvPr/>
          </p:nvSpPr>
          <p:spPr>
            <a:xfrm>
              <a:off x="7351670" y="14560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1" name="pt561"/>
            <p:cNvSpPr/>
            <p:nvPr/>
          </p:nvSpPr>
          <p:spPr>
            <a:xfrm>
              <a:off x="4703430" y="25594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2" name="pt562"/>
            <p:cNvSpPr/>
            <p:nvPr/>
          </p:nvSpPr>
          <p:spPr>
            <a:xfrm>
              <a:off x="5386847" y="21700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3" name="pt563"/>
            <p:cNvSpPr/>
            <p:nvPr/>
          </p:nvSpPr>
          <p:spPr>
            <a:xfrm>
              <a:off x="5899410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4" name="pt564"/>
            <p:cNvSpPr/>
            <p:nvPr/>
          </p:nvSpPr>
          <p:spPr>
            <a:xfrm>
              <a:off x="5728555" y="20402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5" name="pt565"/>
            <p:cNvSpPr/>
            <p:nvPr/>
          </p:nvSpPr>
          <p:spPr>
            <a:xfrm>
              <a:off x="5258706" y="21700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6" name="pt566"/>
            <p:cNvSpPr/>
            <p:nvPr/>
          </p:nvSpPr>
          <p:spPr>
            <a:xfrm>
              <a:off x="4831571" y="236476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7" name="pt567"/>
            <p:cNvSpPr/>
            <p:nvPr/>
          </p:nvSpPr>
          <p:spPr>
            <a:xfrm>
              <a:off x="6027550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8" name="pt568"/>
            <p:cNvSpPr/>
            <p:nvPr/>
          </p:nvSpPr>
          <p:spPr>
            <a:xfrm>
              <a:off x="6241118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9" name="pt569"/>
            <p:cNvSpPr/>
            <p:nvPr/>
          </p:nvSpPr>
          <p:spPr>
            <a:xfrm>
              <a:off x="5087852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0" name="pt570"/>
            <p:cNvSpPr/>
            <p:nvPr/>
          </p:nvSpPr>
          <p:spPr>
            <a:xfrm>
              <a:off x="5600415" y="13911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1" name="pt571"/>
            <p:cNvSpPr/>
            <p:nvPr/>
          </p:nvSpPr>
          <p:spPr>
            <a:xfrm>
              <a:off x="5600415" y="16832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2" name="pt572"/>
            <p:cNvSpPr/>
            <p:nvPr/>
          </p:nvSpPr>
          <p:spPr>
            <a:xfrm>
              <a:off x="6369259" y="142360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3" name="pt573"/>
            <p:cNvSpPr/>
            <p:nvPr/>
          </p:nvSpPr>
          <p:spPr>
            <a:xfrm>
              <a:off x="6070264" y="14560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4" name="pt574"/>
            <p:cNvSpPr/>
            <p:nvPr/>
          </p:nvSpPr>
          <p:spPr>
            <a:xfrm>
              <a:off x="5472274" y="194286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5" name="pt575"/>
            <p:cNvSpPr/>
            <p:nvPr/>
          </p:nvSpPr>
          <p:spPr>
            <a:xfrm>
              <a:off x="6753680" y="12613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6" name="pt576"/>
            <p:cNvSpPr/>
            <p:nvPr/>
          </p:nvSpPr>
          <p:spPr>
            <a:xfrm>
              <a:off x="4874284" y="20402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7" name="pt577"/>
            <p:cNvSpPr/>
            <p:nvPr/>
          </p:nvSpPr>
          <p:spPr>
            <a:xfrm>
              <a:off x="5130566" y="21700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8" name="pt578"/>
            <p:cNvSpPr/>
            <p:nvPr/>
          </p:nvSpPr>
          <p:spPr>
            <a:xfrm>
              <a:off x="6326545" y="13586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9" name="pt579"/>
            <p:cNvSpPr/>
            <p:nvPr/>
          </p:nvSpPr>
          <p:spPr>
            <a:xfrm>
              <a:off x="5173279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0" name="pt580"/>
            <p:cNvSpPr/>
            <p:nvPr/>
          </p:nvSpPr>
          <p:spPr>
            <a:xfrm>
              <a:off x="6112977" y="13586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1" name="pt581"/>
            <p:cNvSpPr/>
            <p:nvPr/>
          </p:nvSpPr>
          <p:spPr>
            <a:xfrm>
              <a:off x="5002425" y="24945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2" name="pt582"/>
            <p:cNvSpPr/>
            <p:nvPr/>
          </p:nvSpPr>
          <p:spPr>
            <a:xfrm>
              <a:off x="5045139" y="21700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3" name="pt583"/>
            <p:cNvSpPr/>
            <p:nvPr/>
          </p:nvSpPr>
          <p:spPr>
            <a:xfrm>
              <a:off x="4788857" y="24945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4" name="pt584"/>
            <p:cNvSpPr/>
            <p:nvPr/>
          </p:nvSpPr>
          <p:spPr>
            <a:xfrm>
              <a:off x="4618003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5" name="pt585"/>
            <p:cNvSpPr/>
            <p:nvPr/>
          </p:nvSpPr>
          <p:spPr>
            <a:xfrm>
              <a:off x="5386847" y="158587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6" name="pt586"/>
            <p:cNvSpPr/>
            <p:nvPr/>
          </p:nvSpPr>
          <p:spPr>
            <a:xfrm>
              <a:off x="5643128" y="184550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7" name="pt587"/>
            <p:cNvSpPr/>
            <p:nvPr/>
          </p:nvSpPr>
          <p:spPr>
            <a:xfrm>
              <a:off x="5643128" y="17156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8" name="pt588"/>
            <p:cNvSpPr/>
            <p:nvPr/>
          </p:nvSpPr>
          <p:spPr>
            <a:xfrm>
              <a:off x="4788857" y="22998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9" name="pt589"/>
            <p:cNvSpPr/>
            <p:nvPr/>
          </p:nvSpPr>
          <p:spPr>
            <a:xfrm>
              <a:off x="5472274" y="21375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0" name="pt590"/>
            <p:cNvSpPr/>
            <p:nvPr/>
          </p:nvSpPr>
          <p:spPr>
            <a:xfrm>
              <a:off x="5514988" y="20402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1" name="pt591"/>
            <p:cNvSpPr/>
            <p:nvPr/>
          </p:nvSpPr>
          <p:spPr>
            <a:xfrm>
              <a:off x="4831571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2" name="pt592"/>
            <p:cNvSpPr/>
            <p:nvPr/>
          </p:nvSpPr>
          <p:spPr>
            <a:xfrm>
              <a:off x="5045139" y="21051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3" name="pt593"/>
            <p:cNvSpPr/>
            <p:nvPr/>
          </p:nvSpPr>
          <p:spPr>
            <a:xfrm>
              <a:off x="5045139" y="25594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4" name="pt594"/>
            <p:cNvSpPr/>
            <p:nvPr/>
          </p:nvSpPr>
          <p:spPr>
            <a:xfrm>
              <a:off x="5472274" y="22998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5" name="pt595"/>
            <p:cNvSpPr/>
            <p:nvPr/>
          </p:nvSpPr>
          <p:spPr>
            <a:xfrm>
              <a:off x="4618003" y="259194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6" name="pt596"/>
            <p:cNvSpPr/>
            <p:nvPr/>
          </p:nvSpPr>
          <p:spPr>
            <a:xfrm>
              <a:off x="6753680" y="17156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7" name="pt597"/>
            <p:cNvSpPr/>
            <p:nvPr/>
          </p:nvSpPr>
          <p:spPr>
            <a:xfrm>
              <a:off x="6710967" y="12288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8" name="pt598"/>
            <p:cNvSpPr/>
            <p:nvPr/>
          </p:nvSpPr>
          <p:spPr>
            <a:xfrm>
              <a:off x="6155691" y="17805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9" name="pt599"/>
            <p:cNvSpPr/>
            <p:nvPr/>
          </p:nvSpPr>
          <p:spPr>
            <a:xfrm>
              <a:off x="6326545" y="17481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0" name="pt600"/>
            <p:cNvSpPr/>
            <p:nvPr/>
          </p:nvSpPr>
          <p:spPr>
            <a:xfrm>
              <a:off x="6241118" y="14560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1" name="pt601"/>
            <p:cNvSpPr/>
            <p:nvPr/>
          </p:nvSpPr>
          <p:spPr>
            <a:xfrm>
              <a:off x="4703430" y="25594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2" name="pt602"/>
            <p:cNvSpPr/>
            <p:nvPr/>
          </p:nvSpPr>
          <p:spPr>
            <a:xfrm>
              <a:off x="7095389" y="106661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3" name="pt603"/>
            <p:cNvSpPr/>
            <p:nvPr/>
          </p:nvSpPr>
          <p:spPr>
            <a:xfrm>
              <a:off x="5984837" y="17805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4" name="pt604"/>
            <p:cNvSpPr/>
            <p:nvPr/>
          </p:nvSpPr>
          <p:spPr>
            <a:xfrm>
              <a:off x="5899410" y="184550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5" name="pt605"/>
            <p:cNvSpPr/>
            <p:nvPr/>
          </p:nvSpPr>
          <p:spPr>
            <a:xfrm>
              <a:off x="5087852" y="246212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6" name="pt606"/>
            <p:cNvSpPr/>
            <p:nvPr/>
          </p:nvSpPr>
          <p:spPr>
            <a:xfrm>
              <a:off x="5045139" y="21700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7" name="pt607"/>
            <p:cNvSpPr/>
            <p:nvPr/>
          </p:nvSpPr>
          <p:spPr>
            <a:xfrm>
              <a:off x="4660717" y="25594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8" name="pt608"/>
            <p:cNvSpPr/>
            <p:nvPr/>
          </p:nvSpPr>
          <p:spPr>
            <a:xfrm>
              <a:off x="4916998" y="246212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9" name="pt609"/>
            <p:cNvSpPr/>
            <p:nvPr/>
          </p:nvSpPr>
          <p:spPr>
            <a:xfrm>
              <a:off x="4618003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0" name="pt610"/>
            <p:cNvSpPr/>
            <p:nvPr/>
          </p:nvSpPr>
          <p:spPr>
            <a:xfrm>
              <a:off x="5472274" y="21700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1" name="pt611"/>
            <p:cNvSpPr/>
            <p:nvPr/>
          </p:nvSpPr>
          <p:spPr>
            <a:xfrm>
              <a:off x="5344133" y="24296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2" name="pt612"/>
            <p:cNvSpPr/>
            <p:nvPr/>
          </p:nvSpPr>
          <p:spPr>
            <a:xfrm>
              <a:off x="4703430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3" name="pt613"/>
            <p:cNvSpPr/>
            <p:nvPr/>
          </p:nvSpPr>
          <p:spPr>
            <a:xfrm>
              <a:off x="5215993" y="226740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4" name="pl614"/>
            <p:cNvSpPr/>
            <p:nvPr/>
          </p:nvSpPr>
          <p:spPr>
            <a:xfrm>
              <a:off x="4642829" y="866544"/>
              <a:ext cx="3160802" cy="1663169"/>
            </a:xfrm>
            <a:custGeom>
              <a:avLst/>
              <a:gdLst/>
              <a:ahLst/>
              <a:cxnLst/>
              <a:rect l="0" t="0" r="0" b="0"/>
              <a:pathLst>
                <a:path w="3160802" h="1663169">
                  <a:moveTo>
                    <a:pt x="0" y="1663169"/>
                  </a:moveTo>
                  <a:lnTo>
                    <a:pt x="40010" y="1642116"/>
                  </a:lnTo>
                  <a:lnTo>
                    <a:pt x="80020" y="1621064"/>
                  </a:lnTo>
                  <a:lnTo>
                    <a:pt x="120030" y="1600011"/>
                  </a:lnTo>
                  <a:lnTo>
                    <a:pt x="160040" y="1578958"/>
                  </a:lnTo>
                  <a:lnTo>
                    <a:pt x="200050" y="1557905"/>
                  </a:lnTo>
                  <a:lnTo>
                    <a:pt x="240060" y="1536853"/>
                  </a:lnTo>
                  <a:lnTo>
                    <a:pt x="280071" y="1515800"/>
                  </a:lnTo>
                  <a:lnTo>
                    <a:pt x="320081" y="1494747"/>
                  </a:lnTo>
                  <a:lnTo>
                    <a:pt x="360091" y="1473694"/>
                  </a:lnTo>
                  <a:lnTo>
                    <a:pt x="400101" y="1452641"/>
                  </a:lnTo>
                  <a:lnTo>
                    <a:pt x="440111" y="1431589"/>
                  </a:lnTo>
                  <a:lnTo>
                    <a:pt x="480121" y="1410536"/>
                  </a:lnTo>
                  <a:lnTo>
                    <a:pt x="520132" y="1389483"/>
                  </a:lnTo>
                  <a:lnTo>
                    <a:pt x="560142" y="1368430"/>
                  </a:lnTo>
                  <a:lnTo>
                    <a:pt x="600152" y="1347378"/>
                  </a:lnTo>
                  <a:lnTo>
                    <a:pt x="640162" y="1326325"/>
                  </a:lnTo>
                  <a:lnTo>
                    <a:pt x="680172" y="1305272"/>
                  </a:lnTo>
                  <a:lnTo>
                    <a:pt x="720182" y="1284219"/>
                  </a:lnTo>
                  <a:lnTo>
                    <a:pt x="760192" y="1263166"/>
                  </a:lnTo>
                  <a:lnTo>
                    <a:pt x="800203" y="1242114"/>
                  </a:lnTo>
                  <a:lnTo>
                    <a:pt x="840213" y="1221061"/>
                  </a:lnTo>
                  <a:lnTo>
                    <a:pt x="880223" y="1200008"/>
                  </a:lnTo>
                  <a:lnTo>
                    <a:pt x="920233" y="1178955"/>
                  </a:lnTo>
                  <a:lnTo>
                    <a:pt x="960243" y="1157903"/>
                  </a:lnTo>
                  <a:lnTo>
                    <a:pt x="1000253" y="1136850"/>
                  </a:lnTo>
                  <a:lnTo>
                    <a:pt x="1040264" y="1115797"/>
                  </a:lnTo>
                  <a:lnTo>
                    <a:pt x="1080274" y="1094744"/>
                  </a:lnTo>
                  <a:lnTo>
                    <a:pt x="1120284" y="1073691"/>
                  </a:lnTo>
                  <a:lnTo>
                    <a:pt x="1160294" y="1052639"/>
                  </a:lnTo>
                  <a:lnTo>
                    <a:pt x="1200304" y="1031586"/>
                  </a:lnTo>
                  <a:lnTo>
                    <a:pt x="1240314" y="1010533"/>
                  </a:lnTo>
                  <a:lnTo>
                    <a:pt x="1280324" y="989480"/>
                  </a:lnTo>
                  <a:lnTo>
                    <a:pt x="1320335" y="968427"/>
                  </a:lnTo>
                  <a:lnTo>
                    <a:pt x="1360345" y="947375"/>
                  </a:lnTo>
                  <a:lnTo>
                    <a:pt x="1400355" y="926322"/>
                  </a:lnTo>
                  <a:lnTo>
                    <a:pt x="1440365" y="905269"/>
                  </a:lnTo>
                  <a:lnTo>
                    <a:pt x="1480375" y="884216"/>
                  </a:lnTo>
                  <a:lnTo>
                    <a:pt x="1520385" y="863164"/>
                  </a:lnTo>
                  <a:lnTo>
                    <a:pt x="1560396" y="842111"/>
                  </a:lnTo>
                  <a:lnTo>
                    <a:pt x="1600406" y="821058"/>
                  </a:lnTo>
                  <a:lnTo>
                    <a:pt x="1640416" y="800005"/>
                  </a:lnTo>
                  <a:lnTo>
                    <a:pt x="1680426" y="778952"/>
                  </a:lnTo>
                  <a:lnTo>
                    <a:pt x="1720436" y="757900"/>
                  </a:lnTo>
                  <a:lnTo>
                    <a:pt x="1760446" y="736847"/>
                  </a:lnTo>
                  <a:lnTo>
                    <a:pt x="1800456" y="715794"/>
                  </a:lnTo>
                  <a:lnTo>
                    <a:pt x="1840467" y="694741"/>
                  </a:lnTo>
                  <a:lnTo>
                    <a:pt x="1880477" y="673689"/>
                  </a:lnTo>
                  <a:lnTo>
                    <a:pt x="1920487" y="652636"/>
                  </a:lnTo>
                  <a:lnTo>
                    <a:pt x="1960497" y="631583"/>
                  </a:lnTo>
                  <a:lnTo>
                    <a:pt x="2000507" y="610530"/>
                  </a:lnTo>
                  <a:lnTo>
                    <a:pt x="2040517" y="589477"/>
                  </a:lnTo>
                  <a:lnTo>
                    <a:pt x="2080528" y="568425"/>
                  </a:lnTo>
                  <a:lnTo>
                    <a:pt x="2120538" y="547372"/>
                  </a:lnTo>
                  <a:lnTo>
                    <a:pt x="2160548" y="526319"/>
                  </a:lnTo>
                  <a:lnTo>
                    <a:pt x="2200558" y="505266"/>
                  </a:lnTo>
                  <a:lnTo>
                    <a:pt x="2240568" y="484213"/>
                  </a:lnTo>
                  <a:lnTo>
                    <a:pt x="2280578" y="463161"/>
                  </a:lnTo>
                  <a:lnTo>
                    <a:pt x="2320588" y="442108"/>
                  </a:lnTo>
                  <a:lnTo>
                    <a:pt x="2360599" y="421055"/>
                  </a:lnTo>
                  <a:lnTo>
                    <a:pt x="2400609" y="400002"/>
                  </a:lnTo>
                  <a:lnTo>
                    <a:pt x="2440619" y="378950"/>
                  </a:lnTo>
                  <a:lnTo>
                    <a:pt x="2480629" y="357897"/>
                  </a:lnTo>
                  <a:lnTo>
                    <a:pt x="2520639" y="336844"/>
                  </a:lnTo>
                  <a:lnTo>
                    <a:pt x="2560649" y="315791"/>
                  </a:lnTo>
                  <a:lnTo>
                    <a:pt x="2600660" y="294738"/>
                  </a:lnTo>
                  <a:lnTo>
                    <a:pt x="2640670" y="273686"/>
                  </a:lnTo>
                  <a:lnTo>
                    <a:pt x="2680680" y="252633"/>
                  </a:lnTo>
                  <a:lnTo>
                    <a:pt x="2720690" y="231580"/>
                  </a:lnTo>
                  <a:lnTo>
                    <a:pt x="2760700" y="210527"/>
                  </a:lnTo>
                  <a:lnTo>
                    <a:pt x="2800710" y="189475"/>
                  </a:lnTo>
                  <a:lnTo>
                    <a:pt x="2840720" y="168422"/>
                  </a:lnTo>
                  <a:lnTo>
                    <a:pt x="2880731" y="147369"/>
                  </a:lnTo>
                  <a:lnTo>
                    <a:pt x="2920741" y="126316"/>
                  </a:lnTo>
                  <a:lnTo>
                    <a:pt x="2960751" y="105263"/>
                  </a:lnTo>
                  <a:lnTo>
                    <a:pt x="3000761" y="84211"/>
                  </a:lnTo>
                  <a:lnTo>
                    <a:pt x="3040771" y="63158"/>
                  </a:lnTo>
                  <a:lnTo>
                    <a:pt x="3080781" y="42105"/>
                  </a:lnTo>
                  <a:lnTo>
                    <a:pt x="3120792" y="21052"/>
                  </a:lnTo>
                  <a:lnTo>
                    <a:pt x="3160802" y="0"/>
                  </a:lnTo>
                </a:path>
              </a:pathLst>
            </a:custGeom>
            <a:ln w="27101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5" name="pl615"/>
            <p:cNvSpPr/>
            <p:nvPr/>
          </p:nvSpPr>
          <p:spPr>
            <a:xfrm>
              <a:off x="5881522" y="1041788"/>
              <a:ext cx="1580401" cy="412026"/>
            </a:xfrm>
            <a:custGeom>
              <a:avLst/>
              <a:gdLst/>
              <a:ahLst/>
              <a:cxnLst/>
              <a:rect l="0" t="0" r="0" b="0"/>
              <a:pathLst>
                <a:path w="1580401" h="412026">
                  <a:moveTo>
                    <a:pt x="0" y="412026"/>
                  </a:moveTo>
                  <a:lnTo>
                    <a:pt x="20005" y="406811"/>
                  </a:lnTo>
                  <a:lnTo>
                    <a:pt x="40010" y="401595"/>
                  </a:lnTo>
                  <a:lnTo>
                    <a:pt x="60015" y="396380"/>
                  </a:lnTo>
                  <a:lnTo>
                    <a:pt x="80020" y="391164"/>
                  </a:lnTo>
                  <a:lnTo>
                    <a:pt x="100025" y="385948"/>
                  </a:lnTo>
                  <a:lnTo>
                    <a:pt x="120030" y="380733"/>
                  </a:lnTo>
                  <a:lnTo>
                    <a:pt x="140035" y="375517"/>
                  </a:lnTo>
                  <a:lnTo>
                    <a:pt x="160040" y="370302"/>
                  </a:lnTo>
                  <a:lnTo>
                    <a:pt x="180045" y="365086"/>
                  </a:lnTo>
                  <a:lnTo>
                    <a:pt x="200050" y="359871"/>
                  </a:lnTo>
                  <a:lnTo>
                    <a:pt x="220055" y="354655"/>
                  </a:lnTo>
                  <a:lnTo>
                    <a:pt x="240060" y="349440"/>
                  </a:lnTo>
                  <a:lnTo>
                    <a:pt x="260066" y="344224"/>
                  </a:lnTo>
                  <a:lnTo>
                    <a:pt x="280071" y="339009"/>
                  </a:lnTo>
                  <a:lnTo>
                    <a:pt x="300076" y="333793"/>
                  </a:lnTo>
                  <a:lnTo>
                    <a:pt x="320081" y="328578"/>
                  </a:lnTo>
                  <a:lnTo>
                    <a:pt x="340086" y="323362"/>
                  </a:lnTo>
                  <a:lnTo>
                    <a:pt x="360091" y="318147"/>
                  </a:lnTo>
                  <a:lnTo>
                    <a:pt x="380096" y="312931"/>
                  </a:lnTo>
                  <a:lnTo>
                    <a:pt x="400101" y="307716"/>
                  </a:lnTo>
                  <a:lnTo>
                    <a:pt x="420106" y="302500"/>
                  </a:lnTo>
                  <a:lnTo>
                    <a:pt x="440111" y="297285"/>
                  </a:lnTo>
                  <a:lnTo>
                    <a:pt x="460116" y="292069"/>
                  </a:lnTo>
                  <a:lnTo>
                    <a:pt x="480121" y="286853"/>
                  </a:lnTo>
                  <a:lnTo>
                    <a:pt x="500126" y="281638"/>
                  </a:lnTo>
                  <a:lnTo>
                    <a:pt x="520132" y="276422"/>
                  </a:lnTo>
                  <a:lnTo>
                    <a:pt x="540137" y="271207"/>
                  </a:lnTo>
                  <a:lnTo>
                    <a:pt x="560142" y="265991"/>
                  </a:lnTo>
                  <a:lnTo>
                    <a:pt x="580147" y="260776"/>
                  </a:lnTo>
                  <a:lnTo>
                    <a:pt x="600152" y="255560"/>
                  </a:lnTo>
                  <a:lnTo>
                    <a:pt x="620157" y="250345"/>
                  </a:lnTo>
                  <a:lnTo>
                    <a:pt x="640162" y="245129"/>
                  </a:lnTo>
                  <a:lnTo>
                    <a:pt x="660167" y="239914"/>
                  </a:lnTo>
                  <a:lnTo>
                    <a:pt x="680172" y="234698"/>
                  </a:lnTo>
                  <a:lnTo>
                    <a:pt x="700177" y="229483"/>
                  </a:lnTo>
                  <a:lnTo>
                    <a:pt x="720182" y="224267"/>
                  </a:lnTo>
                  <a:lnTo>
                    <a:pt x="740187" y="219052"/>
                  </a:lnTo>
                  <a:lnTo>
                    <a:pt x="760192" y="213836"/>
                  </a:lnTo>
                  <a:lnTo>
                    <a:pt x="780198" y="208621"/>
                  </a:lnTo>
                  <a:lnTo>
                    <a:pt x="800203" y="203405"/>
                  </a:lnTo>
                  <a:lnTo>
                    <a:pt x="820208" y="198190"/>
                  </a:lnTo>
                  <a:lnTo>
                    <a:pt x="840213" y="192974"/>
                  </a:lnTo>
                  <a:lnTo>
                    <a:pt x="860218" y="187758"/>
                  </a:lnTo>
                  <a:lnTo>
                    <a:pt x="880223" y="182543"/>
                  </a:lnTo>
                  <a:lnTo>
                    <a:pt x="900228" y="177327"/>
                  </a:lnTo>
                  <a:lnTo>
                    <a:pt x="920233" y="172112"/>
                  </a:lnTo>
                  <a:lnTo>
                    <a:pt x="940238" y="166896"/>
                  </a:lnTo>
                  <a:lnTo>
                    <a:pt x="960243" y="161681"/>
                  </a:lnTo>
                  <a:lnTo>
                    <a:pt x="980248" y="156465"/>
                  </a:lnTo>
                  <a:lnTo>
                    <a:pt x="1000253" y="151250"/>
                  </a:lnTo>
                  <a:lnTo>
                    <a:pt x="1020258" y="146034"/>
                  </a:lnTo>
                  <a:lnTo>
                    <a:pt x="1040264" y="140819"/>
                  </a:lnTo>
                  <a:lnTo>
                    <a:pt x="1060269" y="135603"/>
                  </a:lnTo>
                  <a:lnTo>
                    <a:pt x="1080274" y="130388"/>
                  </a:lnTo>
                  <a:lnTo>
                    <a:pt x="1100279" y="125172"/>
                  </a:lnTo>
                  <a:lnTo>
                    <a:pt x="1120284" y="119957"/>
                  </a:lnTo>
                  <a:lnTo>
                    <a:pt x="1140289" y="114741"/>
                  </a:lnTo>
                  <a:lnTo>
                    <a:pt x="1160294" y="109526"/>
                  </a:lnTo>
                  <a:lnTo>
                    <a:pt x="1180299" y="104310"/>
                  </a:lnTo>
                  <a:lnTo>
                    <a:pt x="1200304" y="99095"/>
                  </a:lnTo>
                  <a:lnTo>
                    <a:pt x="1220309" y="93879"/>
                  </a:lnTo>
                  <a:lnTo>
                    <a:pt x="1240314" y="88663"/>
                  </a:lnTo>
                  <a:lnTo>
                    <a:pt x="1260319" y="83448"/>
                  </a:lnTo>
                  <a:lnTo>
                    <a:pt x="1280324" y="78232"/>
                  </a:lnTo>
                  <a:lnTo>
                    <a:pt x="1300330" y="73017"/>
                  </a:lnTo>
                  <a:lnTo>
                    <a:pt x="1320335" y="67801"/>
                  </a:lnTo>
                  <a:lnTo>
                    <a:pt x="1340340" y="62586"/>
                  </a:lnTo>
                  <a:lnTo>
                    <a:pt x="1360345" y="57370"/>
                  </a:lnTo>
                  <a:lnTo>
                    <a:pt x="1380350" y="52155"/>
                  </a:lnTo>
                  <a:lnTo>
                    <a:pt x="1400355" y="46939"/>
                  </a:lnTo>
                  <a:lnTo>
                    <a:pt x="1420360" y="41724"/>
                  </a:lnTo>
                  <a:lnTo>
                    <a:pt x="1440365" y="36508"/>
                  </a:lnTo>
                  <a:lnTo>
                    <a:pt x="1460370" y="31293"/>
                  </a:lnTo>
                  <a:lnTo>
                    <a:pt x="1480375" y="26077"/>
                  </a:lnTo>
                  <a:lnTo>
                    <a:pt x="1500380" y="20862"/>
                  </a:lnTo>
                  <a:lnTo>
                    <a:pt x="1520385" y="15646"/>
                  </a:lnTo>
                  <a:lnTo>
                    <a:pt x="1540390" y="10431"/>
                  </a:lnTo>
                  <a:lnTo>
                    <a:pt x="1560396" y="5215"/>
                  </a:lnTo>
                  <a:lnTo>
                    <a:pt x="1580401" y="0"/>
                  </a:lnTo>
                </a:path>
              </a:pathLst>
            </a:custGeom>
            <a:ln w="27101" cap="flat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6" name="tx616"/>
            <p:cNvSpPr/>
            <p:nvPr/>
          </p:nvSpPr>
          <p:spPr>
            <a:xfrm>
              <a:off x="4659915" y="553776"/>
              <a:ext cx="91715" cy="909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 i="1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617" name="tx617"/>
            <p:cNvSpPr/>
            <p:nvPr/>
          </p:nvSpPr>
          <p:spPr>
            <a:xfrm>
              <a:off x="4765266" y="518225"/>
              <a:ext cx="49441" cy="638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618" name="tx618"/>
            <p:cNvSpPr/>
            <p:nvPr/>
          </p:nvSpPr>
          <p:spPr>
            <a:xfrm>
              <a:off x="4814708" y="644685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619" name="tx619"/>
            <p:cNvSpPr/>
            <p:nvPr/>
          </p:nvSpPr>
          <p:spPr>
            <a:xfrm>
              <a:off x="4849497" y="606672"/>
              <a:ext cx="74166" cy="3801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620" name="tx620"/>
            <p:cNvSpPr/>
            <p:nvPr/>
          </p:nvSpPr>
          <p:spPr>
            <a:xfrm>
              <a:off x="4923663" y="644685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621" name="tx621"/>
            <p:cNvSpPr/>
            <p:nvPr/>
          </p:nvSpPr>
          <p:spPr>
            <a:xfrm>
              <a:off x="4958451" y="551854"/>
              <a:ext cx="247178" cy="9283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0.62</a:t>
              </a:r>
            </a:p>
          </p:txBody>
        </p:sp>
        <p:sp>
          <p:nvSpPr>
            <p:cNvPr id="622" name="pl622"/>
            <p:cNvSpPr/>
            <p:nvPr/>
          </p:nvSpPr>
          <p:spPr>
            <a:xfrm>
              <a:off x="8331987" y="2324685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3" name="pl623"/>
            <p:cNvSpPr/>
            <p:nvPr/>
          </p:nvSpPr>
          <p:spPr>
            <a:xfrm>
              <a:off x="8331987" y="1675609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4" name="pl624"/>
            <p:cNvSpPr/>
            <p:nvPr/>
          </p:nvSpPr>
          <p:spPr>
            <a:xfrm>
              <a:off x="8331987" y="1026533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5" name="pl625"/>
            <p:cNvSpPr/>
            <p:nvPr/>
          </p:nvSpPr>
          <p:spPr>
            <a:xfrm>
              <a:off x="8977436" y="397740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6" name="pl626"/>
            <p:cNvSpPr/>
            <p:nvPr/>
          </p:nvSpPr>
          <p:spPr>
            <a:xfrm>
              <a:off x="9926626" y="397740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7" name="pl627"/>
            <p:cNvSpPr/>
            <p:nvPr/>
          </p:nvSpPr>
          <p:spPr>
            <a:xfrm>
              <a:off x="10875816" y="397740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8" name="pl628"/>
            <p:cNvSpPr/>
            <p:nvPr/>
          </p:nvSpPr>
          <p:spPr>
            <a:xfrm>
              <a:off x="11825006" y="397740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9" name="pl629"/>
            <p:cNvSpPr/>
            <p:nvPr/>
          </p:nvSpPr>
          <p:spPr>
            <a:xfrm>
              <a:off x="8331987" y="2649223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0" name="pl630"/>
            <p:cNvSpPr/>
            <p:nvPr/>
          </p:nvSpPr>
          <p:spPr>
            <a:xfrm>
              <a:off x="8331987" y="2000147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1" name="pl631"/>
            <p:cNvSpPr/>
            <p:nvPr/>
          </p:nvSpPr>
          <p:spPr>
            <a:xfrm>
              <a:off x="8331987" y="1351071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2" name="pl632"/>
            <p:cNvSpPr/>
            <p:nvPr/>
          </p:nvSpPr>
          <p:spPr>
            <a:xfrm>
              <a:off x="8331987" y="701995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3" name="pl633"/>
            <p:cNvSpPr/>
            <p:nvPr/>
          </p:nvSpPr>
          <p:spPr>
            <a:xfrm>
              <a:off x="8502841" y="397740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4" name="pl634"/>
            <p:cNvSpPr/>
            <p:nvPr/>
          </p:nvSpPr>
          <p:spPr>
            <a:xfrm>
              <a:off x="9452031" y="397740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5" name="pl635"/>
            <p:cNvSpPr/>
            <p:nvPr/>
          </p:nvSpPr>
          <p:spPr>
            <a:xfrm>
              <a:off x="10401221" y="397740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6" name="pl636"/>
            <p:cNvSpPr/>
            <p:nvPr/>
          </p:nvSpPr>
          <p:spPr>
            <a:xfrm>
              <a:off x="11350411" y="397740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7" name="pt637"/>
            <p:cNvSpPr/>
            <p:nvPr/>
          </p:nvSpPr>
          <p:spPr>
            <a:xfrm>
              <a:off x="11135747" y="16507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8" name="pt638"/>
            <p:cNvSpPr/>
            <p:nvPr/>
          </p:nvSpPr>
          <p:spPr>
            <a:xfrm>
              <a:off x="10977549" y="12288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9" name="pt639"/>
            <p:cNvSpPr/>
            <p:nvPr/>
          </p:nvSpPr>
          <p:spPr>
            <a:xfrm>
              <a:off x="9332286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0" name="pt640"/>
            <p:cNvSpPr/>
            <p:nvPr/>
          </p:nvSpPr>
          <p:spPr>
            <a:xfrm>
              <a:off x="9205728" y="17805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1" name="pt641"/>
            <p:cNvSpPr/>
            <p:nvPr/>
          </p:nvSpPr>
          <p:spPr>
            <a:xfrm>
              <a:off x="10154918" y="226740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2" name="pt642"/>
            <p:cNvSpPr/>
            <p:nvPr/>
          </p:nvSpPr>
          <p:spPr>
            <a:xfrm>
              <a:off x="10850990" y="200777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3" name="pt643"/>
            <p:cNvSpPr/>
            <p:nvPr/>
          </p:nvSpPr>
          <p:spPr>
            <a:xfrm>
              <a:off x="10186557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4" name="pt644"/>
            <p:cNvSpPr/>
            <p:nvPr/>
          </p:nvSpPr>
          <p:spPr>
            <a:xfrm>
              <a:off x="10376395" y="142360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5" name="pt645"/>
            <p:cNvSpPr/>
            <p:nvPr/>
          </p:nvSpPr>
          <p:spPr>
            <a:xfrm>
              <a:off x="11515423" y="13262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6" name="pt646"/>
            <p:cNvSpPr/>
            <p:nvPr/>
          </p:nvSpPr>
          <p:spPr>
            <a:xfrm>
              <a:off x="11515423" y="142360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7" name="pt647"/>
            <p:cNvSpPr/>
            <p:nvPr/>
          </p:nvSpPr>
          <p:spPr>
            <a:xfrm>
              <a:off x="11705261" y="145606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8" name="pt648"/>
            <p:cNvSpPr/>
            <p:nvPr/>
          </p:nvSpPr>
          <p:spPr>
            <a:xfrm>
              <a:off x="10756071" y="18779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9" name="pt649"/>
            <p:cNvSpPr/>
            <p:nvPr/>
          </p:nvSpPr>
          <p:spPr>
            <a:xfrm>
              <a:off x="9458845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0" name="pt650"/>
            <p:cNvSpPr/>
            <p:nvPr/>
          </p:nvSpPr>
          <p:spPr>
            <a:xfrm>
              <a:off x="8478015" y="200777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1" name="pt651"/>
            <p:cNvSpPr/>
            <p:nvPr/>
          </p:nvSpPr>
          <p:spPr>
            <a:xfrm>
              <a:off x="11515423" y="109906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2" name="pt652"/>
            <p:cNvSpPr/>
            <p:nvPr/>
          </p:nvSpPr>
          <p:spPr>
            <a:xfrm>
              <a:off x="9870161" y="24945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3" name="pt653"/>
            <p:cNvSpPr/>
            <p:nvPr/>
          </p:nvSpPr>
          <p:spPr>
            <a:xfrm>
              <a:off x="11325585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4" name="pt654"/>
            <p:cNvSpPr/>
            <p:nvPr/>
          </p:nvSpPr>
          <p:spPr>
            <a:xfrm>
              <a:off x="8478015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5" name="pt655"/>
            <p:cNvSpPr/>
            <p:nvPr/>
          </p:nvSpPr>
          <p:spPr>
            <a:xfrm>
              <a:off x="10281476" y="236476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6" name="pt656"/>
            <p:cNvSpPr/>
            <p:nvPr/>
          </p:nvSpPr>
          <p:spPr>
            <a:xfrm>
              <a:off x="11610342" y="116397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7" name="pt657"/>
            <p:cNvSpPr/>
            <p:nvPr/>
          </p:nvSpPr>
          <p:spPr>
            <a:xfrm>
              <a:off x="9775242" y="21375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8" name="pt658"/>
            <p:cNvSpPr/>
            <p:nvPr/>
          </p:nvSpPr>
          <p:spPr>
            <a:xfrm>
              <a:off x="8572934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9" name="pt659"/>
            <p:cNvSpPr/>
            <p:nvPr/>
          </p:nvSpPr>
          <p:spPr>
            <a:xfrm>
              <a:off x="9617043" y="24945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0" name="pt660"/>
            <p:cNvSpPr/>
            <p:nvPr/>
          </p:nvSpPr>
          <p:spPr>
            <a:xfrm>
              <a:off x="8762772" y="21051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1" name="pt661"/>
            <p:cNvSpPr/>
            <p:nvPr/>
          </p:nvSpPr>
          <p:spPr>
            <a:xfrm>
              <a:off x="10059999" y="19753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2" name="pt662"/>
            <p:cNvSpPr/>
            <p:nvPr/>
          </p:nvSpPr>
          <p:spPr>
            <a:xfrm>
              <a:off x="11800180" y="87189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3" name="pt663"/>
            <p:cNvSpPr/>
            <p:nvPr/>
          </p:nvSpPr>
          <p:spPr>
            <a:xfrm>
              <a:off x="10692792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4" name="pt664"/>
            <p:cNvSpPr/>
            <p:nvPr/>
          </p:nvSpPr>
          <p:spPr>
            <a:xfrm>
              <a:off x="11610342" y="67716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5" name="pt665"/>
            <p:cNvSpPr/>
            <p:nvPr/>
          </p:nvSpPr>
          <p:spPr>
            <a:xfrm>
              <a:off x="10186557" y="20402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6" name="pt666"/>
            <p:cNvSpPr/>
            <p:nvPr/>
          </p:nvSpPr>
          <p:spPr>
            <a:xfrm>
              <a:off x="11610342" y="93679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7" name="pt667"/>
            <p:cNvSpPr/>
            <p:nvPr/>
          </p:nvSpPr>
          <p:spPr>
            <a:xfrm>
              <a:off x="11610342" y="87189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8" name="pt668"/>
            <p:cNvSpPr/>
            <p:nvPr/>
          </p:nvSpPr>
          <p:spPr>
            <a:xfrm>
              <a:off x="11515423" y="158587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9" name="pt669"/>
            <p:cNvSpPr/>
            <p:nvPr/>
          </p:nvSpPr>
          <p:spPr>
            <a:xfrm>
              <a:off x="11515423" y="14560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0" name="pt670"/>
            <p:cNvSpPr/>
            <p:nvPr/>
          </p:nvSpPr>
          <p:spPr>
            <a:xfrm>
              <a:off x="9996719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1" name="pt671"/>
            <p:cNvSpPr/>
            <p:nvPr/>
          </p:nvSpPr>
          <p:spPr>
            <a:xfrm>
              <a:off x="9427205" y="24945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2" name="pt672"/>
            <p:cNvSpPr/>
            <p:nvPr/>
          </p:nvSpPr>
          <p:spPr>
            <a:xfrm>
              <a:off x="10154918" y="17805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3" name="pt673"/>
            <p:cNvSpPr/>
            <p:nvPr/>
          </p:nvSpPr>
          <p:spPr>
            <a:xfrm>
              <a:off x="9806881" y="18130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4" name="pt674"/>
            <p:cNvSpPr/>
            <p:nvPr/>
          </p:nvSpPr>
          <p:spPr>
            <a:xfrm>
              <a:off x="9617043" y="21375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5" name="pt675"/>
            <p:cNvSpPr/>
            <p:nvPr/>
          </p:nvSpPr>
          <p:spPr>
            <a:xfrm>
              <a:off x="11483783" y="13911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6" name="pt676"/>
            <p:cNvSpPr/>
            <p:nvPr/>
          </p:nvSpPr>
          <p:spPr>
            <a:xfrm>
              <a:off x="9870161" y="13911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7" name="pt677"/>
            <p:cNvSpPr/>
            <p:nvPr/>
          </p:nvSpPr>
          <p:spPr>
            <a:xfrm>
              <a:off x="11800180" y="139115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8" name="pt678"/>
            <p:cNvSpPr/>
            <p:nvPr/>
          </p:nvSpPr>
          <p:spPr>
            <a:xfrm>
              <a:off x="11515423" y="13911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9" name="pt679"/>
            <p:cNvSpPr/>
            <p:nvPr/>
          </p:nvSpPr>
          <p:spPr>
            <a:xfrm>
              <a:off x="9269007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0" name="pt680"/>
            <p:cNvSpPr/>
            <p:nvPr/>
          </p:nvSpPr>
          <p:spPr>
            <a:xfrm>
              <a:off x="10028359" y="16507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1" name="pt681"/>
            <p:cNvSpPr/>
            <p:nvPr/>
          </p:nvSpPr>
          <p:spPr>
            <a:xfrm>
              <a:off x="10281476" y="24296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2" name="pt682"/>
            <p:cNvSpPr/>
            <p:nvPr/>
          </p:nvSpPr>
          <p:spPr>
            <a:xfrm>
              <a:off x="10186557" y="17481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3" name="pt683"/>
            <p:cNvSpPr/>
            <p:nvPr/>
          </p:nvSpPr>
          <p:spPr>
            <a:xfrm>
              <a:off x="10186557" y="22998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4" name="pt684"/>
            <p:cNvSpPr/>
            <p:nvPr/>
          </p:nvSpPr>
          <p:spPr>
            <a:xfrm>
              <a:off x="11610342" y="132624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5" name="pt685"/>
            <p:cNvSpPr/>
            <p:nvPr/>
          </p:nvSpPr>
          <p:spPr>
            <a:xfrm>
              <a:off x="9806881" y="21051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6" name="pt686"/>
            <p:cNvSpPr/>
            <p:nvPr/>
          </p:nvSpPr>
          <p:spPr>
            <a:xfrm>
              <a:off x="11515423" y="13262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7" name="pt687"/>
            <p:cNvSpPr/>
            <p:nvPr/>
          </p:nvSpPr>
          <p:spPr>
            <a:xfrm>
              <a:off x="9901800" y="20402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8" name="pt688"/>
            <p:cNvSpPr/>
            <p:nvPr/>
          </p:nvSpPr>
          <p:spPr>
            <a:xfrm>
              <a:off x="10091638" y="18779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9" name="pt689"/>
            <p:cNvSpPr/>
            <p:nvPr/>
          </p:nvSpPr>
          <p:spPr>
            <a:xfrm>
              <a:off x="8826052" y="24296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0" name="pt690"/>
            <p:cNvSpPr/>
            <p:nvPr/>
          </p:nvSpPr>
          <p:spPr>
            <a:xfrm>
              <a:off x="9933440" y="200777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1" name="pt691"/>
            <p:cNvSpPr/>
            <p:nvPr/>
          </p:nvSpPr>
          <p:spPr>
            <a:xfrm>
              <a:off x="9522124" y="24296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2" name="pt692"/>
            <p:cNvSpPr/>
            <p:nvPr/>
          </p:nvSpPr>
          <p:spPr>
            <a:xfrm>
              <a:off x="10028359" y="19753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3" name="pt693"/>
            <p:cNvSpPr/>
            <p:nvPr/>
          </p:nvSpPr>
          <p:spPr>
            <a:xfrm>
              <a:off x="10502954" y="17156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4" name="pt694"/>
            <p:cNvSpPr/>
            <p:nvPr/>
          </p:nvSpPr>
          <p:spPr>
            <a:xfrm>
              <a:off x="8667853" y="18130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5" name="pt695"/>
            <p:cNvSpPr/>
            <p:nvPr/>
          </p:nvSpPr>
          <p:spPr>
            <a:xfrm>
              <a:off x="10945909" y="14560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6" name="pt696"/>
            <p:cNvSpPr/>
            <p:nvPr/>
          </p:nvSpPr>
          <p:spPr>
            <a:xfrm>
              <a:off x="9363926" y="246212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7" name="pt697"/>
            <p:cNvSpPr/>
            <p:nvPr/>
          </p:nvSpPr>
          <p:spPr>
            <a:xfrm>
              <a:off x="9711962" y="18779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8" name="pt698"/>
            <p:cNvSpPr/>
            <p:nvPr/>
          </p:nvSpPr>
          <p:spPr>
            <a:xfrm>
              <a:off x="10850990" y="194286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9" name="pt699"/>
            <p:cNvSpPr/>
            <p:nvPr/>
          </p:nvSpPr>
          <p:spPr>
            <a:xfrm>
              <a:off x="10123278" y="22998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0" name="pt700"/>
            <p:cNvSpPr/>
            <p:nvPr/>
          </p:nvSpPr>
          <p:spPr>
            <a:xfrm>
              <a:off x="9648683" y="236476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1" name="pt701"/>
            <p:cNvSpPr/>
            <p:nvPr/>
          </p:nvSpPr>
          <p:spPr>
            <a:xfrm>
              <a:off x="9522124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2" name="pt702"/>
            <p:cNvSpPr/>
            <p:nvPr/>
          </p:nvSpPr>
          <p:spPr>
            <a:xfrm>
              <a:off x="11262306" y="116397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3" name="pt703"/>
            <p:cNvSpPr/>
            <p:nvPr/>
          </p:nvSpPr>
          <p:spPr>
            <a:xfrm>
              <a:off x="10661152" y="16507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4" name="pt704"/>
            <p:cNvSpPr/>
            <p:nvPr/>
          </p:nvSpPr>
          <p:spPr>
            <a:xfrm>
              <a:off x="9711962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5" name="pt705"/>
            <p:cNvSpPr/>
            <p:nvPr/>
          </p:nvSpPr>
          <p:spPr>
            <a:xfrm>
              <a:off x="9553764" y="25594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6" name="pt706"/>
            <p:cNvSpPr/>
            <p:nvPr/>
          </p:nvSpPr>
          <p:spPr>
            <a:xfrm>
              <a:off x="9269007" y="24296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7" name="pt707"/>
            <p:cNvSpPr/>
            <p:nvPr/>
          </p:nvSpPr>
          <p:spPr>
            <a:xfrm>
              <a:off x="8604574" y="236476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8" name="pt708"/>
            <p:cNvSpPr/>
            <p:nvPr/>
          </p:nvSpPr>
          <p:spPr>
            <a:xfrm>
              <a:off x="10091638" y="21700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9" name="pt709"/>
            <p:cNvSpPr/>
            <p:nvPr/>
          </p:nvSpPr>
          <p:spPr>
            <a:xfrm>
              <a:off x="9110809" y="21051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0" name="pt710"/>
            <p:cNvSpPr/>
            <p:nvPr/>
          </p:nvSpPr>
          <p:spPr>
            <a:xfrm>
              <a:off x="11199026" y="12613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1" name="pt711"/>
            <p:cNvSpPr/>
            <p:nvPr/>
          </p:nvSpPr>
          <p:spPr>
            <a:xfrm>
              <a:off x="10344756" y="152096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2" name="pt712"/>
            <p:cNvSpPr/>
            <p:nvPr/>
          </p:nvSpPr>
          <p:spPr>
            <a:xfrm>
              <a:off x="11293945" y="13262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3" name="pt713"/>
            <p:cNvSpPr/>
            <p:nvPr/>
          </p:nvSpPr>
          <p:spPr>
            <a:xfrm>
              <a:off x="10376395" y="19753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4" name="pt714"/>
            <p:cNvSpPr/>
            <p:nvPr/>
          </p:nvSpPr>
          <p:spPr>
            <a:xfrm>
              <a:off x="9711962" y="17805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5" name="pt715"/>
            <p:cNvSpPr/>
            <p:nvPr/>
          </p:nvSpPr>
          <p:spPr>
            <a:xfrm>
              <a:off x="8667853" y="25594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6" name="pt716"/>
            <p:cNvSpPr/>
            <p:nvPr/>
          </p:nvSpPr>
          <p:spPr>
            <a:xfrm>
              <a:off x="10218197" y="19753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7" name="pt717"/>
            <p:cNvSpPr/>
            <p:nvPr/>
          </p:nvSpPr>
          <p:spPr>
            <a:xfrm>
              <a:off x="9996719" y="13911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8" name="pt718"/>
            <p:cNvSpPr/>
            <p:nvPr/>
          </p:nvSpPr>
          <p:spPr>
            <a:xfrm>
              <a:off x="8478015" y="259194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9" name="pt719"/>
            <p:cNvSpPr/>
            <p:nvPr/>
          </p:nvSpPr>
          <p:spPr>
            <a:xfrm>
              <a:off x="9332286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0" name="pt720"/>
            <p:cNvSpPr/>
            <p:nvPr/>
          </p:nvSpPr>
          <p:spPr>
            <a:xfrm>
              <a:off x="8920971" y="24945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1" name="pt721"/>
            <p:cNvSpPr/>
            <p:nvPr/>
          </p:nvSpPr>
          <p:spPr>
            <a:xfrm>
              <a:off x="11610342" y="16507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2" name="pt722"/>
            <p:cNvSpPr/>
            <p:nvPr/>
          </p:nvSpPr>
          <p:spPr>
            <a:xfrm>
              <a:off x="10977549" y="16507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3" name="pt723"/>
            <p:cNvSpPr/>
            <p:nvPr/>
          </p:nvSpPr>
          <p:spPr>
            <a:xfrm>
              <a:off x="9901800" y="17805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4" name="pt724"/>
            <p:cNvSpPr/>
            <p:nvPr/>
          </p:nvSpPr>
          <p:spPr>
            <a:xfrm>
              <a:off x="8478015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5" name="pt725"/>
            <p:cNvSpPr/>
            <p:nvPr/>
          </p:nvSpPr>
          <p:spPr>
            <a:xfrm>
              <a:off x="10281476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6" name="pt726"/>
            <p:cNvSpPr/>
            <p:nvPr/>
          </p:nvSpPr>
          <p:spPr>
            <a:xfrm>
              <a:off x="8920971" y="20402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7" name="pt727"/>
            <p:cNvSpPr/>
            <p:nvPr/>
          </p:nvSpPr>
          <p:spPr>
            <a:xfrm>
              <a:off x="9870161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8" name="pt728"/>
            <p:cNvSpPr/>
            <p:nvPr/>
          </p:nvSpPr>
          <p:spPr>
            <a:xfrm>
              <a:off x="9585404" y="19753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9" name="pt729"/>
            <p:cNvSpPr/>
            <p:nvPr/>
          </p:nvSpPr>
          <p:spPr>
            <a:xfrm>
              <a:off x="10914269" y="21051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0" name="pt730"/>
            <p:cNvSpPr/>
            <p:nvPr/>
          </p:nvSpPr>
          <p:spPr>
            <a:xfrm>
              <a:off x="11420504" y="14560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1" name="pt731"/>
            <p:cNvSpPr/>
            <p:nvPr/>
          </p:nvSpPr>
          <p:spPr>
            <a:xfrm>
              <a:off x="11895099" y="67716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2" name="pt732"/>
            <p:cNvSpPr/>
            <p:nvPr/>
          </p:nvSpPr>
          <p:spPr>
            <a:xfrm>
              <a:off x="10945909" y="148851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3" name="pt733"/>
            <p:cNvSpPr/>
            <p:nvPr/>
          </p:nvSpPr>
          <p:spPr>
            <a:xfrm>
              <a:off x="11420504" y="17156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4" name="pt734"/>
            <p:cNvSpPr/>
            <p:nvPr/>
          </p:nvSpPr>
          <p:spPr>
            <a:xfrm>
              <a:off x="10186557" y="200777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5" name="pt735"/>
            <p:cNvSpPr/>
            <p:nvPr/>
          </p:nvSpPr>
          <p:spPr>
            <a:xfrm>
              <a:off x="10376395" y="17805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6" name="pt736"/>
            <p:cNvSpPr/>
            <p:nvPr/>
          </p:nvSpPr>
          <p:spPr>
            <a:xfrm>
              <a:off x="11610342" y="1196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7" name="pt737"/>
            <p:cNvSpPr/>
            <p:nvPr/>
          </p:nvSpPr>
          <p:spPr>
            <a:xfrm>
              <a:off x="11420504" y="158587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8" name="pt738"/>
            <p:cNvSpPr/>
            <p:nvPr/>
          </p:nvSpPr>
          <p:spPr>
            <a:xfrm>
              <a:off x="11515423" y="4824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9" name="pt739"/>
            <p:cNvSpPr/>
            <p:nvPr/>
          </p:nvSpPr>
          <p:spPr>
            <a:xfrm>
              <a:off x="10756071" y="184550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0" name="pt740"/>
            <p:cNvSpPr/>
            <p:nvPr/>
          </p:nvSpPr>
          <p:spPr>
            <a:xfrm>
              <a:off x="10471314" y="13911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1" name="pt741"/>
            <p:cNvSpPr/>
            <p:nvPr/>
          </p:nvSpPr>
          <p:spPr>
            <a:xfrm>
              <a:off x="9047529" y="24296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2" name="pt742"/>
            <p:cNvSpPr/>
            <p:nvPr/>
          </p:nvSpPr>
          <p:spPr>
            <a:xfrm>
              <a:off x="10566233" y="21700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3" name="pt743"/>
            <p:cNvSpPr/>
            <p:nvPr/>
          </p:nvSpPr>
          <p:spPr>
            <a:xfrm>
              <a:off x="10661152" y="18130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4" name="pt744"/>
            <p:cNvSpPr/>
            <p:nvPr/>
          </p:nvSpPr>
          <p:spPr>
            <a:xfrm>
              <a:off x="9522124" y="236476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5" name="pt745"/>
            <p:cNvSpPr/>
            <p:nvPr/>
          </p:nvSpPr>
          <p:spPr>
            <a:xfrm>
              <a:off x="9996719" y="22998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6" name="pt746"/>
            <p:cNvSpPr/>
            <p:nvPr/>
          </p:nvSpPr>
          <p:spPr>
            <a:xfrm>
              <a:off x="10471314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7" name="pt747"/>
            <p:cNvSpPr/>
            <p:nvPr/>
          </p:nvSpPr>
          <p:spPr>
            <a:xfrm>
              <a:off x="9332286" y="200777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8" name="pt748"/>
            <p:cNvSpPr/>
            <p:nvPr/>
          </p:nvSpPr>
          <p:spPr>
            <a:xfrm>
              <a:off x="9901800" y="236476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9" name="pt749"/>
            <p:cNvSpPr/>
            <p:nvPr/>
          </p:nvSpPr>
          <p:spPr>
            <a:xfrm>
              <a:off x="8478015" y="22998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0" name="pt750"/>
            <p:cNvSpPr/>
            <p:nvPr/>
          </p:nvSpPr>
          <p:spPr>
            <a:xfrm>
              <a:off x="10850990" y="152096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1" name="pt751"/>
            <p:cNvSpPr/>
            <p:nvPr/>
          </p:nvSpPr>
          <p:spPr>
            <a:xfrm>
              <a:off x="9901800" y="20402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2" name="pt752"/>
            <p:cNvSpPr/>
            <p:nvPr/>
          </p:nvSpPr>
          <p:spPr>
            <a:xfrm>
              <a:off x="11040828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3" name="pt753"/>
            <p:cNvSpPr/>
            <p:nvPr/>
          </p:nvSpPr>
          <p:spPr>
            <a:xfrm>
              <a:off x="9617043" y="23323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4" name="pt754"/>
            <p:cNvSpPr/>
            <p:nvPr/>
          </p:nvSpPr>
          <p:spPr>
            <a:xfrm>
              <a:off x="9332286" y="226740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5" name="pt755"/>
            <p:cNvSpPr/>
            <p:nvPr/>
          </p:nvSpPr>
          <p:spPr>
            <a:xfrm>
              <a:off x="11230666" y="14560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6" name="pt756"/>
            <p:cNvSpPr/>
            <p:nvPr/>
          </p:nvSpPr>
          <p:spPr>
            <a:xfrm>
              <a:off x="9711962" y="18130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7" name="pt757"/>
            <p:cNvSpPr/>
            <p:nvPr/>
          </p:nvSpPr>
          <p:spPr>
            <a:xfrm>
              <a:off x="10661152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8" name="pt758"/>
            <p:cNvSpPr/>
            <p:nvPr/>
          </p:nvSpPr>
          <p:spPr>
            <a:xfrm>
              <a:off x="11135747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9" name="pt759"/>
            <p:cNvSpPr/>
            <p:nvPr/>
          </p:nvSpPr>
          <p:spPr>
            <a:xfrm>
              <a:off x="8478015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0" name="pt760"/>
            <p:cNvSpPr/>
            <p:nvPr/>
          </p:nvSpPr>
          <p:spPr>
            <a:xfrm>
              <a:off x="8478015" y="24945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1" name="pt761"/>
            <p:cNvSpPr/>
            <p:nvPr/>
          </p:nvSpPr>
          <p:spPr>
            <a:xfrm>
              <a:off x="10186557" y="246212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2" name="pt762"/>
            <p:cNvSpPr/>
            <p:nvPr/>
          </p:nvSpPr>
          <p:spPr>
            <a:xfrm>
              <a:off x="10945909" y="17156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3" name="pt763"/>
            <p:cNvSpPr/>
            <p:nvPr/>
          </p:nvSpPr>
          <p:spPr>
            <a:xfrm>
              <a:off x="9522124" y="22998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4" name="pt764"/>
            <p:cNvSpPr/>
            <p:nvPr/>
          </p:nvSpPr>
          <p:spPr>
            <a:xfrm>
              <a:off x="9617043" y="24296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5" name="pt765"/>
            <p:cNvSpPr/>
            <p:nvPr/>
          </p:nvSpPr>
          <p:spPr>
            <a:xfrm>
              <a:off x="10281476" y="20726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6" name="pt766"/>
            <p:cNvSpPr/>
            <p:nvPr/>
          </p:nvSpPr>
          <p:spPr>
            <a:xfrm>
              <a:off x="9427205" y="236476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7" name="pt767"/>
            <p:cNvSpPr/>
            <p:nvPr/>
          </p:nvSpPr>
          <p:spPr>
            <a:xfrm>
              <a:off x="11610342" y="116397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8" name="pt768"/>
            <p:cNvSpPr/>
            <p:nvPr/>
          </p:nvSpPr>
          <p:spPr>
            <a:xfrm>
              <a:off x="8478015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9" name="pt769"/>
            <p:cNvSpPr/>
            <p:nvPr/>
          </p:nvSpPr>
          <p:spPr>
            <a:xfrm>
              <a:off x="9806881" y="17156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0" name="pt770"/>
            <p:cNvSpPr/>
            <p:nvPr/>
          </p:nvSpPr>
          <p:spPr>
            <a:xfrm>
              <a:off x="9680323" y="24945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1" name="pt771"/>
            <p:cNvSpPr/>
            <p:nvPr/>
          </p:nvSpPr>
          <p:spPr>
            <a:xfrm>
              <a:off x="10661152" y="17805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2" name="pt772"/>
            <p:cNvSpPr/>
            <p:nvPr/>
          </p:nvSpPr>
          <p:spPr>
            <a:xfrm>
              <a:off x="9332286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3" name="pt773"/>
            <p:cNvSpPr/>
            <p:nvPr/>
          </p:nvSpPr>
          <p:spPr>
            <a:xfrm>
              <a:off x="8826052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4" name="pt774"/>
            <p:cNvSpPr/>
            <p:nvPr/>
          </p:nvSpPr>
          <p:spPr>
            <a:xfrm>
              <a:off x="8478015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5" name="pt775"/>
            <p:cNvSpPr/>
            <p:nvPr/>
          </p:nvSpPr>
          <p:spPr>
            <a:xfrm>
              <a:off x="9711962" y="24296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6" name="pt776"/>
            <p:cNvSpPr/>
            <p:nvPr/>
          </p:nvSpPr>
          <p:spPr>
            <a:xfrm>
              <a:off x="8604574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7" name="pt777"/>
            <p:cNvSpPr/>
            <p:nvPr/>
          </p:nvSpPr>
          <p:spPr>
            <a:xfrm>
              <a:off x="8794412" y="24945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8" name="pt778"/>
            <p:cNvSpPr/>
            <p:nvPr/>
          </p:nvSpPr>
          <p:spPr>
            <a:xfrm>
              <a:off x="8667853" y="21700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9" name="pt779"/>
            <p:cNvSpPr/>
            <p:nvPr/>
          </p:nvSpPr>
          <p:spPr>
            <a:xfrm>
              <a:off x="9427205" y="16507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0" name="pt780"/>
            <p:cNvSpPr/>
            <p:nvPr/>
          </p:nvSpPr>
          <p:spPr>
            <a:xfrm>
              <a:off x="8857691" y="236476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1" name="pt781"/>
            <p:cNvSpPr/>
            <p:nvPr/>
          </p:nvSpPr>
          <p:spPr>
            <a:xfrm>
              <a:off x="10724431" y="17805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2" name="pt782"/>
            <p:cNvSpPr/>
            <p:nvPr/>
          </p:nvSpPr>
          <p:spPr>
            <a:xfrm>
              <a:off x="9522124" y="20402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3" name="pt783"/>
            <p:cNvSpPr/>
            <p:nvPr/>
          </p:nvSpPr>
          <p:spPr>
            <a:xfrm>
              <a:off x="8857691" y="25594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4" name="pt784"/>
            <p:cNvSpPr/>
            <p:nvPr/>
          </p:nvSpPr>
          <p:spPr>
            <a:xfrm>
              <a:off x="9711962" y="21375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5" name="pt785"/>
            <p:cNvSpPr/>
            <p:nvPr/>
          </p:nvSpPr>
          <p:spPr>
            <a:xfrm>
              <a:off x="9680323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6" name="pt786"/>
            <p:cNvSpPr/>
            <p:nvPr/>
          </p:nvSpPr>
          <p:spPr>
            <a:xfrm>
              <a:off x="9965080" y="20402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7" name="pt787"/>
            <p:cNvSpPr/>
            <p:nvPr/>
          </p:nvSpPr>
          <p:spPr>
            <a:xfrm>
              <a:off x="9901800" y="22998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8" name="pt788"/>
            <p:cNvSpPr/>
            <p:nvPr/>
          </p:nvSpPr>
          <p:spPr>
            <a:xfrm>
              <a:off x="10661152" y="19753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9" name="pt789"/>
            <p:cNvSpPr/>
            <p:nvPr/>
          </p:nvSpPr>
          <p:spPr>
            <a:xfrm>
              <a:off x="10945909" y="17156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0" name="pt790"/>
            <p:cNvSpPr/>
            <p:nvPr/>
          </p:nvSpPr>
          <p:spPr>
            <a:xfrm>
              <a:off x="8699493" y="25594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1" name="pt791"/>
            <p:cNvSpPr/>
            <p:nvPr/>
          </p:nvSpPr>
          <p:spPr>
            <a:xfrm>
              <a:off x="8857691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2" name="pt792"/>
            <p:cNvSpPr/>
            <p:nvPr/>
          </p:nvSpPr>
          <p:spPr>
            <a:xfrm>
              <a:off x="11104107" y="14560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3" name="pt793"/>
            <p:cNvSpPr/>
            <p:nvPr/>
          </p:nvSpPr>
          <p:spPr>
            <a:xfrm>
              <a:off x="9142448" y="24296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4" name="pt794"/>
            <p:cNvSpPr/>
            <p:nvPr/>
          </p:nvSpPr>
          <p:spPr>
            <a:xfrm>
              <a:off x="9585404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5" name="pt795"/>
            <p:cNvSpPr/>
            <p:nvPr/>
          </p:nvSpPr>
          <p:spPr>
            <a:xfrm>
              <a:off x="10534594" y="21051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6" name="pt796"/>
            <p:cNvSpPr/>
            <p:nvPr/>
          </p:nvSpPr>
          <p:spPr>
            <a:xfrm>
              <a:off x="9522124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7" name="pt797"/>
            <p:cNvSpPr/>
            <p:nvPr/>
          </p:nvSpPr>
          <p:spPr>
            <a:xfrm>
              <a:off x="11104107" y="1196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8" name="pt798"/>
            <p:cNvSpPr/>
            <p:nvPr/>
          </p:nvSpPr>
          <p:spPr>
            <a:xfrm>
              <a:off x="8478015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9" name="pt799"/>
            <p:cNvSpPr/>
            <p:nvPr/>
          </p:nvSpPr>
          <p:spPr>
            <a:xfrm>
              <a:off x="8889331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0" name="pt800"/>
            <p:cNvSpPr/>
            <p:nvPr/>
          </p:nvSpPr>
          <p:spPr>
            <a:xfrm>
              <a:off x="11705261" y="158587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1" name="pt801"/>
            <p:cNvSpPr/>
            <p:nvPr/>
          </p:nvSpPr>
          <p:spPr>
            <a:xfrm>
              <a:off x="10850990" y="152096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2" name="pt802"/>
            <p:cNvSpPr/>
            <p:nvPr/>
          </p:nvSpPr>
          <p:spPr>
            <a:xfrm>
              <a:off x="9047529" y="19753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3" name="pt803"/>
            <p:cNvSpPr/>
            <p:nvPr/>
          </p:nvSpPr>
          <p:spPr>
            <a:xfrm>
              <a:off x="9648683" y="19753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4" name="pt804"/>
            <p:cNvSpPr/>
            <p:nvPr/>
          </p:nvSpPr>
          <p:spPr>
            <a:xfrm>
              <a:off x="9996719" y="24296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5" name="pt805"/>
            <p:cNvSpPr/>
            <p:nvPr/>
          </p:nvSpPr>
          <p:spPr>
            <a:xfrm>
              <a:off x="9617043" y="19753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6" name="pt806"/>
            <p:cNvSpPr/>
            <p:nvPr/>
          </p:nvSpPr>
          <p:spPr>
            <a:xfrm>
              <a:off x="9965080" y="20402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7" name="pt807"/>
            <p:cNvSpPr/>
            <p:nvPr/>
          </p:nvSpPr>
          <p:spPr>
            <a:xfrm>
              <a:off x="11610342" y="119643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8" name="pt808"/>
            <p:cNvSpPr/>
            <p:nvPr/>
          </p:nvSpPr>
          <p:spPr>
            <a:xfrm>
              <a:off x="8478015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9" name="pt809"/>
            <p:cNvSpPr/>
            <p:nvPr/>
          </p:nvSpPr>
          <p:spPr>
            <a:xfrm>
              <a:off x="8478015" y="259194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0" name="pt810"/>
            <p:cNvSpPr/>
            <p:nvPr/>
          </p:nvSpPr>
          <p:spPr>
            <a:xfrm>
              <a:off x="11483783" y="14560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1" name="pt811"/>
            <p:cNvSpPr/>
            <p:nvPr/>
          </p:nvSpPr>
          <p:spPr>
            <a:xfrm>
              <a:off x="10313116" y="17805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2" name="pt812"/>
            <p:cNvSpPr/>
            <p:nvPr/>
          </p:nvSpPr>
          <p:spPr>
            <a:xfrm>
              <a:off x="10376395" y="19753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3" name="pt813"/>
            <p:cNvSpPr/>
            <p:nvPr/>
          </p:nvSpPr>
          <p:spPr>
            <a:xfrm>
              <a:off x="9806881" y="19753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4" name="pt814"/>
            <p:cNvSpPr/>
            <p:nvPr/>
          </p:nvSpPr>
          <p:spPr>
            <a:xfrm>
              <a:off x="10914269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5" name="pt815"/>
            <p:cNvSpPr/>
            <p:nvPr/>
          </p:nvSpPr>
          <p:spPr>
            <a:xfrm>
              <a:off x="10186557" y="20726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6" name="pt816"/>
            <p:cNvSpPr/>
            <p:nvPr/>
          </p:nvSpPr>
          <p:spPr>
            <a:xfrm>
              <a:off x="9617043" y="22024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7" name="pt817"/>
            <p:cNvSpPr/>
            <p:nvPr/>
          </p:nvSpPr>
          <p:spPr>
            <a:xfrm>
              <a:off x="9237367" y="20402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8" name="pt818"/>
            <p:cNvSpPr/>
            <p:nvPr/>
          </p:nvSpPr>
          <p:spPr>
            <a:xfrm>
              <a:off x="10945909" y="113152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9" name="pt819"/>
            <p:cNvSpPr/>
            <p:nvPr/>
          </p:nvSpPr>
          <p:spPr>
            <a:xfrm>
              <a:off x="10724431" y="16507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0" name="pt820"/>
            <p:cNvSpPr/>
            <p:nvPr/>
          </p:nvSpPr>
          <p:spPr>
            <a:xfrm>
              <a:off x="11420504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1" name="pt821"/>
            <p:cNvSpPr/>
            <p:nvPr/>
          </p:nvSpPr>
          <p:spPr>
            <a:xfrm>
              <a:off x="9522124" y="19753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2" name="pt822"/>
            <p:cNvSpPr/>
            <p:nvPr/>
          </p:nvSpPr>
          <p:spPr>
            <a:xfrm>
              <a:off x="10313116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3" name="pt823"/>
            <p:cNvSpPr/>
            <p:nvPr/>
          </p:nvSpPr>
          <p:spPr>
            <a:xfrm>
              <a:off x="8667853" y="25594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4" name="pt824"/>
            <p:cNvSpPr/>
            <p:nvPr/>
          </p:nvSpPr>
          <p:spPr>
            <a:xfrm>
              <a:off x="10218197" y="16507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5" name="pt825"/>
            <p:cNvSpPr/>
            <p:nvPr/>
          </p:nvSpPr>
          <p:spPr>
            <a:xfrm>
              <a:off x="9901800" y="21051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6" name="pt826"/>
            <p:cNvSpPr/>
            <p:nvPr/>
          </p:nvSpPr>
          <p:spPr>
            <a:xfrm>
              <a:off x="11135747" y="113152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7" name="pt827"/>
            <p:cNvSpPr/>
            <p:nvPr/>
          </p:nvSpPr>
          <p:spPr>
            <a:xfrm>
              <a:off x="10091638" y="17156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8" name="pt828"/>
            <p:cNvSpPr/>
            <p:nvPr/>
          </p:nvSpPr>
          <p:spPr>
            <a:xfrm>
              <a:off x="9395566" y="25270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9" name="pt829"/>
            <p:cNvSpPr/>
            <p:nvPr/>
          </p:nvSpPr>
          <p:spPr>
            <a:xfrm>
              <a:off x="10186557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0" name="pt830"/>
            <p:cNvSpPr/>
            <p:nvPr/>
          </p:nvSpPr>
          <p:spPr>
            <a:xfrm>
              <a:off x="9617043" y="21051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1" name="pt831"/>
            <p:cNvSpPr/>
            <p:nvPr/>
          </p:nvSpPr>
          <p:spPr>
            <a:xfrm>
              <a:off x="10376395" y="14560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2" name="pt832"/>
            <p:cNvSpPr/>
            <p:nvPr/>
          </p:nvSpPr>
          <p:spPr>
            <a:xfrm>
              <a:off x="9617043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3" name="pt833"/>
            <p:cNvSpPr/>
            <p:nvPr/>
          </p:nvSpPr>
          <p:spPr>
            <a:xfrm>
              <a:off x="10281476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4" name="pt834"/>
            <p:cNvSpPr/>
            <p:nvPr/>
          </p:nvSpPr>
          <p:spPr>
            <a:xfrm>
              <a:off x="10281476" y="129379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5" name="pt835"/>
            <p:cNvSpPr/>
            <p:nvPr/>
          </p:nvSpPr>
          <p:spPr>
            <a:xfrm>
              <a:off x="9901800" y="17156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6" name="pt836"/>
            <p:cNvSpPr/>
            <p:nvPr/>
          </p:nvSpPr>
          <p:spPr>
            <a:xfrm>
              <a:off x="9300647" y="22998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7" name="pt837"/>
            <p:cNvSpPr/>
            <p:nvPr/>
          </p:nvSpPr>
          <p:spPr>
            <a:xfrm>
              <a:off x="10091638" y="20402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8" name="pt838"/>
            <p:cNvSpPr/>
            <p:nvPr/>
          </p:nvSpPr>
          <p:spPr>
            <a:xfrm>
              <a:off x="11040828" y="197532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9" name="pt839"/>
            <p:cNvSpPr/>
            <p:nvPr/>
          </p:nvSpPr>
          <p:spPr>
            <a:xfrm>
              <a:off x="9617043" y="226740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0" name="pt840"/>
            <p:cNvSpPr/>
            <p:nvPr/>
          </p:nvSpPr>
          <p:spPr>
            <a:xfrm>
              <a:off x="10566233" y="158587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1" name="pt841"/>
            <p:cNvSpPr/>
            <p:nvPr/>
          </p:nvSpPr>
          <p:spPr>
            <a:xfrm>
              <a:off x="9617043" y="21700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2" name="pt842"/>
            <p:cNvSpPr/>
            <p:nvPr/>
          </p:nvSpPr>
          <p:spPr>
            <a:xfrm>
              <a:off x="10914269" y="16507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3" name="pt843"/>
            <p:cNvSpPr/>
            <p:nvPr/>
          </p:nvSpPr>
          <p:spPr>
            <a:xfrm>
              <a:off x="9806881" y="24945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4" name="pt844"/>
            <p:cNvSpPr/>
            <p:nvPr/>
          </p:nvSpPr>
          <p:spPr>
            <a:xfrm>
              <a:off x="9996719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5" name="pt845"/>
            <p:cNvSpPr/>
            <p:nvPr/>
          </p:nvSpPr>
          <p:spPr>
            <a:xfrm>
              <a:off x="9617043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6" name="pt846"/>
            <p:cNvSpPr/>
            <p:nvPr/>
          </p:nvSpPr>
          <p:spPr>
            <a:xfrm>
              <a:off x="9617043" y="21700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7" name="pt847"/>
            <p:cNvSpPr/>
            <p:nvPr/>
          </p:nvSpPr>
          <p:spPr>
            <a:xfrm>
              <a:off x="9617043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8" name="pt848"/>
            <p:cNvSpPr/>
            <p:nvPr/>
          </p:nvSpPr>
          <p:spPr>
            <a:xfrm>
              <a:off x="9522124" y="21051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9" name="pt849"/>
            <p:cNvSpPr/>
            <p:nvPr/>
          </p:nvSpPr>
          <p:spPr>
            <a:xfrm>
              <a:off x="9300647" y="259194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0" name="pt850"/>
            <p:cNvSpPr/>
            <p:nvPr/>
          </p:nvSpPr>
          <p:spPr>
            <a:xfrm>
              <a:off x="8478015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1" name="pt851"/>
            <p:cNvSpPr/>
            <p:nvPr/>
          </p:nvSpPr>
          <p:spPr>
            <a:xfrm>
              <a:off x="9553764" y="194286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2" name="pt852"/>
            <p:cNvSpPr/>
            <p:nvPr/>
          </p:nvSpPr>
          <p:spPr>
            <a:xfrm>
              <a:off x="11420504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3" name="pt853"/>
            <p:cNvSpPr/>
            <p:nvPr/>
          </p:nvSpPr>
          <p:spPr>
            <a:xfrm>
              <a:off x="10408035" y="17156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4" name="pt854"/>
            <p:cNvSpPr/>
            <p:nvPr/>
          </p:nvSpPr>
          <p:spPr>
            <a:xfrm>
              <a:off x="8762772" y="21051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5" name="pt855"/>
            <p:cNvSpPr/>
            <p:nvPr/>
          </p:nvSpPr>
          <p:spPr>
            <a:xfrm>
              <a:off x="10091638" y="18779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6" name="pt856"/>
            <p:cNvSpPr/>
            <p:nvPr/>
          </p:nvSpPr>
          <p:spPr>
            <a:xfrm>
              <a:off x="10629512" y="148851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7" name="pt857"/>
            <p:cNvSpPr/>
            <p:nvPr/>
          </p:nvSpPr>
          <p:spPr>
            <a:xfrm>
              <a:off x="9300647" y="24945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8" name="pt858"/>
            <p:cNvSpPr/>
            <p:nvPr/>
          </p:nvSpPr>
          <p:spPr>
            <a:xfrm>
              <a:off x="8478015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9" name="pt859"/>
            <p:cNvSpPr/>
            <p:nvPr/>
          </p:nvSpPr>
          <p:spPr>
            <a:xfrm>
              <a:off x="8889331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0" name="pt860"/>
            <p:cNvSpPr/>
            <p:nvPr/>
          </p:nvSpPr>
          <p:spPr>
            <a:xfrm>
              <a:off x="8572934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1" name="pt861"/>
            <p:cNvSpPr/>
            <p:nvPr/>
          </p:nvSpPr>
          <p:spPr>
            <a:xfrm>
              <a:off x="8478015" y="24945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2" name="pt862"/>
            <p:cNvSpPr/>
            <p:nvPr/>
          </p:nvSpPr>
          <p:spPr>
            <a:xfrm>
              <a:off x="9142448" y="17156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3" name="pt863"/>
            <p:cNvSpPr/>
            <p:nvPr/>
          </p:nvSpPr>
          <p:spPr>
            <a:xfrm>
              <a:off x="9965080" y="22024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4" name="pt864"/>
            <p:cNvSpPr/>
            <p:nvPr/>
          </p:nvSpPr>
          <p:spPr>
            <a:xfrm>
              <a:off x="9332286" y="226740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5" name="pt865"/>
            <p:cNvSpPr/>
            <p:nvPr/>
          </p:nvSpPr>
          <p:spPr>
            <a:xfrm>
              <a:off x="8984250" y="25270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6" name="pt866"/>
            <p:cNvSpPr/>
            <p:nvPr/>
          </p:nvSpPr>
          <p:spPr>
            <a:xfrm>
              <a:off x="11515423" y="113152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7" name="pt867"/>
            <p:cNvSpPr/>
            <p:nvPr/>
          </p:nvSpPr>
          <p:spPr>
            <a:xfrm>
              <a:off x="11800180" y="100170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8" name="pt868"/>
            <p:cNvSpPr/>
            <p:nvPr/>
          </p:nvSpPr>
          <p:spPr>
            <a:xfrm>
              <a:off x="10629512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9" name="pt869"/>
            <p:cNvSpPr/>
            <p:nvPr/>
          </p:nvSpPr>
          <p:spPr>
            <a:xfrm>
              <a:off x="11705261" y="14560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0" name="pt870"/>
            <p:cNvSpPr/>
            <p:nvPr/>
          </p:nvSpPr>
          <p:spPr>
            <a:xfrm>
              <a:off x="8920971" y="25594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1" name="pt871"/>
            <p:cNvSpPr/>
            <p:nvPr/>
          </p:nvSpPr>
          <p:spPr>
            <a:xfrm>
              <a:off x="9901800" y="21700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2" name="pt872"/>
            <p:cNvSpPr/>
            <p:nvPr/>
          </p:nvSpPr>
          <p:spPr>
            <a:xfrm>
              <a:off x="10408035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3" name="pt873"/>
            <p:cNvSpPr/>
            <p:nvPr/>
          </p:nvSpPr>
          <p:spPr>
            <a:xfrm>
              <a:off x="9617043" y="20402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4" name="pt874"/>
            <p:cNvSpPr/>
            <p:nvPr/>
          </p:nvSpPr>
          <p:spPr>
            <a:xfrm>
              <a:off x="9901800" y="21700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5" name="pt875"/>
            <p:cNvSpPr/>
            <p:nvPr/>
          </p:nvSpPr>
          <p:spPr>
            <a:xfrm>
              <a:off x="9300647" y="236476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6" name="pt876"/>
            <p:cNvSpPr/>
            <p:nvPr/>
          </p:nvSpPr>
          <p:spPr>
            <a:xfrm>
              <a:off x="10629512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7" name="pt877"/>
            <p:cNvSpPr/>
            <p:nvPr/>
          </p:nvSpPr>
          <p:spPr>
            <a:xfrm>
              <a:off x="10756071" y="191041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8" name="pt878"/>
            <p:cNvSpPr/>
            <p:nvPr/>
          </p:nvSpPr>
          <p:spPr>
            <a:xfrm>
              <a:off x="9110809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9" name="pt879"/>
            <p:cNvSpPr/>
            <p:nvPr/>
          </p:nvSpPr>
          <p:spPr>
            <a:xfrm>
              <a:off x="10471314" y="139115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0" name="pt880"/>
            <p:cNvSpPr/>
            <p:nvPr/>
          </p:nvSpPr>
          <p:spPr>
            <a:xfrm>
              <a:off x="9617043" y="16832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1" name="pt881"/>
            <p:cNvSpPr/>
            <p:nvPr/>
          </p:nvSpPr>
          <p:spPr>
            <a:xfrm>
              <a:off x="11262306" y="142360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2" name="pt882"/>
            <p:cNvSpPr/>
            <p:nvPr/>
          </p:nvSpPr>
          <p:spPr>
            <a:xfrm>
              <a:off x="10186557" y="14560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3" name="pt883"/>
            <p:cNvSpPr/>
            <p:nvPr/>
          </p:nvSpPr>
          <p:spPr>
            <a:xfrm>
              <a:off x="9743602" y="194286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4" name="pt884"/>
            <p:cNvSpPr/>
            <p:nvPr/>
          </p:nvSpPr>
          <p:spPr>
            <a:xfrm>
              <a:off x="11515423" y="126133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5" name="pt885"/>
            <p:cNvSpPr/>
            <p:nvPr/>
          </p:nvSpPr>
          <p:spPr>
            <a:xfrm>
              <a:off x="9490485" y="20402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6" name="pt886"/>
            <p:cNvSpPr/>
            <p:nvPr/>
          </p:nvSpPr>
          <p:spPr>
            <a:xfrm>
              <a:off x="9522124" y="21700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7" name="pt887"/>
            <p:cNvSpPr/>
            <p:nvPr/>
          </p:nvSpPr>
          <p:spPr>
            <a:xfrm>
              <a:off x="11135747" y="13586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8" name="pt888"/>
            <p:cNvSpPr/>
            <p:nvPr/>
          </p:nvSpPr>
          <p:spPr>
            <a:xfrm>
              <a:off x="9522124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9" name="pt889"/>
            <p:cNvSpPr/>
            <p:nvPr/>
          </p:nvSpPr>
          <p:spPr>
            <a:xfrm>
              <a:off x="11040828" y="135869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0" name="pt890"/>
            <p:cNvSpPr/>
            <p:nvPr/>
          </p:nvSpPr>
          <p:spPr>
            <a:xfrm>
              <a:off x="9110809" y="24945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1" name="pt891"/>
            <p:cNvSpPr/>
            <p:nvPr/>
          </p:nvSpPr>
          <p:spPr>
            <a:xfrm>
              <a:off x="8984250" y="21700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2" name="pt892"/>
            <p:cNvSpPr/>
            <p:nvPr/>
          </p:nvSpPr>
          <p:spPr>
            <a:xfrm>
              <a:off x="8636214" y="249458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3" name="pt893"/>
            <p:cNvSpPr/>
            <p:nvPr/>
          </p:nvSpPr>
          <p:spPr>
            <a:xfrm>
              <a:off x="8667853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4" name="pt894"/>
            <p:cNvSpPr/>
            <p:nvPr/>
          </p:nvSpPr>
          <p:spPr>
            <a:xfrm>
              <a:off x="10091638" y="158587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5" name="pt895"/>
            <p:cNvSpPr/>
            <p:nvPr/>
          </p:nvSpPr>
          <p:spPr>
            <a:xfrm>
              <a:off x="10154918" y="184550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6" name="pt896"/>
            <p:cNvSpPr/>
            <p:nvPr/>
          </p:nvSpPr>
          <p:spPr>
            <a:xfrm>
              <a:off x="10945909" y="17156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7" name="pt897"/>
            <p:cNvSpPr/>
            <p:nvPr/>
          </p:nvSpPr>
          <p:spPr>
            <a:xfrm>
              <a:off x="9490485" y="22998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8" name="pt898"/>
            <p:cNvSpPr/>
            <p:nvPr/>
          </p:nvSpPr>
          <p:spPr>
            <a:xfrm>
              <a:off x="10471314" y="21375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9" name="pt899"/>
            <p:cNvSpPr/>
            <p:nvPr/>
          </p:nvSpPr>
          <p:spPr>
            <a:xfrm>
              <a:off x="10566233" y="204022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0" name="pt900"/>
            <p:cNvSpPr/>
            <p:nvPr/>
          </p:nvSpPr>
          <p:spPr>
            <a:xfrm>
              <a:off x="9047529" y="223495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1" name="pt901"/>
            <p:cNvSpPr/>
            <p:nvPr/>
          </p:nvSpPr>
          <p:spPr>
            <a:xfrm>
              <a:off x="9617043" y="210513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2" name="pt902"/>
            <p:cNvSpPr/>
            <p:nvPr/>
          </p:nvSpPr>
          <p:spPr>
            <a:xfrm>
              <a:off x="9901800" y="25594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3" name="pt903"/>
            <p:cNvSpPr/>
            <p:nvPr/>
          </p:nvSpPr>
          <p:spPr>
            <a:xfrm>
              <a:off x="10376395" y="229985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4" name="pt904"/>
            <p:cNvSpPr/>
            <p:nvPr/>
          </p:nvSpPr>
          <p:spPr>
            <a:xfrm>
              <a:off x="8509655" y="259194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5" name="pt905"/>
            <p:cNvSpPr/>
            <p:nvPr/>
          </p:nvSpPr>
          <p:spPr>
            <a:xfrm>
              <a:off x="11483783" y="17156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6" name="pt906"/>
            <p:cNvSpPr/>
            <p:nvPr/>
          </p:nvSpPr>
          <p:spPr>
            <a:xfrm>
              <a:off x="11515423" y="122888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7" name="pt907"/>
            <p:cNvSpPr/>
            <p:nvPr/>
          </p:nvSpPr>
          <p:spPr>
            <a:xfrm>
              <a:off x="11135747" y="17805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8" name="pt908"/>
            <p:cNvSpPr/>
            <p:nvPr/>
          </p:nvSpPr>
          <p:spPr>
            <a:xfrm>
              <a:off x="11040828" y="17481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9" name="pt909"/>
            <p:cNvSpPr/>
            <p:nvPr/>
          </p:nvSpPr>
          <p:spPr>
            <a:xfrm>
              <a:off x="10724431" y="145606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0" name="pt910"/>
            <p:cNvSpPr/>
            <p:nvPr/>
          </p:nvSpPr>
          <p:spPr>
            <a:xfrm>
              <a:off x="8572934" y="25594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1" name="pt911"/>
            <p:cNvSpPr/>
            <p:nvPr/>
          </p:nvSpPr>
          <p:spPr>
            <a:xfrm>
              <a:off x="11705261" y="106661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2" name="pt912"/>
            <p:cNvSpPr/>
            <p:nvPr/>
          </p:nvSpPr>
          <p:spPr>
            <a:xfrm>
              <a:off x="9806881" y="178059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3" name="pt913"/>
            <p:cNvSpPr/>
            <p:nvPr/>
          </p:nvSpPr>
          <p:spPr>
            <a:xfrm>
              <a:off x="10186557" y="184550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4" name="pt914"/>
            <p:cNvSpPr/>
            <p:nvPr/>
          </p:nvSpPr>
          <p:spPr>
            <a:xfrm>
              <a:off x="9996719" y="246212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5" name="pt915"/>
            <p:cNvSpPr/>
            <p:nvPr/>
          </p:nvSpPr>
          <p:spPr>
            <a:xfrm>
              <a:off x="9775242" y="21700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6" name="pt916"/>
            <p:cNvSpPr/>
            <p:nvPr/>
          </p:nvSpPr>
          <p:spPr>
            <a:xfrm>
              <a:off x="8478015" y="255949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7" name="pt917"/>
            <p:cNvSpPr/>
            <p:nvPr/>
          </p:nvSpPr>
          <p:spPr>
            <a:xfrm>
              <a:off x="9395566" y="246212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8" name="pt918"/>
            <p:cNvSpPr/>
            <p:nvPr/>
          </p:nvSpPr>
          <p:spPr>
            <a:xfrm>
              <a:off x="8731133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9" name="pt919"/>
            <p:cNvSpPr/>
            <p:nvPr/>
          </p:nvSpPr>
          <p:spPr>
            <a:xfrm>
              <a:off x="10091638" y="217004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0" name="pt920"/>
            <p:cNvSpPr/>
            <p:nvPr/>
          </p:nvSpPr>
          <p:spPr>
            <a:xfrm>
              <a:off x="10091638" y="242967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1" name="pt921"/>
            <p:cNvSpPr/>
            <p:nvPr/>
          </p:nvSpPr>
          <p:spPr>
            <a:xfrm>
              <a:off x="8889331" y="262439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2" name="pt922"/>
            <p:cNvSpPr/>
            <p:nvPr/>
          </p:nvSpPr>
          <p:spPr>
            <a:xfrm>
              <a:off x="9585404" y="226740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3" name="pl923"/>
            <p:cNvSpPr/>
            <p:nvPr/>
          </p:nvSpPr>
          <p:spPr>
            <a:xfrm>
              <a:off x="8502841" y="1428357"/>
              <a:ext cx="3227245" cy="1149498"/>
            </a:xfrm>
            <a:custGeom>
              <a:avLst/>
              <a:gdLst/>
              <a:ahLst/>
              <a:cxnLst/>
              <a:rect l="0" t="0" r="0" b="0"/>
              <a:pathLst>
                <a:path w="3227245" h="1149498">
                  <a:moveTo>
                    <a:pt x="0" y="1149498"/>
                  </a:moveTo>
                  <a:lnTo>
                    <a:pt x="40851" y="1134947"/>
                  </a:lnTo>
                  <a:lnTo>
                    <a:pt x="81702" y="1120397"/>
                  </a:lnTo>
                  <a:lnTo>
                    <a:pt x="122553" y="1105846"/>
                  </a:lnTo>
                  <a:lnTo>
                    <a:pt x="163404" y="1091295"/>
                  </a:lnTo>
                  <a:lnTo>
                    <a:pt x="204256" y="1076745"/>
                  </a:lnTo>
                  <a:lnTo>
                    <a:pt x="245107" y="1062194"/>
                  </a:lnTo>
                  <a:lnTo>
                    <a:pt x="285958" y="1047644"/>
                  </a:lnTo>
                  <a:lnTo>
                    <a:pt x="326809" y="1033093"/>
                  </a:lnTo>
                  <a:lnTo>
                    <a:pt x="367660" y="1018542"/>
                  </a:lnTo>
                  <a:lnTo>
                    <a:pt x="408512" y="1003992"/>
                  </a:lnTo>
                  <a:lnTo>
                    <a:pt x="449363" y="989441"/>
                  </a:lnTo>
                  <a:lnTo>
                    <a:pt x="490214" y="974890"/>
                  </a:lnTo>
                  <a:lnTo>
                    <a:pt x="531065" y="960340"/>
                  </a:lnTo>
                  <a:lnTo>
                    <a:pt x="571916" y="945789"/>
                  </a:lnTo>
                  <a:lnTo>
                    <a:pt x="612768" y="931239"/>
                  </a:lnTo>
                  <a:lnTo>
                    <a:pt x="653619" y="916688"/>
                  </a:lnTo>
                  <a:lnTo>
                    <a:pt x="694470" y="902137"/>
                  </a:lnTo>
                  <a:lnTo>
                    <a:pt x="735321" y="887587"/>
                  </a:lnTo>
                  <a:lnTo>
                    <a:pt x="776172" y="873036"/>
                  </a:lnTo>
                  <a:lnTo>
                    <a:pt x="817024" y="858486"/>
                  </a:lnTo>
                  <a:lnTo>
                    <a:pt x="857875" y="843935"/>
                  </a:lnTo>
                  <a:lnTo>
                    <a:pt x="898726" y="829384"/>
                  </a:lnTo>
                  <a:lnTo>
                    <a:pt x="939577" y="814834"/>
                  </a:lnTo>
                  <a:lnTo>
                    <a:pt x="980429" y="800283"/>
                  </a:lnTo>
                  <a:lnTo>
                    <a:pt x="1021280" y="785733"/>
                  </a:lnTo>
                  <a:lnTo>
                    <a:pt x="1062131" y="771182"/>
                  </a:lnTo>
                  <a:lnTo>
                    <a:pt x="1102982" y="756631"/>
                  </a:lnTo>
                  <a:lnTo>
                    <a:pt x="1143833" y="742081"/>
                  </a:lnTo>
                  <a:lnTo>
                    <a:pt x="1184685" y="727530"/>
                  </a:lnTo>
                  <a:lnTo>
                    <a:pt x="1225536" y="712979"/>
                  </a:lnTo>
                  <a:lnTo>
                    <a:pt x="1266387" y="698429"/>
                  </a:lnTo>
                  <a:lnTo>
                    <a:pt x="1307238" y="683878"/>
                  </a:lnTo>
                  <a:lnTo>
                    <a:pt x="1348089" y="669328"/>
                  </a:lnTo>
                  <a:lnTo>
                    <a:pt x="1388941" y="654777"/>
                  </a:lnTo>
                  <a:lnTo>
                    <a:pt x="1429792" y="640226"/>
                  </a:lnTo>
                  <a:lnTo>
                    <a:pt x="1470643" y="625676"/>
                  </a:lnTo>
                  <a:lnTo>
                    <a:pt x="1511494" y="611125"/>
                  </a:lnTo>
                  <a:lnTo>
                    <a:pt x="1552345" y="596575"/>
                  </a:lnTo>
                  <a:lnTo>
                    <a:pt x="1593197" y="582024"/>
                  </a:lnTo>
                  <a:lnTo>
                    <a:pt x="1634048" y="567473"/>
                  </a:lnTo>
                  <a:lnTo>
                    <a:pt x="1674899" y="552923"/>
                  </a:lnTo>
                  <a:lnTo>
                    <a:pt x="1715750" y="538372"/>
                  </a:lnTo>
                  <a:lnTo>
                    <a:pt x="1756601" y="523822"/>
                  </a:lnTo>
                  <a:lnTo>
                    <a:pt x="1797453" y="509271"/>
                  </a:lnTo>
                  <a:lnTo>
                    <a:pt x="1838304" y="494720"/>
                  </a:lnTo>
                  <a:lnTo>
                    <a:pt x="1879155" y="480170"/>
                  </a:lnTo>
                  <a:lnTo>
                    <a:pt x="1920006" y="465619"/>
                  </a:lnTo>
                  <a:lnTo>
                    <a:pt x="1960858" y="451068"/>
                  </a:lnTo>
                  <a:lnTo>
                    <a:pt x="2001709" y="436518"/>
                  </a:lnTo>
                  <a:lnTo>
                    <a:pt x="2042560" y="421967"/>
                  </a:lnTo>
                  <a:lnTo>
                    <a:pt x="2083411" y="407417"/>
                  </a:lnTo>
                  <a:lnTo>
                    <a:pt x="2124262" y="392866"/>
                  </a:lnTo>
                  <a:lnTo>
                    <a:pt x="2165114" y="378315"/>
                  </a:lnTo>
                  <a:lnTo>
                    <a:pt x="2205965" y="363765"/>
                  </a:lnTo>
                  <a:lnTo>
                    <a:pt x="2246816" y="349214"/>
                  </a:lnTo>
                  <a:lnTo>
                    <a:pt x="2287667" y="334664"/>
                  </a:lnTo>
                  <a:lnTo>
                    <a:pt x="2328518" y="320113"/>
                  </a:lnTo>
                  <a:lnTo>
                    <a:pt x="2369370" y="305562"/>
                  </a:lnTo>
                  <a:lnTo>
                    <a:pt x="2410221" y="291012"/>
                  </a:lnTo>
                  <a:lnTo>
                    <a:pt x="2451072" y="276461"/>
                  </a:lnTo>
                  <a:lnTo>
                    <a:pt x="2491923" y="261911"/>
                  </a:lnTo>
                  <a:lnTo>
                    <a:pt x="2532774" y="247360"/>
                  </a:lnTo>
                  <a:lnTo>
                    <a:pt x="2573626" y="232809"/>
                  </a:lnTo>
                  <a:lnTo>
                    <a:pt x="2614477" y="218259"/>
                  </a:lnTo>
                  <a:lnTo>
                    <a:pt x="2655328" y="203708"/>
                  </a:lnTo>
                  <a:lnTo>
                    <a:pt x="2696179" y="189157"/>
                  </a:lnTo>
                  <a:lnTo>
                    <a:pt x="2737031" y="174607"/>
                  </a:lnTo>
                  <a:lnTo>
                    <a:pt x="2777882" y="160056"/>
                  </a:lnTo>
                  <a:lnTo>
                    <a:pt x="2818733" y="145506"/>
                  </a:lnTo>
                  <a:lnTo>
                    <a:pt x="2859584" y="130955"/>
                  </a:lnTo>
                  <a:lnTo>
                    <a:pt x="2900435" y="116404"/>
                  </a:lnTo>
                  <a:lnTo>
                    <a:pt x="2941287" y="101854"/>
                  </a:lnTo>
                  <a:lnTo>
                    <a:pt x="2982138" y="87303"/>
                  </a:lnTo>
                  <a:lnTo>
                    <a:pt x="3022989" y="72753"/>
                  </a:lnTo>
                  <a:lnTo>
                    <a:pt x="3063840" y="58202"/>
                  </a:lnTo>
                  <a:lnTo>
                    <a:pt x="3104691" y="43651"/>
                  </a:lnTo>
                  <a:lnTo>
                    <a:pt x="3145543" y="29101"/>
                  </a:lnTo>
                  <a:lnTo>
                    <a:pt x="3186394" y="14550"/>
                  </a:lnTo>
                  <a:lnTo>
                    <a:pt x="3227245" y="0"/>
                  </a:lnTo>
                </a:path>
              </a:pathLst>
            </a:custGeom>
            <a:ln w="27101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4" name="pl924"/>
            <p:cNvSpPr/>
            <p:nvPr/>
          </p:nvSpPr>
          <p:spPr>
            <a:xfrm>
              <a:off x="10875816" y="1017146"/>
              <a:ext cx="1044108" cy="519201"/>
            </a:xfrm>
            <a:custGeom>
              <a:avLst/>
              <a:gdLst/>
              <a:ahLst/>
              <a:cxnLst/>
              <a:rect l="0" t="0" r="0" b="0"/>
              <a:pathLst>
                <a:path w="1044108" h="519201">
                  <a:moveTo>
                    <a:pt x="0" y="519201"/>
                  </a:moveTo>
                  <a:lnTo>
                    <a:pt x="13216" y="512629"/>
                  </a:lnTo>
                  <a:lnTo>
                    <a:pt x="26433" y="506057"/>
                  </a:lnTo>
                  <a:lnTo>
                    <a:pt x="39649" y="499485"/>
                  </a:lnTo>
                  <a:lnTo>
                    <a:pt x="52866" y="492913"/>
                  </a:lnTo>
                  <a:lnTo>
                    <a:pt x="66082" y="486340"/>
                  </a:lnTo>
                  <a:lnTo>
                    <a:pt x="79299" y="479768"/>
                  </a:lnTo>
                  <a:lnTo>
                    <a:pt x="92515" y="473196"/>
                  </a:lnTo>
                  <a:lnTo>
                    <a:pt x="105732" y="466624"/>
                  </a:lnTo>
                  <a:lnTo>
                    <a:pt x="118949" y="460052"/>
                  </a:lnTo>
                  <a:lnTo>
                    <a:pt x="132165" y="453479"/>
                  </a:lnTo>
                  <a:lnTo>
                    <a:pt x="145382" y="446907"/>
                  </a:lnTo>
                  <a:lnTo>
                    <a:pt x="158598" y="440335"/>
                  </a:lnTo>
                  <a:lnTo>
                    <a:pt x="171815" y="433763"/>
                  </a:lnTo>
                  <a:lnTo>
                    <a:pt x="185031" y="427191"/>
                  </a:lnTo>
                  <a:lnTo>
                    <a:pt x="198248" y="420619"/>
                  </a:lnTo>
                  <a:lnTo>
                    <a:pt x="211465" y="414046"/>
                  </a:lnTo>
                  <a:lnTo>
                    <a:pt x="224681" y="407474"/>
                  </a:lnTo>
                  <a:lnTo>
                    <a:pt x="237898" y="400902"/>
                  </a:lnTo>
                  <a:lnTo>
                    <a:pt x="251114" y="394330"/>
                  </a:lnTo>
                  <a:lnTo>
                    <a:pt x="264331" y="387758"/>
                  </a:lnTo>
                  <a:lnTo>
                    <a:pt x="277547" y="381186"/>
                  </a:lnTo>
                  <a:lnTo>
                    <a:pt x="290764" y="374613"/>
                  </a:lnTo>
                  <a:lnTo>
                    <a:pt x="303981" y="368041"/>
                  </a:lnTo>
                  <a:lnTo>
                    <a:pt x="317197" y="361469"/>
                  </a:lnTo>
                  <a:lnTo>
                    <a:pt x="330414" y="354897"/>
                  </a:lnTo>
                  <a:lnTo>
                    <a:pt x="343630" y="348325"/>
                  </a:lnTo>
                  <a:lnTo>
                    <a:pt x="356847" y="341753"/>
                  </a:lnTo>
                  <a:lnTo>
                    <a:pt x="370063" y="335180"/>
                  </a:lnTo>
                  <a:lnTo>
                    <a:pt x="383280" y="328608"/>
                  </a:lnTo>
                  <a:lnTo>
                    <a:pt x="396497" y="322036"/>
                  </a:lnTo>
                  <a:lnTo>
                    <a:pt x="409713" y="315464"/>
                  </a:lnTo>
                  <a:lnTo>
                    <a:pt x="422930" y="308892"/>
                  </a:lnTo>
                  <a:lnTo>
                    <a:pt x="436146" y="302319"/>
                  </a:lnTo>
                  <a:lnTo>
                    <a:pt x="449363" y="295747"/>
                  </a:lnTo>
                  <a:lnTo>
                    <a:pt x="462579" y="289175"/>
                  </a:lnTo>
                  <a:lnTo>
                    <a:pt x="475796" y="282603"/>
                  </a:lnTo>
                  <a:lnTo>
                    <a:pt x="489013" y="276031"/>
                  </a:lnTo>
                  <a:lnTo>
                    <a:pt x="502229" y="269459"/>
                  </a:lnTo>
                  <a:lnTo>
                    <a:pt x="515446" y="262886"/>
                  </a:lnTo>
                  <a:lnTo>
                    <a:pt x="528662" y="256314"/>
                  </a:lnTo>
                  <a:lnTo>
                    <a:pt x="541879" y="249742"/>
                  </a:lnTo>
                  <a:lnTo>
                    <a:pt x="555095" y="243170"/>
                  </a:lnTo>
                  <a:lnTo>
                    <a:pt x="568312" y="236598"/>
                  </a:lnTo>
                  <a:lnTo>
                    <a:pt x="581528" y="230026"/>
                  </a:lnTo>
                  <a:lnTo>
                    <a:pt x="594745" y="223453"/>
                  </a:lnTo>
                  <a:lnTo>
                    <a:pt x="607962" y="216881"/>
                  </a:lnTo>
                  <a:lnTo>
                    <a:pt x="621178" y="210309"/>
                  </a:lnTo>
                  <a:lnTo>
                    <a:pt x="634395" y="203737"/>
                  </a:lnTo>
                  <a:lnTo>
                    <a:pt x="647611" y="197165"/>
                  </a:lnTo>
                  <a:lnTo>
                    <a:pt x="660828" y="190593"/>
                  </a:lnTo>
                  <a:lnTo>
                    <a:pt x="674044" y="184020"/>
                  </a:lnTo>
                  <a:lnTo>
                    <a:pt x="687261" y="177448"/>
                  </a:lnTo>
                  <a:lnTo>
                    <a:pt x="700478" y="170876"/>
                  </a:lnTo>
                  <a:lnTo>
                    <a:pt x="713694" y="164304"/>
                  </a:lnTo>
                  <a:lnTo>
                    <a:pt x="726911" y="157732"/>
                  </a:lnTo>
                  <a:lnTo>
                    <a:pt x="740127" y="151159"/>
                  </a:lnTo>
                  <a:lnTo>
                    <a:pt x="753344" y="144587"/>
                  </a:lnTo>
                  <a:lnTo>
                    <a:pt x="766560" y="138015"/>
                  </a:lnTo>
                  <a:lnTo>
                    <a:pt x="779777" y="131443"/>
                  </a:lnTo>
                  <a:lnTo>
                    <a:pt x="792994" y="124871"/>
                  </a:lnTo>
                  <a:lnTo>
                    <a:pt x="806210" y="118299"/>
                  </a:lnTo>
                  <a:lnTo>
                    <a:pt x="819427" y="111726"/>
                  </a:lnTo>
                  <a:lnTo>
                    <a:pt x="832643" y="105154"/>
                  </a:lnTo>
                  <a:lnTo>
                    <a:pt x="845860" y="98582"/>
                  </a:lnTo>
                  <a:lnTo>
                    <a:pt x="859076" y="92010"/>
                  </a:lnTo>
                  <a:lnTo>
                    <a:pt x="872293" y="85438"/>
                  </a:lnTo>
                  <a:lnTo>
                    <a:pt x="885510" y="78866"/>
                  </a:lnTo>
                  <a:lnTo>
                    <a:pt x="898726" y="72293"/>
                  </a:lnTo>
                  <a:lnTo>
                    <a:pt x="911943" y="65721"/>
                  </a:lnTo>
                  <a:lnTo>
                    <a:pt x="925159" y="59149"/>
                  </a:lnTo>
                  <a:lnTo>
                    <a:pt x="938376" y="52577"/>
                  </a:lnTo>
                  <a:lnTo>
                    <a:pt x="951592" y="46005"/>
                  </a:lnTo>
                  <a:lnTo>
                    <a:pt x="964809" y="39433"/>
                  </a:lnTo>
                  <a:lnTo>
                    <a:pt x="978026" y="32860"/>
                  </a:lnTo>
                  <a:lnTo>
                    <a:pt x="991242" y="26288"/>
                  </a:lnTo>
                  <a:lnTo>
                    <a:pt x="1004459" y="19716"/>
                  </a:lnTo>
                  <a:lnTo>
                    <a:pt x="1017675" y="13144"/>
                  </a:lnTo>
                  <a:lnTo>
                    <a:pt x="1030892" y="6572"/>
                  </a:lnTo>
                  <a:lnTo>
                    <a:pt x="1044108" y="0"/>
                  </a:lnTo>
                </a:path>
              </a:pathLst>
            </a:custGeom>
            <a:ln w="27101" cap="flat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5" name="tx925"/>
            <p:cNvSpPr/>
            <p:nvPr/>
          </p:nvSpPr>
          <p:spPr>
            <a:xfrm>
              <a:off x="8519927" y="553776"/>
              <a:ext cx="91715" cy="909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 i="1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926" name="tx926"/>
            <p:cNvSpPr/>
            <p:nvPr/>
          </p:nvSpPr>
          <p:spPr>
            <a:xfrm>
              <a:off x="8625279" y="518225"/>
              <a:ext cx="49441" cy="638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927" name="tx927"/>
            <p:cNvSpPr/>
            <p:nvPr/>
          </p:nvSpPr>
          <p:spPr>
            <a:xfrm>
              <a:off x="8674720" y="644685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928" name="tx928"/>
            <p:cNvSpPr/>
            <p:nvPr/>
          </p:nvSpPr>
          <p:spPr>
            <a:xfrm>
              <a:off x="8709509" y="606672"/>
              <a:ext cx="74166" cy="3801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929" name="tx929"/>
            <p:cNvSpPr/>
            <p:nvPr/>
          </p:nvSpPr>
          <p:spPr>
            <a:xfrm>
              <a:off x="8783675" y="644685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930" name="tx930"/>
            <p:cNvSpPr/>
            <p:nvPr/>
          </p:nvSpPr>
          <p:spPr>
            <a:xfrm>
              <a:off x="8818464" y="551854"/>
              <a:ext cx="247178" cy="9283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0.57</a:t>
              </a:r>
            </a:p>
          </p:txBody>
        </p:sp>
        <p:sp>
          <p:nvSpPr>
            <p:cNvPr id="931" name="pl931"/>
            <p:cNvSpPr/>
            <p:nvPr/>
          </p:nvSpPr>
          <p:spPr>
            <a:xfrm>
              <a:off x="611963" y="5440412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2" name="pl932"/>
            <p:cNvSpPr/>
            <p:nvPr/>
          </p:nvSpPr>
          <p:spPr>
            <a:xfrm>
              <a:off x="611963" y="4791336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3" name="pl933"/>
            <p:cNvSpPr/>
            <p:nvPr/>
          </p:nvSpPr>
          <p:spPr>
            <a:xfrm>
              <a:off x="611963" y="4142260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4" name="pl934"/>
            <p:cNvSpPr/>
            <p:nvPr/>
          </p:nvSpPr>
          <p:spPr>
            <a:xfrm>
              <a:off x="1316736" y="3513467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5" name="pl935"/>
            <p:cNvSpPr/>
            <p:nvPr/>
          </p:nvSpPr>
          <p:spPr>
            <a:xfrm>
              <a:off x="2384575" y="3513467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6" name="pl936"/>
            <p:cNvSpPr/>
            <p:nvPr/>
          </p:nvSpPr>
          <p:spPr>
            <a:xfrm>
              <a:off x="3452413" y="3513467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7" name="pl937"/>
            <p:cNvSpPr/>
            <p:nvPr/>
          </p:nvSpPr>
          <p:spPr>
            <a:xfrm>
              <a:off x="611963" y="5764951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8" name="pl938"/>
            <p:cNvSpPr/>
            <p:nvPr/>
          </p:nvSpPr>
          <p:spPr>
            <a:xfrm>
              <a:off x="611963" y="5115874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9" name="pl939"/>
            <p:cNvSpPr/>
            <p:nvPr/>
          </p:nvSpPr>
          <p:spPr>
            <a:xfrm>
              <a:off x="611963" y="4466798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0" name="pl940"/>
            <p:cNvSpPr/>
            <p:nvPr/>
          </p:nvSpPr>
          <p:spPr>
            <a:xfrm>
              <a:off x="611963" y="3817722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1" name="pl941"/>
            <p:cNvSpPr/>
            <p:nvPr/>
          </p:nvSpPr>
          <p:spPr>
            <a:xfrm>
              <a:off x="782817" y="3513467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2" name="pl942"/>
            <p:cNvSpPr/>
            <p:nvPr/>
          </p:nvSpPr>
          <p:spPr>
            <a:xfrm>
              <a:off x="1850655" y="3513467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3" name="pl943"/>
            <p:cNvSpPr/>
            <p:nvPr/>
          </p:nvSpPr>
          <p:spPr>
            <a:xfrm>
              <a:off x="2918494" y="3513467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4" name="pl944"/>
            <p:cNvSpPr/>
            <p:nvPr/>
          </p:nvSpPr>
          <p:spPr>
            <a:xfrm>
              <a:off x="3986333" y="3513467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5" name="pt945"/>
            <p:cNvSpPr/>
            <p:nvPr/>
          </p:nvSpPr>
          <p:spPr>
            <a:xfrm>
              <a:off x="3320804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6" name="pt946"/>
            <p:cNvSpPr/>
            <p:nvPr/>
          </p:nvSpPr>
          <p:spPr>
            <a:xfrm>
              <a:off x="3107236" y="444197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7" name="pt947"/>
            <p:cNvSpPr/>
            <p:nvPr/>
          </p:nvSpPr>
          <p:spPr>
            <a:xfrm>
              <a:off x="1825830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8" name="pt948"/>
            <p:cNvSpPr/>
            <p:nvPr/>
          </p:nvSpPr>
          <p:spPr>
            <a:xfrm>
              <a:off x="2680100" y="522086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9" name="pt949"/>
            <p:cNvSpPr/>
            <p:nvPr/>
          </p:nvSpPr>
          <p:spPr>
            <a:xfrm>
              <a:off x="3320804" y="509104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0" name="pt950"/>
            <p:cNvSpPr/>
            <p:nvPr/>
          </p:nvSpPr>
          <p:spPr>
            <a:xfrm>
              <a:off x="3107236" y="44419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1" name="pt951"/>
            <p:cNvSpPr/>
            <p:nvPr/>
          </p:nvSpPr>
          <p:spPr>
            <a:xfrm>
              <a:off x="2252965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2" name="pt952"/>
            <p:cNvSpPr/>
            <p:nvPr/>
          </p:nvSpPr>
          <p:spPr>
            <a:xfrm>
              <a:off x="3320804" y="463669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3" name="pt953"/>
            <p:cNvSpPr/>
            <p:nvPr/>
          </p:nvSpPr>
          <p:spPr>
            <a:xfrm>
              <a:off x="3747939" y="41823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4" name="pt954"/>
            <p:cNvSpPr/>
            <p:nvPr/>
          </p:nvSpPr>
          <p:spPr>
            <a:xfrm>
              <a:off x="1825830" y="47665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5" name="pt955"/>
            <p:cNvSpPr/>
            <p:nvPr/>
          </p:nvSpPr>
          <p:spPr>
            <a:xfrm>
              <a:off x="3320804" y="457178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6" name="pt956"/>
            <p:cNvSpPr/>
            <p:nvPr/>
          </p:nvSpPr>
          <p:spPr>
            <a:xfrm>
              <a:off x="2252965" y="52533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7" name="pt957"/>
            <p:cNvSpPr/>
            <p:nvPr/>
          </p:nvSpPr>
          <p:spPr>
            <a:xfrm>
              <a:off x="2893668" y="483141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8" name="pt958"/>
            <p:cNvSpPr/>
            <p:nvPr/>
          </p:nvSpPr>
          <p:spPr>
            <a:xfrm>
              <a:off x="1612262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9" name="pt959"/>
            <p:cNvSpPr/>
            <p:nvPr/>
          </p:nvSpPr>
          <p:spPr>
            <a:xfrm>
              <a:off x="1825830" y="541558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0" name="pt960"/>
            <p:cNvSpPr/>
            <p:nvPr/>
          </p:nvSpPr>
          <p:spPr>
            <a:xfrm>
              <a:off x="3107236" y="440951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1" name="pt961"/>
            <p:cNvSpPr/>
            <p:nvPr/>
          </p:nvSpPr>
          <p:spPr>
            <a:xfrm>
              <a:off x="3107236" y="466914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2" name="pt962"/>
            <p:cNvSpPr/>
            <p:nvPr/>
          </p:nvSpPr>
          <p:spPr>
            <a:xfrm>
              <a:off x="3107236" y="45717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3" name="pt963"/>
            <p:cNvSpPr/>
            <p:nvPr/>
          </p:nvSpPr>
          <p:spPr>
            <a:xfrm>
              <a:off x="3747939" y="402007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4" name="pt964"/>
            <p:cNvSpPr/>
            <p:nvPr/>
          </p:nvSpPr>
          <p:spPr>
            <a:xfrm>
              <a:off x="1185126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5" name="pt965"/>
            <p:cNvSpPr/>
            <p:nvPr/>
          </p:nvSpPr>
          <p:spPr>
            <a:xfrm>
              <a:off x="2893668" y="43770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6" name="pt966"/>
            <p:cNvSpPr/>
            <p:nvPr/>
          </p:nvSpPr>
          <p:spPr>
            <a:xfrm>
              <a:off x="3747939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7" name="pt967"/>
            <p:cNvSpPr/>
            <p:nvPr/>
          </p:nvSpPr>
          <p:spPr>
            <a:xfrm>
              <a:off x="2893668" y="463669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8" name="pt968"/>
            <p:cNvSpPr/>
            <p:nvPr/>
          </p:nvSpPr>
          <p:spPr>
            <a:xfrm>
              <a:off x="3961507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9" name="pt969"/>
            <p:cNvSpPr/>
            <p:nvPr/>
          </p:nvSpPr>
          <p:spPr>
            <a:xfrm>
              <a:off x="2039397" y="48638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0" name="pt970"/>
            <p:cNvSpPr/>
            <p:nvPr/>
          </p:nvSpPr>
          <p:spPr>
            <a:xfrm>
              <a:off x="1185126" y="54804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1" name="pt971"/>
            <p:cNvSpPr/>
            <p:nvPr/>
          </p:nvSpPr>
          <p:spPr>
            <a:xfrm>
              <a:off x="1612262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2" name="pt972"/>
            <p:cNvSpPr/>
            <p:nvPr/>
          </p:nvSpPr>
          <p:spPr>
            <a:xfrm>
              <a:off x="3107236" y="41498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3" name="pt973"/>
            <p:cNvSpPr/>
            <p:nvPr/>
          </p:nvSpPr>
          <p:spPr>
            <a:xfrm>
              <a:off x="2466533" y="46042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4" name="pt974"/>
            <p:cNvSpPr/>
            <p:nvPr/>
          </p:nvSpPr>
          <p:spPr>
            <a:xfrm>
              <a:off x="1825830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5" name="pt975"/>
            <p:cNvSpPr/>
            <p:nvPr/>
          </p:nvSpPr>
          <p:spPr>
            <a:xfrm>
              <a:off x="2039397" y="47016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6" name="pt976"/>
            <p:cNvSpPr/>
            <p:nvPr/>
          </p:nvSpPr>
          <p:spPr>
            <a:xfrm>
              <a:off x="3747939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7" name="pt977"/>
            <p:cNvSpPr/>
            <p:nvPr/>
          </p:nvSpPr>
          <p:spPr>
            <a:xfrm>
              <a:off x="3320804" y="440951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8" name="pt978"/>
            <p:cNvSpPr/>
            <p:nvPr/>
          </p:nvSpPr>
          <p:spPr>
            <a:xfrm>
              <a:off x="3534371" y="466914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9" name="pt979"/>
            <p:cNvSpPr/>
            <p:nvPr/>
          </p:nvSpPr>
          <p:spPr>
            <a:xfrm>
              <a:off x="2893668" y="47665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0" name="pt980"/>
            <p:cNvSpPr/>
            <p:nvPr/>
          </p:nvSpPr>
          <p:spPr>
            <a:xfrm>
              <a:off x="4175074" y="366308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1" name="pt981"/>
            <p:cNvSpPr/>
            <p:nvPr/>
          </p:nvSpPr>
          <p:spPr>
            <a:xfrm>
              <a:off x="4175074" y="385780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2" name="pt982"/>
            <p:cNvSpPr/>
            <p:nvPr/>
          </p:nvSpPr>
          <p:spPr>
            <a:xfrm>
              <a:off x="1398694" y="561030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3" name="pt983"/>
            <p:cNvSpPr/>
            <p:nvPr/>
          </p:nvSpPr>
          <p:spPr>
            <a:xfrm>
              <a:off x="2680100" y="463669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4" name="pt984"/>
            <p:cNvSpPr/>
            <p:nvPr/>
          </p:nvSpPr>
          <p:spPr>
            <a:xfrm>
              <a:off x="3534371" y="41823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5" name="pt985"/>
            <p:cNvSpPr/>
            <p:nvPr/>
          </p:nvSpPr>
          <p:spPr>
            <a:xfrm>
              <a:off x="2893668" y="463669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6" name="pt986"/>
            <p:cNvSpPr/>
            <p:nvPr/>
          </p:nvSpPr>
          <p:spPr>
            <a:xfrm>
              <a:off x="3107236" y="45068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7" name="pt987"/>
            <p:cNvSpPr/>
            <p:nvPr/>
          </p:nvSpPr>
          <p:spPr>
            <a:xfrm>
              <a:off x="3747939" y="424724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8" name="pt988"/>
            <p:cNvSpPr/>
            <p:nvPr/>
          </p:nvSpPr>
          <p:spPr>
            <a:xfrm>
              <a:off x="3961507" y="392271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9" name="pt989"/>
            <p:cNvSpPr/>
            <p:nvPr/>
          </p:nvSpPr>
          <p:spPr>
            <a:xfrm>
              <a:off x="2893668" y="447442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0" name="pt990"/>
            <p:cNvSpPr/>
            <p:nvPr/>
          </p:nvSpPr>
          <p:spPr>
            <a:xfrm>
              <a:off x="3534371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1" name="pt991"/>
            <p:cNvSpPr/>
            <p:nvPr/>
          </p:nvSpPr>
          <p:spPr>
            <a:xfrm>
              <a:off x="2252965" y="48314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2" name="pt992"/>
            <p:cNvSpPr/>
            <p:nvPr/>
          </p:nvSpPr>
          <p:spPr>
            <a:xfrm>
              <a:off x="3534371" y="389025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3" name="pt993"/>
            <p:cNvSpPr/>
            <p:nvPr/>
          </p:nvSpPr>
          <p:spPr>
            <a:xfrm>
              <a:off x="2466533" y="450688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4" name="pt994"/>
            <p:cNvSpPr/>
            <p:nvPr/>
          </p:nvSpPr>
          <p:spPr>
            <a:xfrm>
              <a:off x="4175074" y="37604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5" name="pt995"/>
            <p:cNvSpPr/>
            <p:nvPr/>
          </p:nvSpPr>
          <p:spPr>
            <a:xfrm>
              <a:off x="4175074" y="385780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6" name="pt996"/>
            <p:cNvSpPr/>
            <p:nvPr/>
          </p:nvSpPr>
          <p:spPr>
            <a:xfrm>
              <a:off x="3534371" y="434461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7" name="pt997"/>
            <p:cNvSpPr/>
            <p:nvPr/>
          </p:nvSpPr>
          <p:spPr>
            <a:xfrm>
              <a:off x="3747939" y="45068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8" name="pt998"/>
            <p:cNvSpPr/>
            <p:nvPr/>
          </p:nvSpPr>
          <p:spPr>
            <a:xfrm>
              <a:off x="2466533" y="47989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9" name="pt999"/>
            <p:cNvSpPr/>
            <p:nvPr/>
          </p:nvSpPr>
          <p:spPr>
            <a:xfrm>
              <a:off x="3534371" y="42797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0" name="pt1000"/>
            <p:cNvSpPr/>
            <p:nvPr/>
          </p:nvSpPr>
          <p:spPr>
            <a:xfrm>
              <a:off x="3320804" y="47016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1" name="pt1001"/>
            <p:cNvSpPr/>
            <p:nvPr/>
          </p:nvSpPr>
          <p:spPr>
            <a:xfrm>
              <a:off x="2252965" y="457178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2" name="pt1002"/>
            <p:cNvSpPr/>
            <p:nvPr/>
          </p:nvSpPr>
          <p:spPr>
            <a:xfrm>
              <a:off x="2466533" y="44744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3" name="pt1003"/>
            <p:cNvSpPr/>
            <p:nvPr/>
          </p:nvSpPr>
          <p:spPr>
            <a:xfrm>
              <a:off x="2039397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4" name="pt1004"/>
            <p:cNvSpPr/>
            <p:nvPr/>
          </p:nvSpPr>
          <p:spPr>
            <a:xfrm>
              <a:off x="2893668" y="47016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5" name="pt1005"/>
            <p:cNvSpPr/>
            <p:nvPr/>
          </p:nvSpPr>
          <p:spPr>
            <a:xfrm>
              <a:off x="2893668" y="405252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6" name="pt1006"/>
            <p:cNvSpPr/>
            <p:nvPr/>
          </p:nvSpPr>
          <p:spPr>
            <a:xfrm>
              <a:off x="1612262" y="44744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7" name="pt1007"/>
            <p:cNvSpPr/>
            <p:nvPr/>
          </p:nvSpPr>
          <p:spPr>
            <a:xfrm>
              <a:off x="3534371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8" name="pt1008"/>
            <p:cNvSpPr/>
            <p:nvPr/>
          </p:nvSpPr>
          <p:spPr>
            <a:xfrm>
              <a:off x="2039397" y="47016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9" name="pt1009"/>
            <p:cNvSpPr/>
            <p:nvPr/>
          </p:nvSpPr>
          <p:spPr>
            <a:xfrm>
              <a:off x="2680100" y="437706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0" name="pt1010"/>
            <p:cNvSpPr/>
            <p:nvPr/>
          </p:nvSpPr>
          <p:spPr>
            <a:xfrm>
              <a:off x="2039397" y="46691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1" name="pt1011"/>
            <p:cNvSpPr/>
            <p:nvPr/>
          </p:nvSpPr>
          <p:spPr>
            <a:xfrm>
              <a:off x="1185126" y="50261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2" name="pt1012"/>
            <p:cNvSpPr/>
            <p:nvPr/>
          </p:nvSpPr>
          <p:spPr>
            <a:xfrm>
              <a:off x="3961507" y="39551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3" name="pt1013"/>
            <p:cNvSpPr/>
            <p:nvPr/>
          </p:nvSpPr>
          <p:spPr>
            <a:xfrm>
              <a:off x="2680100" y="39551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4" name="pt1014"/>
            <p:cNvSpPr/>
            <p:nvPr/>
          </p:nvSpPr>
          <p:spPr>
            <a:xfrm>
              <a:off x="2252965" y="46691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5" name="pt1015"/>
            <p:cNvSpPr/>
            <p:nvPr/>
          </p:nvSpPr>
          <p:spPr>
            <a:xfrm>
              <a:off x="1825830" y="51235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6" name="pt1016"/>
            <p:cNvSpPr/>
            <p:nvPr/>
          </p:nvSpPr>
          <p:spPr>
            <a:xfrm>
              <a:off x="3320804" y="496123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7" name="pt1017"/>
            <p:cNvSpPr/>
            <p:nvPr/>
          </p:nvSpPr>
          <p:spPr>
            <a:xfrm>
              <a:off x="2466533" y="47989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8" name="pt1018"/>
            <p:cNvSpPr/>
            <p:nvPr/>
          </p:nvSpPr>
          <p:spPr>
            <a:xfrm>
              <a:off x="2893668" y="44095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9" name="pt1019"/>
            <p:cNvSpPr/>
            <p:nvPr/>
          </p:nvSpPr>
          <p:spPr>
            <a:xfrm>
              <a:off x="757991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0" name="pt1020"/>
            <p:cNvSpPr/>
            <p:nvPr/>
          </p:nvSpPr>
          <p:spPr>
            <a:xfrm>
              <a:off x="2466533" y="47665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1" name="pt1021"/>
            <p:cNvSpPr/>
            <p:nvPr/>
          </p:nvSpPr>
          <p:spPr>
            <a:xfrm>
              <a:off x="1185126" y="53831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2" name="pt1022"/>
            <p:cNvSpPr/>
            <p:nvPr/>
          </p:nvSpPr>
          <p:spPr>
            <a:xfrm>
              <a:off x="2039397" y="47989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3" name="pt1023"/>
            <p:cNvSpPr/>
            <p:nvPr/>
          </p:nvSpPr>
          <p:spPr>
            <a:xfrm>
              <a:off x="1185126" y="528577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4" name="pt1024"/>
            <p:cNvSpPr/>
            <p:nvPr/>
          </p:nvSpPr>
          <p:spPr>
            <a:xfrm>
              <a:off x="971559" y="570767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5" name="pt1025"/>
            <p:cNvSpPr/>
            <p:nvPr/>
          </p:nvSpPr>
          <p:spPr>
            <a:xfrm>
              <a:off x="1398694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6" name="pt1026"/>
            <p:cNvSpPr/>
            <p:nvPr/>
          </p:nvSpPr>
          <p:spPr>
            <a:xfrm>
              <a:off x="757991" y="57401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7" name="pt1027"/>
            <p:cNvSpPr/>
            <p:nvPr/>
          </p:nvSpPr>
          <p:spPr>
            <a:xfrm>
              <a:off x="757991" y="57401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8" name="pt1028"/>
            <p:cNvSpPr/>
            <p:nvPr/>
          </p:nvSpPr>
          <p:spPr>
            <a:xfrm>
              <a:off x="757991" y="57401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9" name="pt1029"/>
            <p:cNvSpPr/>
            <p:nvPr/>
          </p:nvSpPr>
          <p:spPr>
            <a:xfrm>
              <a:off x="757991" y="57401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0" name="pt1030"/>
            <p:cNvSpPr/>
            <p:nvPr/>
          </p:nvSpPr>
          <p:spPr>
            <a:xfrm>
              <a:off x="1612262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1" name="pt1031"/>
            <p:cNvSpPr/>
            <p:nvPr/>
          </p:nvSpPr>
          <p:spPr>
            <a:xfrm>
              <a:off x="1825830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2" name="pt1032"/>
            <p:cNvSpPr/>
            <p:nvPr/>
          </p:nvSpPr>
          <p:spPr>
            <a:xfrm>
              <a:off x="2039397" y="46042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3" name="pt1033"/>
            <p:cNvSpPr/>
            <p:nvPr/>
          </p:nvSpPr>
          <p:spPr>
            <a:xfrm>
              <a:off x="757991" y="57401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4" name="pt1034"/>
            <p:cNvSpPr/>
            <p:nvPr/>
          </p:nvSpPr>
          <p:spPr>
            <a:xfrm>
              <a:off x="1825830" y="47665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5" name="pt1035"/>
            <p:cNvSpPr/>
            <p:nvPr/>
          </p:nvSpPr>
          <p:spPr>
            <a:xfrm>
              <a:off x="757991" y="57401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6" name="pt1036"/>
            <p:cNvSpPr/>
            <p:nvPr/>
          </p:nvSpPr>
          <p:spPr>
            <a:xfrm>
              <a:off x="1398694" y="54480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7" name="pt1037"/>
            <p:cNvSpPr/>
            <p:nvPr/>
          </p:nvSpPr>
          <p:spPr>
            <a:xfrm>
              <a:off x="1825830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8" name="pt1038"/>
            <p:cNvSpPr/>
            <p:nvPr/>
          </p:nvSpPr>
          <p:spPr>
            <a:xfrm>
              <a:off x="3320804" y="45393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9" name="pt1039"/>
            <p:cNvSpPr/>
            <p:nvPr/>
          </p:nvSpPr>
          <p:spPr>
            <a:xfrm>
              <a:off x="3107236" y="44095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0" name="pt1040"/>
            <p:cNvSpPr/>
            <p:nvPr/>
          </p:nvSpPr>
          <p:spPr>
            <a:xfrm>
              <a:off x="757991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1" name="pt1041"/>
            <p:cNvSpPr/>
            <p:nvPr/>
          </p:nvSpPr>
          <p:spPr>
            <a:xfrm>
              <a:off x="757991" y="57401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2" name="pt1042"/>
            <p:cNvSpPr/>
            <p:nvPr/>
          </p:nvSpPr>
          <p:spPr>
            <a:xfrm>
              <a:off x="1398694" y="52533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3" name="pt1043"/>
            <p:cNvSpPr/>
            <p:nvPr/>
          </p:nvSpPr>
          <p:spPr>
            <a:xfrm>
              <a:off x="3534371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4" name="pt1044"/>
            <p:cNvSpPr/>
            <p:nvPr/>
          </p:nvSpPr>
          <p:spPr>
            <a:xfrm>
              <a:off x="3534371" y="41498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5" name="pt1045"/>
            <p:cNvSpPr/>
            <p:nvPr/>
          </p:nvSpPr>
          <p:spPr>
            <a:xfrm>
              <a:off x="1398694" y="473405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6" name="pt1046"/>
            <p:cNvSpPr/>
            <p:nvPr/>
          </p:nvSpPr>
          <p:spPr>
            <a:xfrm>
              <a:off x="971559" y="48638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7" name="pt1047"/>
            <p:cNvSpPr/>
            <p:nvPr/>
          </p:nvSpPr>
          <p:spPr>
            <a:xfrm>
              <a:off x="3747939" y="405252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8" name="pt1048"/>
            <p:cNvSpPr/>
            <p:nvPr/>
          </p:nvSpPr>
          <p:spPr>
            <a:xfrm>
              <a:off x="2466533" y="46691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9" name="pt1049"/>
            <p:cNvSpPr/>
            <p:nvPr/>
          </p:nvSpPr>
          <p:spPr>
            <a:xfrm>
              <a:off x="2680100" y="414988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0" name="pt1050"/>
            <p:cNvSpPr/>
            <p:nvPr/>
          </p:nvSpPr>
          <p:spPr>
            <a:xfrm>
              <a:off x="1612262" y="47665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1" name="pt1051"/>
            <p:cNvSpPr/>
            <p:nvPr/>
          </p:nvSpPr>
          <p:spPr>
            <a:xfrm>
              <a:off x="3747939" y="424724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2" name="pt1052"/>
            <p:cNvSpPr/>
            <p:nvPr/>
          </p:nvSpPr>
          <p:spPr>
            <a:xfrm>
              <a:off x="3107236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3" name="pt1053"/>
            <p:cNvSpPr/>
            <p:nvPr/>
          </p:nvSpPr>
          <p:spPr>
            <a:xfrm>
              <a:off x="2680100" y="44419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4" name="pt1054"/>
            <p:cNvSpPr/>
            <p:nvPr/>
          </p:nvSpPr>
          <p:spPr>
            <a:xfrm>
              <a:off x="3961507" y="418234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5" name="pt1055"/>
            <p:cNvSpPr/>
            <p:nvPr/>
          </p:nvSpPr>
          <p:spPr>
            <a:xfrm>
              <a:off x="3747939" y="421479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6" name="pt1056"/>
            <p:cNvSpPr/>
            <p:nvPr/>
          </p:nvSpPr>
          <p:spPr>
            <a:xfrm>
              <a:off x="3747939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7" name="pt1057"/>
            <p:cNvSpPr/>
            <p:nvPr/>
          </p:nvSpPr>
          <p:spPr>
            <a:xfrm>
              <a:off x="3747939" y="424724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8" name="pt1058"/>
            <p:cNvSpPr/>
            <p:nvPr/>
          </p:nvSpPr>
          <p:spPr>
            <a:xfrm>
              <a:off x="3961507" y="421479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9" name="pt1059"/>
            <p:cNvSpPr/>
            <p:nvPr/>
          </p:nvSpPr>
          <p:spPr>
            <a:xfrm>
              <a:off x="3961507" y="369553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0" name="pt1060"/>
            <p:cNvSpPr/>
            <p:nvPr/>
          </p:nvSpPr>
          <p:spPr>
            <a:xfrm>
              <a:off x="2466533" y="496123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1" name="pt1061"/>
            <p:cNvSpPr/>
            <p:nvPr/>
          </p:nvSpPr>
          <p:spPr>
            <a:xfrm>
              <a:off x="3534371" y="405252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2" name="pt1062"/>
            <p:cNvSpPr/>
            <p:nvPr/>
          </p:nvSpPr>
          <p:spPr>
            <a:xfrm>
              <a:off x="3320804" y="45717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3" name="pt1063"/>
            <p:cNvSpPr/>
            <p:nvPr/>
          </p:nvSpPr>
          <p:spPr>
            <a:xfrm>
              <a:off x="3747939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4" name="pt1064"/>
            <p:cNvSpPr/>
            <p:nvPr/>
          </p:nvSpPr>
          <p:spPr>
            <a:xfrm>
              <a:off x="2680100" y="53831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5" name="pt1065"/>
            <p:cNvSpPr/>
            <p:nvPr/>
          </p:nvSpPr>
          <p:spPr>
            <a:xfrm>
              <a:off x="3534371" y="42797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6" name="pt1066"/>
            <p:cNvSpPr/>
            <p:nvPr/>
          </p:nvSpPr>
          <p:spPr>
            <a:xfrm>
              <a:off x="4175074" y="363062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7" name="pt1067"/>
            <p:cNvSpPr/>
            <p:nvPr/>
          </p:nvSpPr>
          <p:spPr>
            <a:xfrm>
              <a:off x="4175074" y="37604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8" name="pt1068"/>
            <p:cNvSpPr/>
            <p:nvPr/>
          </p:nvSpPr>
          <p:spPr>
            <a:xfrm>
              <a:off x="3320804" y="418234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9" name="pt1069"/>
            <p:cNvSpPr/>
            <p:nvPr/>
          </p:nvSpPr>
          <p:spPr>
            <a:xfrm>
              <a:off x="3961507" y="41498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0" name="pt1070"/>
            <p:cNvSpPr/>
            <p:nvPr/>
          </p:nvSpPr>
          <p:spPr>
            <a:xfrm>
              <a:off x="3107236" y="48314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1" name="pt1071"/>
            <p:cNvSpPr/>
            <p:nvPr/>
          </p:nvSpPr>
          <p:spPr>
            <a:xfrm>
              <a:off x="3107236" y="42797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2" name="pt1072"/>
            <p:cNvSpPr/>
            <p:nvPr/>
          </p:nvSpPr>
          <p:spPr>
            <a:xfrm>
              <a:off x="3320804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3" name="pt1073"/>
            <p:cNvSpPr/>
            <p:nvPr/>
          </p:nvSpPr>
          <p:spPr>
            <a:xfrm>
              <a:off x="1825830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4" name="pt1074"/>
            <p:cNvSpPr/>
            <p:nvPr/>
          </p:nvSpPr>
          <p:spPr>
            <a:xfrm>
              <a:off x="3534371" y="466914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5" name="pt1075"/>
            <p:cNvSpPr/>
            <p:nvPr/>
          </p:nvSpPr>
          <p:spPr>
            <a:xfrm>
              <a:off x="3534371" y="434461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6" name="pt1076"/>
            <p:cNvSpPr/>
            <p:nvPr/>
          </p:nvSpPr>
          <p:spPr>
            <a:xfrm>
              <a:off x="3747939" y="398761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7" name="pt1077"/>
            <p:cNvSpPr/>
            <p:nvPr/>
          </p:nvSpPr>
          <p:spPr>
            <a:xfrm>
              <a:off x="4175074" y="41823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8" name="pt1078"/>
            <p:cNvSpPr/>
            <p:nvPr/>
          </p:nvSpPr>
          <p:spPr>
            <a:xfrm>
              <a:off x="1398694" y="52533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9" name="pt1079"/>
            <p:cNvSpPr/>
            <p:nvPr/>
          </p:nvSpPr>
          <p:spPr>
            <a:xfrm>
              <a:off x="3534371" y="463669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0" name="pt1080"/>
            <p:cNvSpPr/>
            <p:nvPr/>
          </p:nvSpPr>
          <p:spPr>
            <a:xfrm>
              <a:off x="3961507" y="363062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1" name="pt1081"/>
            <p:cNvSpPr/>
            <p:nvPr/>
          </p:nvSpPr>
          <p:spPr>
            <a:xfrm>
              <a:off x="3534371" y="41823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2" name="pt1082"/>
            <p:cNvSpPr/>
            <p:nvPr/>
          </p:nvSpPr>
          <p:spPr>
            <a:xfrm>
              <a:off x="2252965" y="450688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3" name="pt1083"/>
            <p:cNvSpPr/>
            <p:nvPr/>
          </p:nvSpPr>
          <p:spPr>
            <a:xfrm>
              <a:off x="4175074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4" name="pt1084"/>
            <p:cNvSpPr/>
            <p:nvPr/>
          </p:nvSpPr>
          <p:spPr>
            <a:xfrm>
              <a:off x="2466533" y="44419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5" name="pt1085"/>
            <p:cNvSpPr/>
            <p:nvPr/>
          </p:nvSpPr>
          <p:spPr>
            <a:xfrm>
              <a:off x="2893668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6" name="pt1086"/>
            <p:cNvSpPr/>
            <p:nvPr/>
          </p:nvSpPr>
          <p:spPr>
            <a:xfrm>
              <a:off x="3747939" y="402007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7" name="pt1087"/>
            <p:cNvSpPr/>
            <p:nvPr/>
          </p:nvSpPr>
          <p:spPr>
            <a:xfrm>
              <a:off x="1612262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8" name="pt1088"/>
            <p:cNvSpPr/>
            <p:nvPr/>
          </p:nvSpPr>
          <p:spPr>
            <a:xfrm>
              <a:off x="2893668" y="45068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9" name="pt1089"/>
            <p:cNvSpPr/>
            <p:nvPr/>
          </p:nvSpPr>
          <p:spPr>
            <a:xfrm>
              <a:off x="3107236" y="46042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0" name="pt1090"/>
            <p:cNvSpPr/>
            <p:nvPr/>
          </p:nvSpPr>
          <p:spPr>
            <a:xfrm>
              <a:off x="3107236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1" name="pt1091"/>
            <p:cNvSpPr/>
            <p:nvPr/>
          </p:nvSpPr>
          <p:spPr>
            <a:xfrm>
              <a:off x="3747939" y="434461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2" name="pt1092"/>
            <p:cNvSpPr/>
            <p:nvPr/>
          </p:nvSpPr>
          <p:spPr>
            <a:xfrm>
              <a:off x="2039397" y="499368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3" name="pt1093"/>
            <p:cNvSpPr/>
            <p:nvPr/>
          </p:nvSpPr>
          <p:spPr>
            <a:xfrm>
              <a:off x="3747939" y="37604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4" name="pt1094"/>
            <p:cNvSpPr/>
            <p:nvPr/>
          </p:nvSpPr>
          <p:spPr>
            <a:xfrm>
              <a:off x="2893668" y="45068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5" name="pt1095"/>
            <p:cNvSpPr/>
            <p:nvPr/>
          </p:nvSpPr>
          <p:spPr>
            <a:xfrm>
              <a:off x="3107236" y="47016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6" name="pt1096"/>
            <p:cNvSpPr/>
            <p:nvPr/>
          </p:nvSpPr>
          <p:spPr>
            <a:xfrm>
              <a:off x="3534371" y="42797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7" name="pt1097"/>
            <p:cNvSpPr/>
            <p:nvPr/>
          </p:nvSpPr>
          <p:spPr>
            <a:xfrm>
              <a:off x="3320804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8" name="pt1098"/>
            <p:cNvSpPr/>
            <p:nvPr/>
          </p:nvSpPr>
          <p:spPr>
            <a:xfrm>
              <a:off x="2680100" y="47340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9" name="pt1099"/>
            <p:cNvSpPr/>
            <p:nvPr/>
          </p:nvSpPr>
          <p:spPr>
            <a:xfrm>
              <a:off x="3747939" y="392271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0" name="pt1100"/>
            <p:cNvSpPr/>
            <p:nvPr/>
          </p:nvSpPr>
          <p:spPr>
            <a:xfrm>
              <a:off x="3320804" y="45068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1" name="pt1101"/>
            <p:cNvSpPr/>
            <p:nvPr/>
          </p:nvSpPr>
          <p:spPr>
            <a:xfrm>
              <a:off x="3320804" y="42472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2" name="pt1102"/>
            <p:cNvSpPr/>
            <p:nvPr/>
          </p:nvSpPr>
          <p:spPr>
            <a:xfrm>
              <a:off x="2039397" y="473405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3" name="pt1103"/>
            <p:cNvSpPr/>
            <p:nvPr/>
          </p:nvSpPr>
          <p:spPr>
            <a:xfrm>
              <a:off x="1825830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4" name="pt1104"/>
            <p:cNvSpPr/>
            <p:nvPr/>
          </p:nvSpPr>
          <p:spPr>
            <a:xfrm>
              <a:off x="3534371" y="463669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5" name="pt1105"/>
            <p:cNvSpPr/>
            <p:nvPr/>
          </p:nvSpPr>
          <p:spPr>
            <a:xfrm>
              <a:off x="3320804" y="40849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6" name="pt1106"/>
            <p:cNvSpPr/>
            <p:nvPr/>
          </p:nvSpPr>
          <p:spPr>
            <a:xfrm>
              <a:off x="1398694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7" name="pt1107"/>
            <p:cNvSpPr/>
            <p:nvPr/>
          </p:nvSpPr>
          <p:spPr>
            <a:xfrm>
              <a:off x="2680100" y="489632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8" name="pt1108"/>
            <p:cNvSpPr/>
            <p:nvPr/>
          </p:nvSpPr>
          <p:spPr>
            <a:xfrm>
              <a:off x="3534371" y="41498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9" name="pt1109"/>
            <p:cNvSpPr/>
            <p:nvPr/>
          </p:nvSpPr>
          <p:spPr>
            <a:xfrm>
              <a:off x="3747939" y="41823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0" name="pt1110"/>
            <p:cNvSpPr/>
            <p:nvPr/>
          </p:nvSpPr>
          <p:spPr>
            <a:xfrm>
              <a:off x="2893668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1" name="pt1111"/>
            <p:cNvSpPr/>
            <p:nvPr/>
          </p:nvSpPr>
          <p:spPr>
            <a:xfrm>
              <a:off x="3320804" y="42797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2" name="pt1112"/>
            <p:cNvSpPr/>
            <p:nvPr/>
          </p:nvSpPr>
          <p:spPr>
            <a:xfrm>
              <a:off x="2466533" y="499368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3" name="pt1113"/>
            <p:cNvSpPr/>
            <p:nvPr/>
          </p:nvSpPr>
          <p:spPr>
            <a:xfrm>
              <a:off x="3320804" y="421479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4" name="pt1114"/>
            <p:cNvSpPr/>
            <p:nvPr/>
          </p:nvSpPr>
          <p:spPr>
            <a:xfrm>
              <a:off x="2680100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5" name="pt1115"/>
            <p:cNvSpPr/>
            <p:nvPr/>
          </p:nvSpPr>
          <p:spPr>
            <a:xfrm>
              <a:off x="971559" y="54804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6" name="pt1116"/>
            <p:cNvSpPr/>
            <p:nvPr/>
          </p:nvSpPr>
          <p:spPr>
            <a:xfrm>
              <a:off x="2893668" y="476651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7" name="pt1117"/>
            <p:cNvSpPr/>
            <p:nvPr/>
          </p:nvSpPr>
          <p:spPr>
            <a:xfrm>
              <a:off x="2252965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8" name="pt1118"/>
            <p:cNvSpPr/>
            <p:nvPr/>
          </p:nvSpPr>
          <p:spPr>
            <a:xfrm>
              <a:off x="4175074" y="37279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9" name="pt1119"/>
            <p:cNvSpPr/>
            <p:nvPr/>
          </p:nvSpPr>
          <p:spPr>
            <a:xfrm>
              <a:off x="1825830" y="531822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0" name="pt1120"/>
            <p:cNvSpPr/>
            <p:nvPr/>
          </p:nvSpPr>
          <p:spPr>
            <a:xfrm>
              <a:off x="3961507" y="389025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1" name="pt1121"/>
            <p:cNvSpPr/>
            <p:nvPr/>
          </p:nvSpPr>
          <p:spPr>
            <a:xfrm>
              <a:off x="1612262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2" name="pt1122"/>
            <p:cNvSpPr/>
            <p:nvPr/>
          </p:nvSpPr>
          <p:spPr>
            <a:xfrm>
              <a:off x="3747939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3" name="pt1123"/>
            <p:cNvSpPr/>
            <p:nvPr/>
          </p:nvSpPr>
          <p:spPr>
            <a:xfrm>
              <a:off x="3107236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4" name="pt1124"/>
            <p:cNvSpPr/>
            <p:nvPr/>
          </p:nvSpPr>
          <p:spPr>
            <a:xfrm>
              <a:off x="3534371" y="405252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5" name="pt1125"/>
            <p:cNvSpPr/>
            <p:nvPr/>
          </p:nvSpPr>
          <p:spPr>
            <a:xfrm>
              <a:off x="3961507" y="44095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6" name="pt1126"/>
            <p:cNvSpPr/>
            <p:nvPr/>
          </p:nvSpPr>
          <p:spPr>
            <a:xfrm>
              <a:off x="2893668" y="483141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7" name="pt1127"/>
            <p:cNvSpPr/>
            <p:nvPr/>
          </p:nvSpPr>
          <p:spPr>
            <a:xfrm>
              <a:off x="1398694" y="528577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8" name="pt1128"/>
            <p:cNvSpPr/>
            <p:nvPr/>
          </p:nvSpPr>
          <p:spPr>
            <a:xfrm>
              <a:off x="2893668" y="499368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9" name="pt1129"/>
            <p:cNvSpPr/>
            <p:nvPr/>
          </p:nvSpPr>
          <p:spPr>
            <a:xfrm>
              <a:off x="1185126" y="53506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0" name="pt1130"/>
            <p:cNvSpPr/>
            <p:nvPr/>
          </p:nvSpPr>
          <p:spPr>
            <a:xfrm>
              <a:off x="3320804" y="444197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1" name="pt1131"/>
            <p:cNvSpPr/>
            <p:nvPr/>
          </p:nvSpPr>
          <p:spPr>
            <a:xfrm>
              <a:off x="2466533" y="47016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2" name="pt1132"/>
            <p:cNvSpPr/>
            <p:nvPr/>
          </p:nvSpPr>
          <p:spPr>
            <a:xfrm>
              <a:off x="3107236" y="434461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3" name="pt1133"/>
            <p:cNvSpPr/>
            <p:nvPr/>
          </p:nvSpPr>
          <p:spPr>
            <a:xfrm>
              <a:off x="3107236" y="43770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4" name="pt1134"/>
            <p:cNvSpPr/>
            <p:nvPr/>
          </p:nvSpPr>
          <p:spPr>
            <a:xfrm>
              <a:off x="3320804" y="47016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5" name="pt1135"/>
            <p:cNvSpPr/>
            <p:nvPr/>
          </p:nvSpPr>
          <p:spPr>
            <a:xfrm>
              <a:off x="3534371" y="45717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6" name="pt1136"/>
            <p:cNvSpPr/>
            <p:nvPr/>
          </p:nvSpPr>
          <p:spPr>
            <a:xfrm>
              <a:off x="3747939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7" name="pt1137"/>
            <p:cNvSpPr/>
            <p:nvPr/>
          </p:nvSpPr>
          <p:spPr>
            <a:xfrm>
              <a:off x="3534371" y="421479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8" name="pt1138"/>
            <p:cNvSpPr/>
            <p:nvPr/>
          </p:nvSpPr>
          <p:spPr>
            <a:xfrm>
              <a:off x="3320804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9" name="pt1139"/>
            <p:cNvSpPr/>
            <p:nvPr/>
          </p:nvSpPr>
          <p:spPr>
            <a:xfrm>
              <a:off x="1612262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0" name="pt1140"/>
            <p:cNvSpPr/>
            <p:nvPr/>
          </p:nvSpPr>
          <p:spPr>
            <a:xfrm>
              <a:off x="3107236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1" name="pt1141"/>
            <p:cNvSpPr/>
            <p:nvPr/>
          </p:nvSpPr>
          <p:spPr>
            <a:xfrm>
              <a:off x="2680100" y="476651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2" name="pt1142"/>
            <p:cNvSpPr/>
            <p:nvPr/>
          </p:nvSpPr>
          <p:spPr>
            <a:xfrm>
              <a:off x="2039397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3" name="pt1143"/>
            <p:cNvSpPr/>
            <p:nvPr/>
          </p:nvSpPr>
          <p:spPr>
            <a:xfrm>
              <a:off x="1825830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4" name="pt1144"/>
            <p:cNvSpPr/>
            <p:nvPr/>
          </p:nvSpPr>
          <p:spPr>
            <a:xfrm>
              <a:off x="2680100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5" name="pt1145"/>
            <p:cNvSpPr/>
            <p:nvPr/>
          </p:nvSpPr>
          <p:spPr>
            <a:xfrm>
              <a:off x="1398694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6" name="pt1146"/>
            <p:cNvSpPr/>
            <p:nvPr/>
          </p:nvSpPr>
          <p:spPr>
            <a:xfrm>
              <a:off x="3534371" y="457178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7" name="pt1147"/>
            <p:cNvSpPr/>
            <p:nvPr/>
          </p:nvSpPr>
          <p:spPr>
            <a:xfrm>
              <a:off x="1825830" y="50910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8" name="pt1148"/>
            <p:cNvSpPr/>
            <p:nvPr/>
          </p:nvSpPr>
          <p:spPr>
            <a:xfrm>
              <a:off x="1398694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9" name="pt1149"/>
            <p:cNvSpPr/>
            <p:nvPr/>
          </p:nvSpPr>
          <p:spPr>
            <a:xfrm>
              <a:off x="2252965" y="46042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0" name="pt1150"/>
            <p:cNvSpPr/>
            <p:nvPr/>
          </p:nvSpPr>
          <p:spPr>
            <a:xfrm>
              <a:off x="4175074" y="37604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1" name="pt1151"/>
            <p:cNvSpPr/>
            <p:nvPr/>
          </p:nvSpPr>
          <p:spPr>
            <a:xfrm>
              <a:off x="4175074" y="402007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2" name="pt1152"/>
            <p:cNvSpPr/>
            <p:nvPr/>
          </p:nvSpPr>
          <p:spPr>
            <a:xfrm>
              <a:off x="1612262" y="50910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3" name="pt1153"/>
            <p:cNvSpPr/>
            <p:nvPr/>
          </p:nvSpPr>
          <p:spPr>
            <a:xfrm>
              <a:off x="757991" y="541558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4" name="pt1154"/>
            <p:cNvSpPr/>
            <p:nvPr/>
          </p:nvSpPr>
          <p:spPr>
            <a:xfrm>
              <a:off x="1398694" y="50585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5" name="pt1155"/>
            <p:cNvSpPr/>
            <p:nvPr/>
          </p:nvSpPr>
          <p:spPr>
            <a:xfrm>
              <a:off x="3534371" y="476651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6" name="pt1156"/>
            <p:cNvSpPr/>
            <p:nvPr/>
          </p:nvSpPr>
          <p:spPr>
            <a:xfrm>
              <a:off x="3320804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7" name="pt1157"/>
            <p:cNvSpPr/>
            <p:nvPr/>
          </p:nvSpPr>
          <p:spPr>
            <a:xfrm>
              <a:off x="2893668" y="42797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8" name="pt1158"/>
            <p:cNvSpPr/>
            <p:nvPr/>
          </p:nvSpPr>
          <p:spPr>
            <a:xfrm>
              <a:off x="2893668" y="48314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9" name="pt1159"/>
            <p:cNvSpPr/>
            <p:nvPr/>
          </p:nvSpPr>
          <p:spPr>
            <a:xfrm>
              <a:off x="2680100" y="47016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0" name="pt1160"/>
            <p:cNvSpPr/>
            <p:nvPr/>
          </p:nvSpPr>
          <p:spPr>
            <a:xfrm>
              <a:off x="1398694" y="51884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1" name="pt1161"/>
            <p:cNvSpPr/>
            <p:nvPr/>
          </p:nvSpPr>
          <p:spPr>
            <a:xfrm>
              <a:off x="3961507" y="42797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2" name="pt1162"/>
            <p:cNvSpPr/>
            <p:nvPr/>
          </p:nvSpPr>
          <p:spPr>
            <a:xfrm>
              <a:off x="1612262" y="457178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3" name="pt1163"/>
            <p:cNvSpPr/>
            <p:nvPr/>
          </p:nvSpPr>
          <p:spPr>
            <a:xfrm>
              <a:off x="1825830" y="50585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4" name="pt1164"/>
            <p:cNvSpPr/>
            <p:nvPr/>
          </p:nvSpPr>
          <p:spPr>
            <a:xfrm>
              <a:off x="1612262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5" name="pt1165"/>
            <p:cNvSpPr/>
            <p:nvPr/>
          </p:nvSpPr>
          <p:spPr>
            <a:xfrm>
              <a:off x="3534371" y="444197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6" name="pt1166"/>
            <p:cNvSpPr/>
            <p:nvPr/>
          </p:nvSpPr>
          <p:spPr>
            <a:xfrm>
              <a:off x="3534371" y="444197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7" name="pt1167"/>
            <p:cNvSpPr/>
            <p:nvPr/>
          </p:nvSpPr>
          <p:spPr>
            <a:xfrm>
              <a:off x="3107236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8" name="pt1168"/>
            <p:cNvSpPr/>
            <p:nvPr/>
          </p:nvSpPr>
          <p:spPr>
            <a:xfrm>
              <a:off x="2893668" y="434461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9" name="pt1169"/>
            <p:cNvSpPr/>
            <p:nvPr/>
          </p:nvSpPr>
          <p:spPr>
            <a:xfrm>
              <a:off x="3961507" y="402007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0" name="pt1170"/>
            <p:cNvSpPr/>
            <p:nvPr/>
          </p:nvSpPr>
          <p:spPr>
            <a:xfrm>
              <a:off x="2466533" y="44419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1" name="pt1171"/>
            <p:cNvSpPr/>
            <p:nvPr/>
          </p:nvSpPr>
          <p:spPr>
            <a:xfrm>
              <a:off x="3534371" y="41823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2" name="pt1172"/>
            <p:cNvSpPr/>
            <p:nvPr/>
          </p:nvSpPr>
          <p:spPr>
            <a:xfrm>
              <a:off x="3747939" y="405252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3" name="pt1173"/>
            <p:cNvSpPr/>
            <p:nvPr/>
          </p:nvSpPr>
          <p:spPr>
            <a:xfrm>
              <a:off x="3320804" y="444197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4" name="pt1174"/>
            <p:cNvSpPr/>
            <p:nvPr/>
          </p:nvSpPr>
          <p:spPr>
            <a:xfrm>
              <a:off x="1612262" y="48638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5" name="pt1175"/>
            <p:cNvSpPr/>
            <p:nvPr/>
          </p:nvSpPr>
          <p:spPr>
            <a:xfrm>
              <a:off x="3107236" y="444197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6" name="pt1176"/>
            <p:cNvSpPr/>
            <p:nvPr/>
          </p:nvSpPr>
          <p:spPr>
            <a:xfrm>
              <a:off x="3534371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7" name="pt1177"/>
            <p:cNvSpPr/>
            <p:nvPr/>
          </p:nvSpPr>
          <p:spPr>
            <a:xfrm>
              <a:off x="3107236" y="42797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8" name="pt1178"/>
            <p:cNvSpPr/>
            <p:nvPr/>
          </p:nvSpPr>
          <p:spPr>
            <a:xfrm>
              <a:off x="3747939" y="402007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9" name="pt1179"/>
            <p:cNvSpPr/>
            <p:nvPr/>
          </p:nvSpPr>
          <p:spPr>
            <a:xfrm>
              <a:off x="1612262" y="47016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0" name="pt1180"/>
            <p:cNvSpPr/>
            <p:nvPr/>
          </p:nvSpPr>
          <p:spPr>
            <a:xfrm>
              <a:off x="3107236" y="45717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1" name="pt1181"/>
            <p:cNvSpPr/>
            <p:nvPr/>
          </p:nvSpPr>
          <p:spPr>
            <a:xfrm>
              <a:off x="3747939" y="421479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2" name="pt1182"/>
            <p:cNvSpPr/>
            <p:nvPr/>
          </p:nvSpPr>
          <p:spPr>
            <a:xfrm>
              <a:off x="971559" y="561030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3" name="pt1183"/>
            <p:cNvSpPr/>
            <p:nvPr/>
          </p:nvSpPr>
          <p:spPr>
            <a:xfrm>
              <a:off x="971559" y="561030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4" name="pt1184"/>
            <p:cNvSpPr/>
            <p:nvPr/>
          </p:nvSpPr>
          <p:spPr>
            <a:xfrm>
              <a:off x="3107236" y="447442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5" name="pt1185"/>
            <p:cNvSpPr/>
            <p:nvPr/>
          </p:nvSpPr>
          <p:spPr>
            <a:xfrm>
              <a:off x="2252965" y="49287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6" name="pt1186"/>
            <p:cNvSpPr/>
            <p:nvPr/>
          </p:nvSpPr>
          <p:spPr>
            <a:xfrm>
              <a:off x="1612262" y="528577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7" name="pt1187"/>
            <p:cNvSpPr/>
            <p:nvPr/>
          </p:nvSpPr>
          <p:spPr>
            <a:xfrm>
              <a:off x="3961507" y="398761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8" name="pt1188"/>
            <p:cNvSpPr/>
            <p:nvPr/>
          </p:nvSpPr>
          <p:spPr>
            <a:xfrm>
              <a:off x="3961507" y="379289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9" name="pt1189"/>
            <p:cNvSpPr/>
            <p:nvPr/>
          </p:nvSpPr>
          <p:spPr>
            <a:xfrm>
              <a:off x="3320804" y="434461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0" name="pt1190"/>
            <p:cNvSpPr/>
            <p:nvPr/>
          </p:nvSpPr>
          <p:spPr>
            <a:xfrm>
              <a:off x="3534371" y="434461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1" name="pt1191"/>
            <p:cNvSpPr/>
            <p:nvPr/>
          </p:nvSpPr>
          <p:spPr>
            <a:xfrm>
              <a:off x="3747939" y="41498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2" name="pt1192"/>
            <p:cNvSpPr/>
            <p:nvPr/>
          </p:nvSpPr>
          <p:spPr>
            <a:xfrm>
              <a:off x="2252965" y="453933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3" name="pt1193"/>
            <p:cNvSpPr/>
            <p:nvPr/>
          </p:nvSpPr>
          <p:spPr>
            <a:xfrm>
              <a:off x="3747939" y="434461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4" name="pt1194"/>
            <p:cNvSpPr/>
            <p:nvPr/>
          </p:nvSpPr>
          <p:spPr>
            <a:xfrm>
              <a:off x="3534371" y="45068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5" name="pt1195"/>
            <p:cNvSpPr/>
            <p:nvPr/>
          </p:nvSpPr>
          <p:spPr>
            <a:xfrm>
              <a:off x="3320804" y="402007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6" name="pt1196"/>
            <p:cNvSpPr/>
            <p:nvPr/>
          </p:nvSpPr>
          <p:spPr>
            <a:xfrm>
              <a:off x="1398694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7" name="pt1197"/>
            <p:cNvSpPr/>
            <p:nvPr/>
          </p:nvSpPr>
          <p:spPr>
            <a:xfrm>
              <a:off x="3107236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8" name="pt1198"/>
            <p:cNvSpPr/>
            <p:nvPr/>
          </p:nvSpPr>
          <p:spPr>
            <a:xfrm>
              <a:off x="3320804" y="424724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9" name="pt1199"/>
            <p:cNvSpPr/>
            <p:nvPr/>
          </p:nvSpPr>
          <p:spPr>
            <a:xfrm>
              <a:off x="1185126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0" name="pt1200"/>
            <p:cNvSpPr/>
            <p:nvPr/>
          </p:nvSpPr>
          <p:spPr>
            <a:xfrm>
              <a:off x="2893668" y="479896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1" name="pt1201"/>
            <p:cNvSpPr/>
            <p:nvPr/>
          </p:nvSpPr>
          <p:spPr>
            <a:xfrm>
              <a:off x="3747939" y="398761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2" name="pt1202"/>
            <p:cNvSpPr/>
            <p:nvPr/>
          </p:nvSpPr>
          <p:spPr>
            <a:xfrm>
              <a:off x="1825830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3" name="pt1203"/>
            <p:cNvSpPr/>
            <p:nvPr/>
          </p:nvSpPr>
          <p:spPr>
            <a:xfrm>
              <a:off x="3747939" y="444197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4" name="pt1204"/>
            <p:cNvSpPr/>
            <p:nvPr/>
          </p:nvSpPr>
          <p:spPr>
            <a:xfrm>
              <a:off x="1185126" y="55454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5" name="pt1205"/>
            <p:cNvSpPr/>
            <p:nvPr/>
          </p:nvSpPr>
          <p:spPr>
            <a:xfrm>
              <a:off x="3320804" y="424724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6" name="pt1206"/>
            <p:cNvSpPr/>
            <p:nvPr/>
          </p:nvSpPr>
          <p:spPr>
            <a:xfrm>
              <a:off x="1398694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7" name="pt1207"/>
            <p:cNvSpPr/>
            <p:nvPr/>
          </p:nvSpPr>
          <p:spPr>
            <a:xfrm>
              <a:off x="1185126" y="47016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8" name="pt1208"/>
            <p:cNvSpPr/>
            <p:nvPr/>
          </p:nvSpPr>
          <p:spPr>
            <a:xfrm>
              <a:off x="3320804" y="45068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9" name="pt1209"/>
            <p:cNvSpPr/>
            <p:nvPr/>
          </p:nvSpPr>
          <p:spPr>
            <a:xfrm>
              <a:off x="3961507" y="37279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0" name="pt1210"/>
            <p:cNvSpPr/>
            <p:nvPr/>
          </p:nvSpPr>
          <p:spPr>
            <a:xfrm>
              <a:off x="2039397" y="509104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1" name="pt1211"/>
            <p:cNvSpPr/>
            <p:nvPr/>
          </p:nvSpPr>
          <p:spPr>
            <a:xfrm>
              <a:off x="2252965" y="473405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2" name="pt1212"/>
            <p:cNvSpPr/>
            <p:nvPr/>
          </p:nvSpPr>
          <p:spPr>
            <a:xfrm>
              <a:off x="1185126" y="55454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3" name="pt1213"/>
            <p:cNvSpPr/>
            <p:nvPr/>
          </p:nvSpPr>
          <p:spPr>
            <a:xfrm>
              <a:off x="971559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4" name="pt1214"/>
            <p:cNvSpPr/>
            <p:nvPr/>
          </p:nvSpPr>
          <p:spPr>
            <a:xfrm>
              <a:off x="2039397" y="47665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5" name="pt1215"/>
            <p:cNvSpPr/>
            <p:nvPr/>
          </p:nvSpPr>
          <p:spPr>
            <a:xfrm>
              <a:off x="971559" y="528577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6" name="pt1216"/>
            <p:cNvSpPr/>
            <p:nvPr/>
          </p:nvSpPr>
          <p:spPr>
            <a:xfrm>
              <a:off x="2039397" y="44419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7" name="pt1217"/>
            <p:cNvSpPr/>
            <p:nvPr/>
          </p:nvSpPr>
          <p:spPr>
            <a:xfrm>
              <a:off x="1398694" y="53182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8" name="pt1218"/>
            <p:cNvSpPr/>
            <p:nvPr/>
          </p:nvSpPr>
          <p:spPr>
            <a:xfrm>
              <a:off x="3747939" y="39551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9" name="pt1219"/>
            <p:cNvSpPr/>
            <p:nvPr/>
          </p:nvSpPr>
          <p:spPr>
            <a:xfrm>
              <a:off x="2680100" y="496123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0" name="pt1220"/>
            <p:cNvSpPr/>
            <p:nvPr/>
          </p:nvSpPr>
          <p:spPr>
            <a:xfrm>
              <a:off x="757991" y="56752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1" name="pt1221"/>
            <p:cNvSpPr/>
            <p:nvPr/>
          </p:nvSpPr>
          <p:spPr>
            <a:xfrm>
              <a:off x="1398694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2" name="pt1222"/>
            <p:cNvSpPr/>
            <p:nvPr/>
          </p:nvSpPr>
          <p:spPr>
            <a:xfrm>
              <a:off x="757991" y="54804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3" name="pt1223"/>
            <p:cNvSpPr/>
            <p:nvPr/>
          </p:nvSpPr>
          <p:spPr>
            <a:xfrm>
              <a:off x="1185126" y="528577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4" name="pt1224"/>
            <p:cNvSpPr/>
            <p:nvPr/>
          </p:nvSpPr>
          <p:spPr>
            <a:xfrm>
              <a:off x="1398694" y="54804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5" name="pt1225"/>
            <p:cNvSpPr/>
            <p:nvPr/>
          </p:nvSpPr>
          <p:spPr>
            <a:xfrm>
              <a:off x="1185126" y="561030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6" name="pt1226"/>
            <p:cNvSpPr/>
            <p:nvPr/>
          </p:nvSpPr>
          <p:spPr>
            <a:xfrm>
              <a:off x="1185126" y="499368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7" name="pt1227"/>
            <p:cNvSpPr/>
            <p:nvPr/>
          </p:nvSpPr>
          <p:spPr>
            <a:xfrm>
              <a:off x="971559" y="561030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8" name="pt1228"/>
            <p:cNvSpPr/>
            <p:nvPr/>
          </p:nvSpPr>
          <p:spPr>
            <a:xfrm>
              <a:off x="2252965" y="453933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9" name="pt1229"/>
            <p:cNvSpPr/>
            <p:nvPr/>
          </p:nvSpPr>
          <p:spPr>
            <a:xfrm>
              <a:off x="2893668" y="45068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0" name="pt1230"/>
            <p:cNvSpPr/>
            <p:nvPr/>
          </p:nvSpPr>
          <p:spPr>
            <a:xfrm>
              <a:off x="1185126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1" name="pt1231"/>
            <p:cNvSpPr/>
            <p:nvPr/>
          </p:nvSpPr>
          <p:spPr>
            <a:xfrm>
              <a:off x="1185126" y="54804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2" name="pt1232"/>
            <p:cNvSpPr/>
            <p:nvPr/>
          </p:nvSpPr>
          <p:spPr>
            <a:xfrm>
              <a:off x="3747939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3" name="pt1233"/>
            <p:cNvSpPr/>
            <p:nvPr/>
          </p:nvSpPr>
          <p:spPr>
            <a:xfrm>
              <a:off x="1185126" y="541558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4" name="pt1234"/>
            <p:cNvSpPr/>
            <p:nvPr/>
          </p:nvSpPr>
          <p:spPr>
            <a:xfrm>
              <a:off x="2893668" y="43770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5" name="pt1235"/>
            <p:cNvSpPr/>
            <p:nvPr/>
          </p:nvSpPr>
          <p:spPr>
            <a:xfrm>
              <a:off x="1398694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6" name="pt1236"/>
            <p:cNvSpPr/>
            <p:nvPr/>
          </p:nvSpPr>
          <p:spPr>
            <a:xfrm>
              <a:off x="3534371" y="41823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7" name="pt1237"/>
            <p:cNvSpPr/>
            <p:nvPr/>
          </p:nvSpPr>
          <p:spPr>
            <a:xfrm>
              <a:off x="971559" y="55454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8" name="pt1238"/>
            <p:cNvSpPr/>
            <p:nvPr/>
          </p:nvSpPr>
          <p:spPr>
            <a:xfrm>
              <a:off x="3107236" y="43770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9" name="pt1239"/>
            <p:cNvSpPr/>
            <p:nvPr/>
          </p:nvSpPr>
          <p:spPr>
            <a:xfrm>
              <a:off x="2466533" y="45068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0" name="pt1240"/>
            <p:cNvSpPr/>
            <p:nvPr/>
          </p:nvSpPr>
          <p:spPr>
            <a:xfrm>
              <a:off x="971559" y="57401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1" name="pt1241"/>
            <p:cNvSpPr/>
            <p:nvPr/>
          </p:nvSpPr>
          <p:spPr>
            <a:xfrm>
              <a:off x="1825830" y="499368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2" name="pt1242"/>
            <p:cNvSpPr/>
            <p:nvPr/>
          </p:nvSpPr>
          <p:spPr>
            <a:xfrm>
              <a:off x="3534371" y="447442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3" name="pt1243"/>
            <p:cNvSpPr/>
            <p:nvPr/>
          </p:nvSpPr>
          <p:spPr>
            <a:xfrm>
              <a:off x="3747939" y="41498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4" name="pt1244"/>
            <p:cNvSpPr/>
            <p:nvPr/>
          </p:nvSpPr>
          <p:spPr>
            <a:xfrm>
              <a:off x="3747939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5" name="pt1245"/>
            <p:cNvSpPr/>
            <p:nvPr/>
          </p:nvSpPr>
          <p:spPr>
            <a:xfrm>
              <a:off x="1185126" y="50261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6" name="pt1246"/>
            <p:cNvSpPr/>
            <p:nvPr/>
          </p:nvSpPr>
          <p:spPr>
            <a:xfrm>
              <a:off x="757991" y="57401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7" name="pt1247"/>
            <p:cNvSpPr/>
            <p:nvPr/>
          </p:nvSpPr>
          <p:spPr>
            <a:xfrm>
              <a:off x="1398694" y="53506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8" name="pt1248"/>
            <p:cNvSpPr/>
            <p:nvPr/>
          </p:nvSpPr>
          <p:spPr>
            <a:xfrm>
              <a:off x="971559" y="50261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9" name="pt1249"/>
            <p:cNvSpPr/>
            <p:nvPr/>
          </p:nvSpPr>
          <p:spPr>
            <a:xfrm>
              <a:off x="971559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0" name="pt1250"/>
            <p:cNvSpPr/>
            <p:nvPr/>
          </p:nvSpPr>
          <p:spPr>
            <a:xfrm>
              <a:off x="3534371" y="41823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1" name="pt1251"/>
            <p:cNvSpPr/>
            <p:nvPr/>
          </p:nvSpPr>
          <p:spPr>
            <a:xfrm>
              <a:off x="2466533" y="444197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2" name="pt1252"/>
            <p:cNvSpPr/>
            <p:nvPr/>
          </p:nvSpPr>
          <p:spPr>
            <a:xfrm>
              <a:off x="757991" y="53506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3" name="pt1253"/>
            <p:cNvSpPr/>
            <p:nvPr/>
          </p:nvSpPr>
          <p:spPr>
            <a:xfrm>
              <a:off x="3747939" y="398761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4" name="pt1254"/>
            <p:cNvSpPr/>
            <p:nvPr/>
          </p:nvSpPr>
          <p:spPr>
            <a:xfrm>
              <a:off x="3961507" y="402007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5" name="pt1255"/>
            <p:cNvSpPr/>
            <p:nvPr/>
          </p:nvSpPr>
          <p:spPr>
            <a:xfrm>
              <a:off x="3961507" y="41498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6" name="pt1256"/>
            <p:cNvSpPr/>
            <p:nvPr/>
          </p:nvSpPr>
          <p:spPr>
            <a:xfrm>
              <a:off x="3747939" y="385780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7" name="pt1257"/>
            <p:cNvSpPr/>
            <p:nvPr/>
          </p:nvSpPr>
          <p:spPr>
            <a:xfrm>
              <a:off x="757991" y="57401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8" name="pt1258"/>
            <p:cNvSpPr/>
            <p:nvPr/>
          </p:nvSpPr>
          <p:spPr>
            <a:xfrm>
              <a:off x="1185126" y="47665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9" name="pt1259"/>
            <p:cNvSpPr/>
            <p:nvPr/>
          </p:nvSpPr>
          <p:spPr>
            <a:xfrm>
              <a:off x="971559" y="50261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0" name="pt1260"/>
            <p:cNvSpPr/>
            <p:nvPr/>
          </p:nvSpPr>
          <p:spPr>
            <a:xfrm>
              <a:off x="971559" y="57401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1" name="pt1261"/>
            <p:cNvSpPr/>
            <p:nvPr/>
          </p:nvSpPr>
          <p:spPr>
            <a:xfrm>
              <a:off x="3320804" y="463669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2" name="pt1262"/>
            <p:cNvSpPr/>
            <p:nvPr/>
          </p:nvSpPr>
          <p:spPr>
            <a:xfrm>
              <a:off x="3747939" y="41823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3" name="pt1263"/>
            <p:cNvSpPr/>
            <p:nvPr/>
          </p:nvSpPr>
          <p:spPr>
            <a:xfrm>
              <a:off x="3534371" y="398761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4" name="pt1264"/>
            <p:cNvSpPr/>
            <p:nvPr/>
          </p:nvSpPr>
          <p:spPr>
            <a:xfrm>
              <a:off x="3534371" y="43770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5" name="pt1265"/>
            <p:cNvSpPr/>
            <p:nvPr/>
          </p:nvSpPr>
          <p:spPr>
            <a:xfrm>
              <a:off x="1398694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6" name="pt1266"/>
            <p:cNvSpPr/>
            <p:nvPr/>
          </p:nvSpPr>
          <p:spPr>
            <a:xfrm>
              <a:off x="1185126" y="528577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7" name="pt1267"/>
            <p:cNvSpPr/>
            <p:nvPr/>
          </p:nvSpPr>
          <p:spPr>
            <a:xfrm>
              <a:off x="1612262" y="50261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8" name="pt1268"/>
            <p:cNvSpPr/>
            <p:nvPr/>
          </p:nvSpPr>
          <p:spPr>
            <a:xfrm>
              <a:off x="1185126" y="50585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9" name="pt1269"/>
            <p:cNvSpPr/>
            <p:nvPr/>
          </p:nvSpPr>
          <p:spPr>
            <a:xfrm>
              <a:off x="2893668" y="47016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0" name="pt1270"/>
            <p:cNvSpPr/>
            <p:nvPr/>
          </p:nvSpPr>
          <p:spPr>
            <a:xfrm>
              <a:off x="1185126" y="48314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1" name="pt1271"/>
            <p:cNvSpPr/>
            <p:nvPr/>
          </p:nvSpPr>
          <p:spPr>
            <a:xfrm>
              <a:off x="1398694" y="48638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2" name="pt1272"/>
            <p:cNvSpPr/>
            <p:nvPr/>
          </p:nvSpPr>
          <p:spPr>
            <a:xfrm>
              <a:off x="3747939" y="379289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3" name="pt1273"/>
            <p:cNvSpPr/>
            <p:nvPr/>
          </p:nvSpPr>
          <p:spPr>
            <a:xfrm>
              <a:off x="1185126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4" name="pt1274"/>
            <p:cNvSpPr/>
            <p:nvPr/>
          </p:nvSpPr>
          <p:spPr>
            <a:xfrm>
              <a:off x="3107236" y="444197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5" name="pt1275"/>
            <p:cNvSpPr/>
            <p:nvPr/>
          </p:nvSpPr>
          <p:spPr>
            <a:xfrm>
              <a:off x="1398694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6" name="pt1276"/>
            <p:cNvSpPr/>
            <p:nvPr/>
          </p:nvSpPr>
          <p:spPr>
            <a:xfrm>
              <a:off x="1185126" y="54804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7" name="pt1277"/>
            <p:cNvSpPr/>
            <p:nvPr/>
          </p:nvSpPr>
          <p:spPr>
            <a:xfrm>
              <a:off x="971559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8" name="pt1278"/>
            <p:cNvSpPr/>
            <p:nvPr/>
          </p:nvSpPr>
          <p:spPr>
            <a:xfrm>
              <a:off x="1398694" y="50261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9" name="pt1279"/>
            <p:cNvSpPr/>
            <p:nvPr/>
          </p:nvSpPr>
          <p:spPr>
            <a:xfrm>
              <a:off x="2680100" y="483141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0" name="pt1280"/>
            <p:cNvSpPr/>
            <p:nvPr/>
          </p:nvSpPr>
          <p:spPr>
            <a:xfrm>
              <a:off x="2466533" y="48314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1" name="pt1281"/>
            <p:cNvSpPr/>
            <p:nvPr/>
          </p:nvSpPr>
          <p:spPr>
            <a:xfrm>
              <a:off x="2680100" y="502614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2" name="pt1282"/>
            <p:cNvSpPr/>
            <p:nvPr/>
          </p:nvSpPr>
          <p:spPr>
            <a:xfrm>
              <a:off x="1398694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3" name="pt1283"/>
            <p:cNvSpPr/>
            <p:nvPr/>
          </p:nvSpPr>
          <p:spPr>
            <a:xfrm>
              <a:off x="971559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4" name="pt1284"/>
            <p:cNvSpPr/>
            <p:nvPr/>
          </p:nvSpPr>
          <p:spPr>
            <a:xfrm>
              <a:off x="1185126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5" name="pt1285"/>
            <p:cNvSpPr/>
            <p:nvPr/>
          </p:nvSpPr>
          <p:spPr>
            <a:xfrm>
              <a:off x="1398694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6" name="pt1286"/>
            <p:cNvSpPr/>
            <p:nvPr/>
          </p:nvSpPr>
          <p:spPr>
            <a:xfrm>
              <a:off x="757991" y="53506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7" name="pt1287"/>
            <p:cNvSpPr/>
            <p:nvPr/>
          </p:nvSpPr>
          <p:spPr>
            <a:xfrm>
              <a:off x="1825830" y="453933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8" name="pt1288"/>
            <p:cNvSpPr/>
            <p:nvPr/>
          </p:nvSpPr>
          <p:spPr>
            <a:xfrm>
              <a:off x="757991" y="56752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9" name="pt1289"/>
            <p:cNvSpPr/>
            <p:nvPr/>
          </p:nvSpPr>
          <p:spPr>
            <a:xfrm>
              <a:off x="971559" y="541558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0" name="pt1290"/>
            <p:cNvSpPr/>
            <p:nvPr/>
          </p:nvSpPr>
          <p:spPr>
            <a:xfrm>
              <a:off x="757991" y="57401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1" name="pt1291"/>
            <p:cNvSpPr/>
            <p:nvPr/>
          </p:nvSpPr>
          <p:spPr>
            <a:xfrm>
              <a:off x="3107236" y="444197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2" name="pt1292"/>
            <p:cNvSpPr/>
            <p:nvPr/>
          </p:nvSpPr>
          <p:spPr>
            <a:xfrm>
              <a:off x="3747939" y="398761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3" name="pt1293"/>
            <p:cNvSpPr/>
            <p:nvPr/>
          </p:nvSpPr>
          <p:spPr>
            <a:xfrm>
              <a:off x="1398694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4" name="pt1294"/>
            <p:cNvSpPr/>
            <p:nvPr/>
          </p:nvSpPr>
          <p:spPr>
            <a:xfrm>
              <a:off x="3961507" y="392271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5" name="pt1295"/>
            <p:cNvSpPr/>
            <p:nvPr/>
          </p:nvSpPr>
          <p:spPr>
            <a:xfrm>
              <a:off x="2039397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6" name="pt1296"/>
            <p:cNvSpPr/>
            <p:nvPr/>
          </p:nvSpPr>
          <p:spPr>
            <a:xfrm>
              <a:off x="1612262" y="47989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7" name="pt1297"/>
            <p:cNvSpPr/>
            <p:nvPr/>
          </p:nvSpPr>
          <p:spPr>
            <a:xfrm>
              <a:off x="2893668" y="46691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8" name="pt1298"/>
            <p:cNvSpPr/>
            <p:nvPr/>
          </p:nvSpPr>
          <p:spPr>
            <a:xfrm>
              <a:off x="757991" y="57401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9" name="pt1299"/>
            <p:cNvSpPr/>
            <p:nvPr/>
          </p:nvSpPr>
          <p:spPr>
            <a:xfrm>
              <a:off x="1398694" y="528577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0" name="pt1300"/>
            <p:cNvSpPr/>
            <p:nvPr/>
          </p:nvSpPr>
          <p:spPr>
            <a:xfrm>
              <a:off x="1185126" y="561030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1" name="pt1301"/>
            <p:cNvSpPr/>
            <p:nvPr/>
          </p:nvSpPr>
          <p:spPr>
            <a:xfrm>
              <a:off x="1398694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2" name="pt1302"/>
            <p:cNvSpPr/>
            <p:nvPr/>
          </p:nvSpPr>
          <p:spPr>
            <a:xfrm>
              <a:off x="2466533" y="431215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3" name="pt1303"/>
            <p:cNvSpPr/>
            <p:nvPr/>
          </p:nvSpPr>
          <p:spPr>
            <a:xfrm>
              <a:off x="1185126" y="541558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4" name="pt1304"/>
            <p:cNvSpPr/>
            <p:nvPr/>
          </p:nvSpPr>
          <p:spPr>
            <a:xfrm>
              <a:off x="971559" y="55454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5" name="pt1305"/>
            <p:cNvSpPr/>
            <p:nvPr/>
          </p:nvSpPr>
          <p:spPr>
            <a:xfrm>
              <a:off x="3961507" y="424724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6" name="pt1306"/>
            <p:cNvSpPr/>
            <p:nvPr/>
          </p:nvSpPr>
          <p:spPr>
            <a:xfrm>
              <a:off x="3534371" y="402007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7" name="pt1307"/>
            <p:cNvSpPr/>
            <p:nvPr/>
          </p:nvSpPr>
          <p:spPr>
            <a:xfrm>
              <a:off x="2466533" y="45717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8" name="pt1308"/>
            <p:cNvSpPr/>
            <p:nvPr/>
          </p:nvSpPr>
          <p:spPr>
            <a:xfrm>
              <a:off x="3107236" y="42797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9" name="pt1309"/>
            <p:cNvSpPr/>
            <p:nvPr/>
          </p:nvSpPr>
          <p:spPr>
            <a:xfrm>
              <a:off x="3961507" y="359817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0" name="pt1310"/>
            <p:cNvSpPr/>
            <p:nvPr/>
          </p:nvSpPr>
          <p:spPr>
            <a:xfrm>
              <a:off x="3747939" y="389025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1" name="pt1311"/>
            <p:cNvSpPr/>
            <p:nvPr/>
          </p:nvSpPr>
          <p:spPr>
            <a:xfrm>
              <a:off x="3320804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2" name="pt1312"/>
            <p:cNvSpPr/>
            <p:nvPr/>
          </p:nvSpPr>
          <p:spPr>
            <a:xfrm>
              <a:off x="3534371" y="45068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3" name="pt1313"/>
            <p:cNvSpPr/>
            <p:nvPr/>
          </p:nvSpPr>
          <p:spPr>
            <a:xfrm>
              <a:off x="2680100" y="447442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4" name="pt1314"/>
            <p:cNvSpPr/>
            <p:nvPr/>
          </p:nvSpPr>
          <p:spPr>
            <a:xfrm>
              <a:off x="2252965" y="47665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5" name="pt1315"/>
            <p:cNvSpPr/>
            <p:nvPr/>
          </p:nvSpPr>
          <p:spPr>
            <a:xfrm>
              <a:off x="3534371" y="46042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6" name="pt1316"/>
            <p:cNvSpPr/>
            <p:nvPr/>
          </p:nvSpPr>
          <p:spPr>
            <a:xfrm>
              <a:off x="3534371" y="45068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7" name="pt1317"/>
            <p:cNvSpPr/>
            <p:nvPr/>
          </p:nvSpPr>
          <p:spPr>
            <a:xfrm>
              <a:off x="3534371" y="499368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8" name="pt1318"/>
            <p:cNvSpPr/>
            <p:nvPr/>
          </p:nvSpPr>
          <p:spPr>
            <a:xfrm>
              <a:off x="1825830" y="541558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9" name="pt1319"/>
            <p:cNvSpPr/>
            <p:nvPr/>
          </p:nvSpPr>
          <p:spPr>
            <a:xfrm>
              <a:off x="1185126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0" name="pt1320"/>
            <p:cNvSpPr/>
            <p:nvPr/>
          </p:nvSpPr>
          <p:spPr>
            <a:xfrm>
              <a:off x="1825830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1" name="pt1321"/>
            <p:cNvSpPr/>
            <p:nvPr/>
          </p:nvSpPr>
          <p:spPr>
            <a:xfrm>
              <a:off x="2893668" y="47016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2" name="pt1322"/>
            <p:cNvSpPr/>
            <p:nvPr/>
          </p:nvSpPr>
          <p:spPr>
            <a:xfrm>
              <a:off x="3534371" y="45393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3" name="pt1323"/>
            <p:cNvSpPr/>
            <p:nvPr/>
          </p:nvSpPr>
          <p:spPr>
            <a:xfrm>
              <a:off x="3961507" y="39551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4" name="pt1324"/>
            <p:cNvSpPr/>
            <p:nvPr/>
          </p:nvSpPr>
          <p:spPr>
            <a:xfrm>
              <a:off x="1398694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5" name="pt1325"/>
            <p:cNvSpPr/>
            <p:nvPr/>
          </p:nvSpPr>
          <p:spPr>
            <a:xfrm>
              <a:off x="2252965" y="48638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6" name="pt1326"/>
            <p:cNvSpPr/>
            <p:nvPr/>
          </p:nvSpPr>
          <p:spPr>
            <a:xfrm>
              <a:off x="1825830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7" name="pt1327"/>
            <p:cNvSpPr/>
            <p:nvPr/>
          </p:nvSpPr>
          <p:spPr>
            <a:xfrm>
              <a:off x="2893668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8" name="pt1328"/>
            <p:cNvSpPr/>
            <p:nvPr/>
          </p:nvSpPr>
          <p:spPr>
            <a:xfrm>
              <a:off x="2466533" y="457178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9" name="pt1329"/>
            <p:cNvSpPr/>
            <p:nvPr/>
          </p:nvSpPr>
          <p:spPr>
            <a:xfrm>
              <a:off x="2680100" y="421479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0" name="pt1330"/>
            <p:cNvSpPr/>
            <p:nvPr/>
          </p:nvSpPr>
          <p:spPr>
            <a:xfrm>
              <a:off x="3320804" y="44419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1" name="pt1331"/>
            <p:cNvSpPr/>
            <p:nvPr/>
          </p:nvSpPr>
          <p:spPr>
            <a:xfrm>
              <a:off x="3534371" y="39551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2" name="pt1332"/>
            <p:cNvSpPr/>
            <p:nvPr/>
          </p:nvSpPr>
          <p:spPr>
            <a:xfrm>
              <a:off x="2252965" y="44419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3" name="pt1333"/>
            <p:cNvSpPr/>
            <p:nvPr/>
          </p:nvSpPr>
          <p:spPr>
            <a:xfrm>
              <a:off x="3320804" y="43770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4" name="pt1334"/>
            <p:cNvSpPr/>
            <p:nvPr/>
          </p:nvSpPr>
          <p:spPr>
            <a:xfrm>
              <a:off x="2252965" y="47016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5" name="pt1335"/>
            <p:cNvSpPr/>
            <p:nvPr/>
          </p:nvSpPr>
          <p:spPr>
            <a:xfrm>
              <a:off x="2039397" y="47016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6" name="pt1336"/>
            <p:cNvSpPr/>
            <p:nvPr/>
          </p:nvSpPr>
          <p:spPr>
            <a:xfrm>
              <a:off x="2680100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7" name="pt1337"/>
            <p:cNvSpPr/>
            <p:nvPr/>
          </p:nvSpPr>
          <p:spPr>
            <a:xfrm>
              <a:off x="3107236" y="45717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8" name="pt1338"/>
            <p:cNvSpPr/>
            <p:nvPr/>
          </p:nvSpPr>
          <p:spPr>
            <a:xfrm>
              <a:off x="3107236" y="45717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9" name="pt1339"/>
            <p:cNvSpPr/>
            <p:nvPr/>
          </p:nvSpPr>
          <p:spPr>
            <a:xfrm>
              <a:off x="1825830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0" name="pt1340"/>
            <p:cNvSpPr/>
            <p:nvPr/>
          </p:nvSpPr>
          <p:spPr>
            <a:xfrm>
              <a:off x="971559" y="50261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1" name="pt1341"/>
            <p:cNvSpPr/>
            <p:nvPr/>
          </p:nvSpPr>
          <p:spPr>
            <a:xfrm>
              <a:off x="2893668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2" name="pt1342"/>
            <p:cNvSpPr/>
            <p:nvPr/>
          </p:nvSpPr>
          <p:spPr>
            <a:xfrm>
              <a:off x="2893668" y="483141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3" name="pt1343"/>
            <p:cNvSpPr/>
            <p:nvPr/>
          </p:nvSpPr>
          <p:spPr>
            <a:xfrm>
              <a:off x="3107236" y="46691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4" name="pt1344"/>
            <p:cNvSpPr/>
            <p:nvPr/>
          </p:nvSpPr>
          <p:spPr>
            <a:xfrm>
              <a:off x="3534371" y="47016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5" name="pt1345"/>
            <p:cNvSpPr/>
            <p:nvPr/>
          </p:nvSpPr>
          <p:spPr>
            <a:xfrm>
              <a:off x="1398694" y="47665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6" name="pt1346"/>
            <p:cNvSpPr/>
            <p:nvPr/>
          </p:nvSpPr>
          <p:spPr>
            <a:xfrm>
              <a:off x="3534371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7" name="pt1347"/>
            <p:cNvSpPr/>
            <p:nvPr/>
          </p:nvSpPr>
          <p:spPr>
            <a:xfrm>
              <a:off x="2466533" y="44257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8" name="pt1348"/>
            <p:cNvSpPr/>
            <p:nvPr/>
          </p:nvSpPr>
          <p:spPr>
            <a:xfrm>
              <a:off x="3107236" y="424724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9" name="pt1349"/>
            <p:cNvSpPr/>
            <p:nvPr/>
          </p:nvSpPr>
          <p:spPr>
            <a:xfrm>
              <a:off x="2466533" y="44419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0" name="pt1350"/>
            <p:cNvSpPr/>
            <p:nvPr/>
          </p:nvSpPr>
          <p:spPr>
            <a:xfrm>
              <a:off x="3320804" y="41823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1" name="pt1351"/>
            <p:cNvSpPr/>
            <p:nvPr/>
          </p:nvSpPr>
          <p:spPr>
            <a:xfrm>
              <a:off x="2252965" y="457178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2" name="pt1352"/>
            <p:cNvSpPr/>
            <p:nvPr/>
          </p:nvSpPr>
          <p:spPr>
            <a:xfrm>
              <a:off x="2039397" y="44744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3" name="pt1353"/>
            <p:cNvSpPr/>
            <p:nvPr/>
          </p:nvSpPr>
          <p:spPr>
            <a:xfrm>
              <a:off x="3320804" y="421479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4" name="pt1354"/>
            <p:cNvSpPr/>
            <p:nvPr/>
          </p:nvSpPr>
          <p:spPr>
            <a:xfrm>
              <a:off x="1185126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5" name="pt1355"/>
            <p:cNvSpPr/>
            <p:nvPr/>
          </p:nvSpPr>
          <p:spPr>
            <a:xfrm>
              <a:off x="1185126" y="56427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6" name="pt1356"/>
            <p:cNvSpPr/>
            <p:nvPr/>
          </p:nvSpPr>
          <p:spPr>
            <a:xfrm>
              <a:off x="1185126" y="47665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7" name="pt1357"/>
            <p:cNvSpPr/>
            <p:nvPr/>
          </p:nvSpPr>
          <p:spPr>
            <a:xfrm>
              <a:off x="3961507" y="366308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8" name="pt1358"/>
            <p:cNvSpPr/>
            <p:nvPr/>
          </p:nvSpPr>
          <p:spPr>
            <a:xfrm>
              <a:off x="3961507" y="37279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9" name="pt1359"/>
            <p:cNvSpPr/>
            <p:nvPr/>
          </p:nvSpPr>
          <p:spPr>
            <a:xfrm>
              <a:off x="1612262" y="54804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0" name="pt1360"/>
            <p:cNvSpPr/>
            <p:nvPr/>
          </p:nvSpPr>
          <p:spPr>
            <a:xfrm>
              <a:off x="1185126" y="50910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1" name="pt1361"/>
            <p:cNvSpPr/>
            <p:nvPr/>
          </p:nvSpPr>
          <p:spPr>
            <a:xfrm>
              <a:off x="3107236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2" name="pt1362"/>
            <p:cNvSpPr/>
            <p:nvPr/>
          </p:nvSpPr>
          <p:spPr>
            <a:xfrm>
              <a:off x="1185126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3" name="pt1363"/>
            <p:cNvSpPr/>
            <p:nvPr/>
          </p:nvSpPr>
          <p:spPr>
            <a:xfrm>
              <a:off x="3961507" y="385780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4" name="pt1364"/>
            <p:cNvSpPr/>
            <p:nvPr/>
          </p:nvSpPr>
          <p:spPr>
            <a:xfrm>
              <a:off x="3747939" y="379289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5" name="pt1365"/>
            <p:cNvSpPr/>
            <p:nvPr/>
          </p:nvSpPr>
          <p:spPr>
            <a:xfrm>
              <a:off x="3534371" y="43770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6" name="pt1366"/>
            <p:cNvSpPr/>
            <p:nvPr/>
          </p:nvSpPr>
          <p:spPr>
            <a:xfrm>
              <a:off x="3320804" y="424724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7" name="pt1367"/>
            <p:cNvSpPr/>
            <p:nvPr/>
          </p:nvSpPr>
          <p:spPr>
            <a:xfrm>
              <a:off x="2039397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8" name="pt1368"/>
            <p:cNvSpPr/>
            <p:nvPr/>
          </p:nvSpPr>
          <p:spPr>
            <a:xfrm>
              <a:off x="4175074" y="366308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9" name="pt1369"/>
            <p:cNvSpPr/>
            <p:nvPr/>
          </p:nvSpPr>
          <p:spPr>
            <a:xfrm>
              <a:off x="3747939" y="392271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0" name="pt1370"/>
            <p:cNvSpPr/>
            <p:nvPr/>
          </p:nvSpPr>
          <p:spPr>
            <a:xfrm>
              <a:off x="1398694" y="53506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1" name="pt1371"/>
            <p:cNvSpPr/>
            <p:nvPr/>
          </p:nvSpPr>
          <p:spPr>
            <a:xfrm>
              <a:off x="2680100" y="463669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2" name="pt1372"/>
            <p:cNvSpPr/>
            <p:nvPr/>
          </p:nvSpPr>
          <p:spPr>
            <a:xfrm>
              <a:off x="3320804" y="47340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3" name="pt1373"/>
            <p:cNvSpPr/>
            <p:nvPr/>
          </p:nvSpPr>
          <p:spPr>
            <a:xfrm>
              <a:off x="1825830" y="44744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4" name="pt1374"/>
            <p:cNvSpPr/>
            <p:nvPr/>
          </p:nvSpPr>
          <p:spPr>
            <a:xfrm>
              <a:off x="3320804" y="476651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5" name="pt1375"/>
            <p:cNvSpPr/>
            <p:nvPr/>
          </p:nvSpPr>
          <p:spPr>
            <a:xfrm>
              <a:off x="1825830" y="55454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6" name="pt1376"/>
            <p:cNvSpPr/>
            <p:nvPr/>
          </p:nvSpPr>
          <p:spPr>
            <a:xfrm>
              <a:off x="1185126" y="50261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7" name="pt1377"/>
            <p:cNvSpPr/>
            <p:nvPr/>
          </p:nvSpPr>
          <p:spPr>
            <a:xfrm>
              <a:off x="2252965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8" name="pt1378"/>
            <p:cNvSpPr/>
            <p:nvPr/>
          </p:nvSpPr>
          <p:spPr>
            <a:xfrm>
              <a:off x="2893668" y="489632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9" name="pt1379"/>
            <p:cNvSpPr/>
            <p:nvPr/>
          </p:nvSpPr>
          <p:spPr>
            <a:xfrm>
              <a:off x="1612262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0" name="pt1380"/>
            <p:cNvSpPr/>
            <p:nvPr/>
          </p:nvSpPr>
          <p:spPr>
            <a:xfrm>
              <a:off x="1398694" y="47665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1" name="pt1381"/>
            <p:cNvSpPr/>
            <p:nvPr/>
          </p:nvSpPr>
          <p:spPr>
            <a:xfrm>
              <a:off x="1398694" y="50910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2" name="pt1382"/>
            <p:cNvSpPr/>
            <p:nvPr/>
          </p:nvSpPr>
          <p:spPr>
            <a:xfrm>
              <a:off x="1185126" y="49287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3" name="pt1383"/>
            <p:cNvSpPr/>
            <p:nvPr/>
          </p:nvSpPr>
          <p:spPr>
            <a:xfrm>
              <a:off x="1185126" y="46691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4" name="pt1384"/>
            <p:cNvSpPr/>
            <p:nvPr/>
          </p:nvSpPr>
          <p:spPr>
            <a:xfrm>
              <a:off x="971559" y="528577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5" name="pt1385"/>
            <p:cNvSpPr/>
            <p:nvPr/>
          </p:nvSpPr>
          <p:spPr>
            <a:xfrm>
              <a:off x="1612262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6" name="pt1386"/>
            <p:cNvSpPr/>
            <p:nvPr/>
          </p:nvSpPr>
          <p:spPr>
            <a:xfrm>
              <a:off x="1185126" y="54804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7" name="pt1387"/>
            <p:cNvSpPr/>
            <p:nvPr/>
          </p:nvSpPr>
          <p:spPr>
            <a:xfrm>
              <a:off x="2893668" y="457178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8" name="pt1388"/>
            <p:cNvSpPr/>
            <p:nvPr/>
          </p:nvSpPr>
          <p:spPr>
            <a:xfrm>
              <a:off x="2680100" y="47989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9" name="pt1389"/>
            <p:cNvSpPr/>
            <p:nvPr/>
          </p:nvSpPr>
          <p:spPr>
            <a:xfrm>
              <a:off x="757991" y="56752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0" name="pt1390"/>
            <p:cNvSpPr/>
            <p:nvPr/>
          </p:nvSpPr>
          <p:spPr>
            <a:xfrm>
              <a:off x="2893668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1" name="pt1391"/>
            <p:cNvSpPr/>
            <p:nvPr/>
          </p:nvSpPr>
          <p:spPr>
            <a:xfrm>
              <a:off x="971559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2" name="pt1392"/>
            <p:cNvSpPr/>
            <p:nvPr/>
          </p:nvSpPr>
          <p:spPr>
            <a:xfrm>
              <a:off x="3534371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3" name="pt1393"/>
            <p:cNvSpPr/>
            <p:nvPr/>
          </p:nvSpPr>
          <p:spPr>
            <a:xfrm>
              <a:off x="1185126" y="528577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4" name="pt1394"/>
            <p:cNvSpPr/>
            <p:nvPr/>
          </p:nvSpPr>
          <p:spPr>
            <a:xfrm>
              <a:off x="1185126" y="55454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5" name="pt1395"/>
            <p:cNvSpPr/>
            <p:nvPr/>
          </p:nvSpPr>
          <p:spPr>
            <a:xfrm>
              <a:off x="971559" y="561030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6" name="pt1396"/>
            <p:cNvSpPr/>
            <p:nvPr/>
          </p:nvSpPr>
          <p:spPr>
            <a:xfrm>
              <a:off x="2893668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7" name="pt1397"/>
            <p:cNvSpPr/>
            <p:nvPr/>
          </p:nvSpPr>
          <p:spPr>
            <a:xfrm>
              <a:off x="1398694" y="51884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8" name="pt1398"/>
            <p:cNvSpPr/>
            <p:nvPr/>
          </p:nvSpPr>
          <p:spPr>
            <a:xfrm>
              <a:off x="1612262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9" name="pt1399"/>
            <p:cNvSpPr/>
            <p:nvPr/>
          </p:nvSpPr>
          <p:spPr>
            <a:xfrm>
              <a:off x="971559" y="55454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0" name="pt1400"/>
            <p:cNvSpPr/>
            <p:nvPr/>
          </p:nvSpPr>
          <p:spPr>
            <a:xfrm>
              <a:off x="3320804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1" name="pt1401"/>
            <p:cNvSpPr/>
            <p:nvPr/>
          </p:nvSpPr>
          <p:spPr>
            <a:xfrm>
              <a:off x="1398694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2" name="pt1402"/>
            <p:cNvSpPr/>
            <p:nvPr/>
          </p:nvSpPr>
          <p:spPr>
            <a:xfrm>
              <a:off x="2466533" y="50261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3" name="pt1403"/>
            <p:cNvSpPr/>
            <p:nvPr/>
          </p:nvSpPr>
          <p:spPr>
            <a:xfrm>
              <a:off x="1398694" y="53831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4" name="pt1404"/>
            <p:cNvSpPr/>
            <p:nvPr/>
          </p:nvSpPr>
          <p:spPr>
            <a:xfrm>
              <a:off x="1185126" y="51235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5" name="pt1405"/>
            <p:cNvSpPr/>
            <p:nvPr/>
          </p:nvSpPr>
          <p:spPr>
            <a:xfrm>
              <a:off x="2252965" y="52533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6" name="pt1406"/>
            <p:cNvSpPr/>
            <p:nvPr/>
          </p:nvSpPr>
          <p:spPr>
            <a:xfrm>
              <a:off x="3534371" y="41498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7" name="pt1407"/>
            <p:cNvSpPr/>
            <p:nvPr/>
          </p:nvSpPr>
          <p:spPr>
            <a:xfrm>
              <a:off x="1612262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8" name="pt1408"/>
            <p:cNvSpPr/>
            <p:nvPr/>
          </p:nvSpPr>
          <p:spPr>
            <a:xfrm>
              <a:off x="2466533" y="48314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9" name="pt1409"/>
            <p:cNvSpPr/>
            <p:nvPr/>
          </p:nvSpPr>
          <p:spPr>
            <a:xfrm>
              <a:off x="971559" y="55129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0" name="pt1410"/>
            <p:cNvSpPr/>
            <p:nvPr/>
          </p:nvSpPr>
          <p:spPr>
            <a:xfrm>
              <a:off x="1825830" y="457178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1" name="pt1411"/>
            <p:cNvSpPr/>
            <p:nvPr/>
          </p:nvSpPr>
          <p:spPr>
            <a:xfrm>
              <a:off x="1612262" y="50585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2" name="pt1412"/>
            <p:cNvSpPr/>
            <p:nvPr/>
          </p:nvSpPr>
          <p:spPr>
            <a:xfrm>
              <a:off x="3747939" y="39551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3" name="pt1413"/>
            <p:cNvSpPr/>
            <p:nvPr/>
          </p:nvSpPr>
          <p:spPr>
            <a:xfrm>
              <a:off x="2252965" y="52533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4" name="pt1414"/>
            <p:cNvSpPr/>
            <p:nvPr/>
          </p:nvSpPr>
          <p:spPr>
            <a:xfrm>
              <a:off x="971559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5" name="pt1415"/>
            <p:cNvSpPr/>
            <p:nvPr/>
          </p:nvSpPr>
          <p:spPr>
            <a:xfrm>
              <a:off x="971559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6" name="pt1416"/>
            <p:cNvSpPr/>
            <p:nvPr/>
          </p:nvSpPr>
          <p:spPr>
            <a:xfrm>
              <a:off x="1185126" y="55454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7" name="pt1417"/>
            <p:cNvSpPr/>
            <p:nvPr/>
          </p:nvSpPr>
          <p:spPr>
            <a:xfrm>
              <a:off x="757991" y="55129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8" name="pt1418"/>
            <p:cNvSpPr/>
            <p:nvPr/>
          </p:nvSpPr>
          <p:spPr>
            <a:xfrm>
              <a:off x="4175074" y="385780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9" name="pt1419"/>
            <p:cNvSpPr/>
            <p:nvPr/>
          </p:nvSpPr>
          <p:spPr>
            <a:xfrm>
              <a:off x="3534371" y="398761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0" name="pt1420"/>
            <p:cNvSpPr/>
            <p:nvPr/>
          </p:nvSpPr>
          <p:spPr>
            <a:xfrm>
              <a:off x="3534371" y="41823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1" name="pt1421"/>
            <p:cNvSpPr/>
            <p:nvPr/>
          </p:nvSpPr>
          <p:spPr>
            <a:xfrm>
              <a:off x="2039397" y="51884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2" name="pt1422"/>
            <p:cNvSpPr/>
            <p:nvPr/>
          </p:nvSpPr>
          <p:spPr>
            <a:xfrm>
              <a:off x="3320804" y="447442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3" name="pt1423"/>
            <p:cNvSpPr/>
            <p:nvPr/>
          </p:nvSpPr>
          <p:spPr>
            <a:xfrm>
              <a:off x="2466533" y="453933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4" name="pt1424"/>
            <p:cNvSpPr/>
            <p:nvPr/>
          </p:nvSpPr>
          <p:spPr>
            <a:xfrm>
              <a:off x="1185126" y="50910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5" name="pt1425"/>
            <p:cNvSpPr/>
            <p:nvPr/>
          </p:nvSpPr>
          <p:spPr>
            <a:xfrm>
              <a:off x="1398694" y="53182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6" name="pt1426"/>
            <p:cNvSpPr/>
            <p:nvPr/>
          </p:nvSpPr>
          <p:spPr>
            <a:xfrm>
              <a:off x="2466533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7" name="pt1427"/>
            <p:cNvSpPr/>
            <p:nvPr/>
          </p:nvSpPr>
          <p:spPr>
            <a:xfrm>
              <a:off x="4175074" y="379289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8" name="pt1428"/>
            <p:cNvSpPr/>
            <p:nvPr/>
          </p:nvSpPr>
          <p:spPr>
            <a:xfrm>
              <a:off x="3534371" y="43770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9" name="pt1429"/>
            <p:cNvSpPr/>
            <p:nvPr/>
          </p:nvSpPr>
          <p:spPr>
            <a:xfrm>
              <a:off x="2680100" y="499368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0" name="pt1430"/>
            <p:cNvSpPr/>
            <p:nvPr/>
          </p:nvSpPr>
          <p:spPr>
            <a:xfrm>
              <a:off x="2680100" y="50910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1" name="pt1431"/>
            <p:cNvSpPr/>
            <p:nvPr/>
          </p:nvSpPr>
          <p:spPr>
            <a:xfrm>
              <a:off x="1398694" y="49287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2" name="pt1432"/>
            <p:cNvSpPr/>
            <p:nvPr/>
          </p:nvSpPr>
          <p:spPr>
            <a:xfrm>
              <a:off x="1825830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3" name="pt1433"/>
            <p:cNvSpPr/>
            <p:nvPr/>
          </p:nvSpPr>
          <p:spPr>
            <a:xfrm>
              <a:off x="3107236" y="44419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4" name="pt1434"/>
            <p:cNvSpPr/>
            <p:nvPr/>
          </p:nvSpPr>
          <p:spPr>
            <a:xfrm>
              <a:off x="1612262" y="528577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5" name="pt1435"/>
            <p:cNvSpPr/>
            <p:nvPr/>
          </p:nvSpPr>
          <p:spPr>
            <a:xfrm>
              <a:off x="1185126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6" name="pt1436"/>
            <p:cNvSpPr/>
            <p:nvPr/>
          </p:nvSpPr>
          <p:spPr>
            <a:xfrm>
              <a:off x="1825830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7" name="pt1437"/>
            <p:cNvSpPr/>
            <p:nvPr/>
          </p:nvSpPr>
          <p:spPr>
            <a:xfrm>
              <a:off x="3961507" y="389025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8" name="pt1438"/>
            <p:cNvSpPr/>
            <p:nvPr/>
          </p:nvSpPr>
          <p:spPr>
            <a:xfrm>
              <a:off x="3107236" y="463669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9" name="pt1439"/>
            <p:cNvSpPr/>
            <p:nvPr/>
          </p:nvSpPr>
          <p:spPr>
            <a:xfrm>
              <a:off x="2252965" y="47665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0" name="pt1440"/>
            <p:cNvSpPr/>
            <p:nvPr/>
          </p:nvSpPr>
          <p:spPr>
            <a:xfrm>
              <a:off x="2680100" y="47665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1" name="pt1441"/>
            <p:cNvSpPr/>
            <p:nvPr/>
          </p:nvSpPr>
          <p:spPr>
            <a:xfrm>
              <a:off x="1185126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2" name="pt1442"/>
            <p:cNvSpPr/>
            <p:nvPr/>
          </p:nvSpPr>
          <p:spPr>
            <a:xfrm>
              <a:off x="1398694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3" name="pt1443"/>
            <p:cNvSpPr/>
            <p:nvPr/>
          </p:nvSpPr>
          <p:spPr>
            <a:xfrm>
              <a:off x="971559" y="56427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4" name="pt1444"/>
            <p:cNvSpPr/>
            <p:nvPr/>
          </p:nvSpPr>
          <p:spPr>
            <a:xfrm>
              <a:off x="3107236" y="460424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5" name="pt1445"/>
            <p:cNvSpPr/>
            <p:nvPr/>
          </p:nvSpPr>
          <p:spPr>
            <a:xfrm>
              <a:off x="3534371" y="45068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6" name="pt1446"/>
            <p:cNvSpPr/>
            <p:nvPr/>
          </p:nvSpPr>
          <p:spPr>
            <a:xfrm>
              <a:off x="2466533" y="49287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7" name="pt1447"/>
            <p:cNvSpPr/>
            <p:nvPr/>
          </p:nvSpPr>
          <p:spPr>
            <a:xfrm>
              <a:off x="971559" y="55454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8" name="pt1448"/>
            <p:cNvSpPr/>
            <p:nvPr/>
          </p:nvSpPr>
          <p:spPr>
            <a:xfrm>
              <a:off x="971559" y="56752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9" name="pt1449"/>
            <p:cNvSpPr/>
            <p:nvPr/>
          </p:nvSpPr>
          <p:spPr>
            <a:xfrm>
              <a:off x="3107236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0" name="pt1450"/>
            <p:cNvSpPr/>
            <p:nvPr/>
          </p:nvSpPr>
          <p:spPr>
            <a:xfrm>
              <a:off x="3320804" y="41498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1" name="pt1451"/>
            <p:cNvSpPr/>
            <p:nvPr/>
          </p:nvSpPr>
          <p:spPr>
            <a:xfrm>
              <a:off x="3961507" y="405252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2" name="pt1452"/>
            <p:cNvSpPr/>
            <p:nvPr/>
          </p:nvSpPr>
          <p:spPr>
            <a:xfrm>
              <a:off x="2893668" y="434461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3" name="pt1453"/>
            <p:cNvSpPr/>
            <p:nvPr/>
          </p:nvSpPr>
          <p:spPr>
            <a:xfrm>
              <a:off x="971559" y="54804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4" name="pt1454"/>
            <p:cNvSpPr/>
            <p:nvPr/>
          </p:nvSpPr>
          <p:spPr>
            <a:xfrm>
              <a:off x="2252965" y="473405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5" name="pt1455"/>
            <p:cNvSpPr/>
            <p:nvPr/>
          </p:nvSpPr>
          <p:spPr>
            <a:xfrm>
              <a:off x="3747939" y="398761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6" name="pt1456"/>
            <p:cNvSpPr/>
            <p:nvPr/>
          </p:nvSpPr>
          <p:spPr>
            <a:xfrm>
              <a:off x="3534371" y="40849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7" name="pt1457"/>
            <p:cNvSpPr/>
            <p:nvPr/>
          </p:nvSpPr>
          <p:spPr>
            <a:xfrm>
              <a:off x="3747939" y="40849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8" name="pt1458"/>
            <p:cNvSpPr/>
            <p:nvPr/>
          </p:nvSpPr>
          <p:spPr>
            <a:xfrm>
              <a:off x="3961507" y="41823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9" name="pt1459"/>
            <p:cNvSpPr/>
            <p:nvPr/>
          </p:nvSpPr>
          <p:spPr>
            <a:xfrm>
              <a:off x="2252965" y="457178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0" name="pt1460"/>
            <p:cNvSpPr/>
            <p:nvPr/>
          </p:nvSpPr>
          <p:spPr>
            <a:xfrm>
              <a:off x="3534371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1" name="pt1461"/>
            <p:cNvSpPr/>
            <p:nvPr/>
          </p:nvSpPr>
          <p:spPr>
            <a:xfrm>
              <a:off x="3107236" y="447442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2" name="pt1462"/>
            <p:cNvSpPr/>
            <p:nvPr/>
          </p:nvSpPr>
          <p:spPr>
            <a:xfrm>
              <a:off x="971559" y="53182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3" name="pt1463"/>
            <p:cNvSpPr/>
            <p:nvPr/>
          </p:nvSpPr>
          <p:spPr>
            <a:xfrm>
              <a:off x="3320804" y="45717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4" name="pt1464"/>
            <p:cNvSpPr/>
            <p:nvPr/>
          </p:nvSpPr>
          <p:spPr>
            <a:xfrm>
              <a:off x="1612262" y="55454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5" name="pt1465"/>
            <p:cNvSpPr/>
            <p:nvPr/>
          </p:nvSpPr>
          <p:spPr>
            <a:xfrm>
              <a:off x="3534371" y="43770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6" name="pl1466"/>
            <p:cNvSpPr/>
            <p:nvPr/>
          </p:nvSpPr>
          <p:spPr>
            <a:xfrm>
              <a:off x="782817" y="4193311"/>
              <a:ext cx="3203515" cy="1235023"/>
            </a:xfrm>
            <a:custGeom>
              <a:avLst/>
              <a:gdLst/>
              <a:ahLst/>
              <a:cxnLst/>
              <a:rect l="0" t="0" r="0" b="0"/>
              <a:pathLst>
                <a:path w="3203515" h="1235023">
                  <a:moveTo>
                    <a:pt x="0" y="1235023"/>
                  </a:moveTo>
                  <a:lnTo>
                    <a:pt x="40550" y="1219390"/>
                  </a:lnTo>
                  <a:lnTo>
                    <a:pt x="81101" y="1203757"/>
                  </a:lnTo>
                  <a:lnTo>
                    <a:pt x="121652" y="1188124"/>
                  </a:lnTo>
                  <a:lnTo>
                    <a:pt x="162203" y="1172490"/>
                  </a:lnTo>
                  <a:lnTo>
                    <a:pt x="202754" y="1156857"/>
                  </a:lnTo>
                  <a:lnTo>
                    <a:pt x="243304" y="1141224"/>
                  </a:lnTo>
                  <a:lnTo>
                    <a:pt x="283855" y="1125591"/>
                  </a:lnTo>
                  <a:lnTo>
                    <a:pt x="324406" y="1109958"/>
                  </a:lnTo>
                  <a:lnTo>
                    <a:pt x="364957" y="1094324"/>
                  </a:lnTo>
                  <a:lnTo>
                    <a:pt x="405508" y="1078691"/>
                  </a:lnTo>
                  <a:lnTo>
                    <a:pt x="446059" y="1063058"/>
                  </a:lnTo>
                  <a:lnTo>
                    <a:pt x="486609" y="1047425"/>
                  </a:lnTo>
                  <a:lnTo>
                    <a:pt x="527160" y="1031792"/>
                  </a:lnTo>
                  <a:lnTo>
                    <a:pt x="567711" y="1016158"/>
                  </a:lnTo>
                  <a:lnTo>
                    <a:pt x="608262" y="1000525"/>
                  </a:lnTo>
                  <a:lnTo>
                    <a:pt x="648813" y="984892"/>
                  </a:lnTo>
                  <a:lnTo>
                    <a:pt x="689364" y="969259"/>
                  </a:lnTo>
                  <a:lnTo>
                    <a:pt x="729914" y="953625"/>
                  </a:lnTo>
                  <a:lnTo>
                    <a:pt x="770465" y="937992"/>
                  </a:lnTo>
                  <a:lnTo>
                    <a:pt x="811016" y="922359"/>
                  </a:lnTo>
                  <a:lnTo>
                    <a:pt x="851567" y="906726"/>
                  </a:lnTo>
                  <a:lnTo>
                    <a:pt x="892118" y="891093"/>
                  </a:lnTo>
                  <a:lnTo>
                    <a:pt x="932669" y="875459"/>
                  </a:lnTo>
                  <a:lnTo>
                    <a:pt x="973219" y="859826"/>
                  </a:lnTo>
                  <a:lnTo>
                    <a:pt x="1013770" y="844193"/>
                  </a:lnTo>
                  <a:lnTo>
                    <a:pt x="1054321" y="828560"/>
                  </a:lnTo>
                  <a:lnTo>
                    <a:pt x="1094872" y="812927"/>
                  </a:lnTo>
                  <a:lnTo>
                    <a:pt x="1135423" y="797293"/>
                  </a:lnTo>
                  <a:lnTo>
                    <a:pt x="1175974" y="781660"/>
                  </a:lnTo>
                  <a:lnTo>
                    <a:pt x="1216524" y="766027"/>
                  </a:lnTo>
                  <a:lnTo>
                    <a:pt x="1257075" y="750394"/>
                  </a:lnTo>
                  <a:lnTo>
                    <a:pt x="1297626" y="734760"/>
                  </a:lnTo>
                  <a:lnTo>
                    <a:pt x="1338177" y="719127"/>
                  </a:lnTo>
                  <a:lnTo>
                    <a:pt x="1378728" y="703494"/>
                  </a:lnTo>
                  <a:lnTo>
                    <a:pt x="1419279" y="687861"/>
                  </a:lnTo>
                  <a:lnTo>
                    <a:pt x="1459829" y="672228"/>
                  </a:lnTo>
                  <a:lnTo>
                    <a:pt x="1500380" y="656594"/>
                  </a:lnTo>
                  <a:lnTo>
                    <a:pt x="1540931" y="640961"/>
                  </a:lnTo>
                  <a:lnTo>
                    <a:pt x="1581482" y="625328"/>
                  </a:lnTo>
                  <a:lnTo>
                    <a:pt x="1622033" y="609695"/>
                  </a:lnTo>
                  <a:lnTo>
                    <a:pt x="1662584" y="594062"/>
                  </a:lnTo>
                  <a:lnTo>
                    <a:pt x="1703134" y="578428"/>
                  </a:lnTo>
                  <a:lnTo>
                    <a:pt x="1743685" y="562795"/>
                  </a:lnTo>
                  <a:lnTo>
                    <a:pt x="1784236" y="547162"/>
                  </a:lnTo>
                  <a:lnTo>
                    <a:pt x="1824787" y="531529"/>
                  </a:lnTo>
                  <a:lnTo>
                    <a:pt x="1865338" y="515896"/>
                  </a:lnTo>
                  <a:lnTo>
                    <a:pt x="1905889" y="500262"/>
                  </a:lnTo>
                  <a:lnTo>
                    <a:pt x="1946439" y="484629"/>
                  </a:lnTo>
                  <a:lnTo>
                    <a:pt x="1986990" y="468996"/>
                  </a:lnTo>
                  <a:lnTo>
                    <a:pt x="2027541" y="453363"/>
                  </a:lnTo>
                  <a:lnTo>
                    <a:pt x="2068092" y="437729"/>
                  </a:lnTo>
                  <a:lnTo>
                    <a:pt x="2108643" y="422096"/>
                  </a:lnTo>
                  <a:lnTo>
                    <a:pt x="2149194" y="406463"/>
                  </a:lnTo>
                  <a:lnTo>
                    <a:pt x="2189744" y="390830"/>
                  </a:lnTo>
                  <a:lnTo>
                    <a:pt x="2230295" y="375197"/>
                  </a:lnTo>
                  <a:lnTo>
                    <a:pt x="2270846" y="359563"/>
                  </a:lnTo>
                  <a:lnTo>
                    <a:pt x="2311397" y="343930"/>
                  </a:lnTo>
                  <a:lnTo>
                    <a:pt x="2351948" y="328297"/>
                  </a:lnTo>
                  <a:lnTo>
                    <a:pt x="2392499" y="312664"/>
                  </a:lnTo>
                  <a:lnTo>
                    <a:pt x="2433049" y="297031"/>
                  </a:lnTo>
                  <a:lnTo>
                    <a:pt x="2473600" y="281397"/>
                  </a:lnTo>
                  <a:lnTo>
                    <a:pt x="2514151" y="265764"/>
                  </a:lnTo>
                  <a:lnTo>
                    <a:pt x="2554702" y="250131"/>
                  </a:lnTo>
                  <a:lnTo>
                    <a:pt x="2595253" y="234498"/>
                  </a:lnTo>
                  <a:lnTo>
                    <a:pt x="2635804" y="218864"/>
                  </a:lnTo>
                  <a:lnTo>
                    <a:pt x="2676354" y="203231"/>
                  </a:lnTo>
                  <a:lnTo>
                    <a:pt x="2716905" y="187598"/>
                  </a:lnTo>
                  <a:lnTo>
                    <a:pt x="2757456" y="171965"/>
                  </a:lnTo>
                  <a:lnTo>
                    <a:pt x="2798007" y="156332"/>
                  </a:lnTo>
                  <a:lnTo>
                    <a:pt x="2838558" y="140698"/>
                  </a:lnTo>
                  <a:lnTo>
                    <a:pt x="2879109" y="125065"/>
                  </a:lnTo>
                  <a:lnTo>
                    <a:pt x="2919659" y="109432"/>
                  </a:lnTo>
                  <a:lnTo>
                    <a:pt x="2960210" y="93799"/>
                  </a:lnTo>
                  <a:lnTo>
                    <a:pt x="3000761" y="78166"/>
                  </a:lnTo>
                  <a:lnTo>
                    <a:pt x="3041312" y="62532"/>
                  </a:lnTo>
                  <a:lnTo>
                    <a:pt x="3081863" y="46899"/>
                  </a:lnTo>
                  <a:lnTo>
                    <a:pt x="3122414" y="31266"/>
                  </a:lnTo>
                  <a:lnTo>
                    <a:pt x="3162964" y="15633"/>
                  </a:lnTo>
                  <a:lnTo>
                    <a:pt x="3203515" y="0"/>
                  </a:lnTo>
                </a:path>
              </a:pathLst>
            </a:custGeom>
            <a:ln w="27101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7" name="pl1467"/>
            <p:cNvSpPr/>
            <p:nvPr/>
          </p:nvSpPr>
          <p:spPr>
            <a:xfrm>
              <a:off x="1850655" y="3910237"/>
              <a:ext cx="2349244" cy="1305614"/>
            </a:xfrm>
            <a:custGeom>
              <a:avLst/>
              <a:gdLst/>
              <a:ahLst/>
              <a:cxnLst/>
              <a:rect l="0" t="0" r="0" b="0"/>
              <a:pathLst>
                <a:path w="2349244" h="1305614">
                  <a:moveTo>
                    <a:pt x="0" y="1305614"/>
                  </a:moveTo>
                  <a:lnTo>
                    <a:pt x="29737" y="1289087"/>
                  </a:lnTo>
                  <a:lnTo>
                    <a:pt x="59474" y="1272561"/>
                  </a:lnTo>
                  <a:lnTo>
                    <a:pt x="89211" y="1256034"/>
                  </a:lnTo>
                  <a:lnTo>
                    <a:pt x="118949" y="1239507"/>
                  </a:lnTo>
                  <a:lnTo>
                    <a:pt x="148686" y="1222980"/>
                  </a:lnTo>
                  <a:lnTo>
                    <a:pt x="178423" y="1206454"/>
                  </a:lnTo>
                  <a:lnTo>
                    <a:pt x="208160" y="1189927"/>
                  </a:lnTo>
                  <a:lnTo>
                    <a:pt x="237898" y="1173400"/>
                  </a:lnTo>
                  <a:lnTo>
                    <a:pt x="267635" y="1156873"/>
                  </a:lnTo>
                  <a:lnTo>
                    <a:pt x="297372" y="1140347"/>
                  </a:lnTo>
                  <a:lnTo>
                    <a:pt x="327110" y="1123820"/>
                  </a:lnTo>
                  <a:lnTo>
                    <a:pt x="356847" y="1107293"/>
                  </a:lnTo>
                  <a:lnTo>
                    <a:pt x="386584" y="1090766"/>
                  </a:lnTo>
                  <a:lnTo>
                    <a:pt x="416321" y="1074239"/>
                  </a:lnTo>
                  <a:lnTo>
                    <a:pt x="446059" y="1057713"/>
                  </a:lnTo>
                  <a:lnTo>
                    <a:pt x="475796" y="1041186"/>
                  </a:lnTo>
                  <a:lnTo>
                    <a:pt x="505533" y="1024659"/>
                  </a:lnTo>
                  <a:lnTo>
                    <a:pt x="535270" y="1008132"/>
                  </a:lnTo>
                  <a:lnTo>
                    <a:pt x="565008" y="991606"/>
                  </a:lnTo>
                  <a:lnTo>
                    <a:pt x="594745" y="975079"/>
                  </a:lnTo>
                  <a:lnTo>
                    <a:pt x="624482" y="958552"/>
                  </a:lnTo>
                  <a:lnTo>
                    <a:pt x="654220" y="942025"/>
                  </a:lnTo>
                  <a:lnTo>
                    <a:pt x="683957" y="925499"/>
                  </a:lnTo>
                  <a:lnTo>
                    <a:pt x="713694" y="908972"/>
                  </a:lnTo>
                  <a:lnTo>
                    <a:pt x="743431" y="892445"/>
                  </a:lnTo>
                  <a:lnTo>
                    <a:pt x="773169" y="875918"/>
                  </a:lnTo>
                  <a:lnTo>
                    <a:pt x="802906" y="859391"/>
                  </a:lnTo>
                  <a:lnTo>
                    <a:pt x="832643" y="842865"/>
                  </a:lnTo>
                  <a:lnTo>
                    <a:pt x="862381" y="826338"/>
                  </a:lnTo>
                  <a:lnTo>
                    <a:pt x="892118" y="809811"/>
                  </a:lnTo>
                  <a:lnTo>
                    <a:pt x="921855" y="793284"/>
                  </a:lnTo>
                  <a:lnTo>
                    <a:pt x="951592" y="776758"/>
                  </a:lnTo>
                  <a:lnTo>
                    <a:pt x="981330" y="760231"/>
                  </a:lnTo>
                  <a:lnTo>
                    <a:pt x="1011067" y="743704"/>
                  </a:lnTo>
                  <a:lnTo>
                    <a:pt x="1040804" y="727177"/>
                  </a:lnTo>
                  <a:lnTo>
                    <a:pt x="1070541" y="710651"/>
                  </a:lnTo>
                  <a:lnTo>
                    <a:pt x="1100279" y="694124"/>
                  </a:lnTo>
                  <a:lnTo>
                    <a:pt x="1130016" y="677597"/>
                  </a:lnTo>
                  <a:lnTo>
                    <a:pt x="1159753" y="661070"/>
                  </a:lnTo>
                  <a:lnTo>
                    <a:pt x="1189491" y="644543"/>
                  </a:lnTo>
                  <a:lnTo>
                    <a:pt x="1219228" y="628017"/>
                  </a:lnTo>
                  <a:lnTo>
                    <a:pt x="1248965" y="611490"/>
                  </a:lnTo>
                  <a:lnTo>
                    <a:pt x="1278702" y="594963"/>
                  </a:lnTo>
                  <a:lnTo>
                    <a:pt x="1308440" y="578436"/>
                  </a:lnTo>
                  <a:lnTo>
                    <a:pt x="1338177" y="561910"/>
                  </a:lnTo>
                  <a:lnTo>
                    <a:pt x="1367914" y="545383"/>
                  </a:lnTo>
                  <a:lnTo>
                    <a:pt x="1397652" y="528856"/>
                  </a:lnTo>
                  <a:lnTo>
                    <a:pt x="1427389" y="512329"/>
                  </a:lnTo>
                  <a:lnTo>
                    <a:pt x="1457126" y="495803"/>
                  </a:lnTo>
                  <a:lnTo>
                    <a:pt x="1486863" y="479276"/>
                  </a:lnTo>
                  <a:lnTo>
                    <a:pt x="1516601" y="462749"/>
                  </a:lnTo>
                  <a:lnTo>
                    <a:pt x="1546338" y="446222"/>
                  </a:lnTo>
                  <a:lnTo>
                    <a:pt x="1576075" y="429695"/>
                  </a:lnTo>
                  <a:lnTo>
                    <a:pt x="1605812" y="413169"/>
                  </a:lnTo>
                  <a:lnTo>
                    <a:pt x="1635550" y="396642"/>
                  </a:lnTo>
                  <a:lnTo>
                    <a:pt x="1665287" y="380115"/>
                  </a:lnTo>
                  <a:lnTo>
                    <a:pt x="1695024" y="363588"/>
                  </a:lnTo>
                  <a:lnTo>
                    <a:pt x="1724762" y="347062"/>
                  </a:lnTo>
                  <a:lnTo>
                    <a:pt x="1754499" y="330535"/>
                  </a:lnTo>
                  <a:lnTo>
                    <a:pt x="1784236" y="314008"/>
                  </a:lnTo>
                  <a:lnTo>
                    <a:pt x="1813973" y="297481"/>
                  </a:lnTo>
                  <a:lnTo>
                    <a:pt x="1843711" y="280955"/>
                  </a:lnTo>
                  <a:lnTo>
                    <a:pt x="1873448" y="264428"/>
                  </a:lnTo>
                  <a:lnTo>
                    <a:pt x="1903185" y="247901"/>
                  </a:lnTo>
                  <a:lnTo>
                    <a:pt x="1932923" y="231374"/>
                  </a:lnTo>
                  <a:lnTo>
                    <a:pt x="1962660" y="214847"/>
                  </a:lnTo>
                  <a:lnTo>
                    <a:pt x="1992397" y="198321"/>
                  </a:lnTo>
                  <a:lnTo>
                    <a:pt x="2022134" y="181794"/>
                  </a:lnTo>
                  <a:lnTo>
                    <a:pt x="2051872" y="165267"/>
                  </a:lnTo>
                  <a:lnTo>
                    <a:pt x="2081609" y="148740"/>
                  </a:lnTo>
                  <a:lnTo>
                    <a:pt x="2111346" y="132214"/>
                  </a:lnTo>
                  <a:lnTo>
                    <a:pt x="2141083" y="115687"/>
                  </a:lnTo>
                  <a:lnTo>
                    <a:pt x="2170821" y="99160"/>
                  </a:lnTo>
                  <a:lnTo>
                    <a:pt x="2200558" y="82633"/>
                  </a:lnTo>
                  <a:lnTo>
                    <a:pt x="2230295" y="66107"/>
                  </a:lnTo>
                  <a:lnTo>
                    <a:pt x="2260033" y="49580"/>
                  </a:lnTo>
                  <a:lnTo>
                    <a:pt x="2289770" y="33053"/>
                  </a:lnTo>
                  <a:lnTo>
                    <a:pt x="2319507" y="16526"/>
                  </a:lnTo>
                  <a:lnTo>
                    <a:pt x="2349244" y="0"/>
                  </a:lnTo>
                </a:path>
              </a:pathLst>
            </a:custGeom>
            <a:ln w="27101" cap="flat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8" name="tx1468"/>
            <p:cNvSpPr/>
            <p:nvPr/>
          </p:nvSpPr>
          <p:spPr>
            <a:xfrm>
              <a:off x="799902" y="3669504"/>
              <a:ext cx="91715" cy="909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 i="1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1469" name="tx1469"/>
            <p:cNvSpPr/>
            <p:nvPr/>
          </p:nvSpPr>
          <p:spPr>
            <a:xfrm>
              <a:off x="905254" y="3633952"/>
              <a:ext cx="49441" cy="638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470" name="tx1470"/>
            <p:cNvSpPr/>
            <p:nvPr/>
          </p:nvSpPr>
          <p:spPr>
            <a:xfrm>
              <a:off x="954696" y="3760413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471" name="tx1471"/>
            <p:cNvSpPr/>
            <p:nvPr/>
          </p:nvSpPr>
          <p:spPr>
            <a:xfrm>
              <a:off x="989485" y="3722400"/>
              <a:ext cx="74166" cy="3801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1472" name="tx1472"/>
            <p:cNvSpPr/>
            <p:nvPr/>
          </p:nvSpPr>
          <p:spPr>
            <a:xfrm>
              <a:off x="1063651" y="3760413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473" name="tx1473"/>
            <p:cNvSpPr/>
            <p:nvPr/>
          </p:nvSpPr>
          <p:spPr>
            <a:xfrm>
              <a:off x="1098439" y="3667581"/>
              <a:ext cx="247178" cy="9283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0.54</a:t>
              </a:r>
            </a:p>
          </p:txBody>
        </p:sp>
        <p:sp>
          <p:nvSpPr>
            <p:cNvPr id="1474" name="pl1474"/>
            <p:cNvSpPr/>
            <p:nvPr/>
          </p:nvSpPr>
          <p:spPr>
            <a:xfrm>
              <a:off x="4471975" y="5440412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5" name="pl1475"/>
            <p:cNvSpPr/>
            <p:nvPr/>
          </p:nvSpPr>
          <p:spPr>
            <a:xfrm>
              <a:off x="4471975" y="4791336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6" name="pl1476"/>
            <p:cNvSpPr/>
            <p:nvPr/>
          </p:nvSpPr>
          <p:spPr>
            <a:xfrm>
              <a:off x="4471975" y="4142260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7" name="pl1477"/>
            <p:cNvSpPr/>
            <p:nvPr/>
          </p:nvSpPr>
          <p:spPr>
            <a:xfrm>
              <a:off x="5069965" y="3513467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8" name="pl1478"/>
            <p:cNvSpPr/>
            <p:nvPr/>
          </p:nvSpPr>
          <p:spPr>
            <a:xfrm>
              <a:off x="5924235" y="3513467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9" name="pl1479"/>
            <p:cNvSpPr/>
            <p:nvPr/>
          </p:nvSpPr>
          <p:spPr>
            <a:xfrm>
              <a:off x="6778506" y="3513467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0" name="pl1480"/>
            <p:cNvSpPr/>
            <p:nvPr/>
          </p:nvSpPr>
          <p:spPr>
            <a:xfrm>
              <a:off x="7632777" y="3513467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1" name="pl1481"/>
            <p:cNvSpPr/>
            <p:nvPr/>
          </p:nvSpPr>
          <p:spPr>
            <a:xfrm>
              <a:off x="4471975" y="5764951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2" name="pl1482"/>
            <p:cNvSpPr/>
            <p:nvPr/>
          </p:nvSpPr>
          <p:spPr>
            <a:xfrm>
              <a:off x="4471975" y="5115874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3" name="pl1483"/>
            <p:cNvSpPr/>
            <p:nvPr/>
          </p:nvSpPr>
          <p:spPr>
            <a:xfrm>
              <a:off x="4471975" y="4466798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4" name="pl1484"/>
            <p:cNvSpPr/>
            <p:nvPr/>
          </p:nvSpPr>
          <p:spPr>
            <a:xfrm>
              <a:off x="4471975" y="3817722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5" name="pl1485"/>
            <p:cNvSpPr/>
            <p:nvPr/>
          </p:nvSpPr>
          <p:spPr>
            <a:xfrm>
              <a:off x="4642829" y="3513467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6" name="pl1486"/>
            <p:cNvSpPr/>
            <p:nvPr/>
          </p:nvSpPr>
          <p:spPr>
            <a:xfrm>
              <a:off x="5497100" y="3513467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7" name="pl1487"/>
            <p:cNvSpPr/>
            <p:nvPr/>
          </p:nvSpPr>
          <p:spPr>
            <a:xfrm>
              <a:off x="6351371" y="3513467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8" name="pl1488"/>
            <p:cNvSpPr/>
            <p:nvPr/>
          </p:nvSpPr>
          <p:spPr>
            <a:xfrm>
              <a:off x="7205642" y="3513467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9" name="pl1489"/>
            <p:cNvSpPr/>
            <p:nvPr/>
          </p:nvSpPr>
          <p:spPr>
            <a:xfrm>
              <a:off x="8059913" y="3513467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0" name="pt1490"/>
            <p:cNvSpPr/>
            <p:nvPr/>
          </p:nvSpPr>
          <p:spPr>
            <a:xfrm>
              <a:off x="7052675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1" name="pt1491"/>
            <p:cNvSpPr/>
            <p:nvPr/>
          </p:nvSpPr>
          <p:spPr>
            <a:xfrm>
              <a:off x="7009962" y="444197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2" name="pt1492"/>
            <p:cNvSpPr/>
            <p:nvPr/>
          </p:nvSpPr>
          <p:spPr>
            <a:xfrm>
              <a:off x="6070264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3" name="pt1493"/>
            <p:cNvSpPr/>
            <p:nvPr/>
          </p:nvSpPr>
          <p:spPr>
            <a:xfrm>
              <a:off x="6668253" y="522086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4" name="pt1494"/>
            <p:cNvSpPr/>
            <p:nvPr/>
          </p:nvSpPr>
          <p:spPr>
            <a:xfrm>
              <a:off x="7180816" y="509104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5" name="pt1495"/>
            <p:cNvSpPr/>
            <p:nvPr/>
          </p:nvSpPr>
          <p:spPr>
            <a:xfrm>
              <a:off x="6710967" y="44419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6" name="pt1496"/>
            <p:cNvSpPr/>
            <p:nvPr/>
          </p:nvSpPr>
          <p:spPr>
            <a:xfrm>
              <a:off x="6241118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7" name="pt1497"/>
            <p:cNvSpPr/>
            <p:nvPr/>
          </p:nvSpPr>
          <p:spPr>
            <a:xfrm>
              <a:off x="6796394" y="463669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8" name="pt1498"/>
            <p:cNvSpPr/>
            <p:nvPr/>
          </p:nvSpPr>
          <p:spPr>
            <a:xfrm>
              <a:off x="7308956" y="41823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9" name="pt1499"/>
            <p:cNvSpPr/>
            <p:nvPr/>
          </p:nvSpPr>
          <p:spPr>
            <a:xfrm>
              <a:off x="5856696" y="47665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0" name="pt1500"/>
            <p:cNvSpPr/>
            <p:nvPr/>
          </p:nvSpPr>
          <p:spPr>
            <a:xfrm>
              <a:off x="6881821" y="457178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1" name="pt1501"/>
            <p:cNvSpPr/>
            <p:nvPr/>
          </p:nvSpPr>
          <p:spPr>
            <a:xfrm>
              <a:off x="6027550" y="52533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2" name="pt1502"/>
            <p:cNvSpPr/>
            <p:nvPr/>
          </p:nvSpPr>
          <p:spPr>
            <a:xfrm>
              <a:off x="6753680" y="483141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3" name="pt1503"/>
            <p:cNvSpPr/>
            <p:nvPr/>
          </p:nvSpPr>
          <p:spPr>
            <a:xfrm>
              <a:off x="5728555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4" name="pt1504"/>
            <p:cNvSpPr/>
            <p:nvPr/>
          </p:nvSpPr>
          <p:spPr>
            <a:xfrm>
              <a:off x="5899410" y="541558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5" name="pt1505"/>
            <p:cNvSpPr/>
            <p:nvPr/>
          </p:nvSpPr>
          <p:spPr>
            <a:xfrm>
              <a:off x="6839107" y="440951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6" name="pt1506"/>
            <p:cNvSpPr/>
            <p:nvPr/>
          </p:nvSpPr>
          <p:spPr>
            <a:xfrm>
              <a:off x="6924535" y="466914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7" name="pt1507"/>
            <p:cNvSpPr/>
            <p:nvPr/>
          </p:nvSpPr>
          <p:spPr>
            <a:xfrm>
              <a:off x="6839107" y="45717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8" name="pt1508"/>
            <p:cNvSpPr/>
            <p:nvPr/>
          </p:nvSpPr>
          <p:spPr>
            <a:xfrm>
              <a:off x="7223529" y="402007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9" name="pt1509"/>
            <p:cNvSpPr/>
            <p:nvPr/>
          </p:nvSpPr>
          <p:spPr>
            <a:xfrm>
              <a:off x="5514988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0" name="pt1510"/>
            <p:cNvSpPr/>
            <p:nvPr/>
          </p:nvSpPr>
          <p:spPr>
            <a:xfrm>
              <a:off x="6710967" y="43770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1" name="pt1511"/>
            <p:cNvSpPr/>
            <p:nvPr/>
          </p:nvSpPr>
          <p:spPr>
            <a:xfrm>
              <a:off x="7650665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2" name="pt1512"/>
            <p:cNvSpPr/>
            <p:nvPr/>
          </p:nvSpPr>
          <p:spPr>
            <a:xfrm>
              <a:off x="6326545" y="463669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3" name="pt1513"/>
            <p:cNvSpPr/>
            <p:nvPr/>
          </p:nvSpPr>
          <p:spPr>
            <a:xfrm>
              <a:off x="7693378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4" name="pt1514"/>
            <p:cNvSpPr/>
            <p:nvPr/>
          </p:nvSpPr>
          <p:spPr>
            <a:xfrm>
              <a:off x="6027550" y="48638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5" name="pt1515"/>
            <p:cNvSpPr/>
            <p:nvPr/>
          </p:nvSpPr>
          <p:spPr>
            <a:xfrm>
              <a:off x="5429561" y="54804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6" name="pt1516"/>
            <p:cNvSpPr/>
            <p:nvPr/>
          </p:nvSpPr>
          <p:spPr>
            <a:xfrm>
              <a:off x="5856696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7" name="pt1517"/>
            <p:cNvSpPr/>
            <p:nvPr/>
          </p:nvSpPr>
          <p:spPr>
            <a:xfrm>
              <a:off x="6753680" y="41498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8" name="pt1518"/>
            <p:cNvSpPr/>
            <p:nvPr/>
          </p:nvSpPr>
          <p:spPr>
            <a:xfrm>
              <a:off x="6411972" y="46042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9" name="pt1519"/>
            <p:cNvSpPr/>
            <p:nvPr/>
          </p:nvSpPr>
          <p:spPr>
            <a:xfrm>
              <a:off x="5899410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0" name="pt1520"/>
            <p:cNvSpPr/>
            <p:nvPr/>
          </p:nvSpPr>
          <p:spPr>
            <a:xfrm>
              <a:off x="5984837" y="47016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1" name="pt1521"/>
            <p:cNvSpPr/>
            <p:nvPr/>
          </p:nvSpPr>
          <p:spPr>
            <a:xfrm>
              <a:off x="7394384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2" name="pt1522"/>
            <p:cNvSpPr/>
            <p:nvPr/>
          </p:nvSpPr>
          <p:spPr>
            <a:xfrm>
              <a:off x="7095389" y="440951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3" name="pt1523"/>
            <p:cNvSpPr/>
            <p:nvPr/>
          </p:nvSpPr>
          <p:spPr>
            <a:xfrm>
              <a:off x="7180816" y="466914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4" name="pt1524"/>
            <p:cNvSpPr/>
            <p:nvPr/>
          </p:nvSpPr>
          <p:spPr>
            <a:xfrm>
              <a:off x="6625540" y="47665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5" name="pt1525"/>
            <p:cNvSpPr/>
            <p:nvPr/>
          </p:nvSpPr>
          <p:spPr>
            <a:xfrm>
              <a:off x="8035087" y="366308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6" name="pt1526"/>
            <p:cNvSpPr/>
            <p:nvPr/>
          </p:nvSpPr>
          <p:spPr>
            <a:xfrm>
              <a:off x="7949660" y="385780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7" name="pt1527"/>
            <p:cNvSpPr/>
            <p:nvPr/>
          </p:nvSpPr>
          <p:spPr>
            <a:xfrm>
              <a:off x="5472274" y="561030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8" name="pt1528"/>
            <p:cNvSpPr/>
            <p:nvPr/>
          </p:nvSpPr>
          <p:spPr>
            <a:xfrm>
              <a:off x="6326545" y="463669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9" name="pt1529"/>
            <p:cNvSpPr/>
            <p:nvPr/>
          </p:nvSpPr>
          <p:spPr>
            <a:xfrm>
              <a:off x="6924535" y="41823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0" name="pt1530"/>
            <p:cNvSpPr/>
            <p:nvPr/>
          </p:nvSpPr>
          <p:spPr>
            <a:xfrm>
              <a:off x="6881821" y="463669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1" name="pt1531"/>
            <p:cNvSpPr/>
            <p:nvPr/>
          </p:nvSpPr>
          <p:spPr>
            <a:xfrm>
              <a:off x="6668253" y="45068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2" name="pt1532"/>
            <p:cNvSpPr/>
            <p:nvPr/>
          </p:nvSpPr>
          <p:spPr>
            <a:xfrm>
              <a:off x="7223529" y="424724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3" name="pt1533"/>
            <p:cNvSpPr/>
            <p:nvPr/>
          </p:nvSpPr>
          <p:spPr>
            <a:xfrm>
              <a:off x="7864233" y="392271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4" name="pt1534"/>
            <p:cNvSpPr/>
            <p:nvPr/>
          </p:nvSpPr>
          <p:spPr>
            <a:xfrm>
              <a:off x="6411972" y="447442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5" name="pt1535"/>
            <p:cNvSpPr/>
            <p:nvPr/>
          </p:nvSpPr>
          <p:spPr>
            <a:xfrm>
              <a:off x="7095389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6" name="pt1536"/>
            <p:cNvSpPr/>
            <p:nvPr/>
          </p:nvSpPr>
          <p:spPr>
            <a:xfrm>
              <a:off x="6155691" y="48314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7" name="pt1537"/>
            <p:cNvSpPr/>
            <p:nvPr/>
          </p:nvSpPr>
          <p:spPr>
            <a:xfrm>
              <a:off x="7009962" y="389025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8" name="pt1538"/>
            <p:cNvSpPr/>
            <p:nvPr/>
          </p:nvSpPr>
          <p:spPr>
            <a:xfrm>
              <a:off x="6411972" y="450688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9" name="pt1539"/>
            <p:cNvSpPr/>
            <p:nvPr/>
          </p:nvSpPr>
          <p:spPr>
            <a:xfrm>
              <a:off x="7949660" y="37604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0" name="pt1540"/>
            <p:cNvSpPr/>
            <p:nvPr/>
          </p:nvSpPr>
          <p:spPr>
            <a:xfrm>
              <a:off x="7949660" y="385780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1" name="pt1541"/>
            <p:cNvSpPr/>
            <p:nvPr/>
          </p:nvSpPr>
          <p:spPr>
            <a:xfrm>
              <a:off x="7180816" y="434461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2" name="pt1542"/>
            <p:cNvSpPr/>
            <p:nvPr/>
          </p:nvSpPr>
          <p:spPr>
            <a:xfrm>
              <a:off x="7351670" y="45068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3" name="pt1543"/>
            <p:cNvSpPr/>
            <p:nvPr/>
          </p:nvSpPr>
          <p:spPr>
            <a:xfrm>
              <a:off x="6070264" y="47989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4" name="pt1544"/>
            <p:cNvSpPr/>
            <p:nvPr/>
          </p:nvSpPr>
          <p:spPr>
            <a:xfrm>
              <a:off x="7052675" y="42797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5" name="pt1545"/>
            <p:cNvSpPr/>
            <p:nvPr/>
          </p:nvSpPr>
          <p:spPr>
            <a:xfrm>
              <a:off x="6454686" y="47016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6" name="pt1546"/>
            <p:cNvSpPr/>
            <p:nvPr/>
          </p:nvSpPr>
          <p:spPr>
            <a:xfrm>
              <a:off x="5984837" y="457178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7" name="pt1547"/>
            <p:cNvSpPr/>
            <p:nvPr/>
          </p:nvSpPr>
          <p:spPr>
            <a:xfrm>
              <a:off x="6497399" y="44744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8" name="pt1548"/>
            <p:cNvSpPr/>
            <p:nvPr/>
          </p:nvSpPr>
          <p:spPr>
            <a:xfrm>
              <a:off x="6027550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9" name="pt1549"/>
            <p:cNvSpPr/>
            <p:nvPr/>
          </p:nvSpPr>
          <p:spPr>
            <a:xfrm>
              <a:off x="6625540" y="47016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0" name="pt1550"/>
            <p:cNvSpPr/>
            <p:nvPr/>
          </p:nvSpPr>
          <p:spPr>
            <a:xfrm>
              <a:off x="6839107" y="405252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1" name="pt1551"/>
            <p:cNvSpPr/>
            <p:nvPr/>
          </p:nvSpPr>
          <p:spPr>
            <a:xfrm>
              <a:off x="5856696" y="44744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2" name="pt1552"/>
            <p:cNvSpPr/>
            <p:nvPr/>
          </p:nvSpPr>
          <p:spPr>
            <a:xfrm>
              <a:off x="7095389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3" name="pt1553"/>
            <p:cNvSpPr/>
            <p:nvPr/>
          </p:nvSpPr>
          <p:spPr>
            <a:xfrm>
              <a:off x="5942123" y="47016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4" name="pt1554"/>
            <p:cNvSpPr/>
            <p:nvPr/>
          </p:nvSpPr>
          <p:spPr>
            <a:xfrm>
              <a:off x="6241118" y="437706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5" name="pt1555"/>
            <p:cNvSpPr/>
            <p:nvPr/>
          </p:nvSpPr>
          <p:spPr>
            <a:xfrm>
              <a:off x="6112977" y="46691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6" name="pt1556"/>
            <p:cNvSpPr/>
            <p:nvPr/>
          </p:nvSpPr>
          <p:spPr>
            <a:xfrm>
              <a:off x="5514988" y="50261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7" name="pt1557"/>
            <p:cNvSpPr/>
            <p:nvPr/>
          </p:nvSpPr>
          <p:spPr>
            <a:xfrm>
              <a:off x="7607951" y="39551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8" name="pt1558"/>
            <p:cNvSpPr/>
            <p:nvPr/>
          </p:nvSpPr>
          <p:spPr>
            <a:xfrm>
              <a:off x="6582826" y="39551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9" name="pt1559"/>
            <p:cNvSpPr/>
            <p:nvPr/>
          </p:nvSpPr>
          <p:spPr>
            <a:xfrm>
              <a:off x="5856696" y="46691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0" name="pt1560"/>
            <p:cNvSpPr/>
            <p:nvPr/>
          </p:nvSpPr>
          <p:spPr>
            <a:xfrm>
              <a:off x="6155691" y="51235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1" name="pt1561"/>
            <p:cNvSpPr/>
            <p:nvPr/>
          </p:nvSpPr>
          <p:spPr>
            <a:xfrm>
              <a:off x="6839107" y="496123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2" name="pt1562"/>
            <p:cNvSpPr/>
            <p:nvPr/>
          </p:nvSpPr>
          <p:spPr>
            <a:xfrm>
              <a:off x="6454686" y="47989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3" name="pt1563"/>
            <p:cNvSpPr/>
            <p:nvPr/>
          </p:nvSpPr>
          <p:spPr>
            <a:xfrm>
              <a:off x="6582826" y="44095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4" name="pt1564"/>
            <p:cNvSpPr/>
            <p:nvPr/>
          </p:nvSpPr>
          <p:spPr>
            <a:xfrm>
              <a:off x="5045139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5" name="pt1565"/>
            <p:cNvSpPr/>
            <p:nvPr/>
          </p:nvSpPr>
          <p:spPr>
            <a:xfrm>
              <a:off x="6112977" y="47665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6" name="pt1566"/>
            <p:cNvSpPr/>
            <p:nvPr/>
          </p:nvSpPr>
          <p:spPr>
            <a:xfrm>
              <a:off x="5557701" y="53831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7" name="pt1567"/>
            <p:cNvSpPr/>
            <p:nvPr/>
          </p:nvSpPr>
          <p:spPr>
            <a:xfrm>
              <a:off x="6070264" y="47989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8" name="pt1568"/>
            <p:cNvSpPr/>
            <p:nvPr/>
          </p:nvSpPr>
          <p:spPr>
            <a:xfrm>
              <a:off x="5344133" y="528577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9" name="pt1569"/>
            <p:cNvSpPr/>
            <p:nvPr/>
          </p:nvSpPr>
          <p:spPr>
            <a:xfrm>
              <a:off x="5087852" y="570767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0" name="pt1570"/>
            <p:cNvSpPr/>
            <p:nvPr/>
          </p:nvSpPr>
          <p:spPr>
            <a:xfrm>
              <a:off x="5386847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1" name="pt1571"/>
            <p:cNvSpPr/>
            <p:nvPr/>
          </p:nvSpPr>
          <p:spPr>
            <a:xfrm>
              <a:off x="4618003" y="57401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2" name="pt1572"/>
            <p:cNvSpPr/>
            <p:nvPr/>
          </p:nvSpPr>
          <p:spPr>
            <a:xfrm>
              <a:off x="4618003" y="57401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3" name="pt1573"/>
            <p:cNvSpPr/>
            <p:nvPr/>
          </p:nvSpPr>
          <p:spPr>
            <a:xfrm>
              <a:off x="4618003" y="57401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4" name="pt1574"/>
            <p:cNvSpPr/>
            <p:nvPr/>
          </p:nvSpPr>
          <p:spPr>
            <a:xfrm>
              <a:off x="4618003" y="57401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5" name="pt1575"/>
            <p:cNvSpPr/>
            <p:nvPr/>
          </p:nvSpPr>
          <p:spPr>
            <a:xfrm>
              <a:off x="5899410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6" name="pt1576"/>
            <p:cNvSpPr/>
            <p:nvPr/>
          </p:nvSpPr>
          <p:spPr>
            <a:xfrm>
              <a:off x="5728555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7" name="pt1577"/>
            <p:cNvSpPr/>
            <p:nvPr/>
          </p:nvSpPr>
          <p:spPr>
            <a:xfrm>
              <a:off x="6454686" y="46042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8" name="pt1578"/>
            <p:cNvSpPr/>
            <p:nvPr/>
          </p:nvSpPr>
          <p:spPr>
            <a:xfrm>
              <a:off x="4618003" y="57401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9" name="pt1579"/>
            <p:cNvSpPr/>
            <p:nvPr/>
          </p:nvSpPr>
          <p:spPr>
            <a:xfrm>
              <a:off x="5728555" y="47665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0" name="pt1580"/>
            <p:cNvSpPr/>
            <p:nvPr/>
          </p:nvSpPr>
          <p:spPr>
            <a:xfrm>
              <a:off x="4660717" y="57401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1" name="pt1581"/>
            <p:cNvSpPr/>
            <p:nvPr/>
          </p:nvSpPr>
          <p:spPr>
            <a:xfrm>
              <a:off x="5643128" y="54480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2" name="pt1582"/>
            <p:cNvSpPr/>
            <p:nvPr/>
          </p:nvSpPr>
          <p:spPr>
            <a:xfrm>
              <a:off x="5942123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3" name="pt1583"/>
            <p:cNvSpPr/>
            <p:nvPr/>
          </p:nvSpPr>
          <p:spPr>
            <a:xfrm>
              <a:off x="6924535" y="45393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4" name="pt1584"/>
            <p:cNvSpPr/>
            <p:nvPr/>
          </p:nvSpPr>
          <p:spPr>
            <a:xfrm>
              <a:off x="6753680" y="44095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5" name="pt1585"/>
            <p:cNvSpPr/>
            <p:nvPr/>
          </p:nvSpPr>
          <p:spPr>
            <a:xfrm>
              <a:off x="5130566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6" name="pt1586"/>
            <p:cNvSpPr/>
            <p:nvPr/>
          </p:nvSpPr>
          <p:spPr>
            <a:xfrm>
              <a:off x="4618003" y="57401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7" name="pt1587"/>
            <p:cNvSpPr/>
            <p:nvPr/>
          </p:nvSpPr>
          <p:spPr>
            <a:xfrm>
              <a:off x="5728555" y="52533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8" name="pt1588"/>
            <p:cNvSpPr/>
            <p:nvPr/>
          </p:nvSpPr>
          <p:spPr>
            <a:xfrm>
              <a:off x="7095389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9" name="pt1589"/>
            <p:cNvSpPr/>
            <p:nvPr/>
          </p:nvSpPr>
          <p:spPr>
            <a:xfrm>
              <a:off x="7180816" y="41498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0" name="pt1590"/>
            <p:cNvSpPr/>
            <p:nvPr/>
          </p:nvSpPr>
          <p:spPr>
            <a:xfrm>
              <a:off x="5643128" y="473405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1" name="pt1591"/>
            <p:cNvSpPr/>
            <p:nvPr/>
          </p:nvSpPr>
          <p:spPr>
            <a:xfrm>
              <a:off x="5344133" y="48638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2" name="pt1592"/>
            <p:cNvSpPr/>
            <p:nvPr/>
          </p:nvSpPr>
          <p:spPr>
            <a:xfrm>
              <a:off x="7138102" y="405252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3" name="pt1593"/>
            <p:cNvSpPr/>
            <p:nvPr/>
          </p:nvSpPr>
          <p:spPr>
            <a:xfrm>
              <a:off x="6454686" y="46691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4" name="pt1594"/>
            <p:cNvSpPr/>
            <p:nvPr/>
          </p:nvSpPr>
          <p:spPr>
            <a:xfrm>
              <a:off x="6411972" y="414988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5" name="pt1595"/>
            <p:cNvSpPr/>
            <p:nvPr/>
          </p:nvSpPr>
          <p:spPr>
            <a:xfrm>
              <a:off x="5643128" y="47665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6" name="pt1596"/>
            <p:cNvSpPr/>
            <p:nvPr/>
          </p:nvSpPr>
          <p:spPr>
            <a:xfrm>
              <a:off x="7180816" y="424724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7" name="pt1597"/>
            <p:cNvSpPr/>
            <p:nvPr/>
          </p:nvSpPr>
          <p:spPr>
            <a:xfrm>
              <a:off x="7052675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8" name="pt1598"/>
            <p:cNvSpPr/>
            <p:nvPr/>
          </p:nvSpPr>
          <p:spPr>
            <a:xfrm>
              <a:off x="6497399" y="44419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9" name="pt1599"/>
            <p:cNvSpPr/>
            <p:nvPr/>
          </p:nvSpPr>
          <p:spPr>
            <a:xfrm>
              <a:off x="7351670" y="418234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0" name="pt1600"/>
            <p:cNvSpPr/>
            <p:nvPr/>
          </p:nvSpPr>
          <p:spPr>
            <a:xfrm>
              <a:off x="7351670" y="421479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1" name="pt1601"/>
            <p:cNvSpPr/>
            <p:nvPr/>
          </p:nvSpPr>
          <p:spPr>
            <a:xfrm>
              <a:off x="7565238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2" name="pt1602"/>
            <p:cNvSpPr/>
            <p:nvPr/>
          </p:nvSpPr>
          <p:spPr>
            <a:xfrm>
              <a:off x="7351670" y="424724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3" name="pt1603"/>
            <p:cNvSpPr/>
            <p:nvPr/>
          </p:nvSpPr>
          <p:spPr>
            <a:xfrm>
              <a:off x="7693378" y="421479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4" name="pt1604"/>
            <p:cNvSpPr/>
            <p:nvPr/>
          </p:nvSpPr>
          <p:spPr>
            <a:xfrm>
              <a:off x="7607951" y="369553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5" name="pt1605"/>
            <p:cNvSpPr/>
            <p:nvPr/>
          </p:nvSpPr>
          <p:spPr>
            <a:xfrm>
              <a:off x="6411972" y="496123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6" name="pt1606"/>
            <p:cNvSpPr/>
            <p:nvPr/>
          </p:nvSpPr>
          <p:spPr>
            <a:xfrm>
              <a:off x="7138102" y="405252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7" name="pt1607"/>
            <p:cNvSpPr/>
            <p:nvPr/>
          </p:nvSpPr>
          <p:spPr>
            <a:xfrm>
              <a:off x="7223529" y="45717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8" name="pt1608"/>
            <p:cNvSpPr/>
            <p:nvPr/>
          </p:nvSpPr>
          <p:spPr>
            <a:xfrm>
              <a:off x="7351670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9" name="pt1609"/>
            <p:cNvSpPr/>
            <p:nvPr/>
          </p:nvSpPr>
          <p:spPr>
            <a:xfrm>
              <a:off x="6881821" y="53831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0" name="pt1610"/>
            <p:cNvSpPr/>
            <p:nvPr/>
          </p:nvSpPr>
          <p:spPr>
            <a:xfrm>
              <a:off x="7351670" y="42797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1" name="pt1611"/>
            <p:cNvSpPr/>
            <p:nvPr/>
          </p:nvSpPr>
          <p:spPr>
            <a:xfrm>
              <a:off x="7864233" y="363062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2" name="pt1612"/>
            <p:cNvSpPr/>
            <p:nvPr/>
          </p:nvSpPr>
          <p:spPr>
            <a:xfrm>
              <a:off x="7949660" y="37604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3" name="pt1613"/>
            <p:cNvSpPr/>
            <p:nvPr/>
          </p:nvSpPr>
          <p:spPr>
            <a:xfrm>
              <a:off x="7052675" y="418234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4" name="pt1614"/>
            <p:cNvSpPr/>
            <p:nvPr/>
          </p:nvSpPr>
          <p:spPr>
            <a:xfrm>
              <a:off x="7821519" y="41498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5" name="pt1615"/>
            <p:cNvSpPr/>
            <p:nvPr/>
          </p:nvSpPr>
          <p:spPr>
            <a:xfrm>
              <a:off x="6668253" y="48314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6" name="pt1616"/>
            <p:cNvSpPr/>
            <p:nvPr/>
          </p:nvSpPr>
          <p:spPr>
            <a:xfrm>
              <a:off x="7138102" y="42797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7" name="pt1617"/>
            <p:cNvSpPr/>
            <p:nvPr/>
          </p:nvSpPr>
          <p:spPr>
            <a:xfrm>
              <a:off x="7223529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8" name="pt1618"/>
            <p:cNvSpPr/>
            <p:nvPr/>
          </p:nvSpPr>
          <p:spPr>
            <a:xfrm>
              <a:off x="6070264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9" name="pt1619"/>
            <p:cNvSpPr/>
            <p:nvPr/>
          </p:nvSpPr>
          <p:spPr>
            <a:xfrm>
              <a:off x="7138102" y="466914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0" name="pt1620"/>
            <p:cNvSpPr/>
            <p:nvPr/>
          </p:nvSpPr>
          <p:spPr>
            <a:xfrm>
              <a:off x="7095389" y="434461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1" name="pt1621"/>
            <p:cNvSpPr/>
            <p:nvPr/>
          </p:nvSpPr>
          <p:spPr>
            <a:xfrm>
              <a:off x="7778805" y="398761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2" name="pt1622"/>
            <p:cNvSpPr/>
            <p:nvPr/>
          </p:nvSpPr>
          <p:spPr>
            <a:xfrm>
              <a:off x="7949660" y="41823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3" name="pt1623"/>
            <p:cNvSpPr/>
            <p:nvPr/>
          </p:nvSpPr>
          <p:spPr>
            <a:xfrm>
              <a:off x="5429561" y="52533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4" name="pt1624"/>
            <p:cNvSpPr/>
            <p:nvPr/>
          </p:nvSpPr>
          <p:spPr>
            <a:xfrm>
              <a:off x="7223529" y="463669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5" name="pt1625"/>
            <p:cNvSpPr/>
            <p:nvPr/>
          </p:nvSpPr>
          <p:spPr>
            <a:xfrm>
              <a:off x="7864233" y="363062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6" name="pt1626"/>
            <p:cNvSpPr/>
            <p:nvPr/>
          </p:nvSpPr>
          <p:spPr>
            <a:xfrm>
              <a:off x="7223529" y="41823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7" name="pt1627"/>
            <p:cNvSpPr/>
            <p:nvPr/>
          </p:nvSpPr>
          <p:spPr>
            <a:xfrm>
              <a:off x="6155691" y="450688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8" name="pt1628"/>
            <p:cNvSpPr/>
            <p:nvPr/>
          </p:nvSpPr>
          <p:spPr>
            <a:xfrm>
              <a:off x="7949660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9" name="pt1629"/>
            <p:cNvSpPr/>
            <p:nvPr/>
          </p:nvSpPr>
          <p:spPr>
            <a:xfrm>
              <a:off x="6241118" y="44419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0" name="pt1630"/>
            <p:cNvSpPr/>
            <p:nvPr/>
          </p:nvSpPr>
          <p:spPr>
            <a:xfrm>
              <a:off x="6540113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1" name="pt1631"/>
            <p:cNvSpPr/>
            <p:nvPr/>
          </p:nvSpPr>
          <p:spPr>
            <a:xfrm>
              <a:off x="7052675" y="402007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2" name="pt1632"/>
            <p:cNvSpPr/>
            <p:nvPr/>
          </p:nvSpPr>
          <p:spPr>
            <a:xfrm>
              <a:off x="5813982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3" name="pt1633"/>
            <p:cNvSpPr/>
            <p:nvPr/>
          </p:nvSpPr>
          <p:spPr>
            <a:xfrm>
              <a:off x="6796394" y="45068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4" name="pt1634"/>
            <p:cNvSpPr/>
            <p:nvPr/>
          </p:nvSpPr>
          <p:spPr>
            <a:xfrm>
              <a:off x="6710967" y="46042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5" name="pt1635"/>
            <p:cNvSpPr/>
            <p:nvPr/>
          </p:nvSpPr>
          <p:spPr>
            <a:xfrm>
              <a:off x="6796394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6" name="pt1636"/>
            <p:cNvSpPr/>
            <p:nvPr/>
          </p:nvSpPr>
          <p:spPr>
            <a:xfrm>
              <a:off x="7607951" y="434461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7" name="pt1637"/>
            <p:cNvSpPr/>
            <p:nvPr/>
          </p:nvSpPr>
          <p:spPr>
            <a:xfrm>
              <a:off x="5984837" y="499368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8" name="pt1638"/>
            <p:cNvSpPr/>
            <p:nvPr/>
          </p:nvSpPr>
          <p:spPr>
            <a:xfrm>
              <a:off x="7308956" y="37604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9" name="pt1639"/>
            <p:cNvSpPr/>
            <p:nvPr/>
          </p:nvSpPr>
          <p:spPr>
            <a:xfrm>
              <a:off x="6881821" y="45068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0" name="pt1640"/>
            <p:cNvSpPr/>
            <p:nvPr/>
          </p:nvSpPr>
          <p:spPr>
            <a:xfrm>
              <a:off x="6710967" y="47016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1" name="pt1641"/>
            <p:cNvSpPr/>
            <p:nvPr/>
          </p:nvSpPr>
          <p:spPr>
            <a:xfrm>
              <a:off x="7009962" y="42797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2" name="pt1642"/>
            <p:cNvSpPr/>
            <p:nvPr/>
          </p:nvSpPr>
          <p:spPr>
            <a:xfrm>
              <a:off x="6582826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3" name="pt1643"/>
            <p:cNvSpPr/>
            <p:nvPr/>
          </p:nvSpPr>
          <p:spPr>
            <a:xfrm>
              <a:off x="6839107" y="47340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4" name="pt1644"/>
            <p:cNvSpPr/>
            <p:nvPr/>
          </p:nvSpPr>
          <p:spPr>
            <a:xfrm>
              <a:off x="7650665" y="392271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5" name="pt1645"/>
            <p:cNvSpPr/>
            <p:nvPr/>
          </p:nvSpPr>
          <p:spPr>
            <a:xfrm>
              <a:off x="7095389" y="45068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6" name="pt1646"/>
            <p:cNvSpPr/>
            <p:nvPr/>
          </p:nvSpPr>
          <p:spPr>
            <a:xfrm>
              <a:off x="7009962" y="42472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7" name="pt1647"/>
            <p:cNvSpPr/>
            <p:nvPr/>
          </p:nvSpPr>
          <p:spPr>
            <a:xfrm>
              <a:off x="5856696" y="473405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8" name="pt1648"/>
            <p:cNvSpPr/>
            <p:nvPr/>
          </p:nvSpPr>
          <p:spPr>
            <a:xfrm>
              <a:off x="5942123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9" name="pt1649"/>
            <p:cNvSpPr/>
            <p:nvPr/>
          </p:nvSpPr>
          <p:spPr>
            <a:xfrm>
              <a:off x="6967248" y="463669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0" name="pt1650"/>
            <p:cNvSpPr/>
            <p:nvPr/>
          </p:nvSpPr>
          <p:spPr>
            <a:xfrm>
              <a:off x="6753680" y="40849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1" name="pt1651"/>
            <p:cNvSpPr/>
            <p:nvPr/>
          </p:nvSpPr>
          <p:spPr>
            <a:xfrm>
              <a:off x="5429561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2" name="pt1652"/>
            <p:cNvSpPr/>
            <p:nvPr/>
          </p:nvSpPr>
          <p:spPr>
            <a:xfrm>
              <a:off x="6411972" y="489632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3" name="pt1653"/>
            <p:cNvSpPr/>
            <p:nvPr/>
          </p:nvSpPr>
          <p:spPr>
            <a:xfrm>
              <a:off x="7223529" y="41498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4" name="pt1654"/>
            <p:cNvSpPr/>
            <p:nvPr/>
          </p:nvSpPr>
          <p:spPr>
            <a:xfrm>
              <a:off x="7223529" y="41823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5" name="pt1655"/>
            <p:cNvSpPr/>
            <p:nvPr/>
          </p:nvSpPr>
          <p:spPr>
            <a:xfrm>
              <a:off x="6411972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6" name="pt1656"/>
            <p:cNvSpPr/>
            <p:nvPr/>
          </p:nvSpPr>
          <p:spPr>
            <a:xfrm>
              <a:off x="7052675" y="42797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7" name="pt1657"/>
            <p:cNvSpPr/>
            <p:nvPr/>
          </p:nvSpPr>
          <p:spPr>
            <a:xfrm>
              <a:off x="5728555" y="499368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8" name="pt1658"/>
            <p:cNvSpPr/>
            <p:nvPr/>
          </p:nvSpPr>
          <p:spPr>
            <a:xfrm>
              <a:off x="6796394" y="421479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9" name="pt1659"/>
            <p:cNvSpPr/>
            <p:nvPr/>
          </p:nvSpPr>
          <p:spPr>
            <a:xfrm>
              <a:off x="6411972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0" name="pt1660"/>
            <p:cNvSpPr/>
            <p:nvPr/>
          </p:nvSpPr>
          <p:spPr>
            <a:xfrm>
              <a:off x="4959712" y="54804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1" name="pt1661"/>
            <p:cNvSpPr/>
            <p:nvPr/>
          </p:nvSpPr>
          <p:spPr>
            <a:xfrm>
              <a:off x="6326545" y="476651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2" name="pt1662"/>
            <p:cNvSpPr/>
            <p:nvPr/>
          </p:nvSpPr>
          <p:spPr>
            <a:xfrm>
              <a:off x="5899410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3" name="pt1663"/>
            <p:cNvSpPr/>
            <p:nvPr/>
          </p:nvSpPr>
          <p:spPr>
            <a:xfrm>
              <a:off x="7565238" y="37279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4" name="pt1664"/>
            <p:cNvSpPr/>
            <p:nvPr/>
          </p:nvSpPr>
          <p:spPr>
            <a:xfrm>
              <a:off x="5514988" y="531822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5" name="pt1665"/>
            <p:cNvSpPr/>
            <p:nvPr/>
          </p:nvSpPr>
          <p:spPr>
            <a:xfrm>
              <a:off x="7223529" y="389025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6" name="pt1666"/>
            <p:cNvSpPr/>
            <p:nvPr/>
          </p:nvSpPr>
          <p:spPr>
            <a:xfrm>
              <a:off x="5514988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7" name="pt1667"/>
            <p:cNvSpPr/>
            <p:nvPr/>
          </p:nvSpPr>
          <p:spPr>
            <a:xfrm>
              <a:off x="7223529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8" name="pt1668"/>
            <p:cNvSpPr/>
            <p:nvPr/>
          </p:nvSpPr>
          <p:spPr>
            <a:xfrm>
              <a:off x="6369259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9" name="pt1669"/>
            <p:cNvSpPr/>
            <p:nvPr/>
          </p:nvSpPr>
          <p:spPr>
            <a:xfrm>
              <a:off x="7308956" y="405252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0" name="pt1670"/>
            <p:cNvSpPr/>
            <p:nvPr/>
          </p:nvSpPr>
          <p:spPr>
            <a:xfrm>
              <a:off x="7437097" y="44095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1" name="pt1671"/>
            <p:cNvSpPr/>
            <p:nvPr/>
          </p:nvSpPr>
          <p:spPr>
            <a:xfrm>
              <a:off x="6668253" y="483141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2" name="pt1672"/>
            <p:cNvSpPr/>
            <p:nvPr/>
          </p:nvSpPr>
          <p:spPr>
            <a:xfrm>
              <a:off x="5344133" y="528577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3" name="pt1673"/>
            <p:cNvSpPr/>
            <p:nvPr/>
          </p:nvSpPr>
          <p:spPr>
            <a:xfrm>
              <a:off x="6241118" y="499368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4" name="pt1674"/>
            <p:cNvSpPr/>
            <p:nvPr/>
          </p:nvSpPr>
          <p:spPr>
            <a:xfrm>
              <a:off x="5173279" y="53506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5" name="pt1675"/>
            <p:cNvSpPr/>
            <p:nvPr/>
          </p:nvSpPr>
          <p:spPr>
            <a:xfrm>
              <a:off x="6753680" y="444197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6" name="pt1676"/>
            <p:cNvSpPr/>
            <p:nvPr/>
          </p:nvSpPr>
          <p:spPr>
            <a:xfrm>
              <a:off x="6369259" y="47016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7" name="pt1677"/>
            <p:cNvSpPr/>
            <p:nvPr/>
          </p:nvSpPr>
          <p:spPr>
            <a:xfrm>
              <a:off x="6582826" y="434461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8" name="pt1678"/>
            <p:cNvSpPr/>
            <p:nvPr/>
          </p:nvSpPr>
          <p:spPr>
            <a:xfrm>
              <a:off x="6668253" y="43770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9" name="pt1679"/>
            <p:cNvSpPr/>
            <p:nvPr/>
          </p:nvSpPr>
          <p:spPr>
            <a:xfrm>
              <a:off x="7138102" y="47016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0" name="pt1680"/>
            <p:cNvSpPr/>
            <p:nvPr/>
          </p:nvSpPr>
          <p:spPr>
            <a:xfrm>
              <a:off x="7308956" y="45717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1" name="pt1681"/>
            <p:cNvSpPr/>
            <p:nvPr/>
          </p:nvSpPr>
          <p:spPr>
            <a:xfrm>
              <a:off x="7437097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2" name="pt1682"/>
            <p:cNvSpPr/>
            <p:nvPr/>
          </p:nvSpPr>
          <p:spPr>
            <a:xfrm>
              <a:off x="7180816" y="421479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3" name="pt1683"/>
            <p:cNvSpPr/>
            <p:nvPr/>
          </p:nvSpPr>
          <p:spPr>
            <a:xfrm>
              <a:off x="7180816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4" name="pt1684"/>
            <p:cNvSpPr/>
            <p:nvPr/>
          </p:nvSpPr>
          <p:spPr>
            <a:xfrm>
              <a:off x="5942123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5" name="pt1685"/>
            <p:cNvSpPr/>
            <p:nvPr/>
          </p:nvSpPr>
          <p:spPr>
            <a:xfrm>
              <a:off x="7009962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6" name="pt1686"/>
            <p:cNvSpPr/>
            <p:nvPr/>
          </p:nvSpPr>
          <p:spPr>
            <a:xfrm>
              <a:off x="6454686" y="476651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7" name="pt1687"/>
            <p:cNvSpPr/>
            <p:nvPr/>
          </p:nvSpPr>
          <p:spPr>
            <a:xfrm>
              <a:off x="6283831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8" name="pt1688"/>
            <p:cNvSpPr/>
            <p:nvPr/>
          </p:nvSpPr>
          <p:spPr>
            <a:xfrm>
              <a:off x="5771269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9" name="pt1689"/>
            <p:cNvSpPr/>
            <p:nvPr/>
          </p:nvSpPr>
          <p:spPr>
            <a:xfrm>
              <a:off x="6625540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0" name="pt1690"/>
            <p:cNvSpPr/>
            <p:nvPr/>
          </p:nvSpPr>
          <p:spPr>
            <a:xfrm>
              <a:off x="5728555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1" name="pt1691"/>
            <p:cNvSpPr/>
            <p:nvPr/>
          </p:nvSpPr>
          <p:spPr>
            <a:xfrm>
              <a:off x="7052675" y="457178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2" name="pt1692"/>
            <p:cNvSpPr/>
            <p:nvPr/>
          </p:nvSpPr>
          <p:spPr>
            <a:xfrm>
              <a:off x="5942123" y="50910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3" name="pt1693"/>
            <p:cNvSpPr/>
            <p:nvPr/>
          </p:nvSpPr>
          <p:spPr>
            <a:xfrm>
              <a:off x="5643128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4" name="pt1694"/>
            <p:cNvSpPr/>
            <p:nvPr/>
          </p:nvSpPr>
          <p:spPr>
            <a:xfrm>
              <a:off x="6112977" y="46042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5" name="pt1695"/>
            <p:cNvSpPr/>
            <p:nvPr/>
          </p:nvSpPr>
          <p:spPr>
            <a:xfrm>
              <a:off x="7949660" y="37604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6" name="pt1696"/>
            <p:cNvSpPr/>
            <p:nvPr/>
          </p:nvSpPr>
          <p:spPr>
            <a:xfrm>
              <a:off x="7778805" y="402007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7" name="pt1697"/>
            <p:cNvSpPr/>
            <p:nvPr/>
          </p:nvSpPr>
          <p:spPr>
            <a:xfrm>
              <a:off x="5856696" y="50910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8" name="pt1698"/>
            <p:cNvSpPr/>
            <p:nvPr/>
          </p:nvSpPr>
          <p:spPr>
            <a:xfrm>
              <a:off x="5215993" y="541558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9" name="pt1699"/>
            <p:cNvSpPr/>
            <p:nvPr/>
          </p:nvSpPr>
          <p:spPr>
            <a:xfrm>
              <a:off x="5685842" y="50585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0" name="pt1700"/>
            <p:cNvSpPr/>
            <p:nvPr/>
          </p:nvSpPr>
          <p:spPr>
            <a:xfrm>
              <a:off x="7437097" y="476651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1" name="pt1701"/>
            <p:cNvSpPr/>
            <p:nvPr/>
          </p:nvSpPr>
          <p:spPr>
            <a:xfrm>
              <a:off x="7009962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2" name="pt1702"/>
            <p:cNvSpPr/>
            <p:nvPr/>
          </p:nvSpPr>
          <p:spPr>
            <a:xfrm>
              <a:off x="6924535" y="42797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3" name="pt1703"/>
            <p:cNvSpPr/>
            <p:nvPr/>
          </p:nvSpPr>
          <p:spPr>
            <a:xfrm>
              <a:off x="6411972" y="48314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4" name="pt1704"/>
            <p:cNvSpPr/>
            <p:nvPr/>
          </p:nvSpPr>
          <p:spPr>
            <a:xfrm>
              <a:off x="6540113" y="47016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5" name="pt1705"/>
            <p:cNvSpPr/>
            <p:nvPr/>
          </p:nvSpPr>
          <p:spPr>
            <a:xfrm>
              <a:off x="5643128" y="51884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6" name="pt1706"/>
            <p:cNvSpPr/>
            <p:nvPr/>
          </p:nvSpPr>
          <p:spPr>
            <a:xfrm>
              <a:off x="7479811" y="42797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7" name="pt1707"/>
            <p:cNvSpPr/>
            <p:nvPr/>
          </p:nvSpPr>
          <p:spPr>
            <a:xfrm>
              <a:off x="5813982" y="457178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8" name="pt1708"/>
            <p:cNvSpPr/>
            <p:nvPr/>
          </p:nvSpPr>
          <p:spPr>
            <a:xfrm>
              <a:off x="5856696" y="50585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9" name="pt1709"/>
            <p:cNvSpPr/>
            <p:nvPr/>
          </p:nvSpPr>
          <p:spPr>
            <a:xfrm>
              <a:off x="5813982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0" name="pt1710"/>
            <p:cNvSpPr/>
            <p:nvPr/>
          </p:nvSpPr>
          <p:spPr>
            <a:xfrm>
              <a:off x="7351670" y="444197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1" name="pt1711"/>
            <p:cNvSpPr/>
            <p:nvPr/>
          </p:nvSpPr>
          <p:spPr>
            <a:xfrm>
              <a:off x="7052675" y="444197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2" name="pt1712"/>
            <p:cNvSpPr/>
            <p:nvPr/>
          </p:nvSpPr>
          <p:spPr>
            <a:xfrm>
              <a:off x="6582826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3" name="pt1713"/>
            <p:cNvSpPr/>
            <p:nvPr/>
          </p:nvSpPr>
          <p:spPr>
            <a:xfrm>
              <a:off x="6540113" y="434461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4" name="pt1714"/>
            <p:cNvSpPr/>
            <p:nvPr/>
          </p:nvSpPr>
          <p:spPr>
            <a:xfrm>
              <a:off x="7693378" y="402007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5" name="pt1715"/>
            <p:cNvSpPr/>
            <p:nvPr/>
          </p:nvSpPr>
          <p:spPr>
            <a:xfrm>
              <a:off x="6369259" y="44419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6" name="pt1716"/>
            <p:cNvSpPr/>
            <p:nvPr/>
          </p:nvSpPr>
          <p:spPr>
            <a:xfrm>
              <a:off x="7223529" y="41823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7" name="pt1717"/>
            <p:cNvSpPr/>
            <p:nvPr/>
          </p:nvSpPr>
          <p:spPr>
            <a:xfrm>
              <a:off x="7437097" y="405252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8" name="pt1718"/>
            <p:cNvSpPr/>
            <p:nvPr/>
          </p:nvSpPr>
          <p:spPr>
            <a:xfrm>
              <a:off x="7308956" y="444197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9" name="pt1719"/>
            <p:cNvSpPr/>
            <p:nvPr/>
          </p:nvSpPr>
          <p:spPr>
            <a:xfrm>
              <a:off x="5600415" y="48638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0" name="pt1720"/>
            <p:cNvSpPr/>
            <p:nvPr/>
          </p:nvSpPr>
          <p:spPr>
            <a:xfrm>
              <a:off x="6881821" y="444197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1" name="pt1721"/>
            <p:cNvSpPr/>
            <p:nvPr/>
          </p:nvSpPr>
          <p:spPr>
            <a:xfrm>
              <a:off x="7308956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2" name="pt1722"/>
            <p:cNvSpPr/>
            <p:nvPr/>
          </p:nvSpPr>
          <p:spPr>
            <a:xfrm>
              <a:off x="6839107" y="42797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3" name="pt1723"/>
            <p:cNvSpPr/>
            <p:nvPr/>
          </p:nvSpPr>
          <p:spPr>
            <a:xfrm>
              <a:off x="7351670" y="402007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4" name="pt1724"/>
            <p:cNvSpPr/>
            <p:nvPr/>
          </p:nvSpPr>
          <p:spPr>
            <a:xfrm>
              <a:off x="5771269" y="47016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5" name="pt1725"/>
            <p:cNvSpPr/>
            <p:nvPr/>
          </p:nvSpPr>
          <p:spPr>
            <a:xfrm>
              <a:off x="6839107" y="45717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6" name="pt1726"/>
            <p:cNvSpPr/>
            <p:nvPr/>
          </p:nvSpPr>
          <p:spPr>
            <a:xfrm>
              <a:off x="7437097" y="421479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7" name="pt1727"/>
            <p:cNvSpPr/>
            <p:nvPr/>
          </p:nvSpPr>
          <p:spPr>
            <a:xfrm>
              <a:off x="5215993" y="561030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8" name="pt1728"/>
            <p:cNvSpPr/>
            <p:nvPr/>
          </p:nvSpPr>
          <p:spPr>
            <a:xfrm>
              <a:off x="5301420" y="561030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9" name="pt1729"/>
            <p:cNvSpPr/>
            <p:nvPr/>
          </p:nvSpPr>
          <p:spPr>
            <a:xfrm>
              <a:off x="6839107" y="447442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0" name="pt1730"/>
            <p:cNvSpPr/>
            <p:nvPr/>
          </p:nvSpPr>
          <p:spPr>
            <a:xfrm>
              <a:off x="5856696" y="49287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1" name="pt1731"/>
            <p:cNvSpPr/>
            <p:nvPr/>
          </p:nvSpPr>
          <p:spPr>
            <a:xfrm>
              <a:off x="5685842" y="528577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2" name="pt1732"/>
            <p:cNvSpPr/>
            <p:nvPr/>
          </p:nvSpPr>
          <p:spPr>
            <a:xfrm>
              <a:off x="7607951" y="398761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3" name="pt1733"/>
            <p:cNvSpPr/>
            <p:nvPr/>
          </p:nvSpPr>
          <p:spPr>
            <a:xfrm>
              <a:off x="7864233" y="379289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4" name="pt1734"/>
            <p:cNvSpPr/>
            <p:nvPr/>
          </p:nvSpPr>
          <p:spPr>
            <a:xfrm>
              <a:off x="7223529" y="434461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5" name="pt1735"/>
            <p:cNvSpPr/>
            <p:nvPr/>
          </p:nvSpPr>
          <p:spPr>
            <a:xfrm>
              <a:off x="7180816" y="434461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6" name="pt1736"/>
            <p:cNvSpPr/>
            <p:nvPr/>
          </p:nvSpPr>
          <p:spPr>
            <a:xfrm>
              <a:off x="7351670" y="41498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7" name="pt1737"/>
            <p:cNvSpPr/>
            <p:nvPr/>
          </p:nvSpPr>
          <p:spPr>
            <a:xfrm>
              <a:off x="6241118" y="453933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8" name="pt1738"/>
            <p:cNvSpPr/>
            <p:nvPr/>
          </p:nvSpPr>
          <p:spPr>
            <a:xfrm>
              <a:off x="7009962" y="434461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9" name="pt1739"/>
            <p:cNvSpPr/>
            <p:nvPr/>
          </p:nvSpPr>
          <p:spPr>
            <a:xfrm>
              <a:off x="6924535" y="45068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0" name="pt1740"/>
            <p:cNvSpPr/>
            <p:nvPr/>
          </p:nvSpPr>
          <p:spPr>
            <a:xfrm>
              <a:off x="7009962" y="402007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1" name="pt1741"/>
            <p:cNvSpPr/>
            <p:nvPr/>
          </p:nvSpPr>
          <p:spPr>
            <a:xfrm>
              <a:off x="5600415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2" name="pt1742"/>
            <p:cNvSpPr/>
            <p:nvPr/>
          </p:nvSpPr>
          <p:spPr>
            <a:xfrm>
              <a:off x="6839107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3" name="pt1743"/>
            <p:cNvSpPr/>
            <p:nvPr/>
          </p:nvSpPr>
          <p:spPr>
            <a:xfrm>
              <a:off x="6710967" y="424724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4" name="pt1744"/>
            <p:cNvSpPr/>
            <p:nvPr/>
          </p:nvSpPr>
          <p:spPr>
            <a:xfrm>
              <a:off x="5429561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5" name="pt1745"/>
            <p:cNvSpPr/>
            <p:nvPr/>
          </p:nvSpPr>
          <p:spPr>
            <a:xfrm>
              <a:off x="6753680" y="479896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6" name="pt1746"/>
            <p:cNvSpPr/>
            <p:nvPr/>
          </p:nvSpPr>
          <p:spPr>
            <a:xfrm>
              <a:off x="7180816" y="398761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7" name="pt1747"/>
            <p:cNvSpPr/>
            <p:nvPr/>
          </p:nvSpPr>
          <p:spPr>
            <a:xfrm>
              <a:off x="5899410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8" name="pt1748"/>
            <p:cNvSpPr/>
            <p:nvPr/>
          </p:nvSpPr>
          <p:spPr>
            <a:xfrm>
              <a:off x="7351670" y="444197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9" name="pt1749"/>
            <p:cNvSpPr/>
            <p:nvPr/>
          </p:nvSpPr>
          <p:spPr>
            <a:xfrm>
              <a:off x="5087852" y="55454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0" name="pt1750"/>
            <p:cNvSpPr/>
            <p:nvPr/>
          </p:nvSpPr>
          <p:spPr>
            <a:xfrm>
              <a:off x="7009962" y="424724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1" name="pt1751"/>
            <p:cNvSpPr/>
            <p:nvPr/>
          </p:nvSpPr>
          <p:spPr>
            <a:xfrm>
              <a:off x="5643128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2" name="pt1752"/>
            <p:cNvSpPr/>
            <p:nvPr/>
          </p:nvSpPr>
          <p:spPr>
            <a:xfrm>
              <a:off x="5685842" y="47016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3" name="pt1753"/>
            <p:cNvSpPr/>
            <p:nvPr/>
          </p:nvSpPr>
          <p:spPr>
            <a:xfrm>
              <a:off x="7009962" y="45068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4" name="pt1754"/>
            <p:cNvSpPr/>
            <p:nvPr/>
          </p:nvSpPr>
          <p:spPr>
            <a:xfrm>
              <a:off x="7522524" y="37279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5" name="pt1755"/>
            <p:cNvSpPr/>
            <p:nvPr/>
          </p:nvSpPr>
          <p:spPr>
            <a:xfrm>
              <a:off x="6112977" y="509104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6" name="pt1756"/>
            <p:cNvSpPr/>
            <p:nvPr/>
          </p:nvSpPr>
          <p:spPr>
            <a:xfrm>
              <a:off x="6198404" y="473405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7" name="pt1757"/>
            <p:cNvSpPr/>
            <p:nvPr/>
          </p:nvSpPr>
          <p:spPr>
            <a:xfrm>
              <a:off x="5429561" y="55454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8" name="pt1758"/>
            <p:cNvSpPr/>
            <p:nvPr/>
          </p:nvSpPr>
          <p:spPr>
            <a:xfrm>
              <a:off x="5301420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9" name="pt1759"/>
            <p:cNvSpPr/>
            <p:nvPr/>
          </p:nvSpPr>
          <p:spPr>
            <a:xfrm>
              <a:off x="5984837" y="47665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0" name="pt1760"/>
            <p:cNvSpPr/>
            <p:nvPr/>
          </p:nvSpPr>
          <p:spPr>
            <a:xfrm>
              <a:off x="5173279" y="528577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1" name="pt1761"/>
            <p:cNvSpPr/>
            <p:nvPr/>
          </p:nvSpPr>
          <p:spPr>
            <a:xfrm>
              <a:off x="6112977" y="44419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2" name="pt1762"/>
            <p:cNvSpPr/>
            <p:nvPr/>
          </p:nvSpPr>
          <p:spPr>
            <a:xfrm>
              <a:off x="5514988" y="53182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3" name="pt1763"/>
            <p:cNvSpPr/>
            <p:nvPr/>
          </p:nvSpPr>
          <p:spPr>
            <a:xfrm>
              <a:off x="7351670" y="39551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4" name="pt1764"/>
            <p:cNvSpPr/>
            <p:nvPr/>
          </p:nvSpPr>
          <p:spPr>
            <a:xfrm>
              <a:off x="6411972" y="496123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5" name="pt1765"/>
            <p:cNvSpPr/>
            <p:nvPr/>
          </p:nvSpPr>
          <p:spPr>
            <a:xfrm>
              <a:off x="4746144" y="56752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6" name="pt1766"/>
            <p:cNvSpPr/>
            <p:nvPr/>
          </p:nvSpPr>
          <p:spPr>
            <a:xfrm>
              <a:off x="5643128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7" name="pt1767"/>
            <p:cNvSpPr/>
            <p:nvPr/>
          </p:nvSpPr>
          <p:spPr>
            <a:xfrm>
              <a:off x="4831571" y="54804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8" name="pt1768"/>
            <p:cNvSpPr/>
            <p:nvPr/>
          </p:nvSpPr>
          <p:spPr>
            <a:xfrm>
              <a:off x="5215993" y="528577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9" name="pt1769"/>
            <p:cNvSpPr/>
            <p:nvPr/>
          </p:nvSpPr>
          <p:spPr>
            <a:xfrm>
              <a:off x="5514988" y="54804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0" name="pt1770"/>
            <p:cNvSpPr/>
            <p:nvPr/>
          </p:nvSpPr>
          <p:spPr>
            <a:xfrm>
              <a:off x="5301420" y="561030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1" name="pt1771"/>
            <p:cNvSpPr/>
            <p:nvPr/>
          </p:nvSpPr>
          <p:spPr>
            <a:xfrm>
              <a:off x="5258706" y="499368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2" name="pt1772"/>
            <p:cNvSpPr/>
            <p:nvPr/>
          </p:nvSpPr>
          <p:spPr>
            <a:xfrm>
              <a:off x="5130566" y="561030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3" name="pt1773"/>
            <p:cNvSpPr/>
            <p:nvPr/>
          </p:nvSpPr>
          <p:spPr>
            <a:xfrm>
              <a:off x="6241118" y="453933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4" name="pt1774"/>
            <p:cNvSpPr/>
            <p:nvPr/>
          </p:nvSpPr>
          <p:spPr>
            <a:xfrm>
              <a:off x="6753680" y="45068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5" name="pt1775"/>
            <p:cNvSpPr/>
            <p:nvPr/>
          </p:nvSpPr>
          <p:spPr>
            <a:xfrm>
              <a:off x="5386847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6" name="pt1776"/>
            <p:cNvSpPr/>
            <p:nvPr/>
          </p:nvSpPr>
          <p:spPr>
            <a:xfrm>
              <a:off x="5258706" y="54804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7" name="pt1777"/>
            <p:cNvSpPr/>
            <p:nvPr/>
          </p:nvSpPr>
          <p:spPr>
            <a:xfrm>
              <a:off x="7437097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8" name="pt1778"/>
            <p:cNvSpPr/>
            <p:nvPr/>
          </p:nvSpPr>
          <p:spPr>
            <a:xfrm>
              <a:off x="5215993" y="541558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9" name="pt1779"/>
            <p:cNvSpPr/>
            <p:nvPr/>
          </p:nvSpPr>
          <p:spPr>
            <a:xfrm>
              <a:off x="6839107" y="43770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0" name="pt1780"/>
            <p:cNvSpPr/>
            <p:nvPr/>
          </p:nvSpPr>
          <p:spPr>
            <a:xfrm>
              <a:off x="5643128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1" name="pt1781"/>
            <p:cNvSpPr/>
            <p:nvPr/>
          </p:nvSpPr>
          <p:spPr>
            <a:xfrm>
              <a:off x="6967248" y="41823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2" name="pt1782"/>
            <p:cNvSpPr/>
            <p:nvPr/>
          </p:nvSpPr>
          <p:spPr>
            <a:xfrm>
              <a:off x="5002425" y="55454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3" name="pt1783"/>
            <p:cNvSpPr/>
            <p:nvPr/>
          </p:nvSpPr>
          <p:spPr>
            <a:xfrm>
              <a:off x="7138102" y="43770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4" name="pt1784"/>
            <p:cNvSpPr/>
            <p:nvPr/>
          </p:nvSpPr>
          <p:spPr>
            <a:xfrm>
              <a:off x="6241118" y="45068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5" name="pt1785"/>
            <p:cNvSpPr/>
            <p:nvPr/>
          </p:nvSpPr>
          <p:spPr>
            <a:xfrm>
              <a:off x="5173279" y="57401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6" name="pt1786"/>
            <p:cNvSpPr/>
            <p:nvPr/>
          </p:nvSpPr>
          <p:spPr>
            <a:xfrm>
              <a:off x="5899410" y="499368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7" name="pt1787"/>
            <p:cNvSpPr/>
            <p:nvPr/>
          </p:nvSpPr>
          <p:spPr>
            <a:xfrm>
              <a:off x="7095389" y="447442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8" name="pt1788"/>
            <p:cNvSpPr/>
            <p:nvPr/>
          </p:nvSpPr>
          <p:spPr>
            <a:xfrm>
              <a:off x="7394384" y="41498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9" name="pt1789"/>
            <p:cNvSpPr/>
            <p:nvPr/>
          </p:nvSpPr>
          <p:spPr>
            <a:xfrm>
              <a:off x="7180816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0" name="pt1790"/>
            <p:cNvSpPr/>
            <p:nvPr/>
          </p:nvSpPr>
          <p:spPr>
            <a:xfrm>
              <a:off x="5344133" y="50261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1" name="pt1791"/>
            <p:cNvSpPr/>
            <p:nvPr/>
          </p:nvSpPr>
          <p:spPr>
            <a:xfrm>
              <a:off x="4746144" y="57401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2" name="pt1792"/>
            <p:cNvSpPr/>
            <p:nvPr/>
          </p:nvSpPr>
          <p:spPr>
            <a:xfrm>
              <a:off x="5643128" y="53506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3" name="pt1793"/>
            <p:cNvSpPr/>
            <p:nvPr/>
          </p:nvSpPr>
          <p:spPr>
            <a:xfrm>
              <a:off x="5258706" y="50261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4" name="pt1794"/>
            <p:cNvSpPr/>
            <p:nvPr/>
          </p:nvSpPr>
          <p:spPr>
            <a:xfrm>
              <a:off x="5344133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5" name="pt1795"/>
            <p:cNvSpPr/>
            <p:nvPr/>
          </p:nvSpPr>
          <p:spPr>
            <a:xfrm>
              <a:off x="7522524" y="41823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6" name="pt1796"/>
            <p:cNvSpPr/>
            <p:nvPr/>
          </p:nvSpPr>
          <p:spPr>
            <a:xfrm>
              <a:off x="6411972" y="444197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7" name="pt1797"/>
            <p:cNvSpPr/>
            <p:nvPr/>
          </p:nvSpPr>
          <p:spPr>
            <a:xfrm>
              <a:off x="5173279" y="53506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8" name="pt1798"/>
            <p:cNvSpPr/>
            <p:nvPr/>
          </p:nvSpPr>
          <p:spPr>
            <a:xfrm>
              <a:off x="7522524" y="398761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9" name="pt1799"/>
            <p:cNvSpPr/>
            <p:nvPr/>
          </p:nvSpPr>
          <p:spPr>
            <a:xfrm>
              <a:off x="7693378" y="402007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0" name="pt1800"/>
            <p:cNvSpPr/>
            <p:nvPr/>
          </p:nvSpPr>
          <p:spPr>
            <a:xfrm>
              <a:off x="7864233" y="41498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1" name="pt1801"/>
            <p:cNvSpPr/>
            <p:nvPr/>
          </p:nvSpPr>
          <p:spPr>
            <a:xfrm>
              <a:off x="7522524" y="385780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2" name="pt1802"/>
            <p:cNvSpPr/>
            <p:nvPr/>
          </p:nvSpPr>
          <p:spPr>
            <a:xfrm>
              <a:off x="5130566" y="57401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3" name="pt1803"/>
            <p:cNvSpPr/>
            <p:nvPr/>
          </p:nvSpPr>
          <p:spPr>
            <a:xfrm>
              <a:off x="5301420" y="47665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4" name="pt1804"/>
            <p:cNvSpPr/>
            <p:nvPr/>
          </p:nvSpPr>
          <p:spPr>
            <a:xfrm>
              <a:off x="5344133" y="50261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5" name="pt1805"/>
            <p:cNvSpPr/>
            <p:nvPr/>
          </p:nvSpPr>
          <p:spPr>
            <a:xfrm>
              <a:off x="4959712" y="57401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6" name="pt1806"/>
            <p:cNvSpPr/>
            <p:nvPr/>
          </p:nvSpPr>
          <p:spPr>
            <a:xfrm>
              <a:off x="7009962" y="463669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7" name="pt1807"/>
            <p:cNvSpPr/>
            <p:nvPr/>
          </p:nvSpPr>
          <p:spPr>
            <a:xfrm>
              <a:off x="7522524" y="41823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8" name="pt1808"/>
            <p:cNvSpPr/>
            <p:nvPr/>
          </p:nvSpPr>
          <p:spPr>
            <a:xfrm>
              <a:off x="7394384" y="398761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9" name="pt1809"/>
            <p:cNvSpPr/>
            <p:nvPr/>
          </p:nvSpPr>
          <p:spPr>
            <a:xfrm>
              <a:off x="7223529" y="43770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0" name="pt1810"/>
            <p:cNvSpPr/>
            <p:nvPr/>
          </p:nvSpPr>
          <p:spPr>
            <a:xfrm>
              <a:off x="5643128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1" name="pt1811"/>
            <p:cNvSpPr/>
            <p:nvPr/>
          </p:nvSpPr>
          <p:spPr>
            <a:xfrm>
              <a:off x="5472274" y="528577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2" name="pt1812"/>
            <p:cNvSpPr/>
            <p:nvPr/>
          </p:nvSpPr>
          <p:spPr>
            <a:xfrm>
              <a:off x="5942123" y="50261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3" name="pt1813"/>
            <p:cNvSpPr/>
            <p:nvPr/>
          </p:nvSpPr>
          <p:spPr>
            <a:xfrm>
              <a:off x="5215993" y="50585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4" name="pt1814"/>
            <p:cNvSpPr/>
            <p:nvPr/>
          </p:nvSpPr>
          <p:spPr>
            <a:xfrm>
              <a:off x="6710967" y="47016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5" name="pt1815"/>
            <p:cNvSpPr/>
            <p:nvPr/>
          </p:nvSpPr>
          <p:spPr>
            <a:xfrm>
              <a:off x="5344133" y="48314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6" name="pt1816"/>
            <p:cNvSpPr/>
            <p:nvPr/>
          </p:nvSpPr>
          <p:spPr>
            <a:xfrm>
              <a:off x="5813982" y="48638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7" name="pt1817"/>
            <p:cNvSpPr/>
            <p:nvPr/>
          </p:nvSpPr>
          <p:spPr>
            <a:xfrm>
              <a:off x="7565238" y="379289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8" name="pt1818"/>
            <p:cNvSpPr/>
            <p:nvPr/>
          </p:nvSpPr>
          <p:spPr>
            <a:xfrm>
              <a:off x="5429561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9" name="pt1819"/>
            <p:cNvSpPr/>
            <p:nvPr/>
          </p:nvSpPr>
          <p:spPr>
            <a:xfrm>
              <a:off x="7052675" y="444197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0" name="pt1820"/>
            <p:cNvSpPr/>
            <p:nvPr/>
          </p:nvSpPr>
          <p:spPr>
            <a:xfrm>
              <a:off x="5728555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1" name="pt1821"/>
            <p:cNvSpPr/>
            <p:nvPr/>
          </p:nvSpPr>
          <p:spPr>
            <a:xfrm>
              <a:off x="5429561" y="54804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2" name="pt1822"/>
            <p:cNvSpPr/>
            <p:nvPr/>
          </p:nvSpPr>
          <p:spPr>
            <a:xfrm>
              <a:off x="5514988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3" name="pt1823"/>
            <p:cNvSpPr/>
            <p:nvPr/>
          </p:nvSpPr>
          <p:spPr>
            <a:xfrm>
              <a:off x="5899410" y="50261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4" name="pt1824"/>
            <p:cNvSpPr/>
            <p:nvPr/>
          </p:nvSpPr>
          <p:spPr>
            <a:xfrm>
              <a:off x="6967248" y="483141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5" name="pt1825"/>
            <p:cNvSpPr/>
            <p:nvPr/>
          </p:nvSpPr>
          <p:spPr>
            <a:xfrm>
              <a:off x="6497399" y="48314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6" name="pt1826"/>
            <p:cNvSpPr/>
            <p:nvPr/>
          </p:nvSpPr>
          <p:spPr>
            <a:xfrm>
              <a:off x="6881821" y="502614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7" name="pt1827"/>
            <p:cNvSpPr/>
            <p:nvPr/>
          </p:nvSpPr>
          <p:spPr>
            <a:xfrm>
              <a:off x="5856696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8" name="pt1828"/>
            <p:cNvSpPr/>
            <p:nvPr/>
          </p:nvSpPr>
          <p:spPr>
            <a:xfrm>
              <a:off x="5386847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9" name="pt1829"/>
            <p:cNvSpPr/>
            <p:nvPr/>
          </p:nvSpPr>
          <p:spPr>
            <a:xfrm>
              <a:off x="5344133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0" name="pt1830"/>
            <p:cNvSpPr/>
            <p:nvPr/>
          </p:nvSpPr>
          <p:spPr>
            <a:xfrm>
              <a:off x="5984837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1" name="pt1831"/>
            <p:cNvSpPr/>
            <p:nvPr/>
          </p:nvSpPr>
          <p:spPr>
            <a:xfrm>
              <a:off x="4959712" y="53506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2" name="pt1832"/>
            <p:cNvSpPr/>
            <p:nvPr/>
          </p:nvSpPr>
          <p:spPr>
            <a:xfrm>
              <a:off x="5984837" y="453933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3" name="pt1833"/>
            <p:cNvSpPr/>
            <p:nvPr/>
          </p:nvSpPr>
          <p:spPr>
            <a:xfrm>
              <a:off x="5130566" y="56752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4" name="pt1834"/>
            <p:cNvSpPr/>
            <p:nvPr/>
          </p:nvSpPr>
          <p:spPr>
            <a:xfrm>
              <a:off x="5429561" y="541558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5" name="pt1835"/>
            <p:cNvSpPr/>
            <p:nvPr/>
          </p:nvSpPr>
          <p:spPr>
            <a:xfrm>
              <a:off x="4660717" y="57401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6" name="pt1836"/>
            <p:cNvSpPr/>
            <p:nvPr/>
          </p:nvSpPr>
          <p:spPr>
            <a:xfrm>
              <a:off x="7138102" y="444197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7" name="pt1837"/>
            <p:cNvSpPr/>
            <p:nvPr/>
          </p:nvSpPr>
          <p:spPr>
            <a:xfrm>
              <a:off x="7437097" y="398761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8" name="pt1838"/>
            <p:cNvSpPr/>
            <p:nvPr/>
          </p:nvSpPr>
          <p:spPr>
            <a:xfrm>
              <a:off x="5856696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9" name="pt1839"/>
            <p:cNvSpPr/>
            <p:nvPr/>
          </p:nvSpPr>
          <p:spPr>
            <a:xfrm>
              <a:off x="7522524" y="392271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0" name="pt1840"/>
            <p:cNvSpPr/>
            <p:nvPr/>
          </p:nvSpPr>
          <p:spPr>
            <a:xfrm>
              <a:off x="6326545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1" name="pt1841"/>
            <p:cNvSpPr/>
            <p:nvPr/>
          </p:nvSpPr>
          <p:spPr>
            <a:xfrm>
              <a:off x="5984837" y="47989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2" name="pt1842"/>
            <p:cNvSpPr/>
            <p:nvPr/>
          </p:nvSpPr>
          <p:spPr>
            <a:xfrm>
              <a:off x="6454686" y="46691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3" name="pt1843"/>
            <p:cNvSpPr/>
            <p:nvPr/>
          </p:nvSpPr>
          <p:spPr>
            <a:xfrm>
              <a:off x="5087852" y="57401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4" name="pt1844"/>
            <p:cNvSpPr/>
            <p:nvPr/>
          </p:nvSpPr>
          <p:spPr>
            <a:xfrm>
              <a:off x="5557701" y="528577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5" name="pt1845"/>
            <p:cNvSpPr/>
            <p:nvPr/>
          </p:nvSpPr>
          <p:spPr>
            <a:xfrm>
              <a:off x="5258706" y="561030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6" name="pt1846"/>
            <p:cNvSpPr/>
            <p:nvPr/>
          </p:nvSpPr>
          <p:spPr>
            <a:xfrm>
              <a:off x="5728555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7" name="pt1847"/>
            <p:cNvSpPr/>
            <p:nvPr/>
          </p:nvSpPr>
          <p:spPr>
            <a:xfrm>
              <a:off x="6582826" y="431215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8" name="pt1848"/>
            <p:cNvSpPr/>
            <p:nvPr/>
          </p:nvSpPr>
          <p:spPr>
            <a:xfrm>
              <a:off x="5514988" y="541558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9" name="pt1849"/>
            <p:cNvSpPr/>
            <p:nvPr/>
          </p:nvSpPr>
          <p:spPr>
            <a:xfrm>
              <a:off x="5215993" y="55454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0" name="pt1850"/>
            <p:cNvSpPr/>
            <p:nvPr/>
          </p:nvSpPr>
          <p:spPr>
            <a:xfrm>
              <a:off x="7778805" y="424724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1" name="pt1851"/>
            <p:cNvSpPr/>
            <p:nvPr/>
          </p:nvSpPr>
          <p:spPr>
            <a:xfrm>
              <a:off x="7394384" y="402007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2" name="pt1852"/>
            <p:cNvSpPr/>
            <p:nvPr/>
          </p:nvSpPr>
          <p:spPr>
            <a:xfrm>
              <a:off x="6283831" y="45717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3" name="pt1853"/>
            <p:cNvSpPr/>
            <p:nvPr/>
          </p:nvSpPr>
          <p:spPr>
            <a:xfrm>
              <a:off x="6753680" y="42797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4" name="pt1854"/>
            <p:cNvSpPr/>
            <p:nvPr/>
          </p:nvSpPr>
          <p:spPr>
            <a:xfrm>
              <a:off x="7180816" y="359817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5" name="pt1855"/>
            <p:cNvSpPr/>
            <p:nvPr/>
          </p:nvSpPr>
          <p:spPr>
            <a:xfrm>
              <a:off x="7052675" y="389025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6" name="pt1856"/>
            <p:cNvSpPr/>
            <p:nvPr/>
          </p:nvSpPr>
          <p:spPr>
            <a:xfrm>
              <a:off x="7052675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7" name="pt1857"/>
            <p:cNvSpPr/>
            <p:nvPr/>
          </p:nvSpPr>
          <p:spPr>
            <a:xfrm>
              <a:off x="7266243" y="45068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8" name="pt1858"/>
            <p:cNvSpPr/>
            <p:nvPr/>
          </p:nvSpPr>
          <p:spPr>
            <a:xfrm>
              <a:off x="6454686" y="447442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9" name="pt1859"/>
            <p:cNvSpPr/>
            <p:nvPr/>
          </p:nvSpPr>
          <p:spPr>
            <a:xfrm>
              <a:off x="5984837" y="47665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0" name="pt1860"/>
            <p:cNvSpPr/>
            <p:nvPr/>
          </p:nvSpPr>
          <p:spPr>
            <a:xfrm>
              <a:off x="6668253" y="46042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1" name="pt1861"/>
            <p:cNvSpPr/>
            <p:nvPr/>
          </p:nvSpPr>
          <p:spPr>
            <a:xfrm>
              <a:off x="7180816" y="45068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2" name="pt1862"/>
            <p:cNvSpPr/>
            <p:nvPr/>
          </p:nvSpPr>
          <p:spPr>
            <a:xfrm>
              <a:off x="7095389" y="499368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3" name="pt1863"/>
            <p:cNvSpPr/>
            <p:nvPr/>
          </p:nvSpPr>
          <p:spPr>
            <a:xfrm>
              <a:off x="5984837" y="541558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4" name="pt1864"/>
            <p:cNvSpPr/>
            <p:nvPr/>
          </p:nvSpPr>
          <p:spPr>
            <a:xfrm>
              <a:off x="5557701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5" name="pt1865"/>
            <p:cNvSpPr/>
            <p:nvPr/>
          </p:nvSpPr>
          <p:spPr>
            <a:xfrm>
              <a:off x="5856696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6" name="pt1866"/>
            <p:cNvSpPr/>
            <p:nvPr/>
          </p:nvSpPr>
          <p:spPr>
            <a:xfrm>
              <a:off x="6155691" y="47016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7" name="pt1867"/>
            <p:cNvSpPr/>
            <p:nvPr/>
          </p:nvSpPr>
          <p:spPr>
            <a:xfrm>
              <a:off x="6881821" y="45393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8" name="pt1868"/>
            <p:cNvSpPr/>
            <p:nvPr/>
          </p:nvSpPr>
          <p:spPr>
            <a:xfrm>
              <a:off x="7394384" y="39551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9" name="pt1869"/>
            <p:cNvSpPr/>
            <p:nvPr/>
          </p:nvSpPr>
          <p:spPr>
            <a:xfrm>
              <a:off x="5386847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0" name="pt1870"/>
            <p:cNvSpPr/>
            <p:nvPr/>
          </p:nvSpPr>
          <p:spPr>
            <a:xfrm>
              <a:off x="6112977" y="48638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1" name="pt1871"/>
            <p:cNvSpPr/>
            <p:nvPr/>
          </p:nvSpPr>
          <p:spPr>
            <a:xfrm>
              <a:off x="5728555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2" name="pt1872"/>
            <p:cNvSpPr/>
            <p:nvPr/>
          </p:nvSpPr>
          <p:spPr>
            <a:xfrm>
              <a:off x="6497399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3" name="pt1873"/>
            <p:cNvSpPr/>
            <p:nvPr/>
          </p:nvSpPr>
          <p:spPr>
            <a:xfrm>
              <a:off x="6241118" y="457178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4" name="pt1874"/>
            <p:cNvSpPr/>
            <p:nvPr/>
          </p:nvSpPr>
          <p:spPr>
            <a:xfrm>
              <a:off x="6326545" y="421479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5" name="pt1875"/>
            <p:cNvSpPr/>
            <p:nvPr/>
          </p:nvSpPr>
          <p:spPr>
            <a:xfrm>
              <a:off x="6668253" y="44419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6" name="pt1876"/>
            <p:cNvSpPr/>
            <p:nvPr/>
          </p:nvSpPr>
          <p:spPr>
            <a:xfrm>
              <a:off x="7266243" y="39551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7" name="pt1877"/>
            <p:cNvSpPr/>
            <p:nvPr/>
          </p:nvSpPr>
          <p:spPr>
            <a:xfrm>
              <a:off x="6198404" y="44419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8" name="pt1878"/>
            <p:cNvSpPr/>
            <p:nvPr/>
          </p:nvSpPr>
          <p:spPr>
            <a:xfrm>
              <a:off x="6796394" y="43770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9" name="pt1879"/>
            <p:cNvSpPr/>
            <p:nvPr/>
          </p:nvSpPr>
          <p:spPr>
            <a:xfrm>
              <a:off x="6070264" y="47016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0" name="pt1880"/>
            <p:cNvSpPr/>
            <p:nvPr/>
          </p:nvSpPr>
          <p:spPr>
            <a:xfrm>
              <a:off x="6070264" y="47016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1" name="pt1881"/>
            <p:cNvSpPr/>
            <p:nvPr/>
          </p:nvSpPr>
          <p:spPr>
            <a:xfrm>
              <a:off x="6582826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2" name="pt1882"/>
            <p:cNvSpPr/>
            <p:nvPr/>
          </p:nvSpPr>
          <p:spPr>
            <a:xfrm>
              <a:off x="6710967" y="45717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3" name="pt1883"/>
            <p:cNvSpPr/>
            <p:nvPr/>
          </p:nvSpPr>
          <p:spPr>
            <a:xfrm>
              <a:off x="6796394" y="45717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4" name="pt1884"/>
            <p:cNvSpPr/>
            <p:nvPr/>
          </p:nvSpPr>
          <p:spPr>
            <a:xfrm>
              <a:off x="5899410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5" name="pt1885"/>
            <p:cNvSpPr/>
            <p:nvPr/>
          </p:nvSpPr>
          <p:spPr>
            <a:xfrm>
              <a:off x="5386847" y="50261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6" name="pt1886"/>
            <p:cNvSpPr/>
            <p:nvPr/>
          </p:nvSpPr>
          <p:spPr>
            <a:xfrm>
              <a:off x="7009962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7" name="pt1887"/>
            <p:cNvSpPr/>
            <p:nvPr/>
          </p:nvSpPr>
          <p:spPr>
            <a:xfrm>
              <a:off x="6710967" y="483141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8" name="pt1888"/>
            <p:cNvSpPr/>
            <p:nvPr/>
          </p:nvSpPr>
          <p:spPr>
            <a:xfrm>
              <a:off x="6668253" y="46691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9" name="pt1889"/>
            <p:cNvSpPr/>
            <p:nvPr/>
          </p:nvSpPr>
          <p:spPr>
            <a:xfrm>
              <a:off x="7009962" y="47016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0" name="pt1890"/>
            <p:cNvSpPr/>
            <p:nvPr/>
          </p:nvSpPr>
          <p:spPr>
            <a:xfrm>
              <a:off x="5514988" y="47665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1" name="pt1891"/>
            <p:cNvSpPr/>
            <p:nvPr/>
          </p:nvSpPr>
          <p:spPr>
            <a:xfrm>
              <a:off x="7351670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2" name="pt1892"/>
            <p:cNvSpPr/>
            <p:nvPr/>
          </p:nvSpPr>
          <p:spPr>
            <a:xfrm>
              <a:off x="6326545" y="44257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3" name="pt1893"/>
            <p:cNvSpPr/>
            <p:nvPr/>
          </p:nvSpPr>
          <p:spPr>
            <a:xfrm>
              <a:off x="6924535" y="424724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4" name="pt1894"/>
            <p:cNvSpPr/>
            <p:nvPr/>
          </p:nvSpPr>
          <p:spPr>
            <a:xfrm>
              <a:off x="6326545" y="44419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5" name="pt1895"/>
            <p:cNvSpPr/>
            <p:nvPr/>
          </p:nvSpPr>
          <p:spPr>
            <a:xfrm>
              <a:off x="7009962" y="41823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6" name="pt1896"/>
            <p:cNvSpPr/>
            <p:nvPr/>
          </p:nvSpPr>
          <p:spPr>
            <a:xfrm>
              <a:off x="6198404" y="457178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7" name="pt1897"/>
            <p:cNvSpPr/>
            <p:nvPr/>
          </p:nvSpPr>
          <p:spPr>
            <a:xfrm>
              <a:off x="6369259" y="44744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8" name="pt1898"/>
            <p:cNvSpPr/>
            <p:nvPr/>
          </p:nvSpPr>
          <p:spPr>
            <a:xfrm>
              <a:off x="7308956" y="421479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9" name="pt1899"/>
            <p:cNvSpPr/>
            <p:nvPr/>
          </p:nvSpPr>
          <p:spPr>
            <a:xfrm>
              <a:off x="5643128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0" name="pt1900"/>
            <p:cNvSpPr/>
            <p:nvPr/>
          </p:nvSpPr>
          <p:spPr>
            <a:xfrm>
              <a:off x="5557701" y="56427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1" name="pt1901"/>
            <p:cNvSpPr/>
            <p:nvPr/>
          </p:nvSpPr>
          <p:spPr>
            <a:xfrm>
              <a:off x="5215993" y="47665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2" name="pt1902"/>
            <p:cNvSpPr/>
            <p:nvPr/>
          </p:nvSpPr>
          <p:spPr>
            <a:xfrm>
              <a:off x="7565238" y="366308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3" name="pt1903"/>
            <p:cNvSpPr/>
            <p:nvPr/>
          </p:nvSpPr>
          <p:spPr>
            <a:xfrm>
              <a:off x="7693378" y="37279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4" name="pt1904"/>
            <p:cNvSpPr/>
            <p:nvPr/>
          </p:nvSpPr>
          <p:spPr>
            <a:xfrm>
              <a:off x="5685842" y="54804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5" name="pt1905"/>
            <p:cNvSpPr/>
            <p:nvPr/>
          </p:nvSpPr>
          <p:spPr>
            <a:xfrm>
              <a:off x="5301420" y="50910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6" name="pt1906"/>
            <p:cNvSpPr/>
            <p:nvPr/>
          </p:nvSpPr>
          <p:spPr>
            <a:xfrm>
              <a:off x="6625540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7" name="pt1907"/>
            <p:cNvSpPr/>
            <p:nvPr/>
          </p:nvSpPr>
          <p:spPr>
            <a:xfrm>
              <a:off x="5514988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8" name="pt1908"/>
            <p:cNvSpPr/>
            <p:nvPr/>
          </p:nvSpPr>
          <p:spPr>
            <a:xfrm>
              <a:off x="7565238" y="385780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9" name="pt1909"/>
            <p:cNvSpPr/>
            <p:nvPr/>
          </p:nvSpPr>
          <p:spPr>
            <a:xfrm>
              <a:off x="7693378" y="379289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0" name="pt1910"/>
            <p:cNvSpPr/>
            <p:nvPr/>
          </p:nvSpPr>
          <p:spPr>
            <a:xfrm>
              <a:off x="7180816" y="43770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1" name="pt1911"/>
            <p:cNvSpPr/>
            <p:nvPr/>
          </p:nvSpPr>
          <p:spPr>
            <a:xfrm>
              <a:off x="7138102" y="424724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2" name="pt1912"/>
            <p:cNvSpPr/>
            <p:nvPr/>
          </p:nvSpPr>
          <p:spPr>
            <a:xfrm>
              <a:off x="5856696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3" name="pt1913"/>
            <p:cNvSpPr/>
            <p:nvPr/>
          </p:nvSpPr>
          <p:spPr>
            <a:xfrm>
              <a:off x="7949660" y="366308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4" name="pt1914"/>
            <p:cNvSpPr/>
            <p:nvPr/>
          </p:nvSpPr>
          <p:spPr>
            <a:xfrm>
              <a:off x="7522524" y="392271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5" name="pt1915"/>
            <p:cNvSpPr/>
            <p:nvPr/>
          </p:nvSpPr>
          <p:spPr>
            <a:xfrm>
              <a:off x="5899410" y="53506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6" name="pt1916"/>
            <p:cNvSpPr/>
            <p:nvPr/>
          </p:nvSpPr>
          <p:spPr>
            <a:xfrm>
              <a:off x="6411972" y="463669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7" name="pt1917"/>
            <p:cNvSpPr/>
            <p:nvPr/>
          </p:nvSpPr>
          <p:spPr>
            <a:xfrm>
              <a:off x="6881821" y="47340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8" name="pt1918"/>
            <p:cNvSpPr/>
            <p:nvPr/>
          </p:nvSpPr>
          <p:spPr>
            <a:xfrm>
              <a:off x="6155691" y="44744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9" name="pt1919"/>
            <p:cNvSpPr/>
            <p:nvPr/>
          </p:nvSpPr>
          <p:spPr>
            <a:xfrm>
              <a:off x="6924535" y="476651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0" name="pt1920"/>
            <p:cNvSpPr/>
            <p:nvPr/>
          </p:nvSpPr>
          <p:spPr>
            <a:xfrm>
              <a:off x="5557701" y="55454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1" name="pt1921"/>
            <p:cNvSpPr/>
            <p:nvPr/>
          </p:nvSpPr>
          <p:spPr>
            <a:xfrm>
              <a:off x="5344133" y="50261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2" name="pt1922"/>
            <p:cNvSpPr/>
            <p:nvPr/>
          </p:nvSpPr>
          <p:spPr>
            <a:xfrm>
              <a:off x="6155691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3" name="pt1923"/>
            <p:cNvSpPr/>
            <p:nvPr/>
          </p:nvSpPr>
          <p:spPr>
            <a:xfrm>
              <a:off x="6668253" y="489632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4" name="pt1924"/>
            <p:cNvSpPr/>
            <p:nvPr/>
          </p:nvSpPr>
          <p:spPr>
            <a:xfrm>
              <a:off x="5899410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5" name="pt1925"/>
            <p:cNvSpPr/>
            <p:nvPr/>
          </p:nvSpPr>
          <p:spPr>
            <a:xfrm>
              <a:off x="5472274" y="47665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6" name="pt1926"/>
            <p:cNvSpPr/>
            <p:nvPr/>
          </p:nvSpPr>
          <p:spPr>
            <a:xfrm>
              <a:off x="5514988" y="50910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7" name="pt1927"/>
            <p:cNvSpPr/>
            <p:nvPr/>
          </p:nvSpPr>
          <p:spPr>
            <a:xfrm>
              <a:off x="5472274" y="49287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8" name="pt1928"/>
            <p:cNvSpPr/>
            <p:nvPr/>
          </p:nvSpPr>
          <p:spPr>
            <a:xfrm>
              <a:off x="5429561" y="46691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9" name="pt1929"/>
            <p:cNvSpPr/>
            <p:nvPr/>
          </p:nvSpPr>
          <p:spPr>
            <a:xfrm>
              <a:off x="5258706" y="528577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0" name="pt1930"/>
            <p:cNvSpPr/>
            <p:nvPr/>
          </p:nvSpPr>
          <p:spPr>
            <a:xfrm>
              <a:off x="5942123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1" name="pt1931"/>
            <p:cNvSpPr/>
            <p:nvPr/>
          </p:nvSpPr>
          <p:spPr>
            <a:xfrm>
              <a:off x="5301420" y="54804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2" name="pt1932"/>
            <p:cNvSpPr/>
            <p:nvPr/>
          </p:nvSpPr>
          <p:spPr>
            <a:xfrm>
              <a:off x="6625540" y="457178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3" name="pt1933"/>
            <p:cNvSpPr/>
            <p:nvPr/>
          </p:nvSpPr>
          <p:spPr>
            <a:xfrm>
              <a:off x="6668253" y="47989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4" name="pt1934"/>
            <p:cNvSpPr/>
            <p:nvPr/>
          </p:nvSpPr>
          <p:spPr>
            <a:xfrm>
              <a:off x="5045139" y="56752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5" name="pt1935"/>
            <p:cNvSpPr/>
            <p:nvPr/>
          </p:nvSpPr>
          <p:spPr>
            <a:xfrm>
              <a:off x="6796394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6" name="pt1936"/>
            <p:cNvSpPr/>
            <p:nvPr/>
          </p:nvSpPr>
          <p:spPr>
            <a:xfrm>
              <a:off x="5472274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7" name="pt1937"/>
            <p:cNvSpPr/>
            <p:nvPr/>
          </p:nvSpPr>
          <p:spPr>
            <a:xfrm>
              <a:off x="6710967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8" name="pt1938"/>
            <p:cNvSpPr/>
            <p:nvPr/>
          </p:nvSpPr>
          <p:spPr>
            <a:xfrm>
              <a:off x="5429561" y="528577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9" name="pt1939"/>
            <p:cNvSpPr/>
            <p:nvPr/>
          </p:nvSpPr>
          <p:spPr>
            <a:xfrm>
              <a:off x="5600415" y="55454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0" name="pt1940"/>
            <p:cNvSpPr/>
            <p:nvPr/>
          </p:nvSpPr>
          <p:spPr>
            <a:xfrm>
              <a:off x="5344133" y="561030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1" name="pt1941"/>
            <p:cNvSpPr/>
            <p:nvPr/>
          </p:nvSpPr>
          <p:spPr>
            <a:xfrm>
              <a:off x="6710967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2" name="pt1942"/>
            <p:cNvSpPr/>
            <p:nvPr/>
          </p:nvSpPr>
          <p:spPr>
            <a:xfrm>
              <a:off x="5472274" y="51884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3" name="pt1943"/>
            <p:cNvSpPr/>
            <p:nvPr/>
          </p:nvSpPr>
          <p:spPr>
            <a:xfrm>
              <a:off x="5728555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4" name="pt1944"/>
            <p:cNvSpPr/>
            <p:nvPr/>
          </p:nvSpPr>
          <p:spPr>
            <a:xfrm>
              <a:off x="5344133" y="55454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5" name="pt1945"/>
            <p:cNvSpPr/>
            <p:nvPr/>
          </p:nvSpPr>
          <p:spPr>
            <a:xfrm>
              <a:off x="6924535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6" name="pt1946"/>
            <p:cNvSpPr/>
            <p:nvPr/>
          </p:nvSpPr>
          <p:spPr>
            <a:xfrm>
              <a:off x="5600415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7" name="pt1947"/>
            <p:cNvSpPr/>
            <p:nvPr/>
          </p:nvSpPr>
          <p:spPr>
            <a:xfrm>
              <a:off x="6112977" y="50261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8" name="pt1948"/>
            <p:cNvSpPr/>
            <p:nvPr/>
          </p:nvSpPr>
          <p:spPr>
            <a:xfrm>
              <a:off x="5386847" y="53831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9" name="pt1949"/>
            <p:cNvSpPr/>
            <p:nvPr/>
          </p:nvSpPr>
          <p:spPr>
            <a:xfrm>
              <a:off x="5643128" y="51235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0" name="pt1950"/>
            <p:cNvSpPr/>
            <p:nvPr/>
          </p:nvSpPr>
          <p:spPr>
            <a:xfrm>
              <a:off x="5942123" y="52533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1" name="pt1951"/>
            <p:cNvSpPr/>
            <p:nvPr/>
          </p:nvSpPr>
          <p:spPr>
            <a:xfrm>
              <a:off x="7266243" y="41498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2" name="pt1952"/>
            <p:cNvSpPr/>
            <p:nvPr/>
          </p:nvSpPr>
          <p:spPr>
            <a:xfrm>
              <a:off x="5984837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3" name="pt1953"/>
            <p:cNvSpPr/>
            <p:nvPr/>
          </p:nvSpPr>
          <p:spPr>
            <a:xfrm>
              <a:off x="6283831" y="48314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4" name="pt1954"/>
            <p:cNvSpPr/>
            <p:nvPr/>
          </p:nvSpPr>
          <p:spPr>
            <a:xfrm>
              <a:off x="5215993" y="55129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5" name="pt1955"/>
            <p:cNvSpPr/>
            <p:nvPr/>
          </p:nvSpPr>
          <p:spPr>
            <a:xfrm>
              <a:off x="5942123" y="457178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6" name="pt1956"/>
            <p:cNvSpPr/>
            <p:nvPr/>
          </p:nvSpPr>
          <p:spPr>
            <a:xfrm>
              <a:off x="5472274" y="50585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7" name="pt1957"/>
            <p:cNvSpPr/>
            <p:nvPr/>
          </p:nvSpPr>
          <p:spPr>
            <a:xfrm>
              <a:off x="7522524" y="39551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8" name="pt1958"/>
            <p:cNvSpPr/>
            <p:nvPr/>
          </p:nvSpPr>
          <p:spPr>
            <a:xfrm>
              <a:off x="6112977" y="52533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9" name="pt1959"/>
            <p:cNvSpPr/>
            <p:nvPr/>
          </p:nvSpPr>
          <p:spPr>
            <a:xfrm>
              <a:off x="5643128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0" name="pt1960"/>
            <p:cNvSpPr/>
            <p:nvPr/>
          </p:nvSpPr>
          <p:spPr>
            <a:xfrm>
              <a:off x="5557701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1" name="pt1961"/>
            <p:cNvSpPr/>
            <p:nvPr/>
          </p:nvSpPr>
          <p:spPr>
            <a:xfrm>
              <a:off x="5301420" y="55454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2" name="pt1962"/>
            <p:cNvSpPr/>
            <p:nvPr/>
          </p:nvSpPr>
          <p:spPr>
            <a:xfrm>
              <a:off x="4959712" y="55129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3" name="pt1963"/>
            <p:cNvSpPr/>
            <p:nvPr/>
          </p:nvSpPr>
          <p:spPr>
            <a:xfrm>
              <a:off x="7949660" y="385780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4" name="pt1964"/>
            <p:cNvSpPr/>
            <p:nvPr/>
          </p:nvSpPr>
          <p:spPr>
            <a:xfrm>
              <a:off x="7138102" y="398761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5" name="pt1965"/>
            <p:cNvSpPr/>
            <p:nvPr/>
          </p:nvSpPr>
          <p:spPr>
            <a:xfrm>
              <a:off x="7308956" y="41823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6" name="pt1966"/>
            <p:cNvSpPr/>
            <p:nvPr/>
          </p:nvSpPr>
          <p:spPr>
            <a:xfrm>
              <a:off x="6112977" y="51884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7" name="pt1967"/>
            <p:cNvSpPr/>
            <p:nvPr/>
          </p:nvSpPr>
          <p:spPr>
            <a:xfrm>
              <a:off x="6924535" y="447442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8" name="pt1968"/>
            <p:cNvSpPr/>
            <p:nvPr/>
          </p:nvSpPr>
          <p:spPr>
            <a:xfrm>
              <a:off x="6497399" y="453933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9" name="pt1969"/>
            <p:cNvSpPr/>
            <p:nvPr/>
          </p:nvSpPr>
          <p:spPr>
            <a:xfrm>
              <a:off x="5514988" y="50910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0" name="pt1970"/>
            <p:cNvSpPr/>
            <p:nvPr/>
          </p:nvSpPr>
          <p:spPr>
            <a:xfrm>
              <a:off x="5942123" y="53182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1" name="pt1971"/>
            <p:cNvSpPr/>
            <p:nvPr/>
          </p:nvSpPr>
          <p:spPr>
            <a:xfrm>
              <a:off x="6326545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2" name="pt1972"/>
            <p:cNvSpPr/>
            <p:nvPr/>
          </p:nvSpPr>
          <p:spPr>
            <a:xfrm>
              <a:off x="7949660" y="379289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3" name="pt1973"/>
            <p:cNvSpPr/>
            <p:nvPr/>
          </p:nvSpPr>
          <p:spPr>
            <a:xfrm>
              <a:off x="6924535" y="43770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4" name="pt1974"/>
            <p:cNvSpPr/>
            <p:nvPr/>
          </p:nvSpPr>
          <p:spPr>
            <a:xfrm>
              <a:off x="6070264" y="499368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5" name="pt1975"/>
            <p:cNvSpPr/>
            <p:nvPr/>
          </p:nvSpPr>
          <p:spPr>
            <a:xfrm>
              <a:off x="6582826" y="50910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6" name="pt1976"/>
            <p:cNvSpPr/>
            <p:nvPr/>
          </p:nvSpPr>
          <p:spPr>
            <a:xfrm>
              <a:off x="5728555" y="49287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7" name="pt1977"/>
            <p:cNvSpPr/>
            <p:nvPr/>
          </p:nvSpPr>
          <p:spPr>
            <a:xfrm>
              <a:off x="6112977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8" name="pt1978"/>
            <p:cNvSpPr/>
            <p:nvPr/>
          </p:nvSpPr>
          <p:spPr>
            <a:xfrm>
              <a:off x="6881821" y="44419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9" name="pt1979"/>
            <p:cNvSpPr/>
            <p:nvPr/>
          </p:nvSpPr>
          <p:spPr>
            <a:xfrm>
              <a:off x="5771269" y="528577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0" name="pt1980"/>
            <p:cNvSpPr/>
            <p:nvPr/>
          </p:nvSpPr>
          <p:spPr>
            <a:xfrm>
              <a:off x="5301420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1" name="pt1981"/>
            <p:cNvSpPr/>
            <p:nvPr/>
          </p:nvSpPr>
          <p:spPr>
            <a:xfrm>
              <a:off x="5813982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2" name="pt1982"/>
            <p:cNvSpPr/>
            <p:nvPr/>
          </p:nvSpPr>
          <p:spPr>
            <a:xfrm>
              <a:off x="7864233" y="389025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3" name="pt1983"/>
            <p:cNvSpPr/>
            <p:nvPr/>
          </p:nvSpPr>
          <p:spPr>
            <a:xfrm>
              <a:off x="6967248" y="463669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4" name="pt1984"/>
            <p:cNvSpPr/>
            <p:nvPr/>
          </p:nvSpPr>
          <p:spPr>
            <a:xfrm>
              <a:off x="6027550" y="47665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5" name="pt1985"/>
            <p:cNvSpPr/>
            <p:nvPr/>
          </p:nvSpPr>
          <p:spPr>
            <a:xfrm>
              <a:off x="6625540" y="47665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6" name="pt1986"/>
            <p:cNvSpPr/>
            <p:nvPr/>
          </p:nvSpPr>
          <p:spPr>
            <a:xfrm>
              <a:off x="5429561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7" name="pt1987"/>
            <p:cNvSpPr/>
            <p:nvPr/>
          </p:nvSpPr>
          <p:spPr>
            <a:xfrm>
              <a:off x="5386847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8" name="pt1988"/>
            <p:cNvSpPr/>
            <p:nvPr/>
          </p:nvSpPr>
          <p:spPr>
            <a:xfrm>
              <a:off x="5215993" y="56427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9" name="pt1989"/>
            <p:cNvSpPr/>
            <p:nvPr/>
          </p:nvSpPr>
          <p:spPr>
            <a:xfrm>
              <a:off x="6881821" y="460424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0" name="pt1990"/>
            <p:cNvSpPr/>
            <p:nvPr/>
          </p:nvSpPr>
          <p:spPr>
            <a:xfrm>
              <a:off x="7308956" y="45068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1" name="pt1991"/>
            <p:cNvSpPr/>
            <p:nvPr/>
          </p:nvSpPr>
          <p:spPr>
            <a:xfrm>
              <a:off x="6454686" y="49287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2" name="pt1992"/>
            <p:cNvSpPr/>
            <p:nvPr/>
          </p:nvSpPr>
          <p:spPr>
            <a:xfrm>
              <a:off x="5087852" y="55454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3" name="pt1993"/>
            <p:cNvSpPr/>
            <p:nvPr/>
          </p:nvSpPr>
          <p:spPr>
            <a:xfrm>
              <a:off x="5386847" y="56752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4" name="pt1994"/>
            <p:cNvSpPr/>
            <p:nvPr/>
          </p:nvSpPr>
          <p:spPr>
            <a:xfrm>
              <a:off x="6839107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5" name="pt1995"/>
            <p:cNvSpPr/>
            <p:nvPr/>
          </p:nvSpPr>
          <p:spPr>
            <a:xfrm>
              <a:off x="7009962" y="41498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6" name="pt1996"/>
            <p:cNvSpPr/>
            <p:nvPr/>
          </p:nvSpPr>
          <p:spPr>
            <a:xfrm>
              <a:off x="7437097" y="405252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7" name="pt1997"/>
            <p:cNvSpPr/>
            <p:nvPr/>
          </p:nvSpPr>
          <p:spPr>
            <a:xfrm>
              <a:off x="6668253" y="434461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8" name="pt1998"/>
            <p:cNvSpPr/>
            <p:nvPr/>
          </p:nvSpPr>
          <p:spPr>
            <a:xfrm>
              <a:off x="5215993" y="54804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9" name="pt1999"/>
            <p:cNvSpPr/>
            <p:nvPr/>
          </p:nvSpPr>
          <p:spPr>
            <a:xfrm>
              <a:off x="6283831" y="473405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0" name="pt2000"/>
            <p:cNvSpPr/>
            <p:nvPr/>
          </p:nvSpPr>
          <p:spPr>
            <a:xfrm>
              <a:off x="7266243" y="398761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1" name="pt2001"/>
            <p:cNvSpPr/>
            <p:nvPr/>
          </p:nvSpPr>
          <p:spPr>
            <a:xfrm>
              <a:off x="7308956" y="40849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2" name="pt2002"/>
            <p:cNvSpPr/>
            <p:nvPr/>
          </p:nvSpPr>
          <p:spPr>
            <a:xfrm>
              <a:off x="7351670" y="40849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3" name="pt2003"/>
            <p:cNvSpPr/>
            <p:nvPr/>
          </p:nvSpPr>
          <p:spPr>
            <a:xfrm>
              <a:off x="7522524" y="41823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4" name="pt2004"/>
            <p:cNvSpPr/>
            <p:nvPr/>
          </p:nvSpPr>
          <p:spPr>
            <a:xfrm>
              <a:off x="6241118" y="457178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5" name="pt2005"/>
            <p:cNvSpPr/>
            <p:nvPr/>
          </p:nvSpPr>
          <p:spPr>
            <a:xfrm>
              <a:off x="7266243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6" name="pt2006"/>
            <p:cNvSpPr/>
            <p:nvPr/>
          </p:nvSpPr>
          <p:spPr>
            <a:xfrm>
              <a:off x="7095389" y="447442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7" name="pt2007"/>
            <p:cNvSpPr/>
            <p:nvPr/>
          </p:nvSpPr>
          <p:spPr>
            <a:xfrm>
              <a:off x="5173279" y="53182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8" name="pt2008"/>
            <p:cNvSpPr/>
            <p:nvPr/>
          </p:nvSpPr>
          <p:spPr>
            <a:xfrm>
              <a:off x="7009962" y="45717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9" name="pt2009"/>
            <p:cNvSpPr/>
            <p:nvPr/>
          </p:nvSpPr>
          <p:spPr>
            <a:xfrm>
              <a:off x="5813982" y="55454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0" name="pt2010"/>
            <p:cNvSpPr/>
            <p:nvPr/>
          </p:nvSpPr>
          <p:spPr>
            <a:xfrm>
              <a:off x="6924535" y="43770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1" name="pl2011"/>
            <p:cNvSpPr/>
            <p:nvPr/>
          </p:nvSpPr>
          <p:spPr>
            <a:xfrm>
              <a:off x="4642829" y="4175561"/>
              <a:ext cx="2819093" cy="1503339"/>
            </a:xfrm>
            <a:custGeom>
              <a:avLst/>
              <a:gdLst/>
              <a:ahLst/>
              <a:cxnLst/>
              <a:rect l="0" t="0" r="0" b="0"/>
              <a:pathLst>
                <a:path w="2819093" h="1503339">
                  <a:moveTo>
                    <a:pt x="0" y="1503339"/>
                  </a:moveTo>
                  <a:lnTo>
                    <a:pt x="35684" y="1484310"/>
                  </a:lnTo>
                  <a:lnTo>
                    <a:pt x="71369" y="1465280"/>
                  </a:lnTo>
                  <a:lnTo>
                    <a:pt x="107054" y="1446251"/>
                  </a:lnTo>
                  <a:lnTo>
                    <a:pt x="142738" y="1427221"/>
                  </a:lnTo>
                  <a:lnTo>
                    <a:pt x="178423" y="1408191"/>
                  </a:lnTo>
                  <a:lnTo>
                    <a:pt x="214108" y="1389162"/>
                  </a:lnTo>
                  <a:lnTo>
                    <a:pt x="249793" y="1370132"/>
                  </a:lnTo>
                  <a:lnTo>
                    <a:pt x="285477" y="1351102"/>
                  </a:lnTo>
                  <a:lnTo>
                    <a:pt x="321162" y="1332073"/>
                  </a:lnTo>
                  <a:lnTo>
                    <a:pt x="356847" y="1313043"/>
                  </a:lnTo>
                  <a:lnTo>
                    <a:pt x="392532" y="1294014"/>
                  </a:lnTo>
                  <a:lnTo>
                    <a:pt x="428216" y="1274984"/>
                  </a:lnTo>
                  <a:lnTo>
                    <a:pt x="463901" y="1255954"/>
                  </a:lnTo>
                  <a:lnTo>
                    <a:pt x="499586" y="1236925"/>
                  </a:lnTo>
                  <a:lnTo>
                    <a:pt x="535270" y="1217895"/>
                  </a:lnTo>
                  <a:lnTo>
                    <a:pt x="570955" y="1198866"/>
                  </a:lnTo>
                  <a:lnTo>
                    <a:pt x="606640" y="1179836"/>
                  </a:lnTo>
                  <a:lnTo>
                    <a:pt x="642325" y="1160806"/>
                  </a:lnTo>
                  <a:lnTo>
                    <a:pt x="678009" y="1141777"/>
                  </a:lnTo>
                  <a:lnTo>
                    <a:pt x="713694" y="1122747"/>
                  </a:lnTo>
                  <a:lnTo>
                    <a:pt x="749379" y="1103717"/>
                  </a:lnTo>
                  <a:lnTo>
                    <a:pt x="785064" y="1084688"/>
                  </a:lnTo>
                  <a:lnTo>
                    <a:pt x="820748" y="1065658"/>
                  </a:lnTo>
                  <a:lnTo>
                    <a:pt x="856433" y="1046629"/>
                  </a:lnTo>
                  <a:lnTo>
                    <a:pt x="892118" y="1027599"/>
                  </a:lnTo>
                  <a:lnTo>
                    <a:pt x="927803" y="1008569"/>
                  </a:lnTo>
                  <a:lnTo>
                    <a:pt x="963487" y="989540"/>
                  </a:lnTo>
                  <a:lnTo>
                    <a:pt x="999172" y="970510"/>
                  </a:lnTo>
                  <a:lnTo>
                    <a:pt x="1034857" y="951480"/>
                  </a:lnTo>
                  <a:lnTo>
                    <a:pt x="1070541" y="932451"/>
                  </a:lnTo>
                  <a:lnTo>
                    <a:pt x="1106226" y="913421"/>
                  </a:lnTo>
                  <a:lnTo>
                    <a:pt x="1141911" y="894392"/>
                  </a:lnTo>
                  <a:lnTo>
                    <a:pt x="1177596" y="875362"/>
                  </a:lnTo>
                  <a:lnTo>
                    <a:pt x="1213280" y="856332"/>
                  </a:lnTo>
                  <a:lnTo>
                    <a:pt x="1248965" y="837303"/>
                  </a:lnTo>
                  <a:lnTo>
                    <a:pt x="1284650" y="818273"/>
                  </a:lnTo>
                  <a:lnTo>
                    <a:pt x="1320335" y="799244"/>
                  </a:lnTo>
                  <a:lnTo>
                    <a:pt x="1356019" y="780214"/>
                  </a:lnTo>
                  <a:lnTo>
                    <a:pt x="1391704" y="761184"/>
                  </a:lnTo>
                  <a:lnTo>
                    <a:pt x="1427389" y="742155"/>
                  </a:lnTo>
                  <a:lnTo>
                    <a:pt x="1463074" y="723125"/>
                  </a:lnTo>
                  <a:lnTo>
                    <a:pt x="1498758" y="704095"/>
                  </a:lnTo>
                  <a:lnTo>
                    <a:pt x="1534443" y="685066"/>
                  </a:lnTo>
                  <a:lnTo>
                    <a:pt x="1570128" y="666036"/>
                  </a:lnTo>
                  <a:lnTo>
                    <a:pt x="1605812" y="647007"/>
                  </a:lnTo>
                  <a:lnTo>
                    <a:pt x="1641497" y="627977"/>
                  </a:lnTo>
                  <a:lnTo>
                    <a:pt x="1677182" y="608947"/>
                  </a:lnTo>
                  <a:lnTo>
                    <a:pt x="1712867" y="589918"/>
                  </a:lnTo>
                  <a:lnTo>
                    <a:pt x="1748551" y="570888"/>
                  </a:lnTo>
                  <a:lnTo>
                    <a:pt x="1784236" y="551858"/>
                  </a:lnTo>
                  <a:lnTo>
                    <a:pt x="1819921" y="532829"/>
                  </a:lnTo>
                  <a:lnTo>
                    <a:pt x="1855606" y="513799"/>
                  </a:lnTo>
                  <a:lnTo>
                    <a:pt x="1891290" y="494770"/>
                  </a:lnTo>
                  <a:lnTo>
                    <a:pt x="1926975" y="475740"/>
                  </a:lnTo>
                  <a:lnTo>
                    <a:pt x="1962660" y="456710"/>
                  </a:lnTo>
                  <a:lnTo>
                    <a:pt x="1998345" y="437681"/>
                  </a:lnTo>
                  <a:lnTo>
                    <a:pt x="2034029" y="418651"/>
                  </a:lnTo>
                  <a:lnTo>
                    <a:pt x="2069714" y="399622"/>
                  </a:lnTo>
                  <a:lnTo>
                    <a:pt x="2105399" y="380592"/>
                  </a:lnTo>
                  <a:lnTo>
                    <a:pt x="2141083" y="361562"/>
                  </a:lnTo>
                  <a:lnTo>
                    <a:pt x="2176768" y="342533"/>
                  </a:lnTo>
                  <a:lnTo>
                    <a:pt x="2212453" y="323503"/>
                  </a:lnTo>
                  <a:lnTo>
                    <a:pt x="2248138" y="304473"/>
                  </a:lnTo>
                  <a:lnTo>
                    <a:pt x="2283822" y="285444"/>
                  </a:lnTo>
                  <a:lnTo>
                    <a:pt x="2319507" y="266414"/>
                  </a:lnTo>
                  <a:lnTo>
                    <a:pt x="2355192" y="247385"/>
                  </a:lnTo>
                  <a:lnTo>
                    <a:pt x="2390877" y="228355"/>
                  </a:lnTo>
                  <a:lnTo>
                    <a:pt x="2426561" y="209325"/>
                  </a:lnTo>
                  <a:lnTo>
                    <a:pt x="2462246" y="190296"/>
                  </a:lnTo>
                  <a:lnTo>
                    <a:pt x="2497931" y="171266"/>
                  </a:lnTo>
                  <a:lnTo>
                    <a:pt x="2533616" y="152236"/>
                  </a:lnTo>
                  <a:lnTo>
                    <a:pt x="2569300" y="133207"/>
                  </a:lnTo>
                  <a:lnTo>
                    <a:pt x="2604985" y="114177"/>
                  </a:lnTo>
                  <a:lnTo>
                    <a:pt x="2640670" y="95148"/>
                  </a:lnTo>
                  <a:lnTo>
                    <a:pt x="2676354" y="76118"/>
                  </a:lnTo>
                  <a:lnTo>
                    <a:pt x="2712039" y="57088"/>
                  </a:lnTo>
                  <a:lnTo>
                    <a:pt x="2747724" y="38059"/>
                  </a:lnTo>
                  <a:lnTo>
                    <a:pt x="2783409" y="19029"/>
                  </a:lnTo>
                  <a:lnTo>
                    <a:pt x="2819093" y="0"/>
                  </a:lnTo>
                </a:path>
              </a:pathLst>
            </a:custGeom>
            <a:ln w="27101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2" name="pl2012"/>
            <p:cNvSpPr/>
            <p:nvPr/>
          </p:nvSpPr>
          <p:spPr>
            <a:xfrm>
              <a:off x="5539814" y="3831563"/>
              <a:ext cx="2520099" cy="1367941"/>
            </a:xfrm>
            <a:custGeom>
              <a:avLst/>
              <a:gdLst/>
              <a:ahLst/>
              <a:cxnLst/>
              <a:rect l="0" t="0" r="0" b="0"/>
              <a:pathLst>
                <a:path w="2520099" h="1367941">
                  <a:moveTo>
                    <a:pt x="0" y="1367941"/>
                  </a:moveTo>
                  <a:lnTo>
                    <a:pt x="31899" y="1350625"/>
                  </a:lnTo>
                  <a:lnTo>
                    <a:pt x="63799" y="1333309"/>
                  </a:lnTo>
                  <a:lnTo>
                    <a:pt x="95699" y="1315994"/>
                  </a:lnTo>
                  <a:lnTo>
                    <a:pt x="127599" y="1298678"/>
                  </a:lnTo>
                  <a:lnTo>
                    <a:pt x="159499" y="1281362"/>
                  </a:lnTo>
                  <a:lnTo>
                    <a:pt x="191399" y="1264047"/>
                  </a:lnTo>
                  <a:lnTo>
                    <a:pt x="223299" y="1246731"/>
                  </a:lnTo>
                  <a:lnTo>
                    <a:pt x="255199" y="1229415"/>
                  </a:lnTo>
                  <a:lnTo>
                    <a:pt x="287099" y="1212099"/>
                  </a:lnTo>
                  <a:lnTo>
                    <a:pt x="318999" y="1194784"/>
                  </a:lnTo>
                  <a:lnTo>
                    <a:pt x="350899" y="1177468"/>
                  </a:lnTo>
                  <a:lnTo>
                    <a:pt x="382799" y="1160152"/>
                  </a:lnTo>
                  <a:lnTo>
                    <a:pt x="414699" y="1142837"/>
                  </a:lnTo>
                  <a:lnTo>
                    <a:pt x="446599" y="1125521"/>
                  </a:lnTo>
                  <a:lnTo>
                    <a:pt x="478499" y="1108205"/>
                  </a:lnTo>
                  <a:lnTo>
                    <a:pt x="510399" y="1090889"/>
                  </a:lnTo>
                  <a:lnTo>
                    <a:pt x="542299" y="1073574"/>
                  </a:lnTo>
                  <a:lnTo>
                    <a:pt x="574199" y="1056258"/>
                  </a:lnTo>
                  <a:lnTo>
                    <a:pt x="606099" y="1038942"/>
                  </a:lnTo>
                  <a:lnTo>
                    <a:pt x="637999" y="1021627"/>
                  </a:lnTo>
                  <a:lnTo>
                    <a:pt x="669899" y="1004311"/>
                  </a:lnTo>
                  <a:lnTo>
                    <a:pt x="701799" y="986995"/>
                  </a:lnTo>
                  <a:lnTo>
                    <a:pt x="733699" y="969679"/>
                  </a:lnTo>
                  <a:lnTo>
                    <a:pt x="765599" y="952364"/>
                  </a:lnTo>
                  <a:lnTo>
                    <a:pt x="797499" y="935048"/>
                  </a:lnTo>
                  <a:lnTo>
                    <a:pt x="829399" y="917732"/>
                  </a:lnTo>
                  <a:lnTo>
                    <a:pt x="861299" y="900417"/>
                  </a:lnTo>
                  <a:lnTo>
                    <a:pt x="893199" y="883101"/>
                  </a:lnTo>
                  <a:lnTo>
                    <a:pt x="925099" y="865785"/>
                  </a:lnTo>
                  <a:lnTo>
                    <a:pt x="956999" y="848469"/>
                  </a:lnTo>
                  <a:lnTo>
                    <a:pt x="988899" y="831154"/>
                  </a:lnTo>
                  <a:lnTo>
                    <a:pt x="1020799" y="813838"/>
                  </a:lnTo>
                  <a:lnTo>
                    <a:pt x="1052699" y="796522"/>
                  </a:lnTo>
                  <a:lnTo>
                    <a:pt x="1084599" y="779207"/>
                  </a:lnTo>
                  <a:lnTo>
                    <a:pt x="1116499" y="761891"/>
                  </a:lnTo>
                  <a:lnTo>
                    <a:pt x="1148399" y="744575"/>
                  </a:lnTo>
                  <a:lnTo>
                    <a:pt x="1180299" y="727259"/>
                  </a:lnTo>
                  <a:lnTo>
                    <a:pt x="1212199" y="709944"/>
                  </a:lnTo>
                  <a:lnTo>
                    <a:pt x="1244099" y="692628"/>
                  </a:lnTo>
                  <a:lnTo>
                    <a:pt x="1275999" y="675312"/>
                  </a:lnTo>
                  <a:lnTo>
                    <a:pt x="1307899" y="657997"/>
                  </a:lnTo>
                  <a:lnTo>
                    <a:pt x="1339799" y="640681"/>
                  </a:lnTo>
                  <a:lnTo>
                    <a:pt x="1371699" y="623365"/>
                  </a:lnTo>
                  <a:lnTo>
                    <a:pt x="1403599" y="606049"/>
                  </a:lnTo>
                  <a:lnTo>
                    <a:pt x="1435499" y="588734"/>
                  </a:lnTo>
                  <a:lnTo>
                    <a:pt x="1467399" y="571418"/>
                  </a:lnTo>
                  <a:lnTo>
                    <a:pt x="1499299" y="554102"/>
                  </a:lnTo>
                  <a:lnTo>
                    <a:pt x="1531199" y="536787"/>
                  </a:lnTo>
                  <a:lnTo>
                    <a:pt x="1563099" y="519471"/>
                  </a:lnTo>
                  <a:lnTo>
                    <a:pt x="1594999" y="502155"/>
                  </a:lnTo>
                  <a:lnTo>
                    <a:pt x="1626899" y="484839"/>
                  </a:lnTo>
                  <a:lnTo>
                    <a:pt x="1658799" y="467524"/>
                  </a:lnTo>
                  <a:lnTo>
                    <a:pt x="1690699" y="450208"/>
                  </a:lnTo>
                  <a:lnTo>
                    <a:pt x="1722599" y="432892"/>
                  </a:lnTo>
                  <a:lnTo>
                    <a:pt x="1754499" y="415577"/>
                  </a:lnTo>
                  <a:lnTo>
                    <a:pt x="1786399" y="398261"/>
                  </a:lnTo>
                  <a:lnTo>
                    <a:pt x="1818299" y="380945"/>
                  </a:lnTo>
                  <a:lnTo>
                    <a:pt x="1850199" y="363629"/>
                  </a:lnTo>
                  <a:lnTo>
                    <a:pt x="1882099" y="346314"/>
                  </a:lnTo>
                  <a:lnTo>
                    <a:pt x="1913999" y="328998"/>
                  </a:lnTo>
                  <a:lnTo>
                    <a:pt x="1945899" y="311682"/>
                  </a:lnTo>
                  <a:lnTo>
                    <a:pt x="1977799" y="294367"/>
                  </a:lnTo>
                  <a:lnTo>
                    <a:pt x="2009699" y="277051"/>
                  </a:lnTo>
                  <a:lnTo>
                    <a:pt x="2041599" y="259735"/>
                  </a:lnTo>
                  <a:lnTo>
                    <a:pt x="2073499" y="242419"/>
                  </a:lnTo>
                  <a:lnTo>
                    <a:pt x="2105399" y="225104"/>
                  </a:lnTo>
                  <a:lnTo>
                    <a:pt x="2137299" y="207788"/>
                  </a:lnTo>
                  <a:lnTo>
                    <a:pt x="2169199" y="190472"/>
                  </a:lnTo>
                  <a:lnTo>
                    <a:pt x="2201099" y="173157"/>
                  </a:lnTo>
                  <a:lnTo>
                    <a:pt x="2232999" y="155841"/>
                  </a:lnTo>
                  <a:lnTo>
                    <a:pt x="2264899" y="138525"/>
                  </a:lnTo>
                  <a:lnTo>
                    <a:pt x="2296799" y="121209"/>
                  </a:lnTo>
                  <a:lnTo>
                    <a:pt x="2328699" y="103894"/>
                  </a:lnTo>
                  <a:lnTo>
                    <a:pt x="2360599" y="86578"/>
                  </a:lnTo>
                  <a:lnTo>
                    <a:pt x="2392499" y="69262"/>
                  </a:lnTo>
                  <a:lnTo>
                    <a:pt x="2424399" y="51947"/>
                  </a:lnTo>
                  <a:lnTo>
                    <a:pt x="2456299" y="34631"/>
                  </a:lnTo>
                  <a:lnTo>
                    <a:pt x="2488199" y="17315"/>
                  </a:lnTo>
                  <a:lnTo>
                    <a:pt x="2520099" y="0"/>
                  </a:lnTo>
                </a:path>
              </a:pathLst>
            </a:custGeom>
            <a:ln w="27101" cap="flat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3" name="tx2013"/>
            <p:cNvSpPr/>
            <p:nvPr/>
          </p:nvSpPr>
          <p:spPr>
            <a:xfrm>
              <a:off x="4659915" y="3669504"/>
              <a:ext cx="91715" cy="909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 i="1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2014" name="tx2014"/>
            <p:cNvSpPr/>
            <p:nvPr/>
          </p:nvSpPr>
          <p:spPr>
            <a:xfrm>
              <a:off x="4765266" y="3633952"/>
              <a:ext cx="49441" cy="638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015" name="tx2015"/>
            <p:cNvSpPr/>
            <p:nvPr/>
          </p:nvSpPr>
          <p:spPr>
            <a:xfrm>
              <a:off x="4814708" y="3760413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2016" name="tx2016"/>
            <p:cNvSpPr/>
            <p:nvPr/>
          </p:nvSpPr>
          <p:spPr>
            <a:xfrm>
              <a:off x="4849497" y="3722400"/>
              <a:ext cx="74166" cy="3801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2017" name="tx2017"/>
            <p:cNvSpPr/>
            <p:nvPr/>
          </p:nvSpPr>
          <p:spPr>
            <a:xfrm>
              <a:off x="4923663" y="3760413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2018" name="tx2018"/>
            <p:cNvSpPr/>
            <p:nvPr/>
          </p:nvSpPr>
          <p:spPr>
            <a:xfrm>
              <a:off x="4958451" y="3667581"/>
              <a:ext cx="247178" cy="9283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0.59</a:t>
              </a:r>
            </a:p>
          </p:txBody>
        </p:sp>
        <p:sp>
          <p:nvSpPr>
            <p:cNvPr id="2019" name="pl2019"/>
            <p:cNvSpPr/>
            <p:nvPr/>
          </p:nvSpPr>
          <p:spPr>
            <a:xfrm>
              <a:off x="8331987" y="5440412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0" name="pl2020"/>
            <p:cNvSpPr/>
            <p:nvPr/>
          </p:nvSpPr>
          <p:spPr>
            <a:xfrm>
              <a:off x="8331987" y="4791336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1" name="pl2021"/>
            <p:cNvSpPr/>
            <p:nvPr/>
          </p:nvSpPr>
          <p:spPr>
            <a:xfrm>
              <a:off x="8331987" y="4142260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2" name="pl2022"/>
            <p:cNvSpPr/>
            <p:nvPr/>
          </p:nvSpPr>
          <p:spPr>
            <a:xfrm>
              <a:off x="8977436" y="3513467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3" name="pl2023"/>
            <p:cNvSpPr/>
            <p:nvPr/>
          </p:nvSpPr>
          <p:spPr>
            <a:xfrm>
              <a:off x="9926626" y="3513467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4" name="pl2024"/>
            <p:cNvSpPr/>
            <p:nvPr/>
          </p:nvSpPr>
          <p:spPr>
            <a:xfrm>
              <a:off x="10875816" y="3513467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5" name="pl2025"/>
            <p:cNvSpPr/>
            <p:nvPr/>
          </p:nvSpPr>
          <p:spPr>
            <a:xfrm>
              <a:off x="11825006" y="3513467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6" name="pl2026"/>
            <p:cNvSpPr/>
            <p:nvPr/>
          </p:nvSpPr>
          <p:spPr>
            <a:xfrm>
              <a:off x="8331987" y="5764951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7" name="pl2027"/>
            <p:cNvSpPr/>
            <p:nvPr/>
          </p:nvSpPr>
          <p:spPr>
            <a:xfrm>
              <a:off x="8331987" y="5115874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8" name="pl2028"/>
            <p:cNvSpPr/>
            <p:nvPr/>
          </p:nvSpPr>
          <p:spPr>
            <a:xfrm>
              <a:off x="8331987" y="4466798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9" name="pl2029"/>
            <p:cNvSpPr/>
            <p:nvPr/>
          </p:nvSpPr>
          <p:spPr>
            <a:xfrm>
              <a:off x="8331987" y="3817722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0" name="pl2030"/>
            <p:cNvSpPr/>
            <p:nvPr/>
          </p:nvSpPr>
          <p:spPr>
            <a:xfrm>
              <a:off x="8502841" y="3513467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1" name="pl2031"/>
            <p:cNvSpPr/>
            <p:nvPr/>
          </p:nvSpPr>
          <p:spPr>
            <a:xfrm>
              <a:off x="9452031" y="3513467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2" name="pl2032"/>
            <p:cNvSpPr/>
            <p:nvPr/>
          </p:nvSpPr>
          <p:spPr>
            <a:xfrm>
              <a:off x="10401221" y="3513467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3" name="pl2033"/>
            <p:cNvSpPr/>
            <p:nvPr/>
          </p:nvSpPr>
          <p:spPr>
            <a:xfrm>
              <a:off x="11350411" y="3513467"/>
              <a:ext cx="0" cy="2409697"/>
            </a:xfrm>
            <a:custGeom>
              <a:avLst/>
              <a:gdLst/>
              <a:ahLst/>
              <a:cxnLst/>
              <a:rect l="0" t="0" r="0" b="0"/>
              <a:pathLst>
                <a:path h="2409697">
                  <a:moveTo>
                    <a:pt x="0" y="240969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4" name="pt2034"/>
            <p:cNvSpPr/>
            <p:nvPr/>
          </p:nvSpPr>
          <p:spPr>
            <a:xfrm>
              <a:off x="11800180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5" name="pt2035"/>
            <p:cNvSpPr/>
            <p:nvPr/>
          </p:nvSpPr>
          <p:spPr>
            <a:xfrm>
              <a:off x="11705261" y="444197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6" name="pt2036"/>
            <p:cNvSpPr/>
            <p:nvPr/>
          </p:nvSpPr>
          <p:spPr>
            <a:xfrm>
              <a:off x="9806881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7" name="pt2037"/>
            <p:cNvSpPr/>
            <p:nvPr/>
          </p:nvSpPr>
          <p:spPr>
            <a:xfrm>
              <a:off x="11705261" y="522086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8" name="pt2038"/>
            <p:cNvSpPr/>
            <p:nvPr/>
          </p:nvSpPr>
          <p:spPr>
            <a:xfrm>
              <a:off x="11610342" y="509104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9" name="pt2039"/>
            <p:cNvSpPr/>
            <p:nvPr/>
          </p:nvSpPr>
          <p:spPr>
            <a:xfrm>
              <a:off x="11515423" y="44419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0" name="pt2040"/>
            <p:cNvSpPr/>
            <p:nvPr/>
          </p:nvSpPr>
          <p:spPr>
            <a:xfrm>
              <a:off x="11104107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1" name="pt2041"/>
            <p:cNvSpPr/>
            <p:nvPr/>
          </p:nvSpPr>
          <p:spPr>
            <a:xfrm>
              <a:off x="11800180" y="463669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2" name="pt2042"/>
            <p:cNvSpPr/>
            <p:nvPr/>
          </p:nvSpPr>
          <p:spPr>
            <a:xfrm>
              <a:off x="11800180" y="41823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3" name="pt2043"/>
            <p:cNvSpPr/>
            <p:nvPr/>
          </p:nvSpPr>
          <p:spPr>
            <a:xfrm>
              <a:off x="10692792" y="47665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4" name="pt2044"/>
            <p:cNvSpPr/>
            <p:nvPr/>
          </p:nvSpPr>
          <p:spPr>
            <a:xfrm>
              <a:off x="11610342" y="457178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5" name="pt2045"/>
            <p:cNvSpPr/>
            <p:nvPr/>
          </p:nvSpPr>
          <p:spPr>
            <a:xfrm>
              <a:off x="11325585" y="52533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6" name="pt2046"/>
            <p:cNvSpPr/>
            <p:nvPr/>
          </p:nvSpPr>
          <p:spPr>
            <a:xfrm>
              <a:off x="11610342" y="483141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7" name="pt2047"/>
            <p:cNvSpPr/>
            <p:nvPr/>
          </p:nvSpPr>
          <p:spPr>
            <a:xfrm>
              <a:off x="10914269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8" name="pt2048"/>
            <p:cNvSpPr/>
            <p:nvPr/>
          </p:nvSpPr>
          <p:spPr>
            <a:xfrm>
              <a:off x="10186557" y="541558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9" name="pt2049"/>
            <p:cNvSpPr/>
            <p:nvPr/>
          </p:nvSpPr>
          <p:spPr>
            <a:xfrm>
              <a:off x="11705261" y="440951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0" name="pt2050"/>
            <p:cNvSpPr/>
            <p:nvPr/>
          </p:nvSpPr>
          <p:spPr>
            <a:xfrm>
              <a:off x="11800180" y="466914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1" name="pt2051"/>
            <p:cNvSpPr/>
            <p:nvPr/>
          </p:nvSpPr>
          <p:spPr>
            <a:xfrm>
              <a:off x="11705261" y="45717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2" name="pt2052"/>
            <p:cNvSpPr/>
            <p:nvPr/>
          </p:nvSpPr>
          <p:spPr>
            <a:xfrm>
              <a:off x="11895099" y="402007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3" name="pt2053"/>
            <p:cNvSpPr/>
            <p:nvPr/>
          </p:nvSpPr>
          <p:spPr>
            <a:xfrm>
              <a:off x="10313116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4" name="pt2054"/>
            <p:cNvSpPr/>
            <p:nvPr/>
          </p:nvSpPr>
          <p:spPr>
            <a:xfrm>
              <a:off x="11610342" y="43770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5" name="pt2055"/>
            <p:cNvSpPr/>
            <p:nvPr/>
          </p:nvSpPr>
          <p:spPr>
            <a:xfrm>
              <a:off x="11800180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6" name="pt2056"/>
            <p:cNvSpPr/>
            <p:nvPr/>
          </p:nvSpPr>
          <p:spPr>
            <a:xfrm>
              <a:off x="11610342" y="463669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7" name="pt2057"/>
            <p:cNvSpPr/>
            <p:nvPr/>
          </p:nvSpPr>
          <p:spPr>
            <a:xfrm>
              <a:off x="11895099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8" name="pt2058"/>
            <p:cNvSpPr/>
            <p:nvPr/>
          </p:nvSpPr>
          <p:spPr>
            <a:xfrm>
              <a:off x="11388864" y="48638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9" name="pt2059"/>
            <p:cNvSpPr/>
            <p:nvPr/>
          </p:nvSpPr>
          <p:spPr>
            <a:xfrm>
              <a:off x="10376395" y="54804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0" name="pt2060"/>
            <p:cNvSpPr/>
            <p:nvPr/>
          </p:nvSpPr>
          <p:spPr>
            <a:xfrm>
              <a:off x="10249837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1" name="pt2061"/>
            <p:cNvSpPr/>
            <p:nvPr/>
          </p:nvSpPr>
          <p:spPr>
            <a:xfrm>
              <a:off x="11610342" y="41498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2" name="pt2062"/>
            <p:cNvSpPr/>
            <p:nvPr/>
          </p:nvSpPr>
          <p:spPr>
            <a:xfrm>
              <a:off x="11515423" y="46042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3" name="pt2063"/>
            <p:cNvSpPr/>
            <p:nvPr/>
          </p:nvSpPr>
          <p:spPr>
            <a:xfrm>
              <a:off x="10629512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4" name="pt2064"/>
            <p:cNvSpPr/>
            <p:nvPr/>
          </p:nvSpPr>
          <p:spPr>
            <a:xfrm>
              <a:off x="10566233" y="47016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5" name="pt2065"/>
            <p:cNvSpPr/>
            <p:nvPr/>
          </p:nvSpPr>
          <p:spPr>
            <a:xfrm>
              <a:off x="11895099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6" name="pt2066"/>
            <p:cNvSpPr/>
            <p:nvPr/>
          </p:nvSpPr>
          <p:spPr>
            <a:xfrm>
              <a:off x="11895099" y="440951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7" name="pt2067"/>
            <p:cNvSpPr/>
            <p:nvPr/>
          </p:nvSpPr>
          <p:spPr>
            <a:xfrm>
              <a:off x="11800180" y="466914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8" name="pt2068"/>
            <p:cNvSpPr/>
            <p:nvPr/>
          </p:nvSpPr>
          <p:spPr>
            <a:xfrm>
              <a:off x="11515423" y="47665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9" name="pt2069"/>
            <p:cNvSpPr/>
            <p:nvPr/>
          </p:nvSpPr>
          <p:spPr>
            <a:xfrm>
              <a:off x="11895099" y="366308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0" name="pt2070"/>
            <p:cNvSpPr/>
            <p:nvPr/>
          </p:nvSpPr>
          <p:spPr>
            <a:xfrm>
              <a:off x="11800180" y="385780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1" name="pt2071"/>
            <p:cNvSpPr/>
            <p:nvPr/>
          </p:nvSpPr>
          <p:spPr>
            <a:xfrm>
              <a:off x="9996719" y="561030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2" name="pt2072"/>
            <p:cNvSpPr/>
            <p:nvPr/>
          </p:nvSpPr>
          <p:spPr>
            <a:xfrm>
              <a:off x="11610342" y="463669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3" name="pt2073"/>
            <p:cNvSpPr/>
            <p:nvPr/>
          </p:nvSpPr>
          <p:spPr>
            <a:xfrm>
              <a:off x="11895099" y="41823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4" name="pt2074"/>
            <p:cNvSpPr/>
            <p:nvPr/>
          </p:nvSpPr>
          <p:spPr>
            <a:xfrm>
              <a:off x="11610342" y="463669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5" name="pt2075"/>
            <p:cNvSpPr/>
            <p:nvPr/>
          </p:nvSpPr>
          <p:spPr>
            <a:xfrm>
              <a:off x="11610342" y="45068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6" name="pt2076"/>
            <p:cNvSpPr/>
            <p:nvPr/>
          </p:nvSpPr>
          <p:spPr>
            <a:xfrm>
              <a:off x="11800180" y="424724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7" name="pt2077"/>
            <p:cNvSpPr/>
            <p:nvPr/>
          </p:nvSpPr>
          <p:spPr>
            <a:xfrm>
              <a:off x="11895099" y="392271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8" name="pt2078"/>
            <p:cNvSpPr/>
            <p:nvPr/>
          </p:nvSpPr>
          <p:spPr>
            <a:xfrm>
              <a:off x="11895099" y="447442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9" name="pt2079"/>
            <p:cNvSpPr/>
            <p:nvPr/>
          </p:nvSpPr>
          <p:spPr>
            <a:xfrm>
              <a:off x="11895099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0" name="pt2080"/>
            <p:cNvSpPr/>
            <p:nvPr/>
          </p:nvSpPr>
          <p:spPr>
            <a:xfrm>
              <a:off x="11293945" y="48314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1" name="pt2081"/>
            <p:cNvSpPr/>
            <p:nvPr/>
          </p:nvSpPr>
          <p:spPr>
            <a:xfrm>
              <a:off x="11895099" y="389025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2" name="pt2082"/>
            <p:cNvSpPr/>
            <p:nvPr/>
          </p:nvSpPr>
          <p:spPr>
            <a:xfrm>
              <a:off x="9711962" y="450688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3" name="pt2083"/>
            <p:cNvSpPr/>
            <p:nvPr/>
          </p:nvSpPr>
          <p:spPr>
            <a:xfrm>
              <a:off x="11895099" y="37604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4" name="pt2084"/>
            <p:cNvSpPr/>
            <p:nvPr/>
          </p:nvSpPr>
          <p:spPr>
            <a:xfrm>
              <a:off x="11895099" y="385780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5" name="pt2085"/>
            <p:cNvSpPr/>
            <p:nvPr/>
          </p:nvSpPr>
          <p:spPr>
            <a:xfrm>
              <a:off x="11895099" y="434461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6" name="pt2086"/>
            <p:cNvSpPr/>
            <p:nvPr/>
          </p:nvSpPr>
          <p:spPr>
            <a:xfrm>
              <a:off x="11895099" y="45068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7" name="pt2087"/>
            <p:cNvSpPr/>
            <p:nvPr/>
          </p:nvSpPr>
          <p:spPr>
            <a:xfrm>
              <a:off x="11515423" y="47989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8" name="pt2088"/>
            <p:cNvSpPr/>
            <p:nvPr/>
          </p:nvSpPr>
          <p:spPr>
            <a:xfrm>
              <a:off x="11705261" y="42797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9" name="pt2089"/>
            <p:cNvSpPr/>
            <p:nvPr/>
          </p:nvSpPr>
          <p:spPr>
            <a:xfrm>
              <a:off x="11800180" y="47016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0" name="pt2090"/>
            <p:cNvSpPr/>
            <p:nvPr/>
          </p:nvSpPr>
          <p:spPr>
            <a:xfrm>
              <a:off x="11135747" y="457178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1" name="pt2091"/>
            <p:cNvSpPr/>
            <p:nvPr/>
          </p:nvSpPr>
          <p:spPr>
            <a:xfrm>
              <a:off x="11515423" y="44744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2" name="pt2092"/>
            <p:cNvSpPr/>
            <p:nvPr/>
          </p:nvSpPr>
          <p:spPr>
            <a:xfrm>
              <a:off x="10945909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3" name="pt2093"/>
            <p:cNvSpPr/>
            <p:nvPr/>
          </p:nvSpPr>
          <p:spPr>
            <a:xfrm>
              <a:off x="11610342" y="47016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4" name="pt2094"/>
            <p:cNvSpPr/>
            <p:nvPr/>
          </p:nvSpPr>
          <p:spPr>
            <a:xfrm>
              <a:off x="11610342" y="405252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5" name="pt2095"/>
            <p:cNvSpPr/>
            <p:nvPr/>
          </p:nvSpPr>
          <p:spPr>
            <a:xfrm>
              <a:off x="10566233" y="44744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6" name="pt2096"/>
            <p:cNvSpPr/>
            <p:nvPr/>
          </p:nvSpPr>
          <p:spPr>
            <a:xfrm>
              <a:off x="11610342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7" name="pt2097"/>
            <p:cNvSpPr/>
            <p:nvPr/>
          </p:nvSpPr>
          <p:spPr>
            <a:xfrm>
              <a:off x="11040828" y="47016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8" name="pt2098"/>
            <p:cNvSpPr/>
            <p:nvPr/>
          </p:nvSpPr>
          <p:spPr>
            <a:xfrm>
              <a:off x="11515423" y="437706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9" name="pt2099"/>
            <p:cNvSpPr/>
            <p:nvPr/>
          </p:nvSpPr>
          <p:spPr>
            <a:xfrm>
              <a:off x="11040828" y="46691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0" name="pt2100"/>
            <p:cNvSpPr/>
            <p:nvPr/>
          </p:nvSpPr>
          <p:spPr>
            <a:xfrm>
              <a:off x="10344756" y="50261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1" name="pt2101"/>
            <p:cNvSpPr/>
            <p:nvPr/>
          </p:nvSpPr>
          <p:spPr>
            <a:xfrm>
              <a:off x="11895099" y="39551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2" name="pt2102"/>
            <p:cNvSpPr/>
            <p:nvPr/>
          </p:nvSpPr>
          <p:spPr>
            <a:xfrm>
              <a:off x="11610342" y="39551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3" name="pt2103"/>
            <p:cNvSpPr/>
            <p:nvPr/>
          </p:nvSpPr>
          <p:spPr>
            <a:xfrm>
              <a:off x="11104107" y="46691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4" name="pt2104"/>
            <p:cNvSpPr/>
            <p:nvPr/>
          </p:nvSpPr>
          <p:spPr>
            <a:xfrm>
              <a:off x="11040828" y="51235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5" name="pt2105"/>
            <p:cNvSpPr/>
            <p:nvPr/>
          </p:nvSpPr>
          <p:spPr>
            <a:xfrm>
              <a:off x="11800180" y="496123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6" name="pt2106"/>
            <p:cNvSpPr/>
            <p:nvPr/>
          </p:nvSpPr>
          <p:spPr>
            <a:xfrm>
              <a:off x="11167387" y="47989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7" name="pt2107"/>
            <p:cNvSpPr/>
            <p:nvPr/>
          </p:nvSpPr>
          <p:spPr>
            <a:xfrm>
              <a:off x="11515423" y="44095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8" name="pt2108"/>
            <p:cNvSpPr/>
            <p:nvPr/>
          </p:nvSpPr>
          <p:spPr>
            <a:xfrm>
              <a:off x="9522124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9" name="pt2109"/>
            <p:cNvSpPr/>
            <p:nvPr/>
          </p:nvSpPr>
          <p:spPr>
            <a:xfrm>
              <a:off x="10661152" y="47665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0" name="pt2110"/>
            <p:cNvSpPr/>
            <p:nvPr/>
          </p:nvSpPr>
          <p:spPr>
            <a:xfrm>
              <a:off x="10249837" y="53831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1" name="pt2111"/>
            <p:cNvSpPr/>
            <p:nvPr/>
          </p:nvSpPr>
          <p:spPr>
            <a:xfrm>
              <a:off x="11325585" y="47989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2" name="pt2112"/>
            <p:cNvSpPr/>
            <p:nvPr/>
          </p:nvSpPr>
          <p:spPr>
            <a:xfrm>
              <a:off x="9585404" y="528577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3" name="pt2113"/>
            <p:cNvSpPr/>
            <p:nvPr/>
          </p:nvSpPr>
          <p:spPr>
            <a:xfrm>
              <a:off x="9363926" y="570767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4" name="pt2114"/>
            <p:cNvSpPr/>
            <p:nvPr/>
          </p:nvSpPr>
          <p:spPr>
            <a:xfrm>
              <a:off x="10154918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5" name="pt2115"/>
            <p:cNvSpPr/>
            <p:nvPr/>
          </p:nvSpPr>
          <p:spPr>
            <a:xfrm>
              <a:off x="8478015" y="57401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6" name="pt2116"/>
            <p:cNvSpPr/>
            <p:nvPr/>
          </p:nvSpPr>
          <p:spPr>
            <a:xfrm>
              <a:off x="8541295" y="57401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7" name="pt2117"/>
            <p:cNvSpPr/>
            <p:nvPr/>
          </p:nvSpPr>
          <p:spPr>
            <a:xfrm>
              <a:off x="8478015" y="57401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8" name="pt2118"/>
            <p:cNvSpPr/>
            <p:nvPr/>
          </p:nvSpPr>
          <p:spPr>
            <a:xfrm>
              <a:off x="8478015" y="57401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9" name="pt2119"/>
            <p:cNvSpPr/>
            <p:nvPr/>
          </p:nvSpPr>
          <p:spPr>
            <a:xfrm>
              <a:off x="11009188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0" name="pt2120"/>
            <p:cNvSpPr/>
            <p:nvPr/>
          </p:nvSpPr>
          <p:spPr>
            <a:xfrm>
              <a:off x="10692792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1" name="pt2121"/>
            <p:cNvSpPr/>
            <p:nvPr/>
          </p:nvSpPr>
          <p:spPr>
            <a:xfrm>
              <a:off x="11420504" y="46042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2" name="pt2122"/>
            <p:cNvSpPr/>
            <p:nvPr/>
          </p:nvSpPr>
          <p:spPr>
            <a:xfrm>
              <a:off x="8604574" y="57401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3" name="pt2123"/>
            <p:cNvSpPr/>
            <p:nvPr/>
          </p:nvSpPr>
          <p:spPr>
            <a:xfrm>
              <a:off x="10724431" y="47665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4" name="pt2124"/>
            <p:cNvSpPr/>
            <p:nvPr/>
          </p:nvSpPr>
          <p:spPr>
            <a:xfrm>
              <a:off x="8667853" y="57401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5" name="pt2125"/>
            <p:cNvSpPr/>
            <p:nvPr/>
          </p:nvSpPr>
          <p:spPr>
            <a:xfrm>
              <a:off x="10661152" y="54480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6" name="pt2126"/>
            <p:cNvSpPr/>
            <p:nvPr/>
          </p:nvSpPr>
          <p:spPr>
            <a:xfrm>
              <a:off x="11515423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7" name="pt2127"/>
            <p:cNvSpPr/>
            <p:nvPr/>
          </p:nvSpPr>
          <p:spPr>
            <a:xfrm>
              <a:off x="11895099" y="45393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8" name="pt2128"/>
            <p:cNvSpPr/>
            <p:nvPr/>
          </p:nvSpPr>
          <p:spPr>
            <a:xfrm>
              <a:off x="11515423" y="44095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9" name="pt2129"/>
            <p:cNvSpPr/>
            <p:nvPr/>
          </p:nvSpPr>
          <p:spPr>
            <a:xfrm>
              <a:off x="9300647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0" name="pt2130"/>
            <p:cNvSpPr/>
            <p:nvPr/>
          </p:nvSpPr>
          <p:spPr>
            <a:xfrm>
              <a:off x="9300647" y="57401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1" name="pt2131"/>
            <p:cNvSpPr/>
            <p:nvPr/>
          </p:nvSpPr>
          <p:spPr>
            <a:xfrm>
              <a:off x="10313116" y="52533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2" name="pt2132"/>
            <p:cNvSpPr/>
            <p:nvPr/>
          </p:nvSpPr>
          <p:spPr>
            <a:xfrm>
              <a:off x="11895099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3" name="pt2133"/>
            <p:cNvSpPr/>
            <p:nvPr/>
          </p:nvSpPr>
          <p:spPr>
            <a:xfrm>
              <a:off x="11705261" y="41498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4" name="pt2134"/>
            <p:cNvSpPr/>
            <p:nvPr/>
          </p:nvSpPr>
          <p:spPr>
            <a:xfrm>
              <a:off x="10059999" y="473405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5" name="pt2135"/>
            <p:cNvSpPr/>
            <p:nvPr/>
          </p:nvSpPr>
          <p:spPr>
            <a:xfrm>
              <a:off x="9965080" y="48638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6" name="pt2136"/>
            <p:cNvSpPr/>
            <p:nvPr/>
          </p:nvSpPr>
          <p:spPr>
            <a:xfrm>
              <a:off x="11895099" y="405252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7" name="pt2137"/>
            <p:cNvSpPr/>
            <p:nvPr/>
          </p:nvSpPr>
          <p:spPr>
            <a:xfrm>
              <a:off x="11515423" y="46691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8" name="pt2138"/>
            <p:cNvSpPr/>
            <p:nvPr/>
          </p:nvSpPr>
          <p:spPr>
            <a:xfrm>
              <a:off x="11135747" y="414988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9" name="pt2139"/>
            <p:cNvSpPr/>
            <p:nvPr/>
          </p:nvSpPr>
          <p:spPr>
            <a:xfrm>
              <a:off x="10471314" y="47665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0" name="pt2140"/>
            <p:cNvSpPr/>
            <p:nvPr/>
          </p:nvSpPr>
          <p:spPr>
            <a:xfrm>
              <a:off x="11895099" y="424724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1" name="pt2141"/>
            <p:cNvSpPr/>
            <p:nvPr/>
          </p:nvSpPr>
          <p:spPr>
            <a:xfrm>
              <a:off x="11610342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2" name="pt2142"/>
            <p:cNvSpPr/>
            <p:nvPr/>
          </p:nvSpPr>
          <p:spPr>
            <a:xfrm>
              <a:off x="11135747" y="44419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3" name="pt2143"/>
            <p:cNvSpPr/>
            <p:nvPr/>
          </p:nvSpPr>
          <p:spPr>
            <a:xfrm>
              <a:off x="11705261" y="418234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4" name="pt2144"/>
            <p:cNvSpPr/>
            <p:nvPr/>
          </p:nvSpPr>
          <p:spPr>
            <a:xfrm>
              <a:off x="11895099" y="421479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5" name="pt2145"/>
            <p:cNvSpPr/>
            <p:nvPr/>
          </p:nvSpPr>
          <p:spPr>
            <a:xfrm>
              <a:off x="11895099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6" name="pt2146"/>
            <p:cNvSpPr/>
            <p:nvPr/>
          </p:nvSpPr>
          <p:spPr>
            <a:xfrm>
              <a:off x="11895099" y="424724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7" name="pt2147"/>
            <p:cNvSpPr/>
            <p:nvPr/>
          </p:nvSpPr>
          <p:spPr>
            <a:xfrm>
              <a:off x="11895099" y="421479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8" name="pt2148"/>
            <p:cNvSpPr/>
            <p:nvPr/>
          </p:nvSpPr>
          <p:spPr>
            <a:xfrm>
              <a:off x="11895099" y="369553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9" name="pt2149"/>
            <p:cNvSpPr/>
            <p:nvPr/>
          </p:nvSpPr>
          <p:spPr>
            <a:xfrm>
              <a:off x="11515423" y="496123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0" name="pt2150"/>
            <p:cNvSpPr/>
            <p:nvPr/>
          </p:nvSpPr>
          <p:spPr>
            <a:xfrm>
              <a:off x="11800180" y="405252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1" name="pt2151"/>
            <p:cNvSpPr/>
            <p:nvPr/>
          </p:nvSpPr>
          <p:spPr>
            <a:xfrm>
              <a:off x="11610342" y="45717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2" name="pt2152"/>
            <p:cNvSpPr/>
            <p:nvPr/>
          </p:nvSpPr>
          <p:spPr>
            <a:xfrm>
              <a:off x="11895099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3" name="pt2153"/>
            <p:cNvSpPr/>
            <p:nvPr/>
          </p:nvSpPr>
          <p:spPr>
            <a:xfrm>
              <a:off x="11420504" y="53831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4" name="pt2154"/>
            <p:cNvSpPr/>
            <p:nvPr/>
          </p:nvSpPr>
          <p:spPr>
            <a:xfrm>
              <a:off x="11800180" y="42797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5" name="pt2155"/>
            <p:cNvSpPr/>
            <p:nvPr/>
          </p:nvSpPr>
          <p:spPr>
            <a:xfrm>
              <a:off x="11895099" y="363062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6" name="pt2156"/>
            <p:cNvSpPr/>
            <p:nvPr/>
          </p:nvSpPr>
          <p:spPr>
            <a:xfrm>
              <a:off x="11895099" y="37604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7" name="pt2157"/>
            <p:cNvSpPr/>
            <p:nvPr/>
          </p:nvSpPr>
          <p:spPr>
            <a:xfrm>
              <a:off x="11515423" y="418234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8" name="pt2158"/>
            <p:cNvSpPr/>
            <p:nvPr/>
          </p:nvSpPr>
          <p:spPr>
            <a:xfrm>
              <a:off x="11895099" y="41498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9" name="pt2159"/>
            <p:cNvSpPr/>
            <p:nvPr/>
          </p:nvSpPr>
          <p:spPr>
            <a:xfrm>
              <a:off x="11515423" y="48314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0" name="pt2160"/>
            <p:cNvSpPr/>
            <p:nvPr/>
          </p:nvSpPr>
          <p:spPr>
            <a:xfrm>
              <a:off x="11610342" y="42797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1" name="pt2161"/>
            <p:cNvSpPr/>
            <p:nvPr/>
          </p:nvSpPr>
          <p:spPr>
            <a:xfrm>
              <a:off x="11705261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2" name="pt2162"/>
            <p:cNvSpPr/>
            <p:nvPr/>
          </p:nvSpPr>
          <p:spPr>
            <a:xfrm>
              <a:off x="11040828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3" name="pt2163"/>
            <p:cNvSpPr/>
            <p:nvPr/>
          </p:nvSpPr>
          <p:spPr>
            <a:xfrm>
              <a:off x="11895099" y="466914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4" name="pt2164"/>
            <p:cNvSpPr/>
            <p:nvPr/>
          </p:nvSpPr>
          <p:spPr>
            <a:xfrm>
              <a:off x="11610342" y="434461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5" name="pt2165"/>
            <p:cNvSpPr/>
            <p:nvPr/>
          </p:nvSpPr>
          <p:spPr>
            <a:xfrm>
              <a:off x="11895099" y="398761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6" name="pt2166"/>
            <p:cNvSpPr/>
            <p:nvPr/>
          </p:nvSpPr>
          <p:spPr>
            <a:xfrm>
              <a:off x="11895099" y="41823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7" name="pt2167"/>
            <p:cNvSpPr/>
            <p:nvPr/>
          </p:nvSpPr>
          <p:spPr>
            <a:xfrm>
              <a:off x="9237367" y="52533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8" name="pt2168"/>
            <p:cNvSpPr/>
            <p:nvPr/>
          </p:nvSpPr>
          <p:spPr>
            <a:xfrm>
              <a:off x="11895099" y="463669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9" name="pt2169"/>
            <p:cNvSpPr/>
            <p:nvPr/>
          </p:nvSpPr>
          <p:spPr>
            <a:xfrm>
              <a:off x="11895099" y="363062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0" name="pt2170"/>
            <p:cNvSpPr/>
            <p:nvPr/>
          </p:nvSpPr>
          <p:spPr>
            <a:xfrm>
              <a:off x="11895099" y="41823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1" name="pt2171"/>
            <p:cNvSpPr/>
            <p:nvPr/>
          </p:nvSpPr>
          <p:spPr>
            <a:xfrm>
              <a:off x="10756071" y="450688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2" name="pt2172"/>
            <p:cNvSpPr/>
            <p:nvPr/>
          </p:nvSpPr>
          <p:spPr>
            <a:xfrm>
              <a:off x="11895099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3" name="pt2173"/>
            <p:cNvSpPr/>
            <p:nvPr/>
          </p:nvSpPr>
          <p:spPr>
            <a:xfrm>
              <a:off x="11388864" y="44419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4" name="pt2174"/>
            <p:cNvSpPr/>
            <p:nvPr/>
          </p:nvSpPr>
          <p:spPr>
            <a:xfrm>
              <a:off x="11515423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5" name="pt2175"/>
            <p:cNvSpPr/>
            <p:nvPr/>
          </p:nvSpPr>
          <p:spPr>
            <a:xfrm>
              <a:off x="11800180" y="402007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6" name="pt2176"/>
            <p:cNvSpPr/>
            <p:nvPr/>
          </p:nvSpPr>
          <p:spPr>
            <a:xfrm>
              <a:off x="10945909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7" name="pt2177"/>
            <p:cNvSpPr/>
            <p:nvPr/>
          </p:nvSpPr>
          <p:spPr>
            <a:xfrm>
              <a:off x="11705261" y="45068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8" name="pt2178"/>
            <p:cNvSpPr/>
            <p:nvPr/>
          </p:nvSpPr>
          <p:spPr>
            <a:xfrm>
              <a:off x="11515423" y="46042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9" name="pt2179"/>
            <p:cNvSpPr/>
            <p:nvPr/>
          </p:nvSpPr>
          <p:spPr>
            <a:xfrm>
              <a:off x="11515423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0" name="pt2180"/>
            <p:cNvSpPr/>
            <p:nvPr/>
          </p:nvSpPr>
          <p:spPr>
            <a:xfrm>
              <a:off x="11895099" y="434461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1" name="pt2181"/>
            <p:cNvSpPr/>
            <p:nvPr/>
          </p:nvSpPr>
          <p:spPr>
            <a:xfrm>
              <a:off x="11040828" y="499368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2" name="pt2182"/>
            <p:cNvSpPr/>
            <p:nvPr/>
          </p:nvSpPr>
          <p:spPr>
            <a:xfrm>
              <a:off x="11800180" y="37604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3" name="pt2183"/>
            <p:cNvSpPr/>
            <p:nvPr/>
          </p:nvSpPr>
          <p:spPr>
            <a:xfrm>
              <a:off x="11800180" y="45068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4" name="pt2184"/>
            <p:cNvSpPr/>
            <p:nvPr/>
          </p:nvSpPr>
          <p:spPr>
            <a:xfrm>
              <a:off x="11705261" y="47016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5" name="pt2185"/>
            <p:cNvSpPr/>
            <p:nvPr/>
          </p:nvSpPr>
          <p:spPr>
            <a:xfrm>
              <a:off x="11800180" y="42797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6" name="pt2186"/>
            <p:cNvSpPr/>
            <p:nvPr/>
          </p:nvSpPr>
          <p:spPr>
            <a:xfrm>
              <a:off x="11705261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7" name="pt2187"/>
            <p:cNvSpPr/>
            <p:nvPr/>
          </p:nvSpPr>
          <p:spPr>
            <a:xfrm>
              <a:off x="11610342" y="47340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8" name="pt2188"/>
            <p:cNvSpPr/>
            <p:nvPr/>
          </p:nvSpPr>
          <p:spPr>
            <a:xfrm>
              <a:off x="11895099" y="392271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9" name="pt2189"/>
            <p:cNvSpPr/>
            <p:nvPr/>
          </p:nvSpPr>
          <p:spPr>
            <a:xfrm>
              <a:off x="11895099" y="45068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0" name="pt2190"/>
            <p:cNvSpPr/>
            <p:nvPr/>
          </p:nvSpPr>
          <p:spPr>
            <a:xfrm>
              <a:off x="11325585" y="42472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1" name="pt2191"/>
            <p:cNvSpPr/>
            <p:nvPr/>
          </p:nvSpPr>
          <p:spPr>
            <a:xfrm>
              <a:off x="10945909" y="473405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2" name="pt2192"/>
            <p:cNvSpPr/>
            <p:nvPr/>
          </p:nvSpPr>
          <p:spPr>
            <a:xfrm>
              <a:off x="10566233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3" name="pt2193"/>
            <p:cNvSpPr/>
            <p:nvPr/>
          </p:nvSpPr>
          <p:spPr>
            <a:xfrm>
              <a:off x="11705261" y="463669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4" name="pt2194"/>
            <p:cNvSpPr/>
            <p:nvPr/>
          </p:nvSpPr>
          <p:spPr>
            <a:xfrm>
              <a:off x="11705261" y="40849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5" name="pt2195"/>
            <p:cNvSpPr/>
            <p:nvPr/>
          </p:nvSpPr>
          <p:spPr>
            <a:xfrm>
              <a:off x="10566233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6" name="pt2196"/>
            <p:cNvSpPr/>
            <p:nvPr/>
          </p:nvSpPr>
          <p:spPr>
            <a:xfrm>
              <a:off x="11610342" y="489632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7" name="pt2197"/>
            <p:cNvSpPr/>
            <p:nvPr/>
          </p:nvSpPr>
          <p:spPr>
            <a:xfrm>
              <a:off x="11800180" y="41498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8" name="pt2198"/>
            <p:cNvSpPr/>
            <p:nvPr/>
          </p:nvSpPr>
          <p:spPr>
            <a:xfrm>
              <a:off x="11705261" y="41823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9" name="pt2199"/>
            <p:cNvSpPr/>
            <p:nvPr/>
          </p:nvSpPr>
          <p:spPr>
            <a:xfrm>
              <a:off x="10756071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0" name="pt2200"/>
            <p:cNvSpPr/>
            <p:nvPr/>
          </p:nvSpPr>
          <p:spPr>
            <a:xfrm>
              <a:off x="11705261" y="42797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1" name="pt2201"/>
            <p:cNvSpPr/>
            <p:nvPr/>
          </p:nvSpPr>
          <p:spPr>
            <a:xfrm>
              <a:off x="11420504" y="499368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2" name="pt2202"/>
            <p:cNvSpPr/>
            <p:nvPr/>
          </p:nvSpPr>
          <p:spPr>
            <a:xfrm>
              <a:off x="11420504" y="421479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3" name="pt2203"/>
            <p:cNvSpPr/>
            <p:nvPr/>
          </p:nvSpPr>
          <p:spPr>
            <a:xfrm>
              <a:off x="11262306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4" name="pt2204"/>
            <p:cNvSpPr/>
            <p:nvPr/>
          </p:nvSpPr>
          <p:spPr>
            <a:xfrm>
              <a:off x="10756071" y="54804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5" name="pt2205"/>
            <p:cNvSpPr/>
            <p:nvPr/>
          </p:nvSpPr>
          <p:spPr>
            <a:xfrm>
              <a:off x="11515423" y="476651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6" name="pt2206"/>
            <p:cNvSpPr/>
            <p:nvPr/>
          </p:nvSpPr>
          <p:spPr>
            <a:xfrm>
              <a:off x="11040828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7" name="pt2207"/>
            <p:cNvSpPr/>
            <p:nvPr/>
          </p:nvSpPr>
          <p:spPr>
            <a:xfrm>
              <a:off x="11895099" y="37279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8" name="pt2208"/>
            <p:cNvSpPr/>
            <p:nvPr/>
          </p:nvSpPr>
          <p:spPr>
            <a:xfrm>
              <a:off x="11325585" y="531822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9" name="pt2209"/>
            <p:cNvSpPr/>
            <p:nvPr/>
          </p:nvSpPr>
          <p:spPr>
            <a:xfrm>
              <a:off x="11800180" y="389025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0" name="pt2210"/>
            <p:cNvSpPr/>
            <p:nvPr/>
          </p:nvSpPr>
          <p:spPr>
            <a:xfrm>
              <a:off x="10945909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1" name="pt2211"/>
            <p:cNvSpPr/>
            <p:nvPr/>
          </p:nvSpPr>
          <p:spPr>
            <a:xfrm>
              <a:off x="11895099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2" name="pt2212"/>
            <p:cNvSpPr/>
            <p:nvPr/>
          </p:nvSpPr>
          <p:spPr>
            <a:xfrm>
              <a:off x="11515423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3" name="pt2213"/>
            <p:cNvSpPr/>
            <p:nvPr/>
          </p:nvSpPr>
          <p:spPr>
            <a:xfrm>
              <a:off x="11800180" y="405252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4" name="pt2214"/>
            <p:cNvSpPr/>
            <p:nvPr/>
          </p:nvSpPr>
          <p:spPr>
            <a:xfrm>
              <a:off x="11705261" y="44095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5" name="pt2215"/>
            <p:cNvSpPr/>
            <p:nvPr/>
          </p:nvSpPr>
          <p:spPr>
            <a:xfrm>
              <a:off x="11610342" y="483141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6" name="pt2216"/>
            <p:cNvSpPr/>
            <p:nvPr/>
          </p:nvSpPr>
          <p:spPr>
            <a:xfrm>
              <a:off x="10091638" y="528577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7" name="pt2217"/>
            <p:cNvSpPr/>
            <p:nvPr/>
          </p:nvSpPr>
          <p:spPr>
            <a:xfrm>
              <a:off x="10945909" y="499368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8" name="pt2218"/>
            <p:cNvSpPr/>
            <p:nvPr/>
          </p:nvSpPr>
          <p:spPr>
            <a:xfrm>
              <a:off x="9996719" y="53506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9" name="pt2219"/>
            <p:cNvSpPr/>
            <p:nvPr/>
          </p:nvSpPr>
          <p:spPr>
            <a:xfrm>
              <a:off x="11800180" y="444197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0" name="pt2220"/>
            <p:cNvSpPr/>
            <p:nvPr/>
          </p:nvSpPr>
          <p:spPr>
            <a:xfrm>
              <a:off x="10977549" y="47016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1" name="pt2221"/>
            <p:cNvSpPr/>
            <p:nvPr/>
          </p:nvSpPr>
          <p:spPr>
            <a:xfrm>
              <a:off x="11705261" y="434461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2" name="pt2222"/>
            <p:cNvSpPr/>
            <p:nvPr/>
          </p:nvSpPr>
          <p:spPr>
            <a:xfrm>
              <a:off x="11800180" y="43770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3" name="pt2223"/>
            <p:cNvSpPr/>
            <p:nvPr/>
          </p:nvSpPr>
          <p:spPr>
            <a:xfrm>
              <a:off x="11800180" y="47016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4" name="pt2224"/>
            <p:cNvSpPr/>
            <p:nvPr/>
          </p:nvSpPr>
          <p:spPr>
            <a:xfrm>
              <a:off x="11800180" y="45717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5" name="pt2225"/>
            <p:cNvSpPr/>
            <p:nvPr/>
          </p:nvSpPr>
          <p:spPr>
            <a:xfrm>
              <a:off x="11705261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6" name="pt2226"/>
            <p:cNvSpPr/>
            <p:nvPr/>
          </p:nvSpPr>
          <p:spPr>
            <a:xfrm>
              <a:off x="11705261" y="421479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7" name="pt2227"/>
            <p:cNvSpPr/>
            <p:nvPr/>
          </p:nvSpPr>
          <p:spPr>
            <a:xfrm>
              <a:off x="11705261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8" name="pt2228"/>
            <p:cNvSpPr/>
            <p:nvPr/>
          </p:nvSpPr>
          <p:spPr>
            <a:xfrm>
              <a:off x="10376395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9" name="pt2229"/>
            <p:cNvSpPr/>
            <p:nvPr/>
          </p:nvSpPr>
          <p:spPr>
            <a:xfrm>
              <a:off x="11610342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0" name="pt2230"/>
            <p:cNvSpPr/>
            <p:nvPr/>
          </p:nvSpPr>
          <p:spPr>
            <a:xfrm>
              <a:off x="11230666" y="476651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1" name="pt2231"/>
            <p:cNvSpPr/>
            <p:nvPr/>
          </p:nvSpPr>
          <p:spPr>
            <a:xfrm>
              <a:off x="10661152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2" name="pt2232"/>
            <p:cNvSpPr/>
            <p:nvPr/>
          </p:nvSpPr>
          <p:spPr>
            <a:xfrm>
              <a:off x="10756071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3" name="pt2233"/>
            <p:cNvSpPr/>
            <p:nvPr/>
          </p:nvSpPr>
          <p:spPr>
            <a:xfrm>
              <a:off x="11515423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4" name="pt2234"/>
            <p:cNvSpPr/>
            <p:nvPr/>
          </p:nvSpPr>
          <p:spPr>
            <a:xfrm>
              <a:off x="10471314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5" name="pt2235"/>
            <p:cNvSpPr/>
            <p:nvPr/>
          </p:nvSpPr>
          <p:spPr>
            <a:xfrm>
              <a:off x="11610342" y="457178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6" name="pt2236"/>
            <p:cNvSpPr/>
            <p:nvPr/>
          </p:nvSpPr>
          <p:spPr>
            <a:xfrm>
              <a:off x="10471314" y="50910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7" name="pt2237"/>
            <p:cNvSpPr/>
            <p:nvPr/>
          </p:nvSpPr>
          <p:spPr>
            <a:xfrm>
              <a:off x="10281476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8" name="pt2238"/>
            <p:cNvSpPr/>
            <p:nvPr/>
          </p:nvSpPr>
          <p:spPr>
            <a:xfrm>
              <a:off x="11135747" y="46042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9" name="pt2239"/>
            <p:cNvSpPr/>
            <p:nvPr/>
          </p:nvSpPr>
          <p:spPr>
            <a:xfrm>
              <a:off x="11895099" y="37604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0" name="pt2240"/>
            <p:cNvSpPr/>
            <p:nvPr/>
          </p:nvSpPr>
          <p:spPr>
            <a:xfrm>
              <a:off x="11895099" y="402007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1" name="pt2241"/>
            <p:cNvSpPr/>
            <p:nvPr/>
          </p:nvSpPr>
          <p:spPr>
            <a:xfrm>
              <a:off x="10281476" y="50910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2" name="pt2242"/>
            <p:cNvSpPr/>
            <p:nvPr/>
          </p:nvSpPr>
          <p:spPr>
            <a:xfrm>
              <a:off x="10186557" y="541558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3" name="pt2243"/>
            <p:cNvSpPr/>
            <p:nvPr/>
          </p:nvSpPr>
          <p:spPr>
            <a:xfrm>
              <a:off x="10502954" y="50585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4" name="pt2244"/>
            <p:cNvSpPr/>
            <p:nvPr/>
          </p:nvSpPr>
          <p:spPr>
            <a:xfrm>
              <a:off x="11800180" y="476651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5" name="pt2245"/>
            <p:cNvSpPr/>
            <p:nvPr/>
          </p:nvSpPr>
          <p:spPr>
            <a:xfrm>
              <a:off x="11610342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6" name="pt2246"/>
            <p:cNvSpPr/>
            <p:nvPr/>
          </p:nvSpPr>
          <p:spPr>
            <a:xfrm>
              <a:off x="11610342" y="42797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7" name="pt2247"/>
            <p:cNvSpPr/>
            <p:nvPr/>
          </p:nvSpPr>
          <p:spPr>
            <a:xfrm>
              <a:off x="11515423" y="48314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8" name="pt2248"/>
            <p:cNvSpPr/>
            <p:nvPr/>
          </p:nvSpPr>
          <p:spPr>
            <a:xfrm>
              <a:off x="11515423" y="47016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9" name="pt2249"/>
            <p:cNvSpPr/>
            <p:nvPr/>
          </p:nvSpPr>
          <p:spPr>
            <a:xfrm>
              <a:off x="10914269" y="51884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0" name="pt2250"/>
            <p:cNvSpPr/>
            <p:nvPr/>
          </p:nvSpPr>
          <p:spPr>
            <a:xfrm>
              <a:off x="11800180" y="42797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1" name="pt2251"/>
            <p:cNvSpPr/>
            <p:nvPr/>
          </p:nvSpPr>
          <p:spPr>
            <a:xfrm>
              <a:off x="11230666" y="457178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2" name="pt2252"/>
            <p:cNvSpPr/>
            <p:nvPr/>
          </p:nvSpPr>
          <p:spPr>
            <a:xfrm>
              <a:off x="10850990" y="50585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3" name="pt2253"/>
            <p:cNvSpPr/>
            <p:nvPr/>
          </p:nvSpPr>
          <p:spPr>
            <a:xfrm>
              <a:off x="10566233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4" name="pt2254"/>
            <p:cNvSpPr/>
            <p:nvPr/>
          </p:nvSpPr>
          <p:spPr>
            <a:xfrm>
              <a:off x="11800180" y="444197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5" name="pt2255"/>
            <p:cNvSpPr/>
            <p:nvPr/>
          </p:nvSpPr>
          <p:spPr>
            <a:xfrm>
              <a:off x="11705261" y="444197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6" name="pt2256"/>
            <p:cNvSpPr/>
            <p:nvPr/>
          </p:nvSpPr>
          <p:spPr>
            <a:xfrm>
              <a:off x="11515423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7" name="pt2257"/>
            <p:cNvSpPr/>
            <p:nvPr/>
          </p:nvSpPr>
          <p:spPr>
            <a:xfrm>
              <a:off x="11483783" y="434461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8" name="pt2258"/>
            <p:cNvSpPr/>
            <p:nvPr/>
          </p:nvSpPr>
          <p:spPr>
            <a:xfrm>
              <a:off x="11800180" y="402007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9" name="pt2259"/>
            <p:cNvSpPr/>
            <p:nvPr/>
          </p:nvSpPr>
          <p:spPr>
            <a:xfrm>
              <a:off x="11515423" y="44419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0" name="pt2260"/>
            <p:cNvSpPr/>
            <p:nvPr/>
          </p:nvSpPr>
          <p:spPr>
            <a:xfrm>
              <a:off x="11800180" y="41823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1" name="pt2261"/>
            <p:cNvSpPr/>
            <p:nvPr/>
          </p:nvSpPr>
          <p:spPr>
            <a:xfrm>
              <a:off x="11895099" y="405252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2" name="pt2262"/>
            <p:cNvSpPr/>
            <p:nvPr/>
          </p:nvSpPr>
          <p:spPr>
            <a:xfrm>
              <a:off x="11705261" y="444197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3" name="pt2263"/>
            <p:cNvSpPr/>
            <p:nvPr/>
          </p:nvSpPr>
          <p:spPr>
            <a:xfrm>
              <a:off x="10471314" y="48638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4" name="pt2264"/>
            <p:cNvSpPr/>
            <p:nvPr/>
          </p:nvSpPr>
          <p:spPr>
            <a:xfrm>
              <a:off x="11610342" y="444197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5" name="pt2265"/>
            <p:cNvSpPr/>
            <p:nvPr/>
          </p:nvSpPr>
          <p:spPr>
            <a:xfrm>
              <a:off x="11705261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6" name="pt2266"/>
            <p:cNvSpPr/>
            <p:nvPr/>
          </p:nvSpPr>
          <p:spPr>
            <a:xfrm>
              <a:off x="11610342" y="42797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7" name="pt2267"/>
            <p:cNvSpPr/>
            <p:nvPr/>
          </p:nvSpPr>
          <p:spPr>
            <a:xfrm>
              <a:off x="11705261" y="402007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8" name="pt2268"/>
            <p:cNvSpPr/>
            <p:nvPr/>
          </p:nvSpPr>
          <p:spPr>
            <a:xfrm>
              <a:off x="10566233" y="47016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9" name="pt2269"/>
            <p:cNvSpPr/>
            <p:nvPr/>
          </p:nvSpPr>
          <p:spPr>
            <a:xfrm>
              <a:off x="11610342" y="45717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0" name="pt2270"/>
            <p:cNvSpPr/>
            <p:nvPr/>
          </p:nvSpPr>
          <p:spPr>
            <a:xfrm>
              <a:off x="11705261" y="421479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1" name="pt2271"/>
            <p:cNvSpPr/>
            <p:nvPr/>
          </p:nvSpPr>
          <p:spPr>
            <a:xfrm>
              <a:off x="9617043" y="561030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2" name="pt2272"/>
            <p:cNvSpPr/>
            <p:nvPr/>
          </p:nvSpPr>
          <p:spPr>
            <a:xfrm>
              <a:off x="9901800" y="561030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3" name="pt2273"/>
            <p:cNvSpPr/>
            <p:nvPr/>
          </p:nvSpPr>
          <p:spPr>
            <a:xfrm>
              <a:off x="11705261" y="447442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4" name="pt2274"/>
            <p:cNvSpPr/>
            <p:nvPr/>
          </p:nvSpPr>
          <p:spPr>
            <a:xfrm>
              <a:off x="11420504" y="49287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5" name="pt2275"/>
            <p:cNvSpPr/>
            <p:nvPr/>
          </p:nvSpPr>
          <p:spPr>
            <a:xfrm>
              <a:off x="9965080" y="528577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6" name="pt2276"/>
            <p:cNvSpPr/>
            <p:nvPr/>
          </p:nvSpPr>
          <p:spPr>
            <a:xfrm>
              <a:off x="11800180" y="398761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7" name="pt2277"/>
            <p:cNvSpPr/>
            <p:nvPr/>
          </p:nvSpPr>
          <p:spPr>
            <a:xfrm>
              <a:off x="11800180" y="379289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8" name="pt2278"/>
            <p:cNvSpPr/>
            <p:nvPr/>
          </p:nvSpPr>
          <p:spPr>
            <a:xfrm>
              <a:off x="11705261" y="434461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9" name="pt2279"/>
            <p:cNvSpPr/>
            <p:nvPr/>
          </p:nvSpPr>
          <p:spPr>
            <a:xfrm>
              <a:off x="11705261" y="434461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0" name="pt2280"/>
            <p:cNvSpPr/>
            <p:nvPr/>
          </p:nvSpPr>
          <p:spPr>
            <a:xfrm>
              <a:off x="11800180" y="41498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1" name="pt2281"/>
            <p:cNvSpPr/>
            <p:nvPr/>
          </p:nvSpPr>
          <p:spPr>
            <a:xfrm>
              <a:off x="11420504" y="453933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2" name="pt2282"/>
            <p:cNvSpPr/>
            <p:nvPr/>
          </p:nvSpPr>
          <p:spPr>
            <a:xfrm>
              <a:off x="11705261" y="434461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3" name="pt2283"/>
            <p:cNvSpPr/>
            <p:nvPr/>
          </p:nvSpPr>
          <p:spPr>
            <a:xfrm>
              <a:off x="11705261" y="45068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4" name="pt2284"/>
            <p:cNvSpPr/>
            <p:nvPr/>
          </p:nvSpPr>
          <p:spPr>
            <a:xfrm>
              <a:off x="11705261" y="402007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5" name="pt2285"/>
            <p:cNvSpPr/>
            <p:nvPr/>
          </p:nvSpPr>
          <p:spPr>
            <a:xfrm>
              <a:off x="9996719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6" name="pt2286"/>
            <p:cNvSpPr/>
            <p:nvPr/>
          </p:nvSpPr>
          <p:spPr>
            <a:xfrm>
              <a:off x="11515423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7" name="pt2287"/>
            <p:cNvSpPr/>
            <p:nvPr/>
          </p:nvSpPr>
          <p:spPr>
            <a:xfrm>
              <a:off x="11705261" y="424724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8" name="pt2288"/>
            <p:cNvSpPr/>
            <p:nvPr/>
          </p:nvSpPr>
          <p:spPr>
            <a:xfrm>
              <a:off x="10281476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9" name="pt2289"/>
            <p:cNvSpPr/>
            <p:nvPr/>
          </p:nvSpPr>
          <p:spPr>
            <a:xfrm>
              <a:off x="11610342" y="479896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0" name="pt2290"/>
            <p:cNvSpPr/>
            <p:nvPr/>
          </p:nvSpPr>
          <p:spPr>
            <a:xfrm>
              <a:off x="11895099" y="398761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1" name="pt2291"/>
            <p:cNvSpPr/>
            <p:nvPr/>
          </p:nvSpPr>
          <p:spPr>
            <a:xfrm>
              <a:off x="11072468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2" name="pt2292"/>
            <p:cNvSpPr/>
            <p:nvPr/>
          </p:nvSpPr>
          <p:spPr>
            <a:xfrm>
              <a:off x="11800180" y="444197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3" name="pt2293"/>
            <p:cNvSpPr/>
            <p:nvPr/>
          </p:nvSpPr>
          <p:spPr>
            <a:xfrm>
              <a:off x="9585404" y="55454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4" name="pt2294"/>
            <p:cNvSpPr/>
            <p:nvPr/>
          </p:nvSpPr>
          <p:spPr>
            <a:xfrm>
              <a:off x="11705261" y="424724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5" name="pt2295"/>
            <p:cNvSpPr/>
            <p:nvPr/>
          </p:nvSpPr>
          <p:spPr>
            <a:xfrm>
              <a:off x="10471314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6" name="pt2296"/>
            <p:cNvSpPr/>
            <p:nvPr/>
          </p:nvSpPr>
          <p:spPr>
            <a:xfrm>
              <a:off x="10850990" y="47016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7" name="pt2297"/>
            <p:cNvSpPr/>
            <p:nvPr/>
          </p:nvSpPr>
          <p:spPr>
            <a:xfrm>
              <a:off x="11705261" y="45068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8" name="pt2298"/>
            <p:cNvSpPr/>
            <p:nvPr/>
          </p:nvSpPr>
          <p:spPr>
            <a:xfrm>
              <a:off x="11895099" y="37279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9" name="pt2299"/>
            <p:cNvSpPr/>
            <p:nvPr/>
          </p:nvSpPr>
          <p:spPr>
            <a:xfrm>
              <a:off x="11230666" y="509104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0" name="pt2300"/>
            <p:cNvSpPr/>
            <p:nvPr/>
          </p:nvSpPr>
          <p:spPr>
            <a:xfrm>
              <a:off x="11420504" y="473405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1" name="pt2301"/>
            <p:cNvSpPr/>
            <p:nvPr/>
          </p:nvSpPr>
          <p:spPr>
            <a:xfrm>
              <a:off x="9996719" y="55454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2" name="pt2302"/>
            <p:cNvSpPr/>
            <p:nvPr/>
          </p:nvSpPr>
          <p:spPr>
            <a:xfrm>
              <a:off x="10091638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3" name="pt2303"/>
            <p:cNvSpPr/>
            <p:nvPr/>
          </p:nvSpPr>
          <p:spPr>
            <a:xfrm>
              <a:off x="10313116" y="47665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4" name="pt2304"/>
            <p:cNvSpPr/>
            <p:nvPr/>
          </p:nvSpPr>
          <p:spPr>
            <a:xfrm>
              <a:off x="10028359" y="528577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5" name="pt2305"/>
            <p:cNvSpPr/>
            <p:nvPr/>
          </p:nvSpPr>
          <p:spPr>
            <a:xfrm>
              <a:off x="10661152" y="44419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6" name="pt2306"/>
            <p:cNvSpPr/>
            <p:nvPr/>
          </p:nvSpPr>
          <p:spPr>
            <a:xfrm>
              <a:off x="10439675" y="53182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7" name="pt2307"/>
            <p:cNvSpPr/>
            <p:nvPr/>
          </p:nvSpPr>
          <p:spPr>
            <a:xfrm>
              <a:off x="11800180" y="39551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8" name="pt2308"/>
            <p:cNvSpPr/>
            <p:nvPr/>
          </p:nvSpPr>
          <p:spPr>
            <a:xfrm>
              <a:off x="11610342" y="496123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9" name="pt2309"/>
            <p:cNvSpPr/>
            <p:nvPr/>
          </p:nvSpPr>
          <p:spPr>
            <a:xfrm>
              <a:off x="8667853" y="56752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0" name="pt2310"/>
            <p:cNvSpPr/>
            <p:nvPr/>
          </p:nvSpPr>
          <p:spPr>
            <a:xfrm>
              <a:off x="10091638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1" name="pt2311"/>
            <p:cNvSpPr/>
            <p:nvPr/>
          </p:nvSpPr>
          <p:spPr>
            <a:xfrm>
              <a:off x="9522124" y="54804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2" name="pt2312"/>
            <p:cNvSpPr/>
            <p:nvPr/>
          </p:nvSpPr>
          <p:spPr>
            <a:xfrm>
              <a:off x="10850990" y="528577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3" name="pt2313"/>
            <p:cNvSpPr/>
            <p:nvPr/>
          </p:nvSpPr>
          <p:spPr>
            <a:xfrm>
              <a:off x="10756071" y="54804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4" name="pt2314"/>
            <p:cNvSpPr/>
            <p:nvPr/>
          </p:nvSpPr>
          <p:spPr>
            <a:xfrm>
              <a:off x="10091638" y="561030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5" name="pt2315"/>
            <p:cNvSpPr/>
            <p:nvPr/>
          </p:nvSpPr>
          <p:spPr>
            <a:xfrm>
              <a:off x="10408035" y="499368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6" name="pt2316"/>
            <p:cNvSpPr/>
            <p:nvPr/>
          </p:nvSpPr>
          <p:spPr>
            <a:xfrm>
              <a:off x="9806881" y="561030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7" name="pt2317"/>
            <p:cNvSpPr/>
            <p:nvPr/>
          </p:nvSpPr>
          <p:spPr>
            <a:xfrm>
              <a:off x="11420504" y="453933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8" name="pt2318"/>
            <p:cNvSpPr/>
            <p:nvPr/>
          </p:nvSpPr>
          <p:spPr>
            <a:xfrm>
              <a:off x="11610342" y="45068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9" name="pt2319"/>
            <p:cNvSpPr/>
            <p:nvPr/>
          </p:nvSpPr>
          <p:spPr>
            <a:xfrm>
              <a:off x="10376395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0" name="pt2320"/>
            <p:cNvSpPr/>
            <p:nvPr/>
          </p:nvSpPr>
          <p:spPr>
            <a:xfrm>
              <a:off x="10281476" y="54804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1" name="pt2321"/>
            <p:cNvSpPr/>
            <p:nvPr/>
          </p:nvSpPr>
          <p:spPr>
            <a:xfrm>
              <a:off x="11705261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2" name="pt2322"/>
            <p:cNvSpPr/>
            <p:nvPr/>
          </p:nvSpPr>
          <p:spPr>
            <a:xfrm>
              <a:off x="10091638" y="541558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3" name="pt2323"/>
            <p:cNvSpPr/>
            <p:nvPr/>
          </p:nvSpPr>
          <p:spPr>
            <a:xfrm>
              <a:off x="11610342" y="43770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4" name="pt2324"/>
            <p:cNvSpPr/>
            <p:nvPr/>
          </p:nvSpPr>
          <p:spPr>
            <a:xfrm>
              <a:off x="10756071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5" name="pt2325"/>
            <p:cNvSpPr/>
            <p:nvPr/>
          </p:nvSpPr>
          <p:spPr>
            <a:xfrm>
              <a:off x="11705261" y="41823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6" name="pt2326"/>
            <p:cNvSpPr/>
            <p:nvPr/>
          </p:nvSpPr>
          <p:spPr>
            <a:xfrm>
              <a:off x="8952610" y="55454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7" name="pt2327"/>
            <p:cNvSpPr/>
            <p:nvPr/>
          </p:nvSpPr>
          <p:spPr>
            <a:xfrm>
              <a:off x="11610342" y="43770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8" name="pt2328"/>
            <p:cNvSpPr/>
            <p:nvPr/>
          </p:nvSpPr>
          <p:spPr>
            <a:xfrm>
              <a:off x="11515423" y="45068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9" name="pt2329"/>
            <p:cNvSpPr/>
            <p:nvPr/>
          </p:nvSpPr>
          <p:spPr>
            <a:xfrm>
              <a:off x="10281476" y="57401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0" name="pt2330"/>
            <p:cNvSpPr/>
            <p:nvPr/>
          </p:nvSpPr>
          <p:spPr>
            <a:xfrm>
              <a:off x="10945909" y="499368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1" name="pt2331"/>
            <p:cNvSpPr/>
            <p:nvPr/>
          </p:nvSpPr>
          <p:spPr>
            <a:xfrm>
              <a:off x="11895099" y="447442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2" name="pt2332"/>
            <p:cNvSpPr/>
            <p:nvPr/>
          </p:nvSpPr>
          <p:spPr>
            <a:xfrm>
              <a:off x="11705261" y="41498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3" name="pt2333"/>
            <p:cNvSpPr/>
            <p:nvPr/>
          </p:nvSpPr>
          <p:spPr>
            <a:xfrm>
              <a:off x="11705261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4" name="pt2334"/>
            <p:cNvSpPr/>
            <p:nvPr/>
          </p:nvSpPr>
          <p:spPr>
            <a:xfrm>
              <a:off x="10091638" y="50261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5" name="pt2335"/>
            <p:cNvSpPr/>
            <p:nvPr/>
          </p:nvSpPr>
          <p:spPr>
            <a:xfrm>
              <a:off x="9237367" y="57401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6" name="pt2336"/>
            <p:cNvSpPr/>
            <p:nvPr/>
          </p:nvSpPr>
          <p:spPr>
            <a:xfrm>
              <a:off x="10756071" y="53506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7" name="pt2337"/>
            <p:cNvSpPr/>
            <p:nvPr/>
          </p:nvSpPr>
          <p:spPr>
            <a:xfrm>
              <a:off x="10186557" y="50261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8" name="pt2338"/>
            <p:cNvSpPr/>
            <p:nvPr/>
          </p:nvSpPr>
          <p:spPr>
            <a:xfrm>
              <a:off x="9996719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9" name="pt2339"/>
            <p:cNvSpPr/>
            <p:nvPr/>
          </p:nvSpPr>
          <p:spPr>
            <a:xfrm>
              <a:off x="11800180" y="41823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40" name="pt2340"/>
            <p:cNvSpPr/>
            <p:nvPr/>
          </p:nvSpPr>
          <p:spPr>
            <a:xfrm>
              <a:off x="11515423" y="444197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41" name="pt2341"/>
            <p:cNvSpPr/>
            <p:nvPr/>
          </p:nvSpPr>
          <p:spPr>
            <a:xfrm>
              <a:off x="9522124" y="53506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42" name="pt2342"/>
            <p:cNvSpPr/>
            <p:nvPr/>
          </p:nvSpPr>
          <p:spPr>
            <a:xfrm>
              <a:off x="11895099" y="398761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43" name="pt2343"/>
            <p:cNvSpPr/>
            <p:nvPr/>
          </p:nvSpPr>
          <p:spPr>
            <a:xfrm>
              <a:off x="11895099" y="402007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44" name="pt2344"/>
            <p:cNvSpPr/>
            <p:nvPr/>
          </p:nvSpPr>
          <p:spPr>
            <a:xfrm>
              <a:off x="11800180" y="41498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45" name="pt2345"/>
            <p:cNvSpPr/>
            <p:nvPr/>
          </p:nvSpPr>
          <p:spPr>
            <a:xfrm>
              <a:off x="11705261" y="385780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46" name="pt2346"/>
            <p:cNvSpPr/>
            <p:nvPr/>
          </p:nvSpPr>
          <p:spPr>
            <a:xfrm>
              <a:off x="9901800" y="57401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47" name="pt2347"/>
            <p:cNvSpPr/>
            <p:nvPr/>
          </p:nvSpPr>
          <p:spPr>
            <a:xfrm>
              <a:off x="10281476" y="47665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48" name="pt2348"/>
            <p:cNvSpPr/>
            <p:nvPr/>
          </p:nvSpPr>
          <p:spPr>
            <a:xfrm>
              <a:off x="10281476" y="50261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49" name="pt2349"/>
            <p:cNvSpPr/>
            <p:nvPr/>
          </p:nvSpPr>
          <p:spPr>
            <a:xfrm>
              <a:off x="9617043" y="57401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0" name="pt2350"/>
            <p:cNvSpPr/>
            <p:nvPr/>
          </p:nvSpPr>
          <p:spPr>
            <a:xfrm>
              <a:off x="11325585" y="463669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1" name="pt2351"/>
            <p:cNvSpPr/>
            <p:nvPr/>
          </p:nvSpPr>
          <p:spPr>
            <a:xfrm>
              <a:off x="11705261" y="41823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2" name="pt2352"/>
            <p:cNvSpPr/>
            <p:nvPr/>
          </p:nvSpPr>
          <p:spPr>
            <a:xfrm>
              <a:off x="11800180" y="398761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3" name="pt2353"/>
            <p:cNvSpPr/>
            <p:nvPr/>
          </p:nvSpPr>
          <p:spPr>
            <a:xfrm>
              <a:off x="11705261" y="43770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4" name="pt2354"/>
            <p:cNvSpPr/>
            <p:nvPr/>
          </p:nvSpPr>
          <p:spPr>
            <a:xfrm>
              <a:off x="10091638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5" name="pt2355"/>
            <p:cNvSpPr/>
            <p:nvPr/>
          </p:nvSpPr>
          <p:spPr>
            <a:xfrm>
              <a:off x="9806881" y="528577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6" name="pt2356"/>
            <p:cNvSpPr/>
            <p:nvPr/>
          </p:nvSpPr>
          <p:spPr>
            <a:xfrm>
              <a:off x="10566233" y="50261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7" name="pt2357"/>
            <p:cNvSpPr/>
            <p:nvPr/>
          </p:nvSpPr>
          <p:spPr>
            <a:xfrm>
              <a:off x="9901800" y="50585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8" name="pt2358"/>
            <p:cNvSpPr/>
            <p:nvPr/>
          </p:nvSpPr>
          <p:spPr>
            <a:xfrm>
              <a:off x="11515423" y="47016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9" name="pt2359"/>
            <p:cNvSpPr/>
            <p:nvPr/>
          </p:nvSpPr>
          <p:spPr>
            <a:xfrm>
              <a:off x="10376395" y="48314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0" name="pt2360"/>
            <p:cNvSpPr/>
            <p:nvPr/>
          </p:nvSpPr>
          <p:spPr>
            <a:xfrm>
              <a:off x="10471314" y="48638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1" name="pt2361"/>
            <p:cNvSpPr/>
            <p:nvPr/>
          </p:nvSpPr>
          <p:spPr>
            <a:xfrm>
              <a:off x="11895099" y="379289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2" name="pt2362"/>
            <p:cNvSpPr/>
            <p:nvPr/>
          </p:nvSpPr>
          <p:spPr>
            <a:xfrm>
              <a:off x="9996719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3" name="pt2363"/>
            <p:cNvSpPr/>
            <p:nvPr/>
          </p:nvSpPr>
          <p:spPr>
            <a:xfrm>
              <a:off x="11610342" y="444197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4" name="pt2364"/>
            <p:cNvSpPr/>
            <p:nvPr/>
          </p:nvSpPr>
          <p:spPr>
            <a:xfrm>
              <a:off x="10471314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5" name="pt2365"/>
            <p:cNvSpPr/>
            <p:nvPr/>
          </p:nvSpPr>
          <p:spPr>
            <a:xfrm>
              <a:off x="9996719" y="54804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6" name="pt2366"/>
            <p:cNvSpPr/>
            <p:nvPr/>
          </p:nvSpPr>
          <p:spPr>
            <a:xfrm>
              <a:off x="10281476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7" name="pt2367"/>
            <p:cNvSpPr/>
            <p:nvPr/>
          </p:nvSpPr>
          <p:spPr>
            <a:xfrm>
              <a:off x="10313116" y="50261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8" name="pt2368"/>
            <p:cNvSpPr/>
            <p:nvPr/>
          </p:nvSpPr>
          <p:spPr>
            <a:xfrm>
              <a:off x="11610342" y="483141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9" name="pt2369"/>
            <p:cNvSpPr/>
            <p:nvPr/>
          </p:nvSpPr>
          <p:spPr>
            <a:xfrm>
              <a:off x="11515423" y="48314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70" name="pt2370"/>
            <p:cNvSpPr/>
            <p:nvPr/>
          </p:nvSpPr>
          <p:spPr>
            <a:xfrm>
              <a:off x="11610342" y="502614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71" name="pt2371"/>
            <p:cNvSpPr/>
            <p:nvPr/>
          </p:nvSpPr>
          <p:spPr>
            <a:xfrm>
              <a:off x="9775242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72" name="pt2372"/>
            <p:cNvSpPr/>
            <p:nvPr/>
          </p:nvSpPr>
          <p:spPr>
            <a:xfrm>
              <a:off x="10439675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73" name="pt2373"/>
            <p:cNvSpPr/>
            <p:nvPr/>
          </p:nvSpPr>
          <p:spPr>
            <a:xfrm>
              <a:off x="10059999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74" name="pt2374"/>
            <p:cNvSpPr/>
            <p:nvPr/>
          </p:nvSpPr>
          <p:spPr>
            <a:xfrm>
              <a:off x="10787711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75" name="pt2375"/>
            <p:cNvSpPr/>
            <p:nvPr/>
          </p:nvSpPr>
          <p:spPr>
            <a:xfrm>
              <a:off x="10281476" y="53506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76" name="pt2376"/>
            <p:cNvSpPr/>
            <p:nvPr/>
          </p:nvSpPr>
          <p:spPr>
            <a:xfrm>
              <a:off x="10850990" y="453933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77" name="pt2377"/>
            <p:cNvSpPr/>
            <p:nvPr/>
          </p:nvSpPr>
          <p:spPr>
            <a:xfrm>
              <a:off x="10091638" y="56752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78" name="pt2378"/>
            <p:cNvSpPr/>
            <p:nvPr/>
          </p:nvSpPr>
          <p:spPr>
            <a:xfrm>
              <a:off x="10218197" y="541558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79" name="pt2379"/>
            <p:cNvSpPr/>
            <p:nvPr/>
          </p:nvSpPr>
          <p:spPr>
            <a:xfrm>
              <a:off x="9332286" y="57401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80" name="pt2380"/>
            <p:cNvSpPr/>
            <p:nvPr/>
          </p:nvSpPr>
          <p:spPr>
            <a:xfrm>
              <a:off x="11610342" y="444197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81" name="pt2381"/>
            <p:cNvSpPr/>
            <p:nvPr/>
          </p:nvSpPr>
          <p:spPr>
            <a:xfrm>
              <a:off x="11705261" y="398761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82" name="pt2382"/>
            <p:cNvSpPr/>
            <p:nvPr/>
          </p:nvSpPr>
          <p:spPr>
            <a:xfrm>
              <a:off x="10376395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83" name="pt2383"/>
            <p:cNvSpPr/>
            <p:nvPr/>
          </p:nvSpPr>
          <p:spPr>
            <a:xfrm>
              <a:off x="11800180" y="392271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84" name="pt2384"/>
            <p:cNvSpPr/>
            <p:nvPr/>
          </p:nvSpPr>
          <p:spPr>
            <a:xfrm>
              <a:off x="11230666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85" name="pt2385"/>
            <p:cNvSpPr/>
            <p:nvPr/>
          </p:nvSpPr>
          <p:spPr>
            <a:xfrm>
              <a:off x="10850990" y="47989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86" name="pt2386"/>
            <p:cNvSpPr/>
            <p:nvPr/>
          </p:nvSpPr>
          <p:spPr>
            <a:xfrm>
              <a:off x="11515423" y="46691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87" name="pt2387"/>
            <p:cNvSpPr/>
            <p:nvPr/>
          </p:nvSpPr>
          <p:spPr>
            <a:xfrm>
              <a:off x="9332286" y="57401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88" name="pt2388"/>
            <p:cNvSpPr/>
            <p:nvPr/>
          </p:nvSpPr>
          <p:spPr>
            <a:xfrm>
              <a:off x="10566233" y="528577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89" name="pt2389"/>
            <p:cNvSpPr/>
            <p:nvPr/>
          </p:nvSpPr>
          <p:spPr>
            <a:xfrm>
              <a:off x="10091638" y="561030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0" name="pt2390"/>
            <p:cNvSpPr/>
            <p:nvPr/>
          </p:nvSpPr>
          <p:spPr>
            <a:xfrm>
              <a:off x="10502954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1" name="pt2391"/>
            <p:cNvSpPr/>
            <p:nvPr/>
          </p:nvSpPr>
          <p:spPr>
            <a:xfrm>
              <a:off x="11420504" y="431215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2" name="pt2392"/>
            <p:cNvSpPr/>
            <p:nvPr/>
          </p:nvSpPr>
          <p:spPr>
            <a:xfrm>
              <a:off x="10439675" y="541558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3" name="pt2393"/>
            <p:cNvSpPr/>
            <p:nvPr/>
          </p:nvSpPr>
          <p:spPr>
            <a:xfrm>
              <a:off x="9806881" y="55454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4" name="pt2394"/>
            <p:cNvSpPr/>
            <p:nvPr/>
          </p:nvSpPr>
          <p:spPr>
            <a:xfrm>
              <a:off x="11800180" y="424724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5" name="pt2395"/>
            <p:cNvSpPr/>
            <p:nvPr/>
          </p:nvSpPr>
          <p:spPr>
            <a:xfrm>
              <a:off x="11895099" y="402007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6" name="pt2396"/>
            <p:cNvSpPr/>
            <p:nvPr/>
          </p:nvSpPr>
          <p:spPr>
            <a:xfrm>
              <a:off x="11515423" y="45717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7" name="pt2397"/>
            <p:cNvSpPr/>
            <p:nvPr/>
          </p:nvSpPr>
          <p:spPr>
            <a:xfrm>
              <a:off x="11768540" y="42797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8" name="pt2398"/>
            <p:cNvSpPr/>
            <p:nvPr/>
          </p:nvSpPr>
          <p:spPr>
            <a:xfrm>
              <a:off x="11895099" y="359817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9" name="pt2399"/>
            <p:cNvSpPr/>
            <p:nvPr/>
          </p:nvSpPr>
          <p:spPr>
            <a:xfrm>
              <a:off x="11800180" y="389025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0" name="pt2400"/>
            <p:cNvSpPr/>
            <p:nvPr/>
          </p:nvSpPr>
          <p:spPr>
            <a:xfrm>
              <a:off x="11800180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1" name="pt2401"/>
            <p:cNvSpPr/>
            <p:nvPr/>
          </p:nvSpPr>
          <p:spPr>
            <a:xfrm>
              <a:off x="11895099" y="45068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2" name="pt2402"/>
            <p:cNvSpPr/>
            <p:nvPr/>
          </p:nvSpPr>
          <p:spPr>
            <a:xfrm>
              <a:off x="11578702" y="447442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3" name="pt2403"/>
            <p:cNvSpPr/>
            <p:nvPr/>
          </p:nvSpPr>
          <p:spPr>
            <a:xfrm>
              <a:off x="11325585" y="47665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4" name="pt2404"/>
            <p:cNvSpPr/>
            <p:nvPr/>
          </p:nvSpPr>
          <p:spPr>
            <a:xfrm>
              <a:off x="11705261" y="46042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5" name="pt2405"/>
            <p:cNvSpPr/>
            <p:nvPr/>
          </p:nvSpPr>
          <p:spPr>
            <a:xfrm>
              <a:off x="11800180" y="45068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6" name="pt2406"/>
            <p:cNvSpPr/>
            <p:nvPr/>
          </p:nvSpPr>
          <p:spPr>
            <a:xfrm>
              <a:off x="11800180" y="499368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7" name="pt2407"/>
            <p:cNvSpPr/>
            <p:nvPr/>
          </p:nvSpPr>
          <p:spPr>
            <a:xfrm>
              <a:off x="11325585" y="541558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8" name="pt2408"/>
            <p:cNvSpPr/>
            <p:nvPr/>
          </p:nvSpPr>
          <p:spPr>
            <a:xfrm>
              <a:off x="10471314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9" name="pt2409"/>
            <p:cNvSpPr/>
            <p:nvPr/>
          </p:nvSpPr>
          <p:spPr>
            <a:xfrm>
              <a:off x="11293945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10" name="pt2410"/>
            <p:cNvSpPr/>
            <p:nvPr/>
          </p:nvSpPr>
          <p:spPr>
            <a:xfrm>
              <a:off x="11705261" y="47016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11" name="pt2411"/>
            <p:cNvSpPr/>
            <p:nvPr/>
          </p:nvSpPr>
          <p:spPr>
            <a:xfrm>
              <a:off x="11705261" y="45393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12" name="pt2412"/>
            <p:cNvSpPr/>
            <p:nvPr/>
          </p:nvSpPr>
          <p:spPr>
            <a:xfrm>
              <a:off x="11800180" y="39551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13" name="pt2413"/>
            <p:cNvSpPr/>
            <p:nvPr/>
          </p:nvSpPr>
          <p:spPr>
            <a:xfrm>
              <a:off x="10756071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14" name="pt2414"/>
            <p:cNvSpPr/>
            <p:nvPr/>
          </p:nvSpPr>
          <p:spPr>
            <a:xfrm>
              <a:off x="11515423" y="48638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15" name="pt2415"/>
            <p:cNvSpPr/>
            <p:nvPr/>
          </p:nvSpPr>
          <p:spPr>
            <a:xfrm>
              <a:off x="11009188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16" name="pt2416"/>
            <p:cNvSpPr/>
            <p:nvPr/>
          </p:nvSpPr>
          <p:spPr>
            <a:xfrm>
              <a:off x="11705261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17" name="pt2417"/>
            <p:cNvSpPr/>
            <p:nvPr/>
          </p:nvSpPr>
          <p:spPr>
            <a:xfrm>
              <a:off x="11104107" y="457178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18" name="pt2418"/>
            <p:cNvSpPr/>
            <p:nvPr/>
          </p:nvSpPr>
          <p:spPr>
            <a:xfrm>
              <a:off x="11515423" y="421479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19" name="pt2419"/>
            <p:cNvSpPr/>
            <p:nvPr/>
          </p:nvSpPr>
          <p:spPr>
            <a:xfrm>
              <a:off x="11610342" y="44419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0" name="pt2420"/>
            <p:cNvSpPr/>
            <p:nvPr/>
          </p:nvSpPr>
          <p:spPr>
            <a:xfrm>
              <a:off x="11895099" y="39551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1" name="pt2421"/>
            <p:cNvSpPr/>
            <p:nvPr/>
          </p:nvSpPr>
          <p:spPr>
            <a:xfrm>
              <a:off x="11135747" y="44419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2" name="pt2422"/>
            <p:cNvSpPr/>
            <p:nvPr/>
          </p:nvSpPr>
          <p:spPr>
            <a:xfrm>
              <a:off x="11800180" y="43770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3" name="pt2423"/>
            <p:cNvSpPr/>
            <p:nvPr/>
          </p:nvSpPr>
          <p:spPr>
            <a:xfrm>
              <a:off x="11135747" y="47016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4" name="pt2424"/>
            <p:cNvSpPr/>
            <p:nvPr/>
          </p:nvSpPr>
          <p:spPr>
            <a:xfrm>
              <a:off x="11135747" y="470160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5" name="pt2425"/>
            <p:cNvSpPr/>
            <p:nvPr/>
          </p:nvSpPr>
          <p:spPr>
            <a:xfrm>
              <a:off x="11420504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6" name="pt2426"/>
            <p:cNvSpPr/>
            <p:nvPr/>
          </p:nvSpPr>
          <p:spPr>
            <a:xfrm>
              <a:off x="11610342" y="45717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7" name="pt2427"/>
            <p:cNvSpPr/>
            <p:nvPr/>
          </p:nvSpPr>
          <p:spPr>
            <a:xfrm>
              <a:off x="11610342" y="45717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8" name="pt2428"/>
            <p:cNvSpPr/>
            <p:nvPr/>
          </p:nvSpPr>
          <p:spPr>
            <a:xfrm>
              <a:off x="10661152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9" name="pt2429"/>
            <p:cNvSpPr/>
            <p:nvPr/>
          </p:nvSpPr>
          <p:spPr>
            <a:xfrm>
              <a:off x="9743602" y="50261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30" name="pt2430"/>
            <p:cNvSpPr/>
            <p:nvPr/>
          </p:nvSpPr>
          <p:spPr>
            <a:xfrm>
              <a:off x="11610342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31" name="pt2431"/>
            <p:cNvSpPr/>
            <p:nvPr/>
          </p:nvSpPr>
          <p:spPr>
            <a:xfrm>
              <a:off x="11610342" y="483141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32" name="pt2432"/>
            <p:cNvSpPr/>
            <p:nvPr/>
          </p:nvSpPr>
          <p:spPr>
            <a:xfrm>
              <a:off x="11515423" y="46691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33" name="pt2433"/>
            <p:cNvSpPr/>
            <p:nvPr/>
          </p:nvSpPr>
          <p:spPr>
            <a:xfrm>
              <a:off x="11800180" y="470160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34" name="pt2434"/>
            <p:cNvSpPr/>
            <p:nvPr/>
          </p:nvSpPr>
          <p:spPr>
            <a:xfrm>
              <a:off x="9332286" y="47665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35" name="pt2435"/>
            <p:cNvSpPr/>
            <p:nvPr/>
          </p:nvSpPr>
          <p:spPr>
            <a:xfrm>
              <a:off x="11800180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36" name="pt2436"/>
            <p:cNvSpPr/>
            <p:nvPr/>
          </p:nvSpPr>
          <p:spPr>
            <a:xfrm>
              <a:off x="11104107" y="44257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37" name="pt2437"/>
            <p:cNvSpPr/>
            <p:nvPr/>
          </p:nvSpPr>
          <p:spPr>
            <a:xfrm>
              <a:off x="11705261" y="424724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38" name="pt2438"/>
            <p:cNvSpPr/>
            <p:nvPr/>
          </p:nvSpPr>
          <p:spPr>
            <a:xfrm>
              <a:off x="11230666" y="44419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39" name="pt2439"/>
            <p:cNvSpPr/>
            <p:nvPr/>
          </p:nvSpPr>
          <p:spPr>
            <a:xfrm>
              <a:off x="11800180" y="41823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40" name="pt2440"/>
            <p:cNvSpPr/>
            <p:nvPr/>
          </p:nvSpPr>
          <p:spPr>
            <a:xfrm>
              <a:off x="11293945" y="457178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41" name="pt2441"/>
            <p:cNvSpPr/>
            <p:nvPr/>
          </p:nvSpPr>
          <p:spPr>
            <a:xfrm>
              <a:off x="11040828" y="44744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42" name="pt2442"/>
            <p:cNvSpPr/>
            <p:nvPr/>
          </p:nvSpPr>
          <p:spPr>
            <a:xfrm>
              <a:off x="11705261" y="421479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43" name="pt2443"/>
            <p:cNvSpPr/>
            <p:nvPr/>
          </p:nvSpPr>
          <p:spPr>
            <a:xfrm>
              <a:off x="10566233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44" name="pt2444"/>
            <p:cNvSpPr/>
            <p:nvPr/>
          </p:nvSpPr>
          <p:spPr>
            <a:xfrm>
              <a:off x="10471314" y="56427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45" name="pt2445"/>
            <p:cNvSpPr/>
            <p:nvPr/>
          </p:nvSpPr>
          <p:spPr>
            <a:xfrm>
              <a:off x="10344756" y="47665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46" name="pt2446"/>
            <p:cNvSpPr/>
            <p:nvPr/>
          </p:nvSpPr>
          <p:spPr>
            <a:xfrm>
              <a:off x="11800180" y="366308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47" name="pt2447"/>
            <p:cNvSpPr/>
            <p:nvPr/>
          </p:nvSpPr>
          <p:spPr>
            <a:xfrm>
              <a:off x="11800180" y="37279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48" name="pt2448"/>
            <p:cNvSpPr/>
            <p:nvPr/>
          </p:nvSpPr>
          <p:spPr>
            <a:xfrm>
              <a:off x="10281476" y="54804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49" name="pt2449"/>
            <p:cNvSpPr/>
            <p:nvPr/>
          </p:nvSpPr>
          <p:spPr>
            <a:xfrm>
              <a:off x="10218197" y="50910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50" name="pt2450"/>
            <p:cNvSpPr/>
            <p:nvPr/>
          </p:nvSpPr>
          <p:spPr>
            <a:xfrm>
              <a:off x="11610342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51" name="pt2451"/>
            <p:cNvSpPr/>
            <p:nvPr/>
          </p:nvSpPr>
          <p:spPr>
            <a:xfrm>
              <a:off x="10376395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52" name="pt2452"/>
            <p:cNvSpPr/>
            <p:nvPr/>
          </p:nvSpPr>
          <p:spPr>
            <a:xfrm>
              <a:off x="11895099" y="385780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53" name="pt2453"/>
            <p:cNvSpPr/>
            <p:nvPr/>
          </p:nvSpPr>
          <p:spPr>
            <a:xfrm>
              <a:off x="11895099" y="379289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54" name="pt2454"/>
            <p:cNvSpPr/>
            <p:nvPr/>
          </p:nvSpPr>
          <p:spPr>
            <a:xfrm>
              <a:off x="11800180" y="43770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55" name="pt2455"/>
            <p:cNvSpPr/>
            <p:nvPr/>
          </p:nvSpPr>
          <p:spPr>
            <a:xfrm>
              <a:off x="11705261" y="424724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56" name="pt2456"/>
            <p:cNvSpPr/>
            <p:nvPr/>
          </p:nvSpPr>
          <p:spPr>
            <a:xfrm>
              <a:off x="10376395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57" name="pt2457"/>
            <p:cNvSpPr/>
            <p:nvPr/>
          </p:nvSpPr>
          <p:spPr>
            <a:xfrm>
              <a:off x="11895099" y="366308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58" name="pt2458"/>
            <p:cNvSpPr/>
            <p:nvPr/>
          </p:nvSpPr>
          <p:spPr>
            <a:xfrm>
              <a:off x="11800180" y="392271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59" name="pt2459"/>
            <p:cNvSpPr/>
            <p:nvPr/>
          </p:nvSpPr>
          <p:spPr>
            <a:xfrm>
              <a:off x="10977549" y="53506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60" name="pt2460"/>
            <p:cNvSpPr/>
            <p:nvPr/>
          </p:nvSpPr>
          <p:spPr>
            <a:xfrm>
              <a:off x="11673621" y="463669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61" name="pt2461"/>
            <p:cNvSpPr/>
            <p:nvPr/>
          </p:nvSpPr>
          <p:spPr>
            <a:xfrm>
              <a:off x="11705261" y="47340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62" name="pt2462"/>
            <p:cNvSpPr/>
            <p:nvPr/>
          </p:nvSpPr>
          <p:spPr>
            <a:xfrm>
              <a:off x="10597873" y="44744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63" name="pt2463"/>
            <p:cNvSpPr/>
            <p:nvPr/>
          </p:nvSpPr>
          <p:spPr>
            <a:xfrm>
              <a:off x="11800180" y="476651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64" name="pt2464"/>
            <p:cNvSpPr/>
            <p:nvPr/>
          </p:nvSpPr>
          <p:spPr>
            <a:xfrm>
              <a:off x="11040828" y="55454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65" name="pt2465"/>
            <p:cNvSpPr/>
            <p:nvPr/>
          </p:nvSpPr>
          <p:spPr>
            <a:xfrm>
              <a:off x="10186557" y="50261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66" name="pt2466"/>
            <p:cNvSpPr/>
            <p:nvPr/>
          </p:nvSpPr>
          <p:spPr>
            <a:xfrm>
              <a:off x="11420504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67" name="pt2467"/>
            <p:cNvSpPr/>
            <p:nvPr/>
          </p:nvSpPr>
          <p:spPr>
            <a:xfrm>
              <a:off x="11705261" y="489632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68" name="pt2468"/>
            <p:cNvSpPr/>
            <p:nvPr/>
          </p:nvSpPr>
          <p:spPr>
            <a:xfrm>
              <a:off x="10376395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69" name="pt2469"/>
            <p:cNvSpPr/>
            <p:nvPr/>
          </p:nvSpPr>
          <p:spPr>
            <a:xfrm>
              <a:off x="10376395" y="47665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70" name="pt2470"/>
            <p:cNvSpPr/>
            <p:nvPr/>
          </p:nvSpPr>
          <p:spPr>
            <a:xfrm>
              <a:off x="10281476" y="50910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71" name="pt2471"/>
            <p:cNvSpPr/>
            <p:nvPr/>
          </p:nvSpPr>
          <p:spPr>
            <a:xfrm>
              <a:off x="9806881" y="49287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72" name="pt2472"/>
            <p:cNvSpPr/>
            <p:nvPr/>
          </p:nvSpPr>
          <p:spPr>
            <a:xfrm>
              <a:off x="10249837" y="466914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73" name="pt2473"/>
            <p:cNvSpPr/>
            <p:nvPr/>
          </p:nvSpPr>
          <p:spPr>
            <a:xfrm>
              <a:off x="10313116" y="528577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74" name="pt2474"/>
            <p:cNvSpPr/>
            <p:nvPr/>
          </p:nvSpPr>
          <p:spPr>
            <a:xfrm>
              <a:off x="10313116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75" name="pt2475"/>
            <p:cNvSpPr/>
            <p:nvPr/>
          </p:nvSpPr>
          <p:spPr>
            <a:xfrm>
              <a:off x="10154918" y="54804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76" name="pt2476"/>
            <p:cNvSpPr/>
            <p:nvPr/>
          </p:nvSpPr>
          <p:spPr>
            <a:xfrm>
              <a:off x="11515423" y="457178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77" name="pt2477"/>
            <p:cNvSpPr/>
            <p:nvPr/>
          </p:nvSpPr>
          <p:spPr>
            <a:xfrm>
              <a:off x="11135747" y="47989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78" name="pt2478"/>
            <p:cNvSpPr/>
            <p:nvPr/>
          </p:nvSpPr>
          <p:spPr>
            <a:xfrm>
              <a:off x="9617043" y="56752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79" name="pt2479"/>
            <p:cNvSpPr/>
            <p:nvPr/>
          </p:nvSpPr>
          <p:spPr>
            <a:xfrm>
              <a:off x="11610342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80" name="pt2480"/>
            <p:cNvSpPr/>
            <p:nvPr/>
          </p:nvSpPr>
          <p:spPr>
            <a:xfrm>
              <a:off x="10281476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81" name="pt2481"/>
            <p:cNvSpPr/>
            <p:nvPr/>
          </p:nvSpPr>
          <p:spPr>
            <a:xfrm>
              <a:off x="11895099" y="411743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82" name="pt2482"/>
            <p:cNvSpPr/>
            <p:nvPr/>
          </p:nvSpPr>
          <p:spPr>
            <a:xfrm>
              <a:off x="10186557" y="528577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83" name="pt2483"/>
            <p:cNvSpPr/>
            <p:nvPr/>
          </p:nvSpPr>
          <p:spPr>
            <a:xfrm>
              <a:off x="10376395" y="55454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84" name="pt2484"/>
            <p:cNvSpPr/>
            <p:nvPr/>
          </p:nvSpPr>
          <p:spPr>
            <a:xfrm>
              <a:off x="9870161" y="561030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85" name="pt2485"/>
            <p:cNvSpPr/>
            <p:nvPr/>
          </p:nvSpPr>
          <p:spPr>
            <a:xfrm>
              <a:off x="11515423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86" name="pt2486"/>
            <p:cNvSpPr/>
            <p:nvPr/>
          </p:nvSpPr>
          <p:spPr>
            <a:xfrm>
              <a:off x="9965080" y="51884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87" name="pt2487"/>
            <p:cNvSpPr/>
            <p:nvPr/>
          </p:nvSpPr>
          <p:spPr>
            <a:xfrm>
              <a:off x="10566233" y="49612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88" name="pt2488"/>
            <p:cNvSpPr/>
            <p:nvPr/>
          </p:nvSpPr>
          <p:spPr>
            <a:xfrm>
              <a:off x="8762772" y="55454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89" name="pt2489"/>
            <p:cNvSpPr/>
            <p:nvPr/>
          </p:nvSpPr>
          <p:spPr>
            <a:xfrm>
              <a:off x="11705261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0" name="pt2490"/>
            <p:cNvSpPr/>
            <p:nvPr/>
          </p:nvSpPr>
          <p:spPr>
            <a:xfrm>
              <a:off x="10091638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1" name="pt2491"/>
            <p:cNvSpPr/>
            <p:nvPr/>
          </p:nvSpPr>
          <p:spPr>
            <a:xfrm>
              <a:off x="11199026" y="502614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2" name="pt2492"/>
            <p:cNvSpPr/>
            <p:nvPr/>
          </p:nvSpPr>
          <p:spPr>
            <a:xfrm>
              <a:off x="10408035" y="53831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3" name="pt2493"/>
            <p:cNvSpPr/>
            <p:nvPr/>
          </p:nvSpPr>
          <p:spPr>
            <a:xfrm>
              <a:off x="10724431" y="51235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4" name="pt2494"/>
            <p:cNvSpPr/>
            <p:nvPr/>
          </p:nvSpPr>
          <p:spPr>
            <a:xfrm>
              <a:off x="11040828" y="52533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5" name="pt2495"/>
            <p:cNvSpPr/>
            <p:nvPr/>
          </p:nvSpPr>
          <p:spPr>
            <a:xfrm>
              <a:off x="11800180" y="41498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6" name="pt2496"/>
            <p:cNvSpPr/>
            <p:nvPr/>
          </p:nvSpPr>
          <p:spPr>
            <a:xfrm>
              <a:off x="11388864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7" name="pt2497"/>
            <p:cNvSpPr/>
            <p:nvPr/>
          </p:nvSpPr>
          <p:spPr>
            <a:xfrm>
              <a:off x="11040828" y="48314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8" name="pt2498"/>
            <p:cNvSpPr/>
            <p:nvPr/>
          </p:nvSpPr>
          <p:spPr>
            <a:xfrm>
              <a:off x="9775242" y="55129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9" name="pt2499"/>
            <p:cNvSpPr/>
            <p:nvPr/>
          </p:nvSpPr>
          <p:spPr>
            <a:xfrm>
              <a:off x="10661152" y="457178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0" name="pt2500"/>
            <p:cNvSpPr/>
            <p:nvPr/>
          </p:nvSpPr>
          <p:spPr>
            <a:xfrm>
              <a:off x="9617043" y="50585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1" name="pt2501"/>
            <p:cNvSpPr/>
            <p:nvPr/>
          </p:nvSpPr>
          <p:spPr>
            <a:xfrm>
              <a:off x="11895099" y="39551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2" name="pt2502"/>
            <p:cNvSpPr/>
            <p:nvPr/>
          </p:nvSpPr>
          <p:spPr>
            <a:xfrm>
              <a:off x="11135747" y="52533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3" name="pt2503"/>
            <p:cNvSpPr/>
            <p:nvPr/>
          </p:nvSpPr>
          <p:spPr>
            <a:xfrm>
              <a:off x="10945909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4" name="pt2504"/>
            <p:cNvSpPr/>
            <p:nvPr/>
          </p:nvSpPr>
          <p:spPr>
            <a:xfrm>
              <a:off x="10281476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5" name="pt2505"/>
            <p:cNvSpPr/>
            <p:nvPr/>
          </p:nvSpPr>
          <p:spPr>
            <a:xfrm>
              <a:off x="10471314" y="55454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6" name="pt2506"/>
            <p:cNvSpPr/>
            <p:nvPr/>
          </p:nvSpPr>
          <p:spPr>
            <a:xfrm>
              <a:off x="8984250" y="55129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7" name="pt2507"/>
            <p:cNvSpPr/>
            <p:nvPr/>
          </p:nvSpPr>
          <p:spPr>
            <a:xfrm>
              <a:off x="11895099" y="385780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8" name="pt2508"/>
            <p:cNvSpPr/>
            <p:nvPr/>
          </p:nvSpPr>
          <p:spPr>
            <a:xfrm>
              <a:off x="11895099" y="398761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9" name="pt2509"/>
            <p:cNvSpPr/>
            <p:nvPr/>
          </p:nvSpPr>
          <p:spPr>
            <a:xfrm>
              <a:off x="11800180" y="41823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0" name="pt2510"/>
            <p:cNvSpPr/>
            <p:nvPr/>
          </p:nvSpPr>
          <p:spPr>
            <a:xfrm>
              <a:off x="10787711" y="51884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1" name="pt2511"/>
            <p:cNvSpPr/>
            <p:nvPr/>
          </p:nvSpPr>
          <p:spPr>
            <a:xfrm>
              <a:off x="11705261" y="447442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2" name="pt2512"/>
            <p:cNvSpPr/>
            <p:nvPr/>
          </p:nvSpPr>
          <p:spPr>
            <a:xfrm>
              <a:off x="11420504" y="453933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3" name="pt2513"/>
            <p:cNvSpPr/>
            <p:nvPr/>
          </p:nvSpPr>
          <p:spPr>
            <a:xfrm>
              <a:off x="9965080" y="50910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4" name="pt2514"/>
            <p:cNvSpPr/>
            <p:nvPr/>
          </p:nvSpPr>
          <p:spPr>
            <a:xfrm>
              <a:off x="10756071" y="53182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5" name="pt2515"/>
            <p:cNvSpPr/>
            <p:nvPr/>
          </p:nvSpPr>
          <p:spPr>
            <a:xfrm>
              <a:off x="11135747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6" name="pt2516"/>
            <p:cNvSpPr/>
            <p:nvPr/>
          </p:nvSpPr>
          <p:spPr>
            <a:xfrm>
              <a:off x="11705261" y="379289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7" name="pt2517"/>
            <p:cNvSpPr/>
            <p:nvPr/>
          </p:nvSpPr>
          <p:spPr>
            <a:xfrm>
              <a:off x="11705261" y="43770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8" name="pt2518"/>
            <p:cNvSpPr/>
            <p:nvPr/>
          </p:nvSpPr>
          <p:spPr>
            <a:xfrm>
              <a:off x="10661152" y="499368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9" name="pt2519"/>
            <p:cNvSpPr/>
            <p:nvPr/>
          </p:nvSpPr>
          <p:spPr>
            <a:xfrm>
              <a:off x="11388864" y="50910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0" name="pt2520"/>
            <p:cNvSpPr/>
            <p:nvPr/>
          </p:nvSpPr>
          <p:spPr>
            <a:xfrm>
              <a:off x="10376395" y="49287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1" name="pt2521"/>
            <p:cNvSpPr/>
            <p:nvPr/>
          </p:nvSpPr>
          <p:spPr>
            <a:xfrm>
              <a:off x="10281476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2" name="pt2522"/>
            <p:cNvSpPr/>
            <p:nvPr/>
          </p:nvSpPr>
          <p:spPr>
            <a:xfrm>
              <a:off x="11610342" y="444197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3" name="pt2523"/>
            <p:cNvSpPr/>
            <p:nvPr/>
          </p:nvSpPr>
          <p:spPr>
            <a:xfrm>
              <a:off x="10344756" y="528577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4" name="pt2524"/>
            <p:cNvSpPr/>
            <p:nvPr/>
          </p:nvSpPr>
          <p:spPr>
            <a:xfrm>
              <a:off x="9870161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5" name="pt2525"/>
            <p:cNvSpPr/>
            <p:nvPr/>
          </p:nvSpPr>
          <p:spPr>
            <a:xfrm>
              <a:off x="10281476" y="46366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6" name="pt2526"/>
            <p:cNvSpPr/>
            <p:nvPr/>
          </p:nvSpPr>
          <p:spPr>
            <a:xfrm>
              <a:off x="11895099" y="389025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7" name="pt2527"/>
            <p:cNvSpPr/>
            <p:nvPr/>
          </p:nvSpPr>
          <p:spPr>
            <a:xfrm>
              <a:off x="11705261" y="463669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8" name="pt2528"/>
            <p:cNvSpPr/>
            <p:nvPr/>
          </p:nvSpPr>
          <p:spPr>
            <a:xfrm>
              <a:off x="11135747" y="47665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9" name="pt2529"/>
            <p:cNvSpPr/>
            <p:nvPr/>
          </p:nvSpPr>
          <p:spPr>
            <a:xfrm>
              <a:off x="11515423" y="47665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0" name="pt2530"/>
            <p:cNvSpPr/>
            <p:nvPr/>
          </p:nvSpPr>
          <p:spPr>
            <a:xfrm>
              <a:off x="10091638" y="51559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1" name="pt2531"/>
            <p:cNvSpPr/>
            <p:nvPr/>
          </p:nvSpPr>
          <p:spPr>
            <a:xfrm>
              <a:off x="9617043" y="52208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2" name="pt2532"/>
            <p:cNvSpPr/>
            <p:nvPr/>
          </p:nvSpPr>
          <p:spPr>
            <a:xfrm>
              <a:off x="9775242" y="56427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3" name="pt2533"/>
            <p:cNvSpPr/>
            <p:nvPr/>
          </p:nvSpPr>
          <p:spPr>
            <a:xfrm>
              <a:off x="11705261" y="460424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4" name="pt2534"/>
            <p:cNvSpPr/>
            <p:nvPr/>
          </p:nvSpPr>
          <p:spPr>
            <a:xfrm>
              <a:off x="11895099" y="45068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5" name="pt2535"/>
            <p:cNvSpPr/>
            <p:nvPr/>
          </p:nvSpPr>
          <p:spPr>
            <a:xfrm>
              <a:off x="11515423" y="49287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6" name="pt2536"/>
            <p:cNvSpPr/>
            <p:nvPr/>
          </p:nvSpPr>
          <p:spPr>
            <a:xfrm>
              <a:off x="9648683" y="55454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7" name="pt2537"/>
            <p:cNvSpPr/>
            <p:nvPr/>
          </p:nvSpPr>
          <p:spPr>
            <a:xfrm>
              <a:off x="9553764" y="56752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8" name="pt2538"/>
            <p:cNvSpPr/>
            <p:nvPr/>
          </p:nvSpPr>
          <p:spPr>
            <a:xfrm>
              <a:off x="11610342" y="489632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9" name="pt2539"/>
            <p:cNvSpPr/>
            <p:nvPr/>
          </p:nvSpPr>
          <p:spPr>
            <a:xfrm>
              <a:off x="11610342" y="41498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0" name="pt2540"/>
            <p:cNvSpPr/>
            <p:nvPr/>
          </p:nvSpPr>
          <p:spPr>
            <a:xfrm>
              <a:off x="11800180" y="405252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1" name="pt2541"/>
            <p:cNvSpPr/>
            <p:nvPr/>
          </p:nvSpPr>
          <p:spPr>
            <a:xfrm>
              <a:off x="11705261" y="434461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2" name="pt2542"/>
            <p:cNvSpPr/>
            <p:nvPr/>
          </p:nvSpPr>
          <p:spPr>
            <a:xfrm>
              <a:off x="9015890" y="54804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3" name="pt2543"/>
            <p:cNvSpPr/>
            <p:nvPr/>
          </p:nvSpPr>
          <p:spPr>
            <a:xfrm>
              <a:off x="11199026" y="473405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4" name="pt2544"/>
            <p:cNvSpPr/>
            <p:nvPr/>
          </p:nvSpPr>
          <p:spPr>
            <a:xfrm>
              <a:off x="11895099" y="398761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5" name="pt2545"/>
            <p:cNvSpPr/>
            <p:nvPr/>
          </p:nvSpPr>
          <p:spPr>
            <a:xfrm>
              <a:off x="11800180" y="40849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6" name="pt2546"/>
            <p:cNvSpPr/>
            <p:nvPr/>
          </p:nvSpPr>
          <p:spPr>
            <a:xfrm>
              <a:off x="11895099" y="408498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7" name="pt2547"/>
            <p:cNvSpPr/>
            <p:nvPr/>
          </p:nvSpPr>
          <p:spPr>
            <a:xfrm>
              <a:off x="11705261" y="418234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8" name="pt2548"/>
            <p:cNvSpPr/>
            <p:nvPr/>
          </p:nvSpPr>
          <p:spPr>
            <a:xfrm>
              <a:off x="10724431" y="457178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9" name="pt2549"/>
            <p:cNvSpPr/>
            <p:nvPr/>
          </p:nvSpPr>
          <p:spPr>
            <a:xfrm>
              <a:off x="11895099" y="431215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0" name="pt2550"/>
            <p:cNvSpPr/>
            <p:nvPr/>
          </p:nvSpPr>
          <p:spPr>
            <a:xfrm>
              <a:off x="11705261" y="447442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1" name="pt2551"/>
            <p:cNvSpPr/>
            <p:nvPr/>
          </p:nvSpPr>
          <p:spPr>
            <a:xfrm>
              <a:off x="9838521" y="53182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2" name="pt2552"/>
            <p:cNvSpPr/>
            <p:nvPr/>
          </p:nvSpPr>
          <p:spPr>
            <a:xfrm>
              <a:off x="11800180" y="457178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3" name="pt2553"/>
            <p:cNvSpPr/>
            <p:nvPr/>
          </p:nvSpPr>
          <p:spPr>
            <a:xfrm>
              <a:off x="11199026" y="55454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4" name="pt2554"/>
            <p:cNvSpPr/>
            <p:nvPr/>
          </p:nvSpPr>
          <p:spPr>
            <a:xfrm>
              <a:off x="11610342" y="437706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5" name="pl2555"/>
            <p:cNvSpPr/>
            <p:nvPr/>
          </p:nvSpPr>
          <p:spPr>
            <a:xfrm>
              <a:off x="8502841" y="4629302"/>
              <a:ext cx="3227245" cy="1184330"/>
            </a:xfrm>
            <a:custGeom>
              <a:avLst/>
              <a:gdLst/>
              <a:ahLst/>
              <a:cxnLst/>
              <a:rect l="0" t="0" r="0" b="0"/>
              <a:pathLst>
                <a:path w="3227245" h="1184330">
                  <a:moveTo>
                    <a:pt x="0" y="1184330"/>
                  </a:moveTo>
                  <a:lnTo>
                    <a:pt x="40851" y="1169339"/>
                  </a:lnTo>
                  <a:lnTo>
                    <a:pt x="81702" y="1154347"/>
                  </a:lnTo>
                  <a:lnTo>
                    <a:pt x="122553" y="1139356"/>
                  </a:lnTo>
                  <a:lnTo>
                    <a:pt x="163404" y="1124364"/>
                  </a:lnTo>
                  <a:lnTo>
                    <a:pt x="204256" y="1109373"/>
                  </a:lnTo>
                  <a:lnTo>
                    <a:pt x="245107" y="1094381"/>
                  </a:lnTo>
                  <a:lnTo>
                    <a:pt x="285958" y="1079390"/>
                  </a:lnTo>
                  <a:lnTo>
                    <a:pt x="326809" y="1064398"/>
                  </a:lnTo>
                  <a:lnTo>
                    <a:pt x="367660" y="1049406"/>
                  </a:lnTo>
                  <a:lnTo>
                    <a:pt x="408512" y="1034415"/>
                  </a:lnTo>
                  <a:lnTo>
                    <a:pt x="449363" y="1019423"/>
                  </a:lnTo>
                  <a:lnTo>
                    <a:pt x="490214" y="1004432"/>
                  </a:lnTo>
                  <a:lnTo>
                    <a:pt x="531065" y="989440"/>
                  </a:lnTo>
                  <a:lnTo>
                    <a:pt x="571916" y="974449"/>
                  </a:lnTo>
                  <a:lnTo>
                    <a:pt x="612768" y="959457"/>
                  </a:lnTo>
                  <a:lnTo>
                    <a:pt x="653619" y="944466"/>
                  </a:lnTo>
                  <a:lnTo>
                    <a:pt x="694470" y="929474"/>
                  </a:lnTo>
                  <a:lnTo>
                    <a:pt x="735321" y="914483"/>
                  </a:lnTo>
                  <a:lnTo>
                    <a:pt x="776172" y="899491"/>
                  </a:lnTo>
                  <a:lnTo>
                    <a:pt x="817024" y="884500"/>
                  </a:lnTo>
                  <a:lnTo>
                    <a:pt x="857875" y="869508"/>
                  </a:lnTo>
                  <a:lnTo>
                    <a:pt x="898726" y="854517"/>
                  </a:lnTo>
                  <a:lnTo>
                    <a:pt x="939577" y="839525"/>
                  </a:lnTo>
                  <a:lnTo>
                    <a:pt x="980429" y="824534"/>
                  </a:lnTo>
                  <a:lnTo>
                    <a:pt x="1021280" y="809542"/>
                  </a:lnTo>
                  <a:lnTo>
                    <a:pt x="1062131" y="794550"/>
                  </a:lnTo>
                  <a:lnTo>
                    <a:pt x="1102982" y="779559"/>
                  </a:lnTo>
                  <a:lnTo>
                    <a:pt x="1143833" y="764567"/>
                  </a:lnTo>
                  <a:lnTo>
                    <a:pt x="1184685" y="749576"/>
                  </a:lnTo>
                  <a:lnTo>
                    <a:pt x="1225536" y="734584"/>
                  </a:lnTo>
                  <a:lnTo>
                    <a:pt x="1266387" y="719593"/>
                  </a:lnTo>
                  <a:lnTo>
                    <a:pt x="1307238" y="704601"/>
                  </a:lnTo>
                  <a:lnTo>
                    <a:pt x="1348089" y="689610"/>
                  </a:lnTo>
                  <a:lnTo>
                    <a:pt x="1388941" y="674618"/>
                  </a:lnTo>
                  <a:lnTo>
                    <a:pt x="1429792" y="659627"/>
                  </a:lnTo>
                  <a:lnTo>
                    <a:pt x="1470643" y="644635"/>
                  </a:lnTo>
                  <a:lnTo>
                    <a:pt x="1511494" y="629644"/>
                  </a:lnTo>
                  <a:lnTo>
                    <a:pt x="1552345" y="614652"/>
                  </a:lnTo>
                  <a:lnTo>
                    <a:pt x="1593197" y="599661"/>
                  </a:lnTo>
                  <a:lnTo>
                    <a:pt x="1634048" y="584669"/>
                  </a:lnTo>
                  <a:lnTo>
                    <a:pt x="1674899" y="569678"/>
                  </a:lnTo>
                  <a:lnTo>
                    <a:pt x="1715750" y="554686"/>
                  </a:lnTo>
                  <a:lnTo>
                    <a:pt x="1756601" y="539695"/>
                  </a:lnTo>
                  <a:lnTo>
                    <a:pt x="1797453" y="524703"/>
                  </a:lnTo>
                  <a:lnTo>
                    <a:pt x="1838304" y="509711"/>
                  </a:lnTo>
                  <a:lnTo>
                    <a:pt x="1879155" y="494720"/>
                  </a:lnTo>
                  <a:lnTo>
                    <a:pt x="1920006" y="479728"/>
                  </a:lnTo>
                  <a:lnTo>
                    <a:pt x="1960858" y="464737"/>
                  </a:lnTo>
                  <a:lnTo>
                    <a:pt x="2001709" y="449745"/>
                  </a:lnTo>
                  <a:lnTo>
                    <a:pt x="2042560" y="434754"/>
                  </a:lnTo>
                  <a:lnTo>
                    <a:pt x="2083411" y="419762"/>
                  </a:lnTo>
                  <a:lnTo>
                    <a:pt x="2124262" y="404771"/>
                  </a:lnTo>
                  <a:lnTo>
                    <a:pt x="2165114" y="389779"/>
                  </a:lnTo>
                  <a:lnTo>
                    <a:pt x="2205965" y="374788"/>
                  </a:lnTo>
                  <a:lnTo>
                    <a:pt x="2246816" y="359796"/>
                  </a:lnTo>
                  <a:lnTo>
                    <a:pt x="2287667" y="344805"/>
                  </a:lnTo>
                  <a:lnTo>
                    <a:pt x="2328518" y="329813"/>
                  </a:lnTo>
                  <a:lnTo>
                    <a:pt x="2369370" y="314822"/>
                  </a:lnTo>
                  <a:lnTo>
                    <a:pt x="2410221" y="299830"/>
                  </a:lnTo>
                  <a:lnTo>
                    <a:pt x="2451072" y="284839"/>
                  </a:lnTo>
                  <a:lnTo>
                    <a:pt x="2491923" y="269847"/>
                  </a:lnTo>
                  <a:lnTo>
                    <a:pt x="2532774" y="254855"/>
                  </a:lnTo>
                  <a:lnTo>
                    <a:pt x="2573626" y="239864"/>
                  </a:lnTo>
                  <a:lnTo>
                    <a:pt x="2614477" y="224872"/>
                  </a:lnTo>
                  <a:lnTo>
                    <a:pt x="2655328" y="209881"/>
                  </a:lnTo>
                  <a:lnTo>
                    <a:pt x="2696179" y="194889"/>
                  </a:lnTo>
                  <a:lnTo>
                    <a:pt x="2737031" y="179898"/>
                  </a:lnTo>
                  <a:lnTo>
                    <a:pt x="2777882" y="164906"/>
                  </a:lnTo>
                  <a:lnTo>
                    <a:pt x="2818733" y="149915"/>
                  </a:lnTo>
                  <a:lnTo>
                    <a:pt x="2859584" y="134923"/>
                  </a:lnTo>
                  <a:lnTo>
                    <a:pt x="2900435" y="119932"/>
                  </a:lnTo>
                  <a:lnTo>
                    <a:pt x="2941287" y="104940"/>
                  </a:lnTo>
                  <a:lnTo>
                    <a:pt x="2982138" y="89949"/>
                  </a:lnTo>
                  <a:lnTo>
                    <a:pt x="3022989" y="74957"/>
                  </a:lnTo>
                  <a:lnTo>
                    <a:pt x="3063840" y="59966"/>
                  </a:lnTo>
                  <a:lnTo>
                    <a:pt x="3104691" y="44974"/>
                  </a:lnTo>
                  <a:lnTo>
                    <a:pt x="3145543" y="29983"/>
                  </a:lnTo>
                  <a:lnTo>
                    <a:pt x="3186394" y="14991"/>
                  </a:lnTo>
                  <a:lnTo>
                    <a:pt x="3227245" y="0"/>
                  </a:lnTo>
                </a:path>
              </a:pathLst>
            </a:custGeom>
            <a:ln w="27101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6" name="pl2556"/>
            <p:cNvSpPr/>
            <p:nvPr/>
          </p:nvSpPr>
          <p:spPr>
            <a:xfrm>
              <a:off x="11255492" y="4112526"/>
              <a:ext cx="664432" cy="962500"/>
            </a:xfrm>
            <a:custGeom>
              <a:avLst/>
              <a:gdLst/>
              <a:ahLst/>
              <a:cxnLst/>
              <a:rect l="0" t="0" r="0" b="0"/>
              <a:pathLst>
                <a:path w="664432" h="962500">
                  <a:moveTo>
                    <a:pt x="0" y="962500"/>
                  </a:moveTo>
                  <a:lnTo>
                    <a:pt x="8410" y="950316"/>
                  </a:lnTo>
                  <a:lnTo>
                    <a:pt x="16821" y="938133"/>
                  </a:lnTo>
                  <a:lnTo>
                    <a:pt x="25231" y="925949"/>
                  </a:lnTo>
                  <a:lnTo>
                    <a:pt x="33642" y="913766"/>
                  </a:lnTo>
                  <a:lnTo>
                    <a:pt x="42052" y="901582"/>
                  </a:lnTo>
                  <a:lnTo>
                    <a:pt x="50463" y="889399"/>
                  </a:lnTo>
                  <a:lnTo>
                    <a:pt x="58873" y="877215"/>
                  </a:lnTo>
                  <a:lnTo>
                    <a:pt x="67284" y="865032"/>
                  </a:lnTo>
                  <a:lnTo>
                    <a:pt x="75694" y="852848"/>
                  </a:lnTo>
                  <a:lnTo>
                    <a:pt x="84105" y="840664"/>
                  </a:lnTo>
                  <a:lnTo>
                    <a:pt x="92515" y="828481"/>
                  </a:lnTo>
                  <a:lnTo>
                    <a:pt x="100926" y="816297"/>
                  </a:lnTo>
                  <a:lnTo>
                    <a:pt x="109337" y="804114"/>
                  </a:lnTo>
                  <a:lnTo>
                    <a:pt x="117747" y="791930"/>
                  </a:lnTo>
                  <a:lnTo>
                    <a:pt x="126158" y="779747"/>
                  </a:lnTo>
                  <a:lnTo>
                    <a:pt x="134568" y="767563"/>
                  </a:lnTo>
                  <a:lnTo>
                    <a:pt x="142979" y="755380"/>
                  </a:lnTo>
                  <a:lnTo>
                    <a:pt x="151389" y="743196"/>
                  </a:lnTo>
                  <a:lnTo>
                    <a:pt x="159800" y="731012"/>
                  </a:lnTo>
                  <a:lnTo>
                    <a:pt x="168210" y="718829"/>
                  </a:lnTo>
                  <a:lnTo>
                    <a:pt x="176621" y="706645"/>
                  </a:lnTo>
                  <a:lnTo>
                    <a:pt x="185031" y="694462"/>
                  </a:lnTo>
                  <a:lnTo>
                    <a:pt x="193442" y="682278"/>
                  </a:lnTo>
                  <a:lnTo>
                    <a:pt x="201853" y="670095"/>
                  </a:lnTo>
                  <a:lnTo>
                    <a:pt x="210263" y="657911"/>
                  </a:lnTo>
                  <a:lnTo>
                    <a:pt x="218674" y="645728"/>
                  </a:lnTo>
                  <a:lnTo>
                    <a:pt x="227084" y="633544"/>
                  </a:lnTo>
                  <a:lnTo>
                    <a:pt x="235495" y="621361"/>
                  </a:lnTo>
                  <a:lnTo>
                    <a:pt x="243905" y="609177"/>
                  </a:lnTo>
                  <a:lnTo>
                    <a:pt x="252316" y="596993"/>
                  </a:lnTo>
                  <a:lnTo>
                    <a:pt x="260726" y="584810"/>
                  </a:lnTo>
                  <a:lnTo>
                    <a:pt x="269137" y="572626"/>
                  </a:lnTo>
                  <a:lnTo>
                    <a:pt x="277547" y="560443"/>
                  </a:lnTo>
                  <a:lnTo>
                    <a:pt x="285958" y="548259"/>
                  </a:lnTo>
                  <a:lnTo>
                    <a:pt x="294369" y="536076"/>
                  </a:lnTo>
                  <a:lnTo>
                    <a:pt x="302779" y="523892"/>
                  </a:lnTo>
                  <a:lnTo>
                    <a:pt x="311190" y="511709"/>
                  </a:lnTo>
                  <a:lnTo>
                    <a:pt x="319600" y="499525"/>
                  </a:lnTo>
                  <a:lnTo>
                    <a:pt x="328011" y="487341"/>
                  </a:lnTo>
                  <a:lnTo>
                    <a:pt x="336421" y="475158"/>
                  </a:lnTo>
                  <a:lnTo>
                    <a:pt x="344832" y="462974"/>
                  </a:lnTo>
                  <a:lnTo>
                    <a:pt x="353242" y="450791"/>
                  </a:lnTo>
                  <a:lnTo>
                    <a:pt x="361653" y="438607"/>
                  </a:lnTo>
                  <a:lnTo>
                    <a:pt x="370063" y="426424"/>
                  </a:lnTo>
                  <a:lnTo>
                    <a:pt x="378474" y="414240"/>
                  </a:lnTo>
                  <a:lnTo>
                    <a:pt x="386884" y="402057"/>
                  </a:lnTo>
                  <a:lnTo>
                    <a:pt x="395295" y="389873"/>
                  </a:lnTo>
                  <a:lnTo>
                    <a:pt x="403706" y="377690"/>
                  </a:lnTo>
                  <a:lnTo>
                    <a:pt x="412116" y="365506"/>
                  </a:lnTo>
                  <a:lnTo>
                    <a:pt x="420527" y="353322"/>
                  </a:lnTo>
                  <a:lnTo>
                    <a:pt x="428937" y="341139"/>
                  </a:lnTo>
                  <a:lnTo>
                    <a:pt x="437348" y="328955"/>
                  </a:lnTo>
                  <a:lnTo>
                    <a:pt x="445758" y="316772"/>
                  </a:lnTo>
                  <a:lnTo>
                    <a:pt x="454169" y="304588"/>
                  </a:lnTo>
                  <a:lnTo>
                    <a:pt x="462579" y="292405"/>
                  </a:lnTo>
                  <a:lnTo>
                    <a:pt x="470990" y="280221"/>
                  </a:lnTo>
                  <a:lnTo>
                    <a:pt x="479400" y="268038"/>
                  </a:lnTo>
                  <a:lnTo>
                    <a:pt x="487811" y="255854"/>
                  </a:lnTo>
                  <a:lnTo>
                    <a:pt x="496222" y="243670"/>
                  </a:lnTo>
                  <a:lnTo>
                    <a:pt x="504632" y="231487"/>
                  </a:lnTo>
                  <a:lnTo>
                    <a:pt x="513043" y="219303"/>
                  </a:lnTo>
                  <a:lnTo>
                    <a:pt x="521453" y="207120"/>
                  </a:lnTo>
                  <a:lnTo>
                    <a:pt x="529864" y="194936"/>
                  </a:lnTo>
                  <a:lnTo>
                    <a:pt x="538274" y="182753"/>
                  </a:lnTo>
                  <a:lnTo>
                    <a:pt x="546685" y="170569"/>
                  </a:lnTo>
                  <a:lnTo>
                    <a:pt x="555095" y="158386"/>
                  </a:lnTo>
                  <a:lnTo>
                    <a:pt x="563506" y="146202"/>
                  </a:lnTo>
                  <a:lnTo>
                    <a:pt x="571916" y="134019"/>
                  </a:lnTo>
                  <a:lnTo>
                    <a:pt x="580327" y="121835"/>
                  </a:lnTo>
                  <a:lnTo>
                    <a:pt x="588738" y="109651"/>
                  </a:lnTo>
                  <a:lnTo>
                    <a:pt x="597148" y="97468"/>
                  </a:lnTo>
                  <a:lnTo>
                    <a:pt x="605559" y="85284"/>
                  </a:lnTo>
                  <a:lnTo>
                    <a:pt x="613969" y="73101"/>
                  </a:lnTo>
                  <a:lnTo>
                    <a:pt x="622380" y="60917"/>
                  </a:lnTo>
                  <a:lnTo>
                    <a:pt x="630790" y="48734"/>
                  </a:lnTo>
                  <a:lnTo>
                    <a:pt x="639201" y="36550"/>
                  </a:lnTo>
                  <a:lnTo>
                    <a:pt x="647611" y="24367"/>
                  </a:lnTo>
                  <a:lnTo>
                    <a:pt x="656022" y="12183"/>
                  </a:lnTo>
                  <a:lnTo>
                    <a:pt x="664432" y="0"/>
                  </a:lnTo>
                </a:path>
              </a:pathLst>
            </a:custGeom>
            <a:ln w="27101" cap="flat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7" name="tx2557"/>
            <p:cNvSpPr/>
            <p:nvPr/>
          </p:nvSpPr>
          <p:spPr>
            <a:xfrm>
              <a:off x="8519927" y="3669504"/>
              <a:ext cx="91715" cy="909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 i="1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2558" name="tx2558"/>
            <p:cNvSpPr/>
            <p:nvPr/>
          </p:nvSpPr>
          <p:spPr>
            <a:xfrm>
              <a:off x="8625279" y="3633952"/>
              <a:ext cx="49441" cy="638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559" name="tx2559"/>
            <p:cNvSpPr/>
            <p:nvPr/>
          </p:nvSpPr>
          <p:spPr>
            <a:xfrm>
              <a:off x="8674720" y="3760413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2560" name="tx2560"/>
            <p:cNvSpPr/>
            <p:nvPr/>
          </p:nvSpPr>
          <p:spPr>
            <a:xfrm>
              <a:off x="8709509" y="3722400"/>
              <a:ext cx="74166" cy="3801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2561" name="tx2561"/>
            <p:cNvSpPr/>
            <p:nvPr/>
          </p:nvSpPr>
          <p:spPr>
            <a:xfrm>
              <a:off x="8783675" y="3760413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2562" name="tx2562"/>
            <p:cNvSpPr/>
            <p:nvPr/>
          </p:nvSpPr>
          <p:spPr>
            <a:xfrm>
              <a:off x="8818464" y="3667581"/>
              <a:ext cx="247178" cy="9283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0.48</a:t>
              </a:r>
            </a:p>
          </p:txBody>
        </p:sp>
        <p:sp>
          <p:nvSpPr>
            <p:cNvPr id="2563" name="tx2563"/>
            <p:cNvSpPr/>
            <p:nvPr/>
          </p:nvSpPr>
          <p:spPr>
            <a:xfrm>
              <a:off x="1859057" y="3172799"/>
              <a:ext cx="1264602" cy="1413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CRCSCA, fSARA</a:t>
              </a:r>
            </a:p>
          </p:txBody>
        </p:sp>
        <p:sp>
          <p:nvSpPr>
            <p:cNvPr id="2564" name="tx2564"/>
            <p:cNvSpPr/>
            <p:nvPr/>
          </p:nvSpPr>
          <p:spPr>
            <a:xfrm>
              <a:off x="5741652" y="3172799"/>
              <a:ext cx="1219438" cy="1413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CRCSCA, SARA</a:t>
              </a:r>
            </a:p>
          </p:txBody>
        </p:sp>
        <p:sp>
          <p:nvSpPr>
            <p:cNvPr id="2565" name="tx2565"/>
            <p:cNvSpPr/>
            <p:nvPr/>
          </p:nvSpPr>
          <p:spPr>
            <a:xfrm>
              <a:off x="9655877" y="3172799"/>
              <a:ext cx="1111011" cy="1413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CRCSCA, USS</a:t>
              </a:r>
            </a:p>
          </p:txBody>
        </p:sp>
        <p:sp>
          <p:nvSpPr>
            <p:cNvPr id="2566" name="tx2566"/>
            <p:cNvSpPr/>
            <p:nvPr/>
          </p:nvSpPr>
          <p:spPr>
            <a:xfrm>
              <a:off x="1935853" y="6288526"/>
              <a:ext cx="1111011" cy="1413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UNIFAI, fSARA</a:t>
              </a:r>
            </a:p>
          </p:txBody>
        </p:sp>
        <p:sp>
          <p:nvSpPr>
            <p:cNvPr id="2567" name="tx2567"/>
            <p:cNvSpPr/>
            <p:nvPr/>
          </p:nvSpPr>
          <p:spPr>
            <a:xfrm>
              <a:off x="5818447" y="6288526"/>
              <a:ext cx="1065847" cy="1413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UNIFAI, SARA</a:t>
              </a:r>
            </a:p>
          </p:txBody>
        </p:sp>
        <p:sp>
          <p:nvSpPr>
            <p:cNvPr id="2568" name="tx2568"/>
            <p:cNvSpPr/>
            <p:nvPr/>
          </p:nvSpPr>
          <p:spPr>
            <a:xfrm>
              <a:off x="9732673" y="6288526"/>
              <a:ext cx="957421" cy="1413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UNIFAI, USS</a:t>
              </a:r>
            </a:p>
          </p:txBody>
        </p:sp>
        <p:sp>
          <p:nvSpPr>
            <p:cNvPr id="2569" name="tx2569"/>
            <p:cNvSpPr/>
            <p:nvPr/>
          </p:nvSpPr>
          <p:spPr>
            <a:xfrm>
              <a:off x="737613" y="6011802"/>
              <a:ext cx="90408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570" name="tx2570"/>
            <p:cNvSpPr/>
            <p:nvPr/>
          </p:nvSpPr>
          <p:spPr>
            <a:xfrm>
              <a:off x="1805451" y="6013866"/>
              <a:ext cx="90408" cy="11676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2571" name="tx2571"/>
            <p:cNvSpPr/>
            <p:nvPr/>
          </p:nvSpPr>
          <p:spPr>
            <a:xfrm>
              <a:off x="2828086" y="6011802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572" name="tx2572"/>
            <p:cNvSpPr/>
            <p:nvPr/>
          </p:nvSpPr>
          <p:spPr>
            <a:xfrm>
              <a:off x="3895925" y="6011802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2573" name="tx2573"/>
            <p:cNvSpPr/>
            <p:nvPr/>
          </p:nvSpPr>
          <p:spPr>
            <a:xfrm>
              <a:off x="4597625" y="6011802"/>
              <a:ext cx="90408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574" name="tx2574"/>
            <p:cNvSpPr/>
            <p:nvPr/>
          </p:nvSpPr>
          <p:spPr>
            <a:xfrm>
              <a:off x="5406692" y="6011802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575" name="tx2575"/>
            <p:cNvSpPr/>
            <p:nvPr/>
          </p:nvSpPr>
          <p:spPr>
            <a:xfrm>
              <a:off x="6260963" y="6011802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576" name="tx2576"/>
            <p:cNvSpPr/>
            <p:nvPr/>
          </p:nvSpPr>
          <p:spPr>
            <a:xfrm>
              <a:off x="7115234" y="6011723"/>
              <a:ext cx="180816" cy="11890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2577" name="tx2577"/>
            <p:cNvSpPr/>
            <p:nvPr/>
          </p:nvSpPr>
          <p:spPr>
            <a:xfrm>
              <a:off x="7969505" y="6011802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2578" name="tx2578"/>
            <p:cNvSpPr/>
            <p:nvPr/>
          </p:nvSpPr>
          <p:spPr>
            <a:xfrm>
              <a:off x="8457637" y="6011802"/>
              <a:ext cx="90408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579" name="tx2579"/>
            <p:cNvSpPr/>
            <p:nvPr/>
          </p:nvSpPr>
          <p:spPr>
            <a:xfrm>
              <a:off x="9361623" y="6011802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580" name="tx2580"/>
            <p:cNvSpPr/>
            <p:nvPr/>
          </p:nvSpPr>
          <p:spPr>
            <a:xfrm>
              <a:off x="10310813" y="6011802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581" name="tx2581"/>
            <p:cNvSpPr/>
            <p:nvPr/>
          </p:nvSpPr>
          <p:spPr>
            <a:xfrm>
              <a:off x="11260003" y="6011723"/>
              <a:ext cx="180816" cy="11890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2582" name="tx2582"/>
            <p:cNvSpPr/>
            <p:nvPr/>
          </p:nvSpPr>
          <p:spPr>
            <a:xfrm>
              <a:off x="737613" y="2896075"/>
              <a:ext cx="90408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583" name="tx2583"/>
            <p:cNvSpPr/>
            <p:nvPr/>
          </p:nvSpPr>
          <p:spPr>
            <a:xfrm>
              <a:off x="1805451" y="2898139"/>
              <a:ext cx="90408" cy="11676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2584" name="tx2584"/>
            <p:cNvSpPr/>
            <p:nvPr/>
          </p:nvSpPr>
          <p:spPr>
            <a:xfrm>
              <a:off x="2828086" y="2896075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585" name="tx2585"/>
            <p:cNvSpPr/>
            <p:nvPr/>
          </p:nvSpPr>
          <p:spPr>
            <a:xfrm>
              <a:off x="3895925" y="2896075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2586" name="tx2586"/>
            <p:cNvSpPr/>
            <p:nvPr/>
          </p:nvSpPr>
          <p:spPr>
            <a:xfrm>
              <a:off x="4597625" y="2896075"/>
              <a:ext cx="90408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587" name="tx2587"/>
            <p:cNvSpPr/>
            <p:nvPr/>
          </p:nvSpPr>
          <p:spPr>
            <a:xfrm>
              <a:off x="5406692" y="2896075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588" name="tx2588"/>
            <p:cNvSpPr/>
            <p:nvPr/>
          </p:nvSpPr>
          <p:spPr>
            <a:xfrm>
              <a:off x="6260963" y="2896075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589" name="tx2589"/>
            <p:cNvSpPr/>
            <p:nvPr/>
          </p:nvSpPr>
          <p:spPr>
            <a:xfrm>
              <a:off x="7115234" y="2895995"/>
              <a:ext cx="180816" cy="11890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2590" name="tx2590"/>
            <p:cNvSpPr/>
            <p:nvPr/>
          </p:nvSpPr>
          <p:spPr>
            <a:xfrm>
              <a:off x="7969505" y="2896075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2591" name="tx2591"/>
            <p:cNvSpPr/>
            <p:nvPr/>
          </p:nvSpPr>
          <p:spPr>
            <a:xfrm>
              <a:off x="8457637" y="2896075"/>
              <a:ext cx="90408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592" name="tx2592"/>
            <p:cNvSpPr/>
            <p:nvPr/>
          </p:nvSpPr>
          <p:spPr>
            <a:xfrm>
              <a:off x="9361623" y="2896075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593" name="tx2593"/>
            <p:cNvSpPr/>
            <p:nvPr/>
          </p:nvSpPr>
          <p:spPr>
            <a:xfrm>
              <a:off x="10310813" y="2896075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594" name="tx2594"/>
            <p:cNvSpPr/>
            <p:nvPr/>
          </p:nvSpPr>
          <p:spPr>
            <a:xfrm>
              <a:off x="11260003" y="2895995"/>
              <a:ext cx="180816" cy="11890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2595" name="tx2595"/>
            <p:cNvSpPr/>
            <p:nvPr/>
          </p:nvSpPr>
          <p:spPr>
            <a:xfrm>
              <a:off x="430456" y="2588581"/>
              <a:ext cx="90408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596" name="tx2596"/>
            <p:cNvSpPr/>
            <p:nvPr/>
          </p:nvSpPr>
          <p:spPr>
            <a:xfrm>
              <a:off x="340048" y="1939504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597" name="tx2597"/>
            <p:cNvSpPr/>
            <p:nvPr/>
          </p:nvSpPr>
          <p:spPr>
            <a:xfrm>
              <a:off x="340048" y="1290428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598" name="tx2598"/>
            <p:cNvSpPr/>
            <p:nvPr/>
          </p:nvSpPr>
          <p:spPr>
            <a:xfrm>
              <a:off x="340048" y="641273"/>
              <a:ext cx="180816" cy="11890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2599" name="tx2599"/>
            <p:cNvSpPr/>
            <p:nvPr/>
          </p:nvSpPr>
          <p:spPr>
            <a:xfrm>
              <a:off x="430456" y="5704308"/>
              <a:ext cx="90408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600" name="tx2600"/>
            <p:cNvSpPr/>
            <p:nvPr/>
          </p:nvSpPr>
          <p:spPr>
            <a:xfrm>
              <a:off x="340048" y="5055232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601" name="tx2601"/>
            <p:cNvSpPr/>
            <p:nvPr/>
          </p:nvSpPr>
          <p:spPr>
            <a:xfrm>
              <a:off x="340048" y="4406156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602" name="tx2602"/>
            <p:cNvSpPr/>
            <p:nvPr/>
          </p:nvSpPr>
          <p:spPr>
            <a:xfrm>
              <a:off x="340048" y="3757000"/>
              <a:ext cx="180816" cy="11890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2603" name="tx2603"/>
            <p:cNvSpPr/>
            <p:nvPr/>
          </p:nvSpPr>
          <p:spPr>
            <a:xfrm rot="-5400000">
              <a:off x="-910215" y="3065103"/>
              <a:ext cx="2123082" cy="1906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Activities of Daily Living</a:t>
              </a:r>
            </a:p>
          </p:txBody>
        </p:sp>
      </p:grpSp>
      <p:sp>
        <p:nvSpPr>
          <p:cNvPr id="2604" name="Title 1"/>
          <p:cNvSpPr>
            <a:spLocks noGrp="1"/>
          </p:cNvSpPr>
          <p:nvPr>
            <p:ph type="title"/>
          </p:nvPr>
        </p:nvSpPr>
        <p:spPr>
          <a:xfrm>
            <a:off x="1275371" y="6560763"/>
            <a:ext cx="790097" cy="120634"/>
          </a:xfrm>
        </p:spPr>
        <p:txBody>
          <a:bodyPr/>
          <a:lstStyle/>
          <a:p>
            <a:r>
              <a:t>ADL vs USS, SARA, f-SARA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ontent Placeholder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pl4"/>
            <p:cNvSpPr/>
            <p:nvPr/>
          </p:nvSpPr>
          <p:spPr>
            <a:xfrm>
              <a:off x="611963" y="2687858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pl5"/>
            <p:cNvSpPr/>
            <p:nvPr/>
          </p:nvSpPr>
          <p:spPr>
            <a:xfrm>
              <a:off x="611963" y="2084934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pl6"/>
            <p:cNvSpPr/>
            <p:nvPr/>
          </p:nvSpPr>
          <p:spPr>
            <a:xfrm>
              <a:off x="611963" y="1482010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l7"/>
            <p:cNvSpPr/>
            <p:nvPr/>
          </p:nvSpPr>
          <p:spPr>
            <a:xfrm>
              <a:off x="611963" y="879086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l8"/>
            <p:cNvSpPr/>
            <p:nvPr/>
          </p:nvSpPr>
          <p:spPr>
            <a:xfrm>
              <a:off x="1316736" y="710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9"/>
            <p:cNvSpPr/>
            <p:nvPr/>
          </p:nvSpPr>
          <p:spPr>
            <a:xfrm>
              <a:off x="2384575" y="710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10"/>
            <p:cNvSpPr/>
            <p:nvPr/>
          </p:nvSpPr>
          <p:spPr>
            <a:xfrm>
              <a:off x="3452413" y="710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11"/>
            <p:cNvSpPr/>
            <p:nvPr/>
          </p:nvSpPr>
          <p:spPr>
            <a:xfrm>
              <a:off x="611963" y="2989321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12"/>
            <p:cNvSpPr/>
            <p:nvPr/>
          </p:nvSpPr>
          <p:spPr>
            <a:xfrm>
              <a:off x="611963" y="2386396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3"/>
            <p:cNvSpPr/>
            <p:nvPr/>
          </p:nvSpPr>
          <p:spPr>
            <a:xfrm>
              <a:off x="611963" y="1783472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l14"/>
            <p:cNvSpPr/>
            <p:nvPr/>
          </p:nvSpPr>
          <p:spPr>
            <a:xfrm>
              <a:off x="611963" y="1180548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l15"/>
            <p:cNvSpPr/>
            <p:nvPr/>
          </p:nvSpPr>
          <p:spPr>
            <a:xfrm>
              <a:off x="782817" y="710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l16"/>
            <p:cNvSpPr/>
            <p:nvPr/>
          </p:nvSpPr>
          <p:spPr>
            <a:xfrm>
              <a:off x="1850655" y="710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l17"/>
            <p:cNvSpPr/>
            <p:nvPr/>
          </p:nvSpPr>
          <p:spPr>
            <a:xfrm>
              <a:off x="2918494" y="710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l18"/>
            <p:cNvSpPr/>
            <p:nvPr/>
          </p:nvSpPr>
          <p:spPr>
            <a:xfrm>
              <a:off x="3986333" y="710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t19"/>
            <p:cNvSpPr/>
            <p:nvPr/>
          </p:nvSpPr>
          <p:spPr>
            <a:xfrm>
              <a:off x="2680100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t20"/>
            <p:cNvSpPr/>
            <p:nvPr/>
          </p:nvSpPr>
          <p:spPr>
            <a:xfrm>
              <a:off x="2039397" y="16682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t21"/>
            <p:cNvSpPr/>
            <p:nvPr/>
          </p:nvSpPr>
          <p:spPr>
            <a:xfrm>
              <a:off x="1398694" y="2602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t22"/>
            <p:cNvSpPr/>
            <p:nvPr/>
          </p:nvSpPr>
          <p:spPr>
            <a:xfrm>
              <a:off x="1185126" y="2180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pt23"/>
            <p:cNvSpPr/>
            <p:nvPr/>
          </p:nvSpPr>
          <p:spPr>
            <a:xfrm>
              <a:off x="1398694" y="26328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pt24"/>
            <p:cNvSpPr/>
            <p:nvPr/>
          </p:nvSpPr>
          <p:spPr>
            <a:xfrm>
              <a:off x="2466533" y="23917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pt25"/>
            <p:cNvSpPr/>
            <p:nvPr/>
          </p:nvSpPr>
          <p:spPr>
            <a:xfrm>
              <a:off x="1825830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pt26"/>
            <p:cNvSpPr/>
            <p:nvPr/>
          </p:nvSpPr>
          <p:spPr>
            <a:xfrm>
              <a:off x="1398694" y="184908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pt27"/>
            <p:cNvSpPr/>
            <p:nvPr/>
          </p:nvSpPr>
          <p:spPr>
            <a:xfrm>
              <a:off x="2893668" y="1758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pt28"/>
            <p:cNvSpPr/>
            <p:nvPr/>
          </p:nvSpPr>
          <p:spPr>
            <a:xfrm>
              <a:off x="2466533" y="184908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pt29"/>
            <p:cNvSpPr/>
            <p:nvPr/>
          </p:nvSpPr>
          <p:spPr>
            <a:xfrm>
              <a:off x="3961507" y="187923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pt30"/>
            <p:cNvSpPr/>
            <p:nvPr/>
          </p:nvSpPr>
          <p:spPr>
            <a:xfrm>
              <a:off x="1825830" y="227113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pt31"/>
            <p:cNvSpPr/>
            <p:nvPr/>
          </p:nvSpPr>
          <p:spPr>
            <a:xfrm>
              <a:off x="971559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pt32"/>
            <p:cNvSpPr/>
            <p:nvPr/>
          </p:nvSpPr>
          <p:spPr>
            <a:xfrm>
              <a:off x="757991" y="23917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pt33"/>
            <p:cNvSpPr/>
            <p:nvPr/>
          </p:nvSpPr>
          <p:spPr>
            <a:xfrm>
              <a:off x="3320804" y="154762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pt34"/>
            <p:cNvSpPr/>
            <p:nvPr/>
          </p:nvSpPr>
          <p:spPr>
            <a:xfrm>
              <a:off x="1398694" y="2843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pt35"/>
            <p:cNvSpPr/>
            <p:nvPr/>
          </p:nvSpPr>
          <p:spPr>
            <a:xfrm>
              <a:off x="2252965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pt36"/>
            <p:cNvSpPr/>
            <p:nvPr/>
          </p:nvSpPr>
          <p:spPr>
            <a:xfrm>
              <a:off x="757991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pt37"/>
            <p:cNvSpPr/>
            <p:nvPr/>
          </p:nvSpPr>
          <p:spPr>
            <a:xfrm>
              <a:off x="1185126" y="27233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pt38"/>
            <p:cNvSpPr/>
            <p:nvPr/>
          </p:nvSpPr>
          <p:spPr>
            <a:xfrm>
              <a:off x="3320804" y="160791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pt39"/>
            <p:cNvSpPr/>
            <p:nvPr/>
          </p:nvSpPr>
          <p:spPr>
            <a:xfrm>
              <a:off x="971559" y="25123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t40"/>
            <p:cNvSpPr/>
            <p:nvPr/>
          </p:nvSpPr>
          <p:spPr>
            <a:xfrm>
              <a:off x="757991" y="2602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t41"/>
            <p:cNvSpPr/>
            <p:nvPr/>
          </p:nvSpPr>
          <p:spPr>
            <a:xfrm>
              <a:off x="757991" y="2843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t42"/>
            <p:cNvSpPr/>
            <p:nvPr/>
          </p:nvSpPr>
          <p:spPr>
            <a:xfrm>
              <a:off x="971559" y="248215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t43"/>
            <p:cNvSpPr/>
            <p:nvPr/>
          </p:nvSpPr>
          <p:spPr>
            <a:xfrm>
              <a:off x="1398694" y="236157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t44"/>
            <p:cNvSpPr/>
            <p:nvPr/>
          </p:nvSpPr>
          <p:spPr>
            <a:xfrm>
              <a:off x="3747939" y="133659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t45"/>
            <p:cNvSpPr/>
            <p:nvPr/>
          </p:nvSpPr>
          <p:spPr>
            <a:xfrm>
              <a:off x="2252965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t46"/>
            <p:cNvSpPr/>
            <p:nvPr/>
          </p:nvSpPr>
          <p:spPr>
            <a:xfrm>
              <a:off x="3534371" y="115572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pt47"/>
            <p:cNvSpPr/>
            <p:nvPr/>
          </p:nvSpPr>
          <p:spPr>
            <a:xfrm>
              <a:off x="1825830" y="2421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t48"/>
            <p:cNvSpPr/>
            <p:nvPr/>
          </p:nvSpPr>
          <p:spPr>
            <a:xfrm>
              <a:off x="3320804" y="139689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pt49"/>
            <p:cNvSpPr/>
            <p:nvPr/>
          </p:nvSpPr>
          <p:spPr>
            <a:xfrm>
              <a:off x="3107236" y="133659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pt50"/>
            <p:cNvSpPr/>
            <p:nvPr/>
          </p:nvSpPr>
          <p:spPr>
            <a:xfrm>
              <a:off x="3107236" y="1999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pt51"/>
            <p:cNvSpPr/>
            <p:nvPr/>
          </p:nvSpPr>
          <p:spPr>
            <a:xfrm>
              <a:off x="3320804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pt52"/>
            <p:cNvSpPr/>
            <p:nvPr/>
          </p:nvSpPr>
          <p:spPr>
            <a:xfrm>
              <a:off x="1398694" y="2602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pt53"/>
            <p:cNvSpPr/>
            <p:nvPr/>
          </p:nvSpPr>
          <p:spPr>
            <a:xfrm>
              <a:off x="971559" y="2843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pt54"/>
            <p:cNvSpPr/>
            <p:nvPr/>
          </p:nvSpPr>
          <p:spPr>
            <a:xfrm>
              <a:off x="1185126" y="2180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pt55"/>
            <p:cNvSpPr/>
            <p:nvPr/>
          </p:nvSpPr>
          <p:spPr>
            <a:xfrm>
              <a:off x="1825830" y="22108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pt56"/>
            <p:cNvSpPr/>
            <p:nvPr/>
          </p:nvSpPr>
          <p:spPr>
            <a:xfrm>
              <a:off x="1185126" y="25123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pt57"/>
            <p:cNvSpPr/>
            <p:nvPr/>
          </p:nvSpPr>
          <p:spPr>
            <a:xfrm>
              <a:off x="2680100" y="1818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pt58"/>
            <p:cNvSpPr/>
            <p:nvPr/>
          </p:nvSpPr>
          <p:spPr>
            <a:xfrm>
              <a:off x="2252965" y="1818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pt59"/>
            <p:cNvSpPr/>
            <p:nvPr/>
          </p:nvSpPr>
          <p:spPr>
            <a:xfrm>
              <a:off x="3534371" y="181893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pt60"/>
            <p:cNvSpPr/>
            <p:nvPr/>
          </p:nvSpPr>
          <p:spPr>
            <a:xfrm>
              <a:off x="3320804" y="1818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pt61"/>
            <p:cNvSpPr/>
            <p:nvPr/>
          </p:nvSpPr>
          <p:spPr>
            <a:xfrm>
              <a:off x="1185126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pt62"/>
            <p:cNvSpPr/>
            <p:nvPr/>
          </p:nvSpPr>
          <p:spPr>
            <a:xfrm>
              <a:off x="1612262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pt63"/>
            <p:cNvSpPr/>
            <p:nvPr/>
          </p:nvSpPr>
          <p:spPr>
            <a:xfrm>
              <a:off x="1612262" y="27836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pt64"/>
            <p:cNvSpPr/>
            <p:nvPr/>
          </p:nvSpPr>
          <p:spPr>
            <a:xfrm>
              <a:off x="1612262" y="215054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pt65"/>
            <p:cNvSpPr/>
            <p:nvPr/>
          </p:nvSpPr>
          <p:spPr>
            <a:xfrm>
              <a:off x="2039397" y="26630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pt66"/>
            <p:cNvSpPr/>
            <p:nvPr/>
          </p:nvSpPr>
          <p:spPr>
            <a:xfrm>
              <a:off x="3107236" y="175864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pt67"/>
            <p:cNvSpPr/>
            <p:nvPr/>
          </p:nvSpPr>
          <p:spPr>
            <a:xfrm>
              <a:off x="971559" y="248215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pt68"/>
            <p:cNvSpPr/>
            <p:nvPr/>
          </p:nvSpPr>
          <p:spPr>
            <a:xfrm>
              <a:off x="2893668" y="1758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pt69"/>
            <p:cNvSpPr/>
            <p:nvPr/>
          </p:nvSpPr>
          <p:spPr>
            <a:xfrm>
              <a:off x="971559" y="2421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pt70"/>
            <p:cNvSpPr/>
            <p:nvPr/>
          </p:nvSpPr>
          <p:spPr>
            <a:xfrm>
              <a:off x="1398694" y="227113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pt71"/>
            <p:cNvSpPr/>
            <p:nvPr/>
          </p:nvSpPr>
          <p:spPr>
            <a:xfrm>
              <a:off x="757991" y="27836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pt72"/>
            <p:cNvSpPr/>
            <p:nvPr/>
          </p:nvSpPr>
          <p:spPr>
            <a:xfrm>
              <a:off x="971559" y="23917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pt73"/>
            <p:cNvSpPr/>
            <p:nvPr/>
          </p:nvSpPr>
          <p:spPr>
            <a:xfrm>
              <a:off x="757991" y="27836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pt74"/>
            <p:cNvSpPr/>
            <p:nvPr/>
          </p:nvSpPr>
          <p:spPr>
            <a:xfrm>
              <a:off x="1398694" y="236157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pt75"/>
            <p:cNvSpPr/>
            <p:nvPr/>
          </p:nvSpPr>
          <p:spPr>
            <a:xfrm>
              <a:off x="1825830" y="2120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pt76"/>
            <p:cNvSpPr/>
            <p:nvPr/>
          </p:nvSpPr>
          <p:spPr>
            <a:xfrm>
              <a:off x="971559" y="22108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pt77"/>
            <p:cNvSpPr/>
            <p:nvPr/>
          </p:nvSpPr>
          <p:spPr>
            <a:xfrm>
              <a:off x="2039397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pt78"/>
            <p:cNvSpPr/>
            <p:nvPr/>
          </p:nvSpPr>
          <p:spPr>
            <a:xfrm>
              <a:off x="1185126" y="28137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pt79"/>
            <p:cNvSpPr/>
            <p:nvPr/>
          </p:nvSpPr>
          <p:spPr>
            <a:xfrm>
              <a:off x="1612262" y="227113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pt80"/>
            <p:cNvSpPr/>
            <p:nvPr/>
          </p:nvSpPr>
          <p:spPr>
            <a:xfrm>
              <a:off x="1612262" y="23314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" name="pt81"/>
            <p:cNvSpPr/>
            <p:nvPr/>
          </p:nvSpPr>
          <p:spPr>
            <a:xfrm>
              <a:off x="1398694" y="26630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" name="pt82"/>
            <p:cNvSpPr/>
            <p:nvPr/>
          </p:nvSpPr>
          <p:spPr>
            <a:xfrm>
              <a:off x="1185126" y="27233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" name="pt83"/>
            <p:cNvSpPr/>
            <p:nvPr/>
          </p:nvSpPr>
          <p:spPr>
            <a:xfrm>
              <a:off x="1185126" y="2602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pt84"/>
            <p:cNvSpPr/>
            <p:nvPr/>
          </p:nvSpPr>
          <p:spPr>
            <a:xfrm>
              <a:off x="1825830" y="160791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" name="pt85"/>
            <p:cNvSpPr/>
            <p:nvPr/>
          </p:nvSpPr>
          <p:spPr>
            <a:xfrm>
              <a:off x="2252965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pt86"/>
            <p:cNvSpPr/>
            <p:nvPr/>
          </p:nvSpPr>
          <p:spPr>
            <a:xfrm>
              <a:off x="1398694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" name="pt87"/>
            <p:cNvSpPr/>
            <p:nvPr/>
          </p:nvSpPr>
          <p:spPr>
            <a:xfrm>
              <a:off x="757991" y="29042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pt88"/>
            <p:cNvSpPr/>
            <p:nvPr/>
          </p:nvSpPr>
          <p:spPr>
            <a:xfrm>
              <a:off x="1185126" y="27836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pt89"/>
            <p:cNvSpPr/>
            <p:nvPr/>
          </p:nvSpPr>
          <p:spPr>
            <a:xfrm>
              <a:off x="757991" y="27233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" name="pt90"/>
            <p:cNvSpPr/>
            <p:nvPr/>
          </p:nvSpPr>
          <p:spPr>
            <a:xfrm>
              <a:off x="1825830" y="25424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" name="pt91"/>
            <p:cNvSpPr/>
            <p:nvPr/>
          </p:nvSpPr>
          <p:spPr>
            <a:xfrm>
              <a:off x="1185126" y="248215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pt92"/>
            <p:cNvSpPr/>
            <p:nvPr/>
          </p:nvSpPr>
          <p:spPr>
            <a:xfrm>
              <a:off x="1825830" y="1698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" name="pt93"/>
            <p:cNvSpPr/>
            <p:nvPr/>
          </p:nvSpPr>
          <p:spPr>
            <a:xfrm>
              <a:off x="1612262" y="193952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" name="pt94"/>
            <p:cNvSpPr/>
            <p:nvPr/>
          </p:nvSpPr>
          <p:spPr>
            <a:xfrm>
              <a:off x="2466533" y="1758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" name="pt95"/>
            <p:cNvSpPr/>
            <p:nvPr/>
          </p:nvSpPr>
          <p:spPr>
            <a:xfrm>
              <a:off x="1825830" y="236157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" name="pt96"/>
            <p:cNvSpPr/>
            <p:nvPr/>
          </p:nvSpPr>
          <p:spPr>
            <a:xfrm>
              <a:off x="2039397" y="2180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" name="pt97"/>
            <p:cNvSpPr/>
            <p:nvPr/>
          </p:nvSpPr>
          <p:spPr>
            <a:xfrm>
              <a:off x="757991" y="29042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" name="pt98"/>
            <p:cNvSpPr/>
            <p:nvPr/>
          </p:nvSpPr>
          <p:spPr>
            <a:xfrm>
              <a:off x="1398694" y="236157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pt99"/>
            <p:cNvSpPr/>
            <p:nvPr/>
          </p:nvSpPr>
          <p:spPr>
            <a:xfrm>
              <a:off x="2680100" y="1818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pt100"/>
            <p:cNvSpPr/>
            <p:nvPr/>
          </p:nvSpPr>
          <p:spPr>
            <a:xfrm>
              <a:off x="971559" y="29343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pt101"/>
            <p:cNvSpPr/>
            <p:nvPr/>
          </p:nvSpPr>
          <p:spPr>
            <a:xfrm>
              <a:off x="757991" y="2602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pt102"/>
            <p:cNvSpPr/>
            <p:nvPr/>
          </p:nvSpPr>
          <p:spPr>
            <a:xfrm>
              <a:off x="757991" y="2843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pt103"/>
            <p:cNvSpPr/>
            <p:nvPr/>
          </p:nvSpPr>
          <p:spPr>
            <a:xfrm>
              <a:off x="3107236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pt104"/>
            <p:cNvSpPr/>
            <p:nvPr/>
          </p:nvSpPr>
          <p:spPr>
            <a:xfrm>
              <a:off x="2039397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pt105"/>
            <p:cNvSpPr/>
            <p:nvPr/>
          </p:nvSpPr>
          <p:spPr>
            <a:xfrm>
              <a:off x="971559" y="2180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pt106"/>
            <p:cNvSpPr/>
            <p:nvPr/>
          </p:nvSpPr>
          <p:spPr>
            <a:xfrm>
              <a:off x="971559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pt107"/>
            <p:cNvSpPr/>
            <p:nvPr/>
          </p:nvSpPr>
          <p:spPr>
            <a:xfrm>
              <a:off x="1398694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pt108"/>
            <p:cNvSpPr/>
            <p:nvPr/>
          </p:nvSpPr>
          <p:spPr>
            <a:xfrm>
              <a:off x="1398694" y="2421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pt109"/>
            <p:cNvSpPr/>
            <p:nvPr/>
          </p:nvSpPr>
          <p:spPr>
            <a:xfrm>
              <a:off x="1825830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pt110"/>
            <p:cNvSpPr/>
            <p:nvPr/>
          </p:nvSpPr>
          <p:spPr>
            <a:xfrm>
              <a:off x="1185126" y="236157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pt111"/>
            <p:cNvSpPr/>
            <p:nvPr/>
          </p:nvSpPr>
          <p:spPr>
            <a:xfrm>
              <a:off x="1825830" y="248215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pt112"/>
            <p:cNvSpPr/>
            <p:nvPr/>
          </p:nvSpPr>
          <p:spPr>
            <a:xfrm>
              <a:off x="2893668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pt113"/>
            <p:cNvSpPr/>
            <p:nvPr/>
          </p:nvSpPr>
          <p:spPr>
            <a:xfrm>
              <a:off x="3320804" y="115572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pt114"/>
            <p:cNvSpPr/>
            <p:nvPr/>
          </p:nvSpPr>
          <p:spPr>
            <a:xfrm>
              <a:off x="2039397" y="190937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pt115"/>
            <p:cNvSpPr/>
            <p:nvPr/>
          </p:nvSpPr>
          <p:spPr>
            <a:xfrm>
              <a:off x="2466533" y="2120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pt116"/>
            <p:cNvSpPr/>
            <p:nvPr/>
          </p:nvSpPr>
          <p:spPr>
            <a:xfrm>
              <a:off x="1185126" y="23917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pt117"/>
            <p:cNvSpPr/>
            <p:nvPr/>
          </p:nvSpPr>
          <p:spPr>
            <a:xfrm>
              <a:off x="1398694" y="2180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pt118"/>
            <p:cNvSpPr/>
            <p:nvPr/>
          </p:nvSpPr>
          <p:spPr>
            <a:xfrm>
              <a:off x="3320804" y="1638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pt119"/>
            <p:cNvSpPr/>
            <p:nvPr/>
          </p:nvSpPr>
          <p:spPr>
            <a:xfrm>
              <a:off x="2680100" y="1999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pt120"/>
            <p:cNvSpPr/>
            <p:nvPr/>
          </p:nvSpPr>
          <p:spPr>
            <a:xfrm>
              <a:off x="3747939" y="9748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pt121"/>
            <p:cNvSpPr/>
            <p:nvPr/>
          </p:nvSpPr>
          <p:spPr>
            <a:xfrm>
              <a:off x="1398694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pt122"/>
            <p:cNvSpPr/>
            <p:nvPr/>
          </p:nvSpPr>
          <p:spPr>
            <a:xfrm>
              <a:off x="1612262" y="1818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pt123"/>
            <p:cNvSpPr/>
            <p:nvPr/>
          </p:nvSpPr>
          <p:spPr>
            <a:xfrm>
              <a:off x="757991" y="27836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pt124"/>
            <p:cNvSpPr/>
            <p:nvPr/>
          </p:nvSpPr>
          <p:spPr>
            <a:xfrm>
              <a:off x="1612262" y="25424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pt125"/>
            <p:cNvSpPr/>
            <p:nvPr/>
          </p:nvSpPr>
          <p:spPr>
            <a:xfrm>
              <a:off x="2039397" y="22108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pt126"/>
            <p:cNvSpPr/>
            <p:nvPr/>
          </p:nvSpPr>
          <p:spPr>
            <a:xfrm>
              <a:off x="971559" y="27233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pt127"/>
            <p:cNvSpPr/>
            <p:nvPr/>
          </p:nvSpPr>
          <p:spPr>
            <a:xfrm>
              <a:off x="1398694" y="26630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pt128"/>
            <p:cNvSpPr/>
            <p:nvPr/>
          </p:nvSpPr>
          <p:spPr>
            <a:xfrm>
              <a:off x="1612262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pt129"/>
            <p:cNvSpPr/>
            <p:nvPr/>
          </p:nvSpPr>
          <p:spPr>
            <a:xfrm>
              <a:off x="1185126" y="23917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" name="pt130"/>
            <p:cNvSpPr/>
            <p:nvPr/>
          </p:nvSpPr>
          <p:spPr>
            <a:xfrm>
              <a:off x="1185126" y="27233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" name="pt131"/>
            <p:cNvSpPr/>
            <p:nvPr/>
          </p:nvSpPr>
          <p:spPr>
            <a:xfrm>
              <a:off x="757991" y="26630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" name="pt132"/>
            <p:cNvSpPr/>
            <p:nvPr/>
          </p:nvSpPr>
          <p:spPr>
            <a:xfrm>
              <a:off x="1825830" y="193952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" name="pt133"/>
            <p:cNvSpPr/>
            <p:nvPr/>
          </p:nvSpPr>
          <p:spPr>
            <a:xfrm>
              <a:off x="1612262" y="2421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" name="pt134"/>
            <p:cNvSpPr/>
            <p:nvPr/>
          </p:nvSpPr>
          <p:spPr>
            <a:xfrm>
              <a:off x="2252965" y="2602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" name="pt135"/>
            <p:cNvSpPr/>
            <p:nvPr/>
          </p:nvSpPr>
          <p:spPr>
            <a:xfrm>
              <a:off x="971559" y="26931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" name="pt136"/>
            <p:cNvSpPr/>
            <p:nvPr/>
          </p:nvSpPr>
          <p:spPr>
            <a:xfrm>
              <a:off x="757991" y="26328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" name="pt137"/>
            <p:cNvSpPr/>
            <p:nvPr/>
          </p:nvSpPr>
          <p:spPr>
            <a:xfrm>
              <a:off x="1825830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" name="pt138"/>
            <p:cNvSpPr/>
            <p:nvPr/>
          </p:nvSpPr>
          <p:spPr>
            <a:xfrm>
              <a:off x="1398694" y="22108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" name="pt139"/>
            <p:cNvSpPr/>
            <p:nvPr/>
          </p:nvSpPr>
          <p:spPr>
            <a:xfrm>
              <a:off x="1612262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" name="pt140"/>
            <p:cNvSpPr/>
            <p:nvPr/>
          </p:nvSpPr>
          <p:spPr>
            <a:xfrm>
              <a:off x="1612262" y="2602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" name="pt141"/>
            <p:cNvSpPr/>
            <p:nvPr/>
          </p:nvSpPr>
          <p:spPr>
            <a:xfrm>
              <a:off x="757991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" name="pt142"/>
            <p:cNvSpPr/>
            <p:nvPr/>
          </p:nvSpPr>
          <p:spPr>
            <a:xfrm>
              <a:off x="757991" y="2843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" name="pt143"/>
            <p:cNvSpPr/>
            <p:nvPr/>
          </p:nvSpPr>
          <p:spPr>
            <a:xfrm>
              <a:off x="757991" y="28137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" name="pt144"/>
            <p:cNvSpPr/>
            <p:nvPr/>
          </p:nvSpPr>
          <p:spPr>
            <a:xfrm>
              <a:off x="2039397" y="2120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" name="pt145"/>
            <p:cNvSpPr/>
            <p:nvPr/>
          </p:nvSpPr>
          <p:spPr>
            <a:xfrm>
              <a:off x="757991" y="26630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" name="pt146"/>
            <p:cNvSpPr/>
            <p:nvPr/>
          </p:nvSpPr>
          <p:spPr>
            <a:xfrm>
              <a:off x="757991" y="27836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" name="pt147"/>
            <p:cNvSpPr/>
            <p:nvPr/>
          </p:nvSpPr>
          <p:spPr>
            <a:xfrm>
              <a:off x="1398694" y="245200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" name="pt148"/>
            <p:cNvSpPr/>
            <p:nvPr/>
          </p:nvSpPr>
          <p:spPr>
            <a:xfrm>
              <a:off x="757991" y="27233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" name="pt149"/>
            <p:cNvSpPr/>
            <p:nvPr/>
          </p:nvSpPr>
          <p:spPr>
            <a:xfrm>
              <a:off x="3107236" y="160791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" name="pt150"/>
            <p:cNvSpPr/>
            <p:nvPr/>
          </p:nvSpPr>
          <p:spPr>
            <a:xfrm>
              <a:off x="757991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" name="pt151"/>
            <p:cNvSpPr/>
            <p:nvPr/>
          </p:nvSpPr>
          <p:spPr>
            <a:xfrm>
              <a:off x="1398694" y="2120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" name="pt152"/>
            <p:cNvSpPr/>
            <p:nvPr/>
          </p:nvSpPr>
          <p:spPr>
            <a:xfrm>
              <a:off x="1185126" y="2843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" name="pt153"/>
            <p:cNvSpPr/>
            <p:nvPr/>
          </p:nvSpPr>
          <p:spPr>
            <a:xfrm>
              <a:off x="1825830" y="2180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" name="pt154"/>
            <p:cNvSpPr/>
            <p:nvPr/>
          </p:nvSpPr>
          <p:spPr>
            <a:xfrm>
              <a:off x="757991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" name="pt155"/>
            <p:cNvSpPr/>
            <p:nvPr/>
          </p:nvSpPr>
          <p:spPr>
            <a:xfrm>
              <a:off x="757991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" name="pt156"/>
            <p:cNvSpPr/>
            <p:nvPr/>
          </p:nvSpPr>
          <p:spPr>
            <a:xfrm>
              <a:off x="757991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" name="pt157"/>
            <p:cNvSpPr/>
            <p:nvPr/>
          </p:nvSpPr>
          <p:spPr>
            <a:xfrm>
              <a:off x="1185126" y="27836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" name="pt158"/>
            <p:cNvSpPr/>
            <p:nvPr/>
          </p:nvSpPr>
          <p:spPr>
            <a:xfrm>
              <a:off x="757991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" name="pt159"/>
            <p:cNvSpPr/>
            <p:nvPr/>
          </p:nvSpPr>
          <p:spPr>
            <a:xfrm>
              <a:off x="757991" y="2843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" name="pt160"/>
            <p:cNvSpPr/>
            <p:nvPr/>
          </p:nvSpPr>
          <p:spPr>
            <a:xfrm>
              <a:off x="1185126" y="25424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" name="pt161"/>
            <p:cNvSpPr/>
            <p:nvPr/>
          </p:nvSpPr>
          <p:spPr>
            <a:xfrm>
              <a:off x="1825830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" name="pt162"/>
            <p:cNvSpPr/>
            <p:nvPr/>
          </p:nvSpPr>
          <p:spPr>
            <a:xfrm>
              <a:off x="757991" y="27233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" name="pt163"/>
            <p:cNvSpPr/>
            <p:nvPr/>
          </p:nvSpPr>
          <p:spPr>
            <a:xfrm>
              <a:off x="1825830" y="2180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" name="pt164"/>
            <p:cNvSpPr/>
            <p:nvPr/>
          </p:nvSpPr>
          <p:spPr>
            <a:xfrm>
              <a:off x="1185126" y="2421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" name="pt165"/>
            <p:cNvSpPr/>
            <p:nvPr/>
          </p:nvSpPr>
          <p:spPr>
            <a:xfrm>
              <a:off x="757991" y="29042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" name="pt166"/>
            <p:cNvSpPr/>
            <p:nvPr/>
          </p:nvSpPr>
          <p:spPr>
            <a:xfrm>
              <a:off x="971559" y="25123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" name="pt167"/>
            <p:cNvSpPr/>
            <p:nvPr/>
          </p:nvSpPr>
          <p:spPr>
            <a:xfrm>
              <a:off x="971559" y="2602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" name="pt168"/>
            <p:cNvSpPr/>
            <p:nvPr/>
          </p:nvSpPr>
          <p:spPr>
            <a:xfrm>
              <a:off x="1185126" y="2421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" name="pt169"/>
            <p:cNvSpPr/>
            <p:nvPr/>
          </p:nvSpPr>
          <p:spPr>
            <a:xfrm>
              <a:off x="1185126" y="26630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" name="pt170"/>
            <p:cNvSpPr/>
            <p:nvPr/>
          </p:nvSpPr>
          <p:spPr>
            <a:xfrm>
              <a:off x="1612262" y="236157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" name="pt171"/>
            <p:cNvSpPr/>
            <p:nvPr/>
          </p:nvSpPr>
          <p:spPr>
            <a:xfrm>
              <a:off x="1612262" y="2120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" name="pt172"/>
            <p:cNvSpPr/>
            <p:nvPr/>
          </p:nvSpPr>
          <p:spPr>
            <a:xfrm>
              <a:off x="757991" y="29042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" name="pt173"/>
            <p:cNvSpPr/>
            <p:nvPr/>
          </p:nvSpPr>
          <p:spPr>
            <a:xfrm>
              <a:off x="971559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" name="pt174"/>
            <p:cNvSpPr/>
            <p:nvPr/>
          </p:nvSpPr>
          <p:spPr>
            <a:xfrm>
              <a:off x="2680100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" name="pt175"/>
            <p:cNvSpPr/>
            <p:nvPr/>
          </p:nvSpPr>
          <p:spPr>
            <a:xfrm>
              <a:off x="757991" y="27836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" name="pt176"/>
            <p:cNvSpPr/>
            <p:nvPr/>
          </p:nvSpPr>
          <p:spPr>
            <a:xfrm>
              <a:off x="1398694" y="2602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" name="pt177"/>
            <p:cNvSpPr/>
            <p:nvPr/>
          </p:nvSpPr>
          <p:spPr>
            <a:xfrm>
              <a:off x="2039397" y="248215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" name="pt178"/>
            <p:cNvSpPr/>
            <p:nvPr/>
          </p:nvSpPr>
          <p:spPr>
            <a:xfrm>
              <a:off x="971559" y="2602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" name="pt179"/>
            <p:cNvSpPr/>
            <p:nvPr/>
          </p:nvSpPr>
          <p:spPr>
            <a:xfrm>
              <a:off x="2252965" y="1638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" name="pt180"/>
            <p:cNvSpPr/>
            <p:nvPr/>
          </p:nvSpPr>
          <p:spPr>
            <a:xfrm>
              <a:off x="757991" y="2602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" name="pt181"/>
            <p:cNvSpPr/>
            <p:nvPr/>
          </p:nvSpPr>
          <p:spPr>
            <a:xfrm>
              <a:off x="971559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" name="pt182"/>
            <p:cNvSpPr/>
            <p:nvPr/>
          </p:nvSpPr>
          <p:spPr>
            <a:xfrm>
              <a:off x="3320804" y="199981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" name="pt183"/>
            <p:cNvSpPr/>
            <p:nvPr/>
          </p:nvSpPr>
          <p:spPr>
            <a:xfrm>
              <a:off x="1825830" y="193952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" name="pt184"/>
            <p:cNvSpPr/>
            <p:nvPr/>
          </p:nvSpPr>
          <p:spPr>
            <a:xfrm>
              <a:off x="757991" y="236157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" name="pt185"/>
            <p:cNvSpPr/>
            <p:nvPr/>
          </p:nvSpPr>
          <p:spPr>
            <a:xfrm>
              <a:off x="1398694" y="236157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" name="pt186"/>
            <p:cNvSpPr/>
            <p:nvPr/>
          </p:nvSpPr>
          <p:spPr>
            <a:xfrm>
              <a:off x="1185126" y="27836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" name="pt187"/>
            <p:cNvSpPr/>
            <p:nvPr/>
          </p:nvSpPr>
          <p:spPr>
            <a:xfrm>
              <a:off x="1185126" y="236157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" name="pt188"/>
            <p:cNvSpPr/>
            <p:nvPr/>
          </p:nvSpPr>
          <p:spPr>
            <a:xfrm>
              <a:off x="1185126" y="2421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" name="pt189"/>
            <p:cNvSpPr/>
            <p:nvPr/>
          </p:nvSpPr>
          <p:spPr>
            <a:xfrm>
              <a:off x="3107236" y="1638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" name="pt190"/>
            <p:cNvSpPr/>
            <p:nvPr/>
          </p:nvSpPr>
          <p:spPr>
            <a:xfrm>
              <a:off x="757991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" name="pt191"/>
            <p:cNvSpPr/>
            <p:nvPr/>
          </p:nvSpPr>
          <p:spPr>
            <a:xfrm>
              <a:off x="757991" y="29343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" name="pt192"/>
            <p:cNvSpPr/>
            <p:nvPr/>
          </p:nvSpPr>
          <p:spPr>
            <a:xfrm>
              <a:off x="2680100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" name="pt193"/>
            <p:cNvSpPr/>
            <p:nvPr/>
          </p:nvSpPr>
          <p:spPr>
            <a:xfrm>
              <a:off x="1398694" y="2180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" name="pt194"/>
            <p:cNvSpPr/>
            <p:nvPr/>
          </p:nvSpPr>
          <p:spPr>
            <a:xfrm>
              <a:off x="1825830" y="236157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" name="pt195"/>
            <p:cNvSpPr/>
            <p:nvPr/>
          </p:nvSpPr>
          <p:spPr>
            <a:xfrm>
              <a:off x="1398694" y="236157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" name="pt196"/>
            <p:cNvSpPr/>
            <p:nvPr/>
          </p:nvSpPr>
          <p:spPr>
            <a:xfrm>
              <a:off x="1825830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" name="pt197"/>
            <p:cNvSpPr/>
            <p:nvPr/>
          </p:nvSpPr>
          <p:spPr>
            <a:xfrm>
              <a:off x="1398694" y="245200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" name="pt198"/>
            <p:cNvSpPr/>
            <p:nvPr/>
          </p:nvSpPr>
          <p:spPr>
            <a:xfrm>
              <a:off x="1398694" y="25725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" name="pt199"/>
            <p:cNvSpPr/>
            <p:nvPr/>
          </p:nvSpPr>
          <p:spPr>
            <a:xfrm>
              <a:off x="1185126" y="2421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" name="pt200"/>
            <p:cNvSpPr/>
            <p:nvPr/>
          </p:nvSpPr>
          <p:spPr>
            <a:xfrm>
              <a:off x="1612262" y="15777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" name="pt201"/>
            <p:cNvSpPr/>
            <p:nvPr/>
          </p:nvSpPr>
          <p:spPr>
            <a:xfrm>
              <a:off x="2466533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" name="pt202"/>
            <p:cNvSpPr/>
            <p:nvPr/>
          </p:nvSpPr>
          <p:spPr>
            <a:xfrm>
              <a:off x="2680100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" name="pt203"/>
            <p:cNvSpPr/>
            <p:nvPr/>
          </p:nvSpPr>
          <p:spPr>
            <a:xfrm>
              <a:off x="1185126" y="236157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" name="pt204"/>
            <p:cNvSpPr/>
            <p:nvPr/>
          </p:nvSpPr>
          <p:spPr>
            <a:xfrm>
              <a:off x="2039397" y="2602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" name="pt205"/>
            <p:cNvSpPr/>
            <p:nvPr/>
          </p:nvSpPr>
          <p:spPr>
            <a:xfrm>
              <a:off x="757991" y="29042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" name="pt206"/>
            <p:cNvSpPr/>
            <p:nvPr/>
          </p:nvSpPr>
          <p:spPr>
            <a:xfrm>
              <a:off x="1398694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" name="pt207"/>
            <p:cNvSpPr/>
            <p:nvPr/>
          </p:nvSpPr>
          <p:spPr>
            <a:xfrm>
              <a:off x="1185126" y="248215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" name="pt208"/>
            <p:cNvSpPr/>
            <p:nvPr/>
          </p:nvSpPr>
          <p:spPr>
            <a:xfrm>
              <a:off x="3320804" y="15777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" name="pt209"/>
            <p:cNvSpPr/>
            <p:nvPr/>
          </p:nvSpPr>
          <p:spPr>
            <a:xfrm>
              <a:off x="1185126" y="2120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" name="pt210"/>
            <p:cNvSpPr/>
            <p:nvPr/>
          </p:nvSpPr>
          <p:spPr>
            <a:xfrm>
              <a:off x="971559" y="28740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" name="pt211"/>
            <p:cNvSpPr/>
            <p:nvPr/>
          </p:nvSpPr>
          <p:spPr>
            <a:xfrm>
              <a:off x="2039397" y="2602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" name="pt212"/>
            <p:cNvSpPr/>
            <p:nvPr/>
          </p:nvSpPr>
          <p:spPr>
            <a:xfrm>
              <a:off x="1398694" y="248215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" name="pt213"/>
            <p:cNvSpPr/>
            <p:nvPr/>
          </p:nvSpPr>
          <p:spPr>
            <a:xfrm>
              <a:off x="1398694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" name="pt214"/>
            <p:cNvSpPr/>
            <p:nvPr/>
          </p:nvSpPr>
          <p:spPr>
            <a:xfrm>
              <a:off x="757991" y="2602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" name="pt215"/>
            <p:cNvSpPr/>
            <p:nvPr/>
          </p:nvSpPr>
          <p:spPr>
            <a:xfrm>
              <a:off x="1825830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" name="pt216"/>
            <p:cNvSpPr/>
            <p:nvPr/>
          </p:nvSpPr>
          <p:spPr>
            <a:xfrm>
              <a:off x="1612262" y="172850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" name="pt217"/>
            <p:cNvSpPr/>
            <p:nvPr/>
          </p:nvSpPr>
          <p:spPr>
            <a:xfrm>
              <a:off x="1398694" y="2120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" name="pt218"/>
            <p:cNvSpPr/>
            <p:nvPr/>
          </p:nvSpPr>
          <p:spPr>
            <a:xfrm>
              <a:off x="1398694" y="26630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" name="pt219"/>
            <p:cNvSpPr/>
            <p:nvPr/>
          </p:nvSpPr>
          <p:spPr>
            <a:xfrm>
              <a:off x="1612262" y="2421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" name="pt220"/>
            <p:cNvSpPr/>
            <p:nvPr/>
          </p:nvSpPr>
          <p:spPr>
            <a:xfrm>
              <a:off x="2039397" y="236157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" name="pt221"/>
            <p:cNvSpPr/>
            <p:nvPr/>
          </p:nvSpPr>
          <p:spPr>
            <a:xfrm>
              <a:off x="1185126" y="26328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" name="pt222"/>
            <p:cNvSpPr/>
            <p:nvPr/>
          </p:nvSpPr>
          <p:spPr>
            <a:xfrm>
              <a:off x="2039397" y="1999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" name="pt223"/>
            <p:cNvSpPr/>
            <p:nvPr/>
          </p:nvSpPr>
          <p:spPr>
            <a:xfrm>
              <a:off x="1398694" y="25424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" name="pt224"/>
            <p:cNvSpPr/>
            <p:nvPr/>
          </p:nvSpPr>
          <p:spPr>
            <a:xfrm>
              <a:off x="2039397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" name="pt225"/>
            <p:cNvSpPr/>
            <p:nvPr/>
          </p:nvSpPr>
          <p:spPr>
            <a:xfrm>
              <a:off x="1398694" y="2843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" name="pt226"/>
            <p:cNvSpPr/>
            <p:nvPr/>
          </p:nvSpPr>
          <p:spPr>
            <a:xfrm>
              <a:off x="1825830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" name="pt227"/>
            <p:cNvSpPr/>
            <p:nvPr/>
          </p:nvSpPr>
          <p:spPr>
            <a:xfrm>
              <a:off x="1398694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" name="pt228"/>
            <p:cNvSpPr/>
            <p:nvPr/>
          </p:nvSpPr>
          <p:spPr>
            <a:xfrm>
              <a:off x="1398694" y="25424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" name="pt229"/>
            <p:cNvSpPr/>
            <p:nvPr/>
          </p:nvSpPr>
          <p:spPr>
            <a:xfrm>
              <a:off x="1185126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" name="pt230"/>
            <p:cNvSpPr/>
            <p:nvPr/>
          </p:nvSpPr>
          <p:spPr>
            <a:xfrm>
              <a:off x="971559" y="248215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" name="pt231"/>
            <p:cNvSpPr/>
            <p:nvPr/>
          </p:nvSpPr>
          <p:spPr>
            <a:xfrm>
              <a:off x="971559" y="29343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" name="pt232"/>
            <p:cNvSpPr/>
            <p:nvPr/>
          </p:nvSpPr>
          <p:spPr>
            <a:xfrm>
              <a:off x="757991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" name="pt233"/>
            <p:cNvSpPr/>
            <p:nvPr/>
          </p:nvSpPr>
          <p:spPr>
            <a:xfrm>
              <a:off x="1185126" y="23314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4" name="pt234"/>
            <p:cNvSpPr/>
            <p:nvPr/>
          </p:nvSpPr>
          <p:spPr>
            <a:xfrm>
              <a:off x="2893668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" name="pt235"/>
            <p:cNvSpPr/>
            <p:nvPr/>
          </p:nvSpPr>
          <p:spPr>
            <a:xfrm>
              <a:off x="1612262" y="2120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" name="pt236"/>
            <p:cNvSpPr/>
            <p:nvPr/>
          </p:nvSpPr>
          <p:spPr>
            <a:xfrm>
              <a:off x="757991" y="248215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7" name="pt237"/>
            <p:cNvSpPr/>
            <p:nvPr/>
          </p:nvSpPr>
          <p:spPr>
            <a:xfrm>
              <a:off x="1612262" y="227113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8" name="pt238"/>
            <p:cNvSpPr/>
            <p:nvPr/>
          </p:nvSpPr>
          <p:spPr>
            <a:xfrm>
              <a:off x="2252965" y="19093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" name="pt239"/>
            <p:cNvSpPr/>
            <p:nvPr/>
          </p:nvSpPr>
          <p:spPr>
            <a:xfrm>
              <a:off x="971559" y="2843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" name="pt240"/>
            <p:cNvSpPr/>
            <p:nvPr/>
          </p:nvSpPr>
          <p:spPr>
            <a:xfrm>
              <a:off x="757991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1" name="pt241"/>
            <p:cNvSpPr/>
            <p:nvPr/>
          </p:nvSpPr>
          <p:spPr>
            <a:xfrm>
              <a:off x="971559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" name="pt242"/>
            <p:cNvSpPr/>
            <p:nvPr/>
          </p:nvSpPr>
          <p:spPr>
            <a:xfrm>
              <a:off x="757991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3" name="pt243"/>
            <p:cNvSpPr/>
            <p:nvPr/>
          </p:nvSpPr>
          <p:spPr>
            <a:xfrm>
              <a:off x="757991" y="2843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4" name="pt244"/>
            <p:cNvSpPr/>
            <p:nvPr/>
          </p:nvSpPr>
          <p:spPr>
            <a:xfrm>
              <a:off x="1185126" y="2120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5" name="pt245"/>
            <p:cNvSpPr/>
            <p:nvPr/>
          </p:nvSpPr>
          <p:spPr>
            <a:xfrm>
              <a:off x="1398694" y="25725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6" name="pt246"/>
            <p:cNvSpPr/>
            <p:nvPr/>
          </p:nvSpPr>
          <p:spPr>
            <a:xfrm>
              <a:off x="971559" y="26328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7" name="pt247"/>
            <p:cNvSpPr/>
            <p:nvPr/>
          </p:nvSpPr>
          <p:spPr>
            <a:xfrm>
              <a:off x="757991" y="28740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8" name="pt248"/>
            <p:cNvSpPr/>
            <p:nvPr/>
          </p:nvSpPr>
          <p:spPr>
            <a:xfrm>
              <a:off x="2680100" y="157776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" name="pt249"/>
            <p:cNvSpPr/>
            <p:nvPr/>
          </p:nvSpPr>
          <p:spPr>
            <a:xfrm>
              <a:off x="3747939" y="145718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" name="pt250"/>
            <p:cNvSpPr/>
            <p:nvPr/>
          </p:nvSpPr>
          <p:spPr>
            <a:xfrm>
              <a:off x="1612262" y="2602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" name="pt251"/>
            <p:cNvSpPr/>
            <p:nvPr/>
          </p:nvSpPr>
          <p:spPr>
            <a:xfrm>
              <a:off x="3747939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" name="pt252"/>
            <p:cNvSpPr/>
            <p:nvPr/>
          </p:nvSpPr>
          <p:spPr>
            <a:xfrm>
              <a:off x="757991" y="29042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" name="pt253"/>
            <p:cNvSpPr/>
            <p:nvPr/>
          </p:nvSpPr>
          <p:spPr>
            <a:xfrm>
              <a:off x="1612262" y="25424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" name="pt254"/>
            <p:cNvSpPr/>
            <p:nvPr/>
          </p:nvSpPr>
          <p:spPr>
            <a:xfrm>
              <a:off x="1612262" y="2602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" name="pt255"/>
            <p:cNvSpPr/>
            <p:nvPr/>
          </p:nvSpPr>
          <p:spPr>
            <a:xfrm>
              <a:off x="1612262" y="2421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6" name="pt256"/>
            <p:cNvSpPr/>
            <p:nvPr/>
          </p:nvSpPr>
          <p:spPr>
            <a:xfrm>
              <a:off x="1185126" y="25424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7" name="pt257"/>
            <p:cNvSpPr/>
            <p:nvPr/>
          </p:nvSpPr>
          <p:spPr>
            <a:xfrm>
              <a:off x="757991" y="27233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8" name="pt258"/>
            <p:cNvSpPr/>
            <p:nvPr/>
          </p:nvSpPr>
          <p:spPr>
            <a:xfrm>
              <a:off x="1825830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9" name="pt259"/>
            <p:cNvSpPr/>
            <p:nvPr/>
          </p:nvSpPr>
          <p:spPr>
            <a:xfrm>
              <a:off x="2252965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0" name="pt260"/>
            <p:cNvSpPr/>
            <p:nvPr/>
          </p:nvSpPr>
          <p:spPr>
            <a:xfrm>
              <a:off x="971559" y="2602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1" name="pt261"/>
            <p:cNvSpPr/>
            <p:nvPr/>
          </p:nvSpPr>
          <p:spPr>
            <a:xfrm>
              <a:off x="1398694" y="1818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2" name="pt262"/>
            <p:cNvSpPr/>
            <p:nvPr/>
          </p:nvSpPr>
          <p:spPr>
            <a:xfrm>
              <a:off x="1398694" y="209025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3" name="pt263"/>
            <p:cNvSpPr/>
            <p:nvPr/>
          </p:nvSpPr>
          <p:spPr>
            <a:xfrm>
              <a:off x="2252965" y="184908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4" name="pt264"/>
            <p:cNvSpPr/>
            <p:nvPr/>
          </p:nvSpPr>
          <p:spPr>
            <a:xfrm>
              <a:off x="1825830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5" name="pt265"/>
            <p:cNvSpPr/>
            <p:nvPr/>
          </p:nvSpPr>
          <p:spPr>
            <a:xfrm>
              <a:off x="1398694" y="23314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6" name="pt266"/>
            <p:cNvSpPr/>
            <p:nvPr/>
          </p:nvSpPr>
          <p:spPr>
            <a:xfrm>
              <a:off x="3534371" y="1698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7" name="pt267"/>
            <p:cNvSpPr/>
            <p:nvPr/>
          </p:nvSpPr>
          <p:spPr>
            <a:xfrm>
              <a:off x="971559" y="2421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8" name="pt268"/>
            <p:cNvSpPr/>
            <p:nvPr/>
          </p:nvSpPr>
          <p:spPr>
            <a:xfrm>
              <a:off x="971559" y="25424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9" name="pt269"/>
            <p:cNvSpPr/>
            <p:nvPr/>
          </p:nvSpPr>
          <p:spPr>
            <a:xfrm>
              <a:off x="2680100" y="17887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0" name="pt270"/>
            <p:cNvSpPr/>
            <p:nvPr/>
          </p:nvSpPr>
          <p:spPr>
            <a:xfrm>
              <a:off x="971559" y="2602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1" name="pt271"/>
            <p:cNvSpPr/>
            <p:nvPr/>
          </p:nvSpPr>
          <p:spPr>
            <a:xfrm>
              <a:off x="2039397" y="17887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2" name="pt272"/>
            <p:cNvSpPr/>
            <p:nvPr/>
          </p:nvSpPr>
          <p:spPr>
            <a:xfrm>
              <a:off x="757991" y="2843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3" name="pt273"/>
            <p:cNvSpPr/>
            <p:nvPr/>
          </p:nvSpPr>
          <p:spPr>
            <a:xfrm>
              <a:off x="757991" y="25424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4" name="pt274"/>
            <p:cNvSpPr/>
            <p:nvPr/>
          </p:nvSpPr>
          <p:spPr>
            <a:xfrm>
              <a:off x="757991" y="2843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5" name="pt275"/>
            <p:cNvSpPr/>
            <p:nvPr/>
          </p:nvSpPr>
          <p:spPr>
            <a:xfrm>
              <a:off x="757991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6" name="pt276"/>
            <p:cNvSpPr/>
            <p:nvPr/>
          </p:nvSpPr>
          <p:spPr>
            <a:xfrm>
              <a:off x="971559" y="1999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7" name="pt277"/>
            <p:cNvSpPr/>
            <p:nvPr/>
          </p:nvSpPr>
          <p:spPr>
            <a:xfrm>
              <a:off x="1612262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8" name="pt278"/>
            <p:cNvSpPr/>
            <p:nvPr/>
          </p:nvSpPr>
          <p:spPr>
            <a:xfrm>
              <a:off x="1612262" y="2120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9" name="pt279"/>
            <p:cNvSpPr/>
            <p:nvPr/>
          </p:nvSpPr>
          <p:spPr>
            <a:xfrm>
              <a:off x="757991" y="26630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0" name="pt280"/>
            <p:cNvSpPr/>
            <p:nvPr/>
          </p:nvSpPr>
          <p:spPr>
            <a:xfrm>
              <a:off x="1398694" y="25123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1" name="pt281"/>
            <p:cNvSpPr/>
            <p:nvPr/>
          </p:nvSpPr>
          <p:spPr>
            <a:xfrm>
              <a:off x="1398694" y="2421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2" name="pt282"/>
            <p:cNvSpPr/>
            <p:nvPr/>
          </p:nvSpPr>
          <p:spPr>
            <a:xfrm>
              <a:off x="971559" y="2602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3" name="pt283"/>
            <p:cNvSpPr/>
            <p:nvPr/>
          </p:nvSpPr>
          <p:spPr>
            <a:xfrm>
              <a:off x="971559" y="248215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4" name="pt284"/>
            <p:cNvSpPr/>
            <p:nvPr/>
          </p:nvSpPr>
          <p:spPr>
            <a:xfrm>
              <a:off x="971559" y="29042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5" name="pt285"/>
            <p:cNvSpPr/>
            <p:nvPr/>
          </p:nvSpPr>
          <p:spPr>
            <a:xfrm>
              <a:off x="1185126" y="26630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6" name="pt286"/>
            <p:cNvSpPr/>
            <p:nvPr/>
          </p:nvSpPr>
          <p:spPr>
            <a:xfrm>
              <a:off x="757991" y="29343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7" name="pt287"/>
            <p:cNvSpPr/>
            <p:nvPr/>
          </p:nvSpPr>
          <p:spPr>
            <a:xfrm>
              <a:off x="3107236" y="2120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8" name="pt288"/>
            <p:cNvSpPr/>
            <p:nvPr/>
          </p:nvSpPr>
          <p:spPr>
            <a:xfrm>
              <a:off x="2893668" y="16682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9" name="pt289"/>
            <p:cNvSpPr/>
            <p:nvPr/>
          </p:nvSpPr>
          <p:spPr>
            <a:xfrm>
              <a:off x="2466533" y="2180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0" name="pt290"/>
            <p:cNvSpPr/>
            <p:nvPr/>
          </p:nvSpPr>
          <p:spPr>
            <a:xfrm>
              <a:off x="2466533" y="215054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1" name="pt291"/>
            <p:cNvSpPr/>
            <p:nvPr/>
          </p:nvSpPr>
          <p:spPr>
            <a:xfrm>
              <a:off x="2252965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2" name="pt292"/>
            <p:cNvSpPr/>
            <p:nvPr/>
          </p:nvSpPr>
          <p:spPr>
            <a:xfrm>
              <a:off x="757991" y="29042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3" name="pt293"/>
            <p:cNvSpPr/>
            <p:nvPr/>
          </p:nvSpPr>
          <p:spPr>
            <a:xfrm>
              <a:off x="1612262" y="2180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4" name="pt294"/>
            <p:cNvSpPr/>
            <p:nvPr/>
          </p:nvSpPr>
          <p:spPr>
            <a:xfrm>
              <a:off x="1825830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5" name="pt295"/>
            <p:cNvSpPr/>
            <p:nvPr/>
          </p:nvSpPr>
          <p:spPr>
            <a:xfrm>
              <a:off x="971559" y="28137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6" name="pt296"/>
            <p:cNvSpPr/>
            <p:nvPr/>
          </p:nvSpPr>
          <p:spPr>
            <a:xfrm>
              <a:off x="1185126" y="25424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7" name="pt297"/>
            <p:cNvSpPr/>
            <p:nvPr/>
          </p:nvSpPr>
          <p:spPr>
            <a:xfrm>
              <a:off x="757991" y="29042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8" name="pt298"/>
            <p:cNvSpPr/>
            <p:nvPr/>
          </p:nvSpPr>
          <p:spPr>
            <a:xfrm>
              <a:off x="971559" y="28137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9" name="pt299"/>
            <p:cNvSpPr/>
            <p:nvPr/>
          </p:nvSpPr>
          <p:spPr>
            <a:xfrm>
              <a:off x="757991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0" name="pt300"/>
            <p:cNvSpPr/>
            <p:nvPr/>
          </p:nvSpPr>
          <p:spPr>
            <a:xfrm>
              <a:off x="1398694" y="25424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1" name="pt301"/>
            <p:cNvSpPr/>
            <p:nvPr/>
          </p:nvSpPr>
          <p:spPr>
            <a:xfrm>
              <a:off x="1398694" y="27836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2" name="pt302"/>
            <p:cNvSpPr/>
            <p:nvPr/>
          </p:nvSpPr>
          <p:spPr>
            <a:xfrm>
              <a:off x="757991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3" name="pt303"/>
            <p:cNvSpPr/>
            <p:nvPr/>
          </p:nvSpPr>
          <p:spPr>
            <a:xfrm>
              <a:off x="971559" y="26328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4" name="tx304"/>
            <p:cNvSpPr/>
            <p:nvPr/>
          </p:nvSpPr>
          <p:spPr>
            <a:xfrm>
              <a:off x="799902" y="865197"/>
              <a:ext cx="91715" cy="909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 i="1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305" name="tx305"/>
            <p:cNvSpPr/>
            <p:nvPr/>
          </p:nvSpPr>
          <p:spPr>
            <a:xfrm>
              <a:off x="905254" y="829646"/>
              <a:ext cx="49441" cy="638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306" name="tx306"/>
            <p:cNvSpPr/>
            <p:nvPr/>
          </p:nvSpPr>
          <p:spPr>
            <a:xfrm>
              <a:off x="954696" y="956107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307" name="tx307"/>
            <p:cNvSpPr/>
            <p:nvPr/>
          </p:nvSpPr>
          <p:spPr>
            <a:xfrm>
              <a:off x="989485" y="918093"/>
              <a:ext cx="74166" cy="3801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308" name="tx308"/>
            <p:cNvSpPr/>
            <p:nvPr/>
          </p:nvSpPr>
          <p:spPr>
            <a:xfrm>
              <a:off x="1063651" y="956107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309" name="tx309"/>
            <p:cNvSpPr/>
            <p:nvPr/>
          </p:nvSpPr>
          <p:spPr>
            <a:xfrm>
              <a:off x="1098439" y="863275"/>
              <a:ext cx="247178" cy="9283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0.59</a:t>
              </a:r>
            </a:p>
          </p:txBody>
        </p:sp>
        <p:sp>
          <p:nvSpPr>
            <p:cNvPr id="310" name="pl310"/>
            <p:cNvSpPr/>
            <p:nvPr/>
          </p:nvSpPr>
          <p:spPr>
            <a:xfrm>
              <a:off x="782817" y="1470207"/>
              <a:ext cx="2989948" cy="1279550"/>
            </a:xfrm>
            <a:custGeom>
              <a:avLst/>
              <a:gdLst/>
              <a:ahLst/>
              <a:cxnLst/>
              <a:rect l="0" t="0" r="0" b="0"/>
              <a:pathLst>
                <a:path w="2989948" h="1279550">
                  <a:moveTo>
                    <a:pt x="0" y="1279550"/>
                  </a:moveTo>
                  <a:lnTo>
                    <a:pt x="37847" y="1263353"/>
                  </a:lnTo>
                  <a:lnTo>
                    <a:pt x="75694" y="1247156"/>
                  </a:lnTo>
                  <a:lnTo>
                    <a:pt x="113542" y="1230959"/>
                  </a:lnTo>
                  <a:lnTo>
                    <a:pt x="151389" y="1214762"/>
                  </a:lnTo>
                  <a:lnTo>
                    <a:pt x="189237" y="1198565"/>
                  </a:lnTo>
                  <a:lnTo>
                    <a:pt x="227084" y="1182369"/>
                  </a:lnTo>
                  <a:lnTo>
                    <a:pt x="264932" y="1166172"/>
                  </a:lnTo>
                  <a:lnTo>
                    <a:pt x="302779" y="1149975"/>
                  </a:lnTo>
                  <a:lnTo>
                    <a:pt x="340626" y="1133778"/>
                  </a:lnTo>
                  <a:lnTo>
                    <a:pt x="378474" y="1117581"/>
                  </a:lnTo>
                  <a:lnTo>
                    <a:pt x="416321" y="1101384"/>
                  </a:lnTo>
                  <a:lnTo>
                    <a:pt x="454169" y="1085188"/>
                  </a:lnTo>
                  <a:lnTo>
                    <a:pt x="492016" y="1068991"/>
                  </a:lnTo>
                  <a:lnTo>
                    <a:pt x="529864" y="1052794"/>
                  </a:lnTo>
                  <a:lnTo>
                    <a:pt x="567711" y="1036597"/>
                  </a:lnTo>
                  <a:lnTo>
                    <a:pt x="605559" y="1020400"/>
                  </a:lnTo>
                  <a:lnTo>
                    <a:pt x="643406" y="1004203"/>
                  </a:lnTo>
                  <a:lnTo>
                    <a:pt x="681253" y="988007"/>
                  </a:lnTo>
                  <a:lnTo>
                    <a:pt x="719101" y="971810"/>
                  </a:lnTo>
                  <a:lnTo>
                    <a:pt x="756948" y="955613"/>
                  </a:lnTo>
                  <a:lnTo>
                    <a:pt x="794796" y="939416"/>
                  </a:lnTo>
                  <a:lnTo>
                    <a:pt x="832643" y="923219"/>
                  </a:lnTo>
                  <a:lnTo>
                    <a:pt x="870491" y="907022"/>
                  </a:lnTo>
                  <a:lnTo>
                    <a:pt x="908338" y="890826"/>
                  </a:lnTo>
                  <a:lnTo>
                    <a:pt x="946186" y="874629"/>
                  </a:lnTo>
                  <a:lnTo>
                    <a:pt x="984033" y="858432"/>
                  </a:lnTo>
                  <a:lnTo>
                    <a:pt x="1021880" y="842235"/>
                  </a:lnTo>
                  <a:lnTo>
                    <a:pt x="1059728" y="826038"/>
                  </a:lnTo>
                  <a:lnTo>
                    <a:pt x="1097575" y="809841"/>
                  </a:lnTo>
                  <a:lnTo>
                    <a:pt x="1135423" y="793645"/>
                  </a:lnTo>
                  <a:lnTo>
                    <a:pt x="1173270" y="777448"/>
                  </a:lnTo>
                  <a:lnTo>
                    <a:pt x="1211118" y="761251"/>
                  </a:lnTo>
                  <a:lnTo>
                    <a:pt x="1248965" y="745054"/>
                  </a:lnTo>
                  <a:lnTo>
                    <a:pt x="1286813" y="728857"/>
                  </a:lnTo>
                  <a:lnTo>
                    <a:pt x="1324660" y="712660"/>
                  </a:lnTo>
                  <a:lnTo>
                    <a:pt x="1362507" y="696464"/>
                  </a:lnTo>
                  <a:lnTo>
                    <a:pt x="1400355" y="680267"/>
                  </a:lnTo>
                  <a:lnTo>
                    <a:pt x="1438202" y="664070"/>
                  </a:lnTo>
                  <a:lnTo>
                    <a:pt x="1476050" y="647873"/>
                  </a:lnTo>
                  <a:lnTo>
                    <a:pt x="1513897" y="631676"/>
                  </a:lnTo>
                  <a:lnTo>
                    <a:pt x="1551745" y="615479"/>
                  </a:lnTo>
                  <a:lnTo>
                    <a:pt x="1589592" y="599282"/>
                  </a:lnTo>
                  <a:lnTo>
                    <a:pt x="1627440" y="583086"/>
                  </a:lnTo>
                  <a:lnTo>
                    <a:pt x="1665287" y="566889"/>
                  </a:lnTo>
                  <a:lnTo>
                    <a:pt x="1703134" y="550692"/>
                  </a:lnTo>
                  <a:lnTo>
                    <a:pt x="1740982" y="534495"/>
                  </a:lnTo>
                  <a:lnTo>
                    <a:pt x="1778829" y="518298"/>
                  </a:lnTo>
                  <a:lnTo>
                    <a:pt x="1816677" y="502101"/>
                  </a:lnTo>
                  <a:lnTo>
                    <a:pt x="1854524" y="485905"/>
                  </a:lnTo>
                  <a:lnTo>
                    <a:pt x="1892372" y="469708"/>
                  </a:lnTo>
                  <a:lnTo>
                    <a:pt x="1930219" y="453511"/>
                  </a:lnTo>
                  <a:lnTo>
                    <a:pt x="1968067" y="437314"/>
                  </a:lnTo>
                  <a:lnTo>
                    <a:pt x="2005914" y="421117"/>
                  </a:lnTo>
                  <a:lnTo>
                    <a:pt x="2043761" y="404920"/>
                  </a:lnTo>
                  <a:lnTo>
                    <a:pt x="2081609" y="388724"/>
                  </a:lnTo>
                  <a:lnTo>
                    <a:pt x="2119456" y="372527"/>
                  </a:lnTo>
                  <a:lnTo>
                    <a:pt x="2157304" y="356330"/>
                  </a:lnTo>
                  <a:lnTo>
                    <a:pt x="2195151" y="340133"/>
                  </a:lnTo>
                  <a:lnTo>
                    <a:pt x="2232999" y="323936"/>
                  </a:lnTo>
                  <a:lnTo>
                    <a:pt x="2270846" y="307739"/>
                  </a:lnTo>
                  <a:lnTo>
                    <a:pt x="2308694" y="291543"/>
                  </a:lnTo>
                  <a:lnTo>
                    <a:pt x="2346541" y="275346"/>
                  </a:lnTo>
                  <a:lnTo>
                    <a:pt x="2384388" y="259149"/>
                  </a:lnTo>
                  <a:lnTo>
                    <a:pt x="2422236" y="242952"/>
                  </a:lnTo>
                  <a:lnTo>
                    <a:pt x="2460083" y="226755"/>
                  </a:lnTo>
                  <a:lnTo>
                    <a:pt x="2497931" y="210558"/>
                  </a:lnTo>
                  <a:lnTo>
                    <a:pt x="2535778" y="194362"/>
                  </a:lnTo>
                  <a:lnTo>
                    <a:pt x="2573626" y="178165"/>
                  </a:lnTo>
                  <a:lnTo>
                    <a:pt x="2611473" y="161968"/>
                  </a:lnTo>
                  <a:lnTo>
                    <a:pt x="2649321" y="145771"/>
                  </a:lnTo>
                  <a:lnTo>
                    <a:pt x="2687168" y="129574"/>
                  </a:lnTo>
                  <a:lnTo>
                    <a:pt x="2725015" y="113377"/>
                  </a:lnTo>
                  <a:lnTo>
                    <a:pt x="2762863" y="97181"/>
                  </a:lnTo>
                  <a:lnTo>
                    <a:pt x="2800710" y="80984"/>
                  </a:lnTo>
                  <a:lnTo>
                    <a:pt x="2838558" y="64787"/>
                  </a:lnTo>
                  <a:lnTo>
                    <a:pt x="2876405" y="48590"/>
                  </a:lnTo>
                  <a:lnTo>
                    <a:pt x="2914253" y="32393"/>
                  </a:lnTo>
                  <a:lnTo>
                    <a:pt x="2952100" y="16196"/>
                  </a:lnTo>
                  <a:lnTo>
                    <a:pt x="2989948" y="0"/>
                  </a:lnTo>
                </a:path>
              </a:pathLst>
            </a:custGeom>
            <a:ln w="27101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1" name="pl311"/>
            <p:cNvSpPr/>
            <p:nvPr/>
          </p:nvSpPr>
          <p:spPr>
            <a:xfrm>
              <a:off x="1850655" y="1476109"/>
              <a:ext cx="2135677" cy="394290"/>
            </a:xfrm>
            <a:custGeom>
              <a:avLst/>
              <a:gdLst/>
              <a:ahLst/>
              <a:cxnLst/>
              <a:rect l="0" t="0" r="0" b="0"/>
              <a:pathLst>
                <a:path w="2135677" h="394290">
                  <a:moveTo>
                    <a:pt x="0" y="394290"/>
                  </a:moveTo>
                  <a:lnTo>
                    <a:pt x="27033" y="389299"/>
                  </a:lnTo>
                  <a:lnTo>
                    <a:pt x="54067" y="384308"/>
                  </a:lnTo>
                  <a:lnTo>
                    <a:pt x="81101" y="379317"/>
                  </a:lnTo>
                  <a:lnTo>
                    <a:pt x="108135" y="374326"/>
                  </a:lnTo>
                  <a:lnTo>
                    <a:pt x="135169" y="369335"/>
                  </a:lnTo>
                  <a:lnTo>
                    <a:pt x="162203" y="364344"/>
                  </a:lnTo>
                  <a:lnTo>
                    <a:pt x="189237" y="359353"/>
                  </a:lnTo>
                  <a:lnTo>
                    <a:pt x="216271" y="354362"/>
                  </a:lnTo>
                  <a:lnTo>
                    <a:pt x="243304" y="349371"/>
                  </a:lnTo>
                  <a:lnTo>
                    <a:pt x="270338" y="344380"/>
                  </a:lnTo>
                  <a:lnTo>
                    <a:pt x="297372" y="339389"/>
                  </a:lnTo>
                  <a:lnTo>
                    <a:pt x="324406" y="334398"/>
                  </a:lnTo>
                  <a:lnTo>
                    <a:pt x="351440" y="329407"/>
                  </a:lnTo>
                  <a:lnTo>
                    <a:pt x="378474" y="324416"/>
                  </a:lnTo>
                  <a:lnTo>
                    <a:pt x="405508" y="319425"/>
                  </a:lnTo>
                  <a:lnTo>
                    <a:pt x="432542" y="314434"/>
                  </a:lnTo>
                  <a:lnTo>
                    <a:pt x="459576" y="309443"/>
                  </a:lnTo>
                  <a:lnTo>
                    <a:pt x="486609" y="304452"/>
                  </a:lnTo>
                  <a:lnTo>
                    <a:pt x="513643" y="299461"/>
                  </a:lnTo>
                  <a:lnTo>
                    <a:pt x="540677" y="294470"/>
                  </a:lnTo>
                  <a:lnTo>
                    <a:pt x="567711" y="289479"/>
                  </a:lnTo>
                  <a:lnTo>
                    <a:pt x="594745" y="284487"/>
                  </a:lnTo>
                  <a:lnTo>
                    <a:pt x="621779" y="279496"/>
                  </a:lnTo>
                  <a:lnTo>
                    <a:pt x="648813" y="274505"/>
                  </a:lnTo>
                  <a:lnTo>
                    <a:pt x="675847" y="269514"/>
                  </a:lnTo>
                  <a:lnTo>
                    <a:pt x="702881" y="264523"/>
                  </a:lnTo>
                  <a:lnTo>
                    <a:pt x="729914" y="259532"/>
                  </a:lnTo>
                  <a:lnTo>
                    <a:pt x="756948" y="254541"/>
                  </a:lnTo>
                  <a:lnTo>
                    <a:pt x="783982" y="249550"/>
                  </a:lnTo>
                  <a:lnTo>
                    <a:pt x="811016" y="244559"/>
                  </a:lnTo>
                  <a:lnTo>
                    <a:pt x="838050" y="239568"/>
                  </a:lnTo>
                  <a:lnTo>
                    <a:pt x="865084" y="234577"/>
                  </a:lnTo>
                  <a:lnTo>
                    <a:pt x="892118" y="229586"/>
                  </a:lnTo>
                  <a:lnTo>
                    <a:pt x="919152" y="224595"/>
                  </a:lnTo>
                  <a:lnTo>
                    <a:pt x="946186" y="219604"/>
                  </a:lnTo>
                  <a:lnTo>
                    <a:pt x="973219" y="214613"/>
                  </a:lnTo>
                  <a:lnTo>
                    <a:pt x="1000253" y="209622"/>
                  </a:lnTo>
                  <a:lnTo>
                    <a:pt x="1027287" y="204631"/>
                  </a:lnTo>
                  <a:lnTo>
                    <a:pt x="1054321" y="199640"/>
                  </a:lnTo>
                  <a:lnTo>
                    <a:pt x="1081355" y="194649"/>
                  </a:lnTo>
                  <a:lnTo>
                    <a:pt x="1108389" y="189658"/>
                  </a:lnTo>
                  <a:lnTo>
                    <a:pt x="1135423" y="184667"/>
                  </a:lnTo>
                  <a:lnTo>
                    <a:pt x="1162457" y="179676"/>
                  </a:lnTo>
                  <a:lnTo>
                    <a:pt x="1189491" y="174685"/>
                  </a:lnTo>
                  <a:lnTo>
                    <a:pt x="1216524" y="169694"/>
                  </a:lnTo>
                  <a:lnTo>
                    <a:pt x="1243558" y="164703"/>
                  </a:lnTo>
                  <a:lnTo>
                    <a:pt x="1270592" y="159712"/>
                  </a:lnTo>
                  <a:lnTo>
                    <a:pt x="1297626" y="154721"/>
                  </a:lnTo>
                  <a:lnTo>
                    <a:pt x="1324660" y="149730"/>
                  </a:lnTo>
                  <a:lnTo>
                    <a:pt x="1351694" y="144739"/>
                  </a:lnTo>
                  <a:lnTo>
                    <a:pt x="1378728" y="139748"/>
                  </a:lnTo>
                  <a:lnTo>
                    <a:pt x="1405762" y="134757"/>
                  </a:lnTo>
                  <a:lnTo>
                    <a:pt x="1432796" y="129766"/>
                  </a:lnTo>
                  <a:lnTo>
                    <a:pt x="1459829" y="124775"/>
                  </a:lnTo>
                  <a:lnTo>
                    <a:pt x="1486863" y="119784"/>
                  </a:lnTo>
                  <a:lnTo>
                    <a:pt x="1513897" y="114793"/>
                  </a:lnTo>
                  <a:lnTo>
                    <a:pt x="1540931" y="109802"/>
                  </a:lnTo>
                  <a:lnTo>
                    <a:pt x="1567965" y="104811"/>
                  </a:lnTo>
                  <a:lnTo>
                    <a:pt x="1594999" y="99820"/>
                  </a:lnTo>
                  <a:lnTo>
                    <a:pt x="1622033" y="94829"/>
                  </a:lnTo>
                  <a:lnTo>
                    <a:pt x="1649067" y="89838"/>
                  </a:lnTo>
                  <a:lnTo>
                    <a:pt x="1676101" y="84847"/>
                  </a:lnTo>
                  <a:lnTo>
                    <a:pt x="1703134" y="79856"/>
                  </a:lnTo>
                  <a:lnTo>
                    <a:pt x="1730168" y="74865"/>
                  </a:lnTo>
                  <a:lnTo>
                    <a:pt x="1757202" y="69874"/>
                  </a:lnTo>
                  <a:lnTo>
                    <a:pt x="1784236" y="64883"/>
                  </a:lnTo>
                  <a:lnTo>
                    <a:pt x="1811270" y="59892"/>
                  </a:lnTo>
                  <a:lnTo>
                    <a:pt x="1838304" y="54901"/>
                  </a:lnTo>
                  <a:lnTo>
                    <a:pt x="1865338" y="49910"/>
                  </a:lnTo>
                  <a:lnTo>
                    <a:pt x="1892372" y="44919"/>
                  </a:lnTo>
                  <a:lnTo>
                    <a:pt x="1919406" y="39928"/>
                  </a:lnTo>
                  <a:lnTo>
                    <a:pt x="1946439" y="34937"/>
                  </a:lnTo>
                  <a:lnTo>
                    <a:pt x="1973473" y="29946"/>
                  </a:lnTo>
                  <a:lnTo>
                    <a:pt x="2000507" y="24955"/>
                  </a:lnTo>
                  <a:lnTo>
                    <a:pt x="2027541" y="19964"/>
                  </a:lnTo>
                  <a:lnTo>
                    <a:pt x="2054575" y="14973"/>
                  </a:lnTo>
                  <a:lnTo>
                    <a:pt x="2081609" y="9982"/>
                  </a:lnTo>
                  <a:lnTo>
                    <a:pt x="2108643" y="4991"/>
                  </a:lnTo>
                  <a:lnTo>
                    <a:pt x="2135677" y="0"/>
                  </a:lnTo>
                </a:path>
              </a:pathLst>
            </a:custGeom>
            <a:ln w="27101" cap="flat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2" name="pl312"/>
            <p:cNvSpPr/>
            <p:nvPr/>
          </p:nvSpPr>
          <p:spPr>
            <a:xfrm>
              <a:off x="611963" y="5730859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3" name="pl313"/>
            <p:cNvSpPr/>
            <p:nvPr/>
          </p:nvSpPr>
          <p:spPr>
            <a:xfrm>
              <a:off x="611963" y="5127934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4" name="pl314"/>
            <p:cNvSpPr/>
            <p:nvPr/>
          </p:nvSpPr>
          <p:spPr>
            <a:xfrm>
              <a:off x="611963" y="4525010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5" name="pl315"/>
            <p:cNvSpPr/>
            <p:nvPr/>
          </p:nvSpPr>
          <p:spPr>
            <a:xfrm>
              <a:off x="611963" y="3922086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6" name="pl316"/>
            <p:cNvSpPr/>
            <p:nvPr/>
          </p:nvSpPr>
          <p:spPr>
            <a:xfrm>
              <a:off x="1352331" y="3753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7" name="pl317"/>
            <p:cNvSpPr/>
            <p:nvPr/>
          </p:nvSpPr>
          <p:spPr>
            <a:xfrm>
              <a:off x="2491359" y="3753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8" name="pl318"/>
            <p:cNvSpPr/>
            <p:nvPr/>
          </p:nvSpPr>
          <p:spPr>
            <a:xfrm>
              <a:off x="3630386" y="3753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9" name="pl319"/>
            <p:cNvSpPr/>
            <p:nvPr/>
          </p:nvSpPr>
          <p:spPr>
            <a:xfrm>
              <a:off x="611963" y="6032321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0" name="pl320"/>
            <p:cNvSpPr/>
            <p:nvPr/>
          </p:nvSpPr>
          <p:spPr>
            <a:xfrm>
              <a:off x="611963" y="5429397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1" name="pl321"/>
            <p:cNvSpPr/>
            <p:nvPr/>
          </p:nvSpPr>
          <p:spPr>
            <a:xfrm>
              <a:off x="611963" y="4826472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2" name="pl322"/>
            <p:cNvSpPr/>
            <p:nvPr/>
          </p:nvSpPr>
          <p:spPr>
            <a:xfrm>
              <a:off x="611963" y="4223548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3" name="pl323"/>
            <p:cNvSpPr/>
            <p:nvPr/>
          </p:nvSpPr>
          <p:spPr>
            <a:xfrm>
              <a:off x="782817" y="3753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4" name="pl324"/>
            <p:cNvSpPr/>
            <p:nvPr/>
          </p:nvSpPr>
          <p:spPr>
            <a:xfrm>
              <a:off x="1921845" y="3753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5" name="pl325"/>
            <p:cNvSpPr/>
            <p:nvPr/>
          </p:nvSpPr>
          <p:spPr>
            <a:xfrm>
              <a:off x="3060873" y="3753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6" name="pl326"/>
            <p:cNvSpPr/>
            <p:nvPr/>
          </p:nvSpPr>
          <p:spPr>
            <a:xfrm>
              <a:off x="4199900" y="3753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7" name="pt327"/>
            <p:cNvSpPr/>
            <p:nvPr/>
          </p:nvSpPr>
          <p:spPr>
            <a:xfrm>
              <a:off x="3719463" y="492223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8" name="pt328"/>
            <p:cNvSpPr/>
            <p:nvPr/>
          </p:nvSpPr>
          <p:spPr>
            <a:xfrm>
              <a:off x="3947269" y="468106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9" name="pt329"/>
            <p:cNvSpPr/>
            <p:nvPr/>
          </p:nvSpPr>
          <p:spPr>
            <a:xfrm>
              <a:off x="3719463" y="459062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0" name="pt330"/>
            <p:cNvSpPr/>
            <p:nvPr/>
          </p:nvSpPr>
          <p:spPr>
            <a:xfrm>
              <a:off x="3491658" y="468106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1" name="pt331"/>
            <p:cNvSpPr/>
            <p:nvPr/>
          </p:nvSpPr>
          <p:spPr>
            <a:xfrm>
              <a:off x="1669213" y="5283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2" name="pt332"/>
            <p:cNvSpPr/>
            <p:nvPr/>
          </p:nvSpPr>
          <p:spPr>
            <a:xfrm>
              <a:off x="3263852" y="450018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3" name="pt333"/>
            <p:cNvSpPr/>
            <p:nvPr/>
          </p:nvSpPr>
          <p:spPr>
            <a:xfrm>
              <a:off x="2808241" y="510310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4" name="pt334"/>
            <p:cNvSpPr/>
            <p:nvPr/>
          </p:nvSpPr>
          <p:spPr>
            <a:xfrm>
              <a:off x="2124824" y="4982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5" name="pt335"/>
            <p:cNvSpPr/>
            <p:nvPr/>
          </p:nvSpPr>
          <p:spPr>
            <a:xfrm>
              <a:off x="1897019" y="5283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6" name="pt336"/>
            <p:cNvSpPr/>
            <p:nvPr/>
          </p:nvSpPr>
          <p:spPr>
            <a:xfrm>
              <a:off x="2808241" y="5283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7" name="pt337"/>
            <p:cNvSpPr/>
            <p:nvPr/>
          </p:nvSpPr>
          <p:spPr>
            <a:xfrm>
              <a:off x="1441408" y="5223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8" name="pt338"/>
            <p:cNvSpPr/>
            <p:nvPr/>
          </p:nvSpPr>
          <p:spPr>
            <a:xfrm>
              <a:off x="3719463" y="4922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9" name="pt339"/>
            <p:cNvSpPr/>
            <p:nvPr/>
          </p:nvSpPr>
          <p:spPr>
            <a:xfrm>
              <a:off x="1897019" y="540457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0" name="pt340"/>
            <p:cNvSpPr/>
            <p:nvPr/>
          </p:nvSpPr>
          <p:spPr>
            <a:xfrm>
              <a:off x="1441408" y="5223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1" name="pt341"/>
            <p:cNvSpPr/>
            <p:nvPr/>
          </p:nvSpPr>
          <p:spPr>
            <a:xfrm>
              <a:off x="1669213" y="540457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2" name="pt342"/>
            <p:cNvSpPr/>
            <p:nvPr/>
          </p:nvSpPr>
          <p:spPr>
            <a:xfrm>
              <a:off x="757991" y="57060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3" name="pt343"/>
            <p:cNvSpPr/>
            <p:nvPr/>
          </p:nvSpPr>
          <p:spPr>
            <a:xfrm>
              <a:off x="1441408" y="53744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4" name="pt344"/>
            <p:cNvSpPr/>
            <p:nvPr/>
          </p:nvSpPr>
          <p:spPr>
            <a:xfrm>
              <a:off x="3719463" y="510310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5" name="pt345"/>
            <p:cNvSpPr/>
            <p:nvPr/>
          </p:nvSpPr>
          <p:spPr>
            <a:xfrm>
              <a:off x="3491658" y="450018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6" name="pt346"/>
            <p:cNvSpPr/>
            <p:nvPr/>
          </p:nvSpPr>
          <p:spPr>
            <a:xfrm>
              <a:off x="3036047" y="465091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7" name="pt347"/>
            <p:cNvSpPr/>
            <p:nvPr/>
          </p:nvSpPr>
          <p:spPr>
            <a:xfrm>
              <a:off x="3036047" y="5163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8" name="pt348"/>
            <p:cNvSpPr/>
            <p:nvPr/>
          </p:nvSpPr>
          <p:spPr>
            <a:xfrm>
              <a:off x="2808241" y="504281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9" name="pt349"/>
            <p:cNvSpPr/>
            <p:nvPr/>
          </p:nvSpPr>
          <p:spPr>
            <a:xfrm>
              <a:off x="1441408" y="549500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0" name="pt350"/>
            <p:cNvSpPr/>
            <p:nvPr/>
          </p:nvSpPr>
          <p:spPr>
            <a:xfrm>
              <a:off x="4175074" y="465091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1" name="pt351"/>
            <p:cNvSpPr/>
            <p:nvPr/>
          </p:nvSpPr>
          <p:spPr>
            <a:xfrm>
              <a:off x="1669213" y="4922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2" name="pt352"/>
            <p:cNvSpPr/>
            <p:nvPr/>
          </p:nvSpPr>
          <p:spPr>
            <a:xfrm>
              <a:off x="1897019" y="53744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3" name="pt353"/>
            <p:cNvSpPr/>
            <p:nvPr/>
          </p:nvSpPr>
          <p:spPr>
            <a:xfrm>
              <a:off x="1669213" y="552515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4" name="pt354"/>
            <p:cNvSpPr/>
            <p:nvPr/>
          </p:nvSpPr>
          <p:spPr>
            <a:xfrm>
              <a:off x="3719463" y="480164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5" name="pt355"/>
            <p:cNvSpPr/>
            <p:nvPr/>
          </p:nvSpPr>
          <p:spPr>
            <a:xfrm>
              <a:off x="3719463" y="480164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6" name="pt356"/>
            <p:cNvSpPr/>
            <p:nvPr/>
          </p:nvSpPr>
          <p:spPr>
            <a:xfrm>
              <a:off x="3263852" y="5223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7" name="pt357"/>
            <p:cNvSpPr/>
            <p:nvPr/>
          </p:nvSpPr>
          <p:spPr>
            <a:xfrm>
              <a:off x="3036047" y="47112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8" name="pt358"/>
            <p:cNvSpPr/>
            <p:nvPr/>
          </p:nvSpPr>
          <p:spPr>
            <a:xfrm>
              <a:off x="4175074" y="440974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9" name="pt359"/>
            <p:cNvSpPr/>
            <p:nvPr/>
          </p:nvSpPr>
          <p:spPr>
            <a:xfrm>
              <a:off x="2580435" y="4801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0" name="pt360"/>
            <p:cNvSpPr/>
            <p:nvPr/>
          </p:nvSpPr>
          <p:spPr>
            <a:xfrm>
              <a:off x="3719463" y="456047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1" name="pt361"/>
            <p:cNvSpPr/>
            <p:nvPr/>
          </p:nvSpPr>
          <p:spPr>
            <a:xfrm>
              <a:off x="3947269" y="443989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2" name="pt362"/>
            <p:cNvSpPr/>
            <p:nvPr/>
          </p:nvSpPr>
          <p:spPr>
            <a:xfrm>
              <a:off x="3491658" y="480164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3" name="pt363"/>
            <p:cNvSpPr/>
            <p:nvPr/>
          </p:nvSpPr>
          <p:spPr>
            <a:xfrm>
              <a:off x="1669213" y="519354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4" name="pt364"/>
            <p:cNvSpPr/>
            <p:nvPr/>
          </p:nvSpPr>
          <p:spPr>
            <a:xfrm>
              <a:off x="3263852" y="480164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5" name="pt365"/>
            <p:cNvSpPr/>
            <p:nvPr/>
          </p:nvSpPr>
          <p:spPr>
            <a:xfrm>
              <a:off x="3719463" y="450018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6" name="pt366"/>
            <p:cNvSpPr/>
            <p:nvPr/>
          </p:nvSpPr>
          <p:spPr>
            <a:xfrm>
              <a:off x="3263852" y="465091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7" name="pt367"/>
            <p:cNvSpPr/>
            <p:nvPr/>
          </p:nvSpPr>
          <p:spPr>
            <a:xfrm>
              <a:off x="3947269" y="440974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8" name="pt368"/>
            <p:cNvSpPr/>
            <p:nvPr/>
          </p:nvSpPr>
          <p:spPr>
            <a:xfrm>
              <a:off x="1669213" y="5042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9" name="pt369"/>
            <p:cNvSpPr/>
            <p:nvPr/>
          </p:nvSpPr>
          <p:spPr>
            <a:xfrm>
              <a:off x="3263852" y="492223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0" name="pt370"/>
            <p:cNvSpPr/>
            <p:nvPr/>
          </p:nvSpPr>
          <p:spPr>
            <a:xfrm>
              <a:off x="3947269" y="459062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1" name="pt371"/>
            <p:cNvSpPr/>
            <p:nvPr/>
          </p:nvSpPr>
          <p:spPr>
            <a:xfrm>
              <a:off x="985797" y="5886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2" name="pt372"/>
            <p:cNvSpPr/>
            <p:nvPr/>
          </p:nvSpPr>
          <p:spPr>
            <a:xfrm>
              <a:off x="985797" y="5886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3" name="pt373"/>
            <p:cNvSpPr/>
            <p:nvPr/>
          </p:nvSpPr>
          <p:spPr>
            <a:xfrm>
              <a:off x="3263852" y="483179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4" name="pt374"/>
            <p:cNvSpPr/>
            <p:nvPr/>
          </p:nvSpPr>
          <p:spPr>
            <a:xfrm>
              <a:off x="2352630" y="52538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5" name="pt375"/>
            <p:cNvSpPr/>
            <p:nvPr/>
          </p:nvSpPr>
          <p:spPr>
            <a:xfrm>
              <a:off x="1669213" y="55854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6" name="pt376"/>
            <p:cNvSpPr/>
            <p:nvPr/>
          </p:nvSpPr>
          <p:spPr>
            <a:xfrm>
              <a:off x="4175074" y="437959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7" name="pt377"/>
            <p:cNvSpPr/>
            <p:nvPr/>
          </p:nvSpPr>
          <p:spPr>
            <a:xfrm>
              <a:off x="4175074" y="419872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8" name="pt378"/>
            <p:cNvSpPr/>
            <p:nvPr/>
          </p:nvSpPr>
          <p:spPr>
            <a:xfrm>
              <a:off x="3491658" y="471120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9" name="pt379"/>
            <p:cNvSpPr/>
            <p:nvPr/>
          </p:nvSpPr>
          <p:spPr>
            <a:xfrm>
              <a:off x="3719463" y="471120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0" name="pt380"/>
            <p:cNvSpPr/>
            <p:nvPr/>
          </p:nvSpPr>
          <p:spPr>
            <a:xfrm>
              <a:off x="3947269" y="453033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1" name="pt381"/>
            <p:cNvSpPr/>
            <p:nvPr/>
          </p:nvSpPr>
          <p:spPr>
            <a:xfrm>
              <a:off x="2352630" y="489208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2" name="pt382"/>
            <p:cNvSpPr/>
            <p:nvPr/>
          </p:nvSpPr>
          <p:spPr>
            <a:xfrm>
              <a:off x="3947269" y="471120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3" name="pt383"/>
            <p:cNvSpPr/>
            <p:nvPr/>
          </p:nvSpPr>
          <p:spPr>
            <a:xfrm>
              <a:off x="3719463" y="486193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4" name="pt384"/>
            <p:cNvSpPr/>
            <p:nvPr/>
          </p:nvSpPr>
          <p:spPr>
            <a:xfrm>
              <a:off x="3491658" y="440974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5" name="pt385"/>
            <p:cNvSpPr/>
            <p:nvPr/>
          </p:nvSpPr>
          <p:spPr>
            <a:xfrm>
              <a:off x="1441408" y="5464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6" name="pt386"/>
            <p:cNvSpPr/>
            <p:nvPr/>
          </p:nvSpPr>
          <p:spPr>
            <a:xfrm>
              <a:off x="3263852" y="4982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7" name="pt387"/>
            <p:cNvSpPr/>
            <p:nvPr/>
          </p:nvSpPr>
          <p:spPr>
            <a:xfrm>
              <a:off x="3491658" y="462076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8" name="pt388"/>
            <p:cNvSpPr/>
            <p:nvPr/>
          </p:nvSpPr>
          <p:spPr>
            <a:xfrm>
              <a:off x="1213602" y="5464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9" name="pt389"/>
            <p:cNvSpPr/>
            <p:nvPr/>
          </p:nvSpPr>
          <p:spPr>
            <a:xfrm>
              <a:off x="3036047" y="513325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0" name="pt390"/>
            <p:cNvSpPr/>
            <p:nvPr/>
          </p:nvSpPr>
          <p:spPr>
            <a:xfrm>
              <a:off x="3947269" y="437959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1" name="pt391"/>
            <p:cNvSpPr/>
            <p:nvPr/>
          </p:nvSpPr>
          <p:spPr>
            <a:xfrm>
              <a:off x="1897019" y="4982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2" name="pt392"/>
            <p:cNvSpPr/>
            <p:nvPr/>
          </p:nvSpPr>
          <p:spPr>
            <a:xfrm>
              <a:off x="3947269" y="480164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3" name="pt393"/>
            <p:cNvSpPr/>
            <p:nvPr/>
          </p:nvSpPr>
          <p:spPr>
            <a:xfrm>
              <a:off x="1213602" y="58266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4" name="pt394"/>
            <p:cNvSpPr/>
            <p:nvPr/>
          </p:nvSpPr>
          <p:spPr>
            <a:xfrm>
              <a:off x="3491658" y="462076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5" name="pt395"/>
            <p:cNvSpPr/>
            <p:nvPr/>
          </p:nvSpPr>
          <p:spPr>
            <a:xfrm>
              <a:off x="1441408" y="552515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6" name="pt396"/>
            <p:cNvSpPr/>
            <p:nvPr/>
          </p:nvSpPr>
          <p:spPr>
            <a:xfrm>
              <a:off x="1213602" y="5042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7" name="pt397"/>
            <p:cNvSpPr/>
            <p:nvPr/>
          </p:nvSpPr>
          <p:spPr>
            <a:xfrm>
              <a:off x="3491658" y="486193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8" name="pt398"/>
            <p:cNvSpPr/>
            <p:nvPr/>
          </p:nvSpPr>
          <p:spPr>
            <a:xfrm>
              <a:off x="4175074" y="413843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9" name="pt399"/>
            <p:cNvSpPr/>
            <p:nvPr/>
          </p:nvSpPr>
          <p:spPr>
            <a:xfrm>
              <a:off x="2124824" y="540457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0" name="pt400"/>
            <p:cNvSpPr/>
            <p:nvPr/>
          </p:nvSpPr>
          <p:spPr>
            <a:xfrm>
              <a:off x="2352630" y="507296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1" name="pt401"/>
            <p:cNvSpPr/>
            <p:nvPr/>
          </p:nvSpPr>
          <p:spPr>
            <a:xfrm>
              <a:off x="1213602" y="58266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2" name="pt402"/>
            <p:cNvSpPr/>
            <p:nvPr/>
          </p:nvSpPr>
          <p:spPr>
            <a:xfrm>
              <a:off x="985797" y="5464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3" name="pt403"/>
            <p:cNvSpPr/>
            <p:nvPr/>
          </p:nvSpPr>
          <p:spPr>
            <a:xfrm>
              <a:off x="2124824" y="5103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4" name="pt404"/>
            <p:cNvSpPr/>
            <p:nvPr/>
          </p:nvSpPr>
          <p:spPr>
            <a:xfrm>
              <a:off x="985797" y="55854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5" name="pt405"/>
            <p:cNvSpPr/>
            <p:nvPr/>
          </p:nvSpPr>
          <p:spPr>
            <a:xfrm>
              <a:off x="2124824" y="4801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6" name="pt406"/>
            <p:cNvSpPr/>
            <p:nvPr/>
          </p:nvSpPr>
          <p:spPr>
            <a:xfrm>
              <a:off x="1441408" y="56155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7" name="pt407"/>
            <p:cNvSpPr/>
            <p:nvPr/>
          </p:nvSpPr>
          <p:spPr>
            <a:xfrm>
              <a:off x="3947269" y="434945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8" name="pt408"/>
            <p:cNvSpPr/>
            <p:nvPr/>
          </p:nvSpPr>
          <p:spPr>
            <a:xfrm>
              <a:off x="2808241" y="528398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9" name="pt409"/>
            <p:cNvSpPr/>
            <p:nvPr/>
          </p:nvSpPr>
          <p:spPr>
            <a:xfrm>
              <a:off x="757991" y="59472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0" name="pt410"/>
            <p:cNvSpPr/>
            <p:nvPr/>
          </p:nvSpPr>
          <p:spPr>
            <a:xfrm>
              <a:off x="1441408" y="5283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1" name="pt411"/>
            <p:cNvSpPr/>
            <p:nvPr/>
          </p:nvSpPr>
          <p:spPr>
            <a:xfrm>
              <a:off x="757991" y="57663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2" name="pt412"/>
            <p:cNvSpPr/>
            <p:nvPr/>
          </p:nvSpPr>
          <p:spPr>
            <a:xfrm>
              <a:off x="1213602" y="55854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3" name="pt413"/>
            <p:cNvSpPr/>
            <p:nvPr/>
          </p:nvSpPr>
          <p:spPr>
            <a:xfrm>
              <a:off x="1441408" y="57663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4" name="pt414"/>
            <p:cNvSpPr/>
            <p:nvPr/>
          </p:nvSpPr>
          <p:spPr>
            <a:xfrm>
              <a:off x="1213602" y="5886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5" name="pt415"/>
            <p:cNvSpPr/>
            <p:nvPr/>
          </p:nvSpPr>
          <p:spPr>
            <a:xfrm>
              <a:off x="1213602" y="531413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6" name="pt416"/>
            <p:cNvSpPr/>
            <p:nvPr/>
          </p:nvSpPr>
          <p:spPr>
            <a:xfrm>
              <a:off x="985797" y="5886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7" name="pt417"/>
            <p:cNvSpPr/>
            <p:nvPr/>
          </p:nvSpPr>
          <p:spPr>
            <a:xfrm>
              <a:off x="2352630" y="489208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8" name="pt418"/>
            <p:cNvSpPr/>
            <p:nvPr/>
          </p:nvSpPr>
          <p:spPr>
            <a:xfrm>
              <a:off x="3036047" y="486193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9" name="pt419"/>
            <p:cNvSpPr/>
            <p:nvPr/>
          </p:nvSpPr>
          <p:spPr>
            <a:xfrm>
              <a:off x="1213602" y="5464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0" name="pt420"/>
            <p:cNvSpPr/>
            <p:nvPr/>
          </p:nvSpPr>
          <p:spPr>
            <a:xfrm>
              <a:off x="1213602" y="57663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1" name="pt421"/>
            <p:cNvSpPr/>
            <p:nvPr/>
          </p:nvSpPr>
          <p:spPr>
            <a:xfrm>
              <a:off x="3947269" y="450018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2" name="pt422"/>
            <p:cNvSpPr/>
            <p:nvPr/>
          </p:nvSpPr>
          <p:spPr>
            <a:xfrm>
              <a:off x="1213602" y="57060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3" name="pt423"/>
            <p:cNvSpPr/>
            <p:nvPr/>
          </p:nvSpPr>
          <p:spPr>
            <a:xfrm>
              <a:off x="3036047" y="474135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4" name="pt424"/>
            <p:cNvSpPr/>
            <p:nvPr/>
          </p:nvSpPr>
          <p:spPr>
            <a:xfrm>
              <a:off x="1441408" y="552515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5" name="pt425"/>
            <p:cNvSpPr/>
            <p:nvPr/>
          </p:nvSpPr>
          <p:spPr>
            <a:xfrm>
              <a:off x="3719463" y="456047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6" name="pt426"/>
            <p:cNvSpPr/>
            <p:nvPr/>
          </p:nvSpPr>
          <p:spPr>
            <a:xfrm>
              <a:off x="985797" y="58266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7" name="pt427"/>
            <p:cNvSpPr/>
            <p:nvPr/>
          </p:nvSpPr>
          <p:spPr>
            <a:xfrm>
              <a:off x="3263852" y="474135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8" name="pt428"/>
            <p:cNvSpPr/>
            <p:nvPr/>
          </p:nvSpPr>
          <p:spPr>
            <a:xfrm>
              <a:off x="2580435" y="486193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9" name="pt429"/>
            <p:cNvSpPr/>
            <p:nvPr/>
          </p:nvSpPr>
          <p:spPr>
            <a:xfrm>
              <a:off x="985797" y="6007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0" name="pt430"/>
            <p:cNvSpPr/>
            <p:nvPr/>
          </p:nvSpPr>
          <p:spPr>
            <a:xfrm>
              <a:off x="1897019" y="531413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1" name="pt431"/>
            <p:cNvSpPr/>
            <p:nvPr/>
          </p:nvSpPr>
          <p:spPr>
            <a:xfrm>
              <a:off x="3719463" y="483179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2" name="pt432"/>
            <p:cNvSpPr/>
            <p:nvPr/>
          </p:nvSpPr>
          <p:spPr>
            <a:xfrm>
              <a:off x="3947269" y="453033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3" name="pt433"/>
            <p:cNvSpPr/>
            <p:nvPr/>
          </p:nvSpPr>
          <p:spPr>
            <a:xfrm>
              <a:off x="3947269" y="468106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4" name="pt434"/>
            <p:cNvSpPr/>
            <p:nvPr/>
          </p:nvSpPr>
          <p:spPr>
            <a:xfrm>
              <a:off x="1213602" y="5344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5" name="pt435"/>
            <p:cNvSpPr/>
            <p:nvPr/>
          </p:nvSpPr>
          <p:spPr>
            <a:xfrm>
              <a:off x="757991" y="6007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6" name="pt436"/>
            <p:cNvSpPr/>
            <p:nvPr/>
          </p:nvSpPr>
          <p:spPr>
            <a:xfrm>
              <a:off x="1441408" y="5645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7" name="pt437"/>
            <p:cNvSpPr/>
            <p:nvPr/>
          </p:nvSpPr>
          <p:spPr>
            <a:xfrm>
              <a:off x="985797" y="5344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8" name="pt438"/>
            <p:cNvSpPr/>
            <p:nvPr/>
          </p:nvSpPr>
          <p:spPr>
            <a:xfrm>
              <a:off x="985797" y="5464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9" name="pt439"/>
            <p:cNvSpPr/>
            <p:nvPr/>
          </p:nvSpPr>
          <p:spPr>
            <a:xfrm>
              <a:off x="3719463" y="456047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0" name="pt440"/>
            <p:cNvSpPr/>
            <p:nvPr/>
          </p:nvSpPr>
          <p:spPr>
            <a:xfrm>
              <a:off x="2580435" y="480164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1" name="pt441"/>
            <p:cNvSpPr/>
            <p:nvPr/>
          </p:nvSpPr>
          <p:spPr>
            <a:xfrm>
              <a:off x="757991" y="5645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2" name="pt442"/>
            <p:cNvSpPr/>
            <p:nvPr/>
          </p:nvSpPr>
          <p:spPr>
            <a:xfrm>
              <a:off x="3947269" y="437959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3" name="pt443"/>
            <p:cNvSpPr/>
            <p:nvPr/>
          </p:nvSpPr>
          <p:spPr>
            <a:xfrm>
              <a:off x="4175074" y="440974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4" name="pt444"/>
            <p:cNvSpPr/>
            <p:nvPr/>
          </p:nvSpPr>
          <p:spPr>
            <a:xfrm>
              <a:off x="4175074" y="453033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5" name="pt445"/>
            <p:cNvSpPr/>
            <p:nvPr/>
          </p:nvSpPr>
          <p:spPr>
            <a:xfrm>
              <a:off x="3947269" y="425901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6" name="pt446"/>
            <p:cNvSpPr/>
            <p:nvPr/>
          </p:nvSpPr>
          <p:spPr>
            <a:xfrm>
              <a:off x="757991" y="6007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7" name="pt447"/>
            <p:cNvSpPr/>
            <p:nvPr/>
          </p:nvSpPr>
          <p:spPr>
            <a:xfrm>
              <a:off x="1213602" y="5103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8" name="pt448"/>
            <p:cNvSpPr/>
            <p:nvPr/>
          </p:nvSpPr>
          <p:spPr>
            <a:xfrm>
              <a:off x="985797" y="5344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9" name="pt449"/>
            <p:cNvSpPr/>
            <p:nvPr/>
          </p:nvSpPr>
          <p:spPr>
            <a:xfrm>
              <a:off x="985797" y="6007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0" name="pt450"/>
            <p:cNvSpPr/>
            <p:nvPr/>
          </p:nvSpPr>
          <p:spPr>
            <a:xfrm>
              <a:off x="3491658" y="498252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1" name="pt451"/>
            <p:cNvSpPr/>
            <p:nvPr/>
          </p:nvSpPr>
          <p:spPr>
            <a:xfrm>
              <a:off x="3947269" y="456047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2" name="pt452"/>
            <p:cNvSpPr/>
            <p:nvPr/>
          </p:nvSpPr>
          <p:spPr>
            <a:xfrm>
              <a:off x="3719463" y="437959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3" name="pt453"/>
            <p:cNvSpPr/>
            <p:nvPr/>
          </p:nvSpPr>
          <p:spPr>
            <a:xfrm>
              <a:off x="3719463" y="474135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4" name="pt454"/>
            <p:cNvSpPr/>
            <p:nvPr/>
          </p:nvSpPr>
          <p:spPr>
            <a:xfrm>
              <a:off x="1441408" y="5283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5" name="pt455"/>
            <p:cNvSpPr/>
            <p:nvPr/>
          </p:nvSpPr>
          <p:spPr>
            <a:xfrm>
              <a:off x="1213602" y="55854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6" name="pt456"/>
            <p:cNvSpPr/>
            <p:nvPr/>
          </p:nvSpPr>
          <p:spPr>
            <a:xfrm>
              <a:off x="1669213" y="5344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7" name="pt457"/>
            <p:cNvSpPr/>
            <p:nvPr/>
          </p:nvSpPr>
          <p:spPr>
            <a:xfrm>
              <a:off x="1213602" y="53744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8" name="pt458"/>
            <p:cNvSpPr/>
            <p:nvPr/>
          </p:nvSpPr>
          <p:spPr>
            <a:xfrm>
              <a:off x="3036047" y="5042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9" name="pt459"/>
            <p:cNvSpPr/>
            <p:nvPr/>
          </p:nvSpPr>
          <p:spPr>
            <a:xfrm>
              <a:off x="1213602" y="5163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0" name="pt460"/>
            <p:cNvSpPr/>
            <p:nvPr/>
          </p:nvSpPr>
          <p:spPr>
            <a:xfrm>
              <a:off x="1441408" y="519354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1" name="pt461"/>
            <p:cNvSpPr/>
            <p:nvPr/>
          </p:nvSpPr>
          <p:spPr>
            <a:xfrm>
              <a:off x="3947269" y="419872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2" name="pt462"/>
            <p:cNvSpPr/>
            <p:nvPr/>
          </p:nvSpPr>
          <p:spPr>
            <a:xfrm>
              <a:off x="1213602" y="5223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3" name="pt463"/>
            <p:cNvSpPr/>
            <p:nvPr/>
          </p:nvSpPr>
          <p:spPr>
            <a:xfrm>
              <a:off x="3263852" y="480164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4" name="pt464"/>
            <p:cNvSpPr/>
            <p:nvPr/>
          </p:nvSpPr>
          <p:spPr>
            <a:xfrm>
              <a:off x="1441408" y="5464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5" name="pt465"/>
            <p:cNvSpPr/>
            <p:nvPr/>
          </p:nvSpPr>
          <p:spPr>
            <a:xfrm>
              <a:off x="1213602" y="57663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6" name="pt466"/>
            <p:cNvSpPr/>
            <p:nvPr/>
          </p:nvSpPr>
          <p:spPr>
            <a:xfrm>
              <a:off x="985797" y="552515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7" name="pt467"/>
            <p:cNvSpPr/>
            <p:nvPr/>
          </p:nvSpPr>
          <p:spPr>
            <a:xfrm>
              <a:off x="1441408" y="5344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8" name="pt468"/>
            <p:cNvSpPr/>
            <p:nvPr/>
          </p:nvSpPr>
          <p:spPr>
            <a:xfrm>
              <a:off x="2808241" y="516340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9" name="pt469"/>
            <p:cNvSpPr/>
            <p:nvPr/>
          </p:nvSpPr>
          <p:spPr>
            <a:xfrm>
              <a:off x="2580435" y="5163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0" name="pt470"/>
            <p:cNvSpPr/>
            <p:nvPr/>
          </p:nvSpPr>
          <p:spPr>
            <a:xfrm>
              <a:off x="2808241" y="534427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1" name="pt471"/>
            <p:cNvSpPr/>
            <p:nvPr/>
          </p:nvSpPr>
          <p:spPr>
            <a:xfrm>
              <a:off x="1441408" y="5464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2" name="pt472"/>
            <p:cNvSpPr/>
            <p:nvPr/>
          </p:nvSpPr>
          <p:spPr>
            <a:xfrm>
              <a:off x="985797" y="5223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3" name="pt473"/>
            <p:cNvSpPr/>
            <p:nvPr/>
          </p:nvSpPr>
          <p:spPr>
            <a:xfrm>
              <a:off x="1213602" y="552515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4" name="pt474"/>
            <p:cNvSpPr/>
            <p:nvPr/>
          </p:nvSpPr>
          <p:spPr>
            <a:xfrm>
              <a:off x="1441408" y="5283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5" name="pt475"/>
            <p:cNvSpPr/>
            <p:nvPr/>
          </p:nvSpPr>
          <p:spPr>
            <a:xfrm>
              <a:off x="757991" y="5645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6" name="pt476"/>
            <p:cNvSpPr/>
            <p:nvPr/>
          </p:nvSpPr>
          <p:spPr>
            <a:xfrm>
              <a:off x="1897019" y="489208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7" name="pt477"/>
            <p:cNvSpPr/>
            <p:nvPr/>
          </p:nvSpPr>
          <p:spPr>
            <a:xfrm>
              <a:off x="757991" y="59472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8" name="pt478"/>
            <p:cNvSpPr/>
            <p:nvPr/>
          </p:nvSpPr>
          <p:spPr>
            <a:xfrm>
              <a:off x="985797" y="57060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9" name="pt479"/>
            <p:cNvSpPr/>
            <p:nvPr/>
          </p:nvSpPr>
          <p:spPr>
            <a:xfrm>
              <a:off x="757991" y="6007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0" name="pt480"/>
            <p:cNvSpPr/>
            <p:nvPr/>
          </p:nvSpPr>
          <p:spPr>
            <a:xfrm>
              <a:off x="3263852" y="480164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1" name="pt481"/>
            <p:cNvSpPr/>
            <p:nvPr/>
          </p:nvSpPr>
          <p:spPr>
            <a:xfrm>
              <a:off x="3947269" y="437959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2" name="pt482"/>
            <p:cNvSpPr/>
            <p:nvPr/>
          </p:nvSpPr>
          <p:spPr>
            <a:xfrm>
              <a:off x="1441408" y="5223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3" name="pt483"/>
            <p:cNvSpPr/>
            <p:nvPr/>
          </p:nvSpPr>
          <p:spPr>
            <a:xfrm>
              <a:off x="4175074" y="431930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4" name="pt484"/>
            <p:cNvSpPr/>
            <p:nvPr/>
          </p:nvSpPr>
          <p:spPr>
            <a:xfrm>
              <a:off x="2124824" y="552515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5" name="pt485"/>
            <p:cNvSpPr/>
            <p:nvPr/>
          </p:nvSpPr>
          <p:spPr>
            <a:xfrm>
              <a:off x="1669213" y="513325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6" name="pt486"/>
            <p:cNvSpPr/>
            <p:nvPr/>
          </p:nvSpPr>
          <p:spPr>
            <a:xfrm>
              <a:off x="3036047" y="501267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7" name="pt487"/>
            <p:cNvSpPr/>
            <p:nvPr/>
          </p:nvSpPr>
          <p:spPr>
            <a:xfrm>
              <a:off x="757991" y="6007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8" name="pt488"/>
            <p:cNvSpPr/>
            <p:nvPr/>
          </p:nvSpPr>
          <p:spPr>
            <a:xfrm>
              <a:off x="1441408" y="55854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9" name="pt489"/>
            <p:cNvSpPr/>
            <p:nvPr/>
          </p:nvSpPr>
          <p:spPr>
            <a:xfrm>
              <a:off x="1213602" y="5886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0" name="pt490"/>
            <p:cNvSpPr/>
            <p:nvPr/>
          </p:nvSpPr>
          <p:spPr>
            <a:xfrm>
              <a:off x="1441408" y="5464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1" name="pt491"/>
            <p:cNvSpPr/>
            <p:nvPr/>
          </p:nvSpPr>
          <p:spPr>
            <a:xfrm>
              <a:off x="1213602" y="57060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2" name="pt492"/>
            <p:cNvSpPr/>
            <p:nvPr/>
          </p:nvSpPr>
          <p:spPr>
            <a:xfrm>
              <a:off x="985797" y="58266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3" name="pt493"/>
            <p:cNvSpPr/>
            <p:nvPr/>
          </p:nvSpPr>
          <p:spPr>
            <a:xfrm>
              <a:off x="4175074" y="462076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4" name="pt494"/>
            <p:cNvSpPr/>
            <p:nvPr/>
          </p:nvSpPr>
          <p:spPr>
            <a:xfrm>
              <a:off x="1441408" y="5283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5" name="pt495"/>
            <p:cNvSpPr/>
            <p:nvPr/>
          </p:nvSpPr>
          <p:spPr>
            <a:xfrm>
              <a:off x="1669213" y="552515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6" name="pt496"/>
            <p:cNvSpPr/>
            <p:nvPr/>
          </p:nvSpPr>
          <p:spPr>
            <a:xfrm>
              <a:off x="1441408" y="5103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7" name="pt497"/>
            <p:cNvSpPr/>
            <p:nvPr/>
          </p:nvSpPr>
          <p:spPr>
            <a:xfrm>
              <a:off x="1441408" y="540457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8" name="pt498"/>
            <p:cNvSpPr/>
            <p:nvPr/>
          </p:nvSpPr>
          <p:spPr>
            <a:xfrm>
              <a:off x="1213602" y="52538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9" name="pt499"/>
            <p:cNvSpPr/>
            <p:nvPr/>
          </p:nvSpPr>
          <p:spPr>
            <a:xfrm>
              <a:off x="1213602" y="501267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0" name="pt500"/>
            <p:cNvSpPr/>
            <p:nvPr/>
          </p:nvSpPr>
          <p:spPr>
            <a:xfrm>
              <a:off x="985797" y="55854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1" name="pt501"/>
            <p:cNvSpPr/>
            <p:nvPr/>
          </p:nvSpPr>
          <p:spPr>
            <a:xfrm>
              <a:off x="985797" y="552515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2" name="pt502"/>
            <p:cNvSpPr/>
            <p:nvPr/>
          </p:nvSpPr>
          <p:spPr>
            <a:xfrm>
              <a:off x="1213602" y="57663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3" name="tx503"/>
            <p:cNvSpPr/>
            <p:nvPr/>
          </p:nvSpPr>
          <p:spPr>
            <a:xfrm>
              <a:off x="799902" y="3908197"/>
              <a:ext cx="91715" cy="909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 i="1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504" name="tx504"/>
            <p:cNvSpPr/>
            <p:nvPr/>
          </p:nvSpPr>
          <p:spPr>
            <a:xfrm>
              <a:off x="905254" y="3872646"/>
              <a:ext cx="49441" cy="638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505" name="tx505"/>
            <p:cNvSpPr/>
            <p:nvPr/>
          </p:nvSpPr>
          <p:spPr>
            <a:xfrm>
              <a:off x="954696" y="3999107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506" name="tx506"/>
            <p:cNvSpPr/>
            <p:nvPr/>
          </p:nvSpPr>
          <p:spPr>
            <a:xfrm>
              <a:off x="989485" y="3961093"/>
              <a:ext cx="74166" cy="3801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507" name="tx507"/>
            <p:cNvSpPr/>
            <p:nvPr/>
          </p:nvSpPr>
          <p:spPr>
            <a:xfrm>
              <a:off x="1063651" y="3999107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508" name="tx508"/>
            <p:cNvSpPr/>
            <p:nvPr/>
          </p:nvSpPr>
          <p:spPr>
            <a:xfrm>
              <a:off x="1098439" y="3906275"/>
              <a:ext cx="247178" cy="9283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0.47</a:t>
              </a:r>
            </a:p>
          </p:txBody>
        </p:sp>
        <p:sp>
          <p:nvSpPr>
            <p:cNvPr id="509" name="pl509"/>
            <p:cNvSpPr/>
            <p:nvPr/>
          </p:nvSpPr>
          <p:spPr>
            <a:xfrm>
              <a:off x="782817" y="4679897"/>
              <a:ext cx="2961472" cy="1035211"/>
            </a:xfrm>
            <a:custGeom>
              <a:avLst/>
              <a:gdLst/>
              <a:ahLst/>
              <a:cxnLst/>
              <a:rect l="0" t="0" r="0" b="0"/>
              <a:pathLst>
                <a:path w="2961472" h="1035211">
                  <a:moveTo>
                    <a:pt x="0" y="1035211"/>
                  </a:moveTo>
                  <a:lnTo>
                    <a:pt x="37486" y="1022107"/>
                  </a:lnTo>
                  <a:lnTo>
                    <a:pt x="74973" y="1009003"/>
                  </a:lnTo>
                  <a:lnTo>
                    <a:pt x="112460" y="995899"/>
                  </a:lnTo>
                  <a:lnTo>
                    <a:pt x="149947" y="982795"/>
                  </a:lnTo>
                  <a:lnTo>
                    <a:pt x="187434" y="969691"/>
                  </a:lnTo>
                  <a:lnTo>
                    <a:pt x="224921" y="956587"/>
                  </a:lnTo>
                  <a:lnTo>
                    <a:pt x="262408" y="943483"/>
                  </a:lnTo>
                  <a:lnTo>
                    <a:pt x="299895" y="930379"/>
                  </a:lnTo>
                  <a:lnTo>
                    <a:pt x="337382" y="917275"/>
                  </a:lnTo>
                  <a:lnTo>
                    <a:pt x="374869" y="904171"/>
                  </a:lnTo>
                  <a:lnTo>
                    <a:pt x="412356" y="891067"/>
                  </a:lnTo>
                  <a:lnTo>
                    <a:pt x="449843" y="877963"/>
                  </a:lnTo>
                  <a:lnTo>
                    <a:pt x="487330" y="864859"/>
                  </a:lnTo>
                  <a:lnTo>
                    <a:pt x="524817" y="851755"/>
                  </a:lnTo>
                  <a:lnTo>
                    <a:pt x="562304" y="838652"/>
                  </a:lnTo>
                  <a:lnTo>
                    <a:pt x="599791" y="825548"/>
                  </a:lnTo>
                  <a:lnTo>
                    <a:pt x="637278" y="812444"/>
                  </a:lnTo>
                  <a:lnTo>
                    <a:pt x="674765" y="799340"/>
                  </a:lnTo>
                  <a:lnTo>
                    <a:pt x="712252" y="786236"/>
                  </a:lnTo>
                  <a:lnTo>
                    <a:pt x="749739" y="773132"/>
                  </a:lnTo>
                  <a:lnTo>
                    <a:pt x="787226" y="760028"/>
                  </a:lnTo>
                  <a:lnTo>
                    <a:pt x="824713" y="746924"/>
                  </a:lnTo>
                  <a:lnTo>
                    <a:pt x="862200" y="733820"/>
                  </a:lnTo>
                  <a:lnTo>
                    <a:pt x="899687" y="720716"/>
                  </a:lnTo>
                  <a:lnTo>
                    <a:pt x="937174" y="707612"/>
                  </a:lnTo>
                  <a:lnTo>
                    <a:pt x="974661" y="694508"/>
                  </a:lnTo>
                  <a:lnTo>
                    <a:pt x="1012148" y="681404"/>
                  </a:lnTo>
                  <a:lnTo>
                    <a:pt x="1049635" y="668300"/>
                  </a:lnTo>
                  <a:lnTo>
                    <a:pt x="1087122" y="655196"/>
                  </a:lnTo>
                  <a:lnTo>
                    <a:pt x="1124609" y="642092"/>
                  </a:lnTo>
                  <a:lnTo>
                    <a:pt x="1162096" y="628989"/>
                  </a:lnTo>
                  <a:lnTo>
                    <a:pt x="1199583" y="615885"/>
                  </a:lnTo>
                  <a:lnTo>
                    <a:pt x="1237070" y="602781"/>
                  </a:lnTo>
                  <a:lnTo>
                    <a:pt x="1274557" y="589677"/>
                  </a:lnTo>
                  <a:lnTo>
                    <a:pt x="1312044" y="576573"/>
                  </a:lnTo>
                  <a:lnTo>
                    <a:pt x="1349531" y="563469"/>
                  </a:lnTo>
                  <a:lnTo>
                    <a:pt x="1387018" y="550365"/>
                  </a:lnTo>
                  <a:lnTo>
                    <a:pt x="1424505" y="537261"/>
                  </a:lnTo>
                  <a:lnTo>
                    <a:pt x="1461992" y="524157"/>
                  </a:lnTo>
                  <a:lnTo>
                    <a:pt x="1499479" y="511053"/>
                  </a:lnTo>
                  <a:lnTo>
                    <a:pt x="1536966" y="497949"/>
                  </a:lnTo>
                  <a:lnTo>
                    <a:pt x="1574453" y="484845"/>
                  </a:lnTo>
                  <a:lnTo>
                    <a:pt x="1611940" y="471741"/>
                  </a:lnTo>
                  <a:lnTo>
                    <a:pt x="1649427" y="458637"/>
                  </a:lnTo>
                  <a:lnTo>
                    <a:pt x="1686914" y="445533"/>
                  </a:lnTo>
                  <a:lnTo>
                    <a:pt x="1724401" y="432429"/>
                  </a:lnTo>
                  <a:lnTo>
                    <a:pt x="1761888" y="419326"/>
                  </a:lnTo>
                  <a:lnTo>
                    <a:pt x="1799375" y="406222"/>
                  </a:lnTo>
                  <a:lnTo>
                    <a:pt x="1836862" y="393118"/>
                  </a:lnTo>
                  <a:lnTo>
                    <a:pt x="1874349" y="380014"/>
                  </a:lnTo>
                  <a:lnTo>
                    <a:pt x="1911836" y="366910"/>
                  </a:lnTo>
                  <a:lnTo>
                    <a:pt x="1949323" y="353806"/>
                  </a:lnTo>
                  <a:lnTo>
                    <a:pt x="1986810" y="340702"/>
                  </a:lnTo>
                  <a:lnTo>
                    <a:pt x="2024297" y="327598"/>
                  </a:lnTo>
                  <a:lnTo>
                    <a:pt x="2061784" y="314494"/>
                  </a:lnTo>
                  <a:lnTo>
                    <a:pt x="2099271" y="301390"/>
                  </a:lnTo>
                  <a:lnTo>
                    <a:pt x="2136758" y="288286"/>
                  </a:lnTo>
                  <a:lnTo>
                    <a:pt x="2174245" y="275182"/>
                  </a:lnTo>
                  <a:lnTo>
                    <a:pt x="2211732" y="262078"/>
                  </a:lnTo>
                  <a:lnTo>
                    <a:pt x="2249219" y="248974"/>
                  </a:lnTo>
                  <a:lnTo>
                    <a:pt x="2286706" y="235870"/>
                  </a:lnTo>
                  <a:lnTo>
                    <a:pt x="2324193" y="222766"/>
                  </a:lnTo>
                  <a:lnTo>
                    <a:pt x="2361680" y="209663"/>
                  </a:lnTo>
                  <a:lnTo>
                    <a:pt x="2399167" y="196559"/>
                  </a:lnTo>
                  <a:lnTo>
                    <a:pt x="2436654" y="183455"/>
                  </a:lnTo>
                  <a:lnTo>
                    <a:pt x="2474141" y="170351"/>
                  </a:lnTo>
                  <a:lnTo>
                    <a:pt x="2511628" y="157247"/>
                  </a:lnTo>
                  <a:lnTo>
                    <a:pt x="2549115" y="144143"/>
                  </a:lnTo>
                  <a:lnTo>
                    <a:pt x="2586602" y="131039"/>
                  </a:lnTo>
                  <a:lnTo>
                    <a:pt x="2624089" y="117935"/>
                  </a:lnTo>
                  <a:lnTo>
                    <a:pt x="2661576" y="104831"/>
                  </a:lnTo>
                  <a:lnTo>
                    <a:pt x="2699063" y="91727"/>
                  </a:lnTo>
                  <a:lnTo>
                    <a:pt x="2736550" y="78623"/>
                  </a:lnTo>
                  <a:lnTo>
                    <a:pt x="2774037" y="65519"/>
                  </a:lnTo>
                  <a:lnTo>
                    <a:pt x="2811524" y="52415"/>
                  </a:lnTo>
                  <a:lnTo>
                    <a:pt x="2849011" y="39311"/>
                  </a:lnTo>
                  <a:lnTo>
                    <a:pt x="2886498" y="26207"/>
                  </a:lnTo>
                  <a:lnTo>
                    <a:pt x="2923985" y="13103"/>
                  </a:lnTo>
                  <a:lnTo>
                    <a:pt x="2961472" y="0"/>
                  </a:lnTo>
                </a:path>
              </a:pathLst>
            </a:custGeom>
            <a:ln w="27101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0" name="pl510"/>
            <p:cNvSpPr/>
            <p:nvPr/>
          </p:nvSpPr>
          <p:spPr>
            <a:xfrm>
              <a:off x="2149650" y="4447064"/>
              <a:ext cx="2050250" cy="888148"/>
            </a:xfrm>
            <a:custGeom>
              <a:avLst/>
              <a:gdLst/>
              <a:ahLst/>
              <a:cxnLst/>
              <a:rect l="0" t="0" r="0" b="0"/>
              <a:pathLst>
                <a:path w="2050250" h="888148">
                  <a:moveTo>
                    <a:pt x="0" y="888148"/>
                  </a:moveTo>
                  <a:lnTo>
                    <a:pt x="25952" y="876906"/>
                  </a:lnTo>
                  <a:lnTo>
                    <a:pt x="51905" y="865663"/>
                  </a:lnTo>
                  <a:lnTo>
                    <a:pt x="77857" y="854421"/>
                  </a:lnTo>
                  <a:lnTo>
                    <a:pt x="103810" y="843178"/>
                  </a:lnTo>
                  <a:lnTo>
                    <a:pt x="129762" y="831936"/>
                  </a:lnTo>
                  <a:lnTo>
                    <a:pt x="155715" y="820694"/>
                  </a:lnTo>
                  <a:lnTo>
                    <a:pt x="181667" y="809451"/>
                  </a:lnTo>
                  <a:lnTo>
                    <a:pt x="207620" y="798209"/>
                  </a:lnTo>
                  <a:lnTo>
                    <a:pt x="233572" y="786967"/>
                  </a:lnTo>
                  <a:lnTo>
                    <a:pt x="259525" y="775724"/>
                  </a:lnTo>
                  <a:lnTo>
                    <a:pt x="285477" y="764482"/>
                  </a:lnTo>
                  <a:lnTo>
                    <a:pt x="311430" y="753239"/>
                  </a:lnTo>
                  <a:lnTo>
                    <a:pt x="337382" y="741997"/>
                  </a:lnTo>
                  <a:lnTo>
                    <a:pt x="363335" y="730755"/>
                  </a:lnTo>
                  <a:lnTo>
                    <a:pt x="389287" y="719512"/>
                  </a:lnTo>
                  <a:lnTo>
                    <a:pt x="415240" y="708270"/>
                  </a:lnTo>
                  <a:lnTo>
                    <a:pt x="441193" y="697027"/>
                  </a:lnTo>
                  <a:lnTo>
                    <a:pt x="467145" y="685785"/>
                  </a:lnTo>
                  <a:lnTo>
                    <a:pt x="493098" y="674543"/>
                  </a:lnTo>
                  <a:lnTo>
                    <a:pt x="519050" y="663300"/>
                  </a:lnTo>
                  <a:lnTo>
                    <a:pt x="545003" y="652058"/>
                  </a:lnTo>
                  <a:lnTo>
                    <a:pt x="570955" y="640815"/>
                  </a:lnTo>
                  <a:lnTo>
                    <a:pt x="596908" y="629573"/>
                  </a:lnTo>
                  <a:lnTo>
                    <a:pt x="622860" y="618331"/>
                  </a:lnTo>
                  <a:lnTo>
                    <a:pt x="648813" y="607088"/>
                  </a:lnTo>
                  <a:lnTo>
                    <a:pt x="674765" y="595846"/>
                  </a:lnTo>
                  <a:lnTo>
                    <a:pt x="700718" y="584604"/>
                  </a:lnTo>
                  <a:lnTo>
                    <a:pt x="726670" y="573361"/>
                  </a:lnTo>
                  <a:lnTo>
                    <a:pt x="752623" y="562119"/>
                  </a:lnTo>
                  <a:lnTo>
                    <a:pt x="778575" y="550876"/>
                  </a:lnTo>
                  <a:lnTo>
                    <a:pt x="804528" y="539634"/>
                  </a:lnTo>
                  <a:lnTo>
                    <a:pt x="830481" y="528392"/>
                  </a:lnTo>
                  <a:lnTo>
                    <a:pt x="856433" y="517149"/>
                  </a:lnTo>
                  <a:lnTo>
                    <a:pt x="882386" y="505907"/>
                  </a:lnTo>
                  <a:lnTo>
                    <a:pt x="908338" y="494664"/>
                  </a:lnTo>
                  <a:lnTo>
                    <a:pt x="934291" y="483422"/>
                  </a:lnTo>
                  <a:lnTo>
                    <a:pt x="960243" y="472180"/>
                  </a:lnTo>
                  <a:lnTo>
                    <a:pt x="986196" y="460937"/>
                  </a:lnTo>
                  <a:lnTo>
                    <a:pt x="1012148" y="449695"/>
                  </a:lnTo>
                  <a:lnTo>
                    <a:pt x="1038101" y="438453"/>
                  </a:lnTo>
                  <a:lnTo>
                    <a:pt x="1064053" y="427210"/>
                  </a:lnTo>
                  <a:lnTo>
                    <a:pt x="1090006" y="415968"/>
                  </a:lnTo>
                  <a:lnTo>
                    <a:pt x="1115958" y="404725"/>
                  </a:lnTo>
                  <a:lnTo>
                    <a:pt x="1141911" y="393483"/>
                  </a:lnTo>
                  <a:lnTo>
                    <a:pt x="1167863" y="382241"/>
                  </a:lnTo>
                  <a:lnTo>
                    <a:pt x="1193816" y="370998"/>
                  </a:lnTo>
                  <a:lnTo>
                    <a:pt x="1219769" y="359756"/>
                  </a:lnTo>
                  <a:lnTo>
                    <a:pt x="1245721" y="348513"/>
                  </a:lnTo>
                  <a:lnTo>
                    <a:pt x="1271674" y="337271"/>
                  </a:lnTo>
                  <a:lnTo>
                    <a:pt x="1297626" y="326029"/>
                  </a:lnTo>
                  <a:lnTo>
                    <a:pt x="1323579" y="314786"/>
                  </a:lnTo>
                  <a:lnTo>
                    <a:pt x="1349531" y="303544"/>
                  </a:lnTo>
                  <a:lnTo>
                    <a:pt x="1375484" y="292302"/>
                  </a:lnTo>
                  <a:lnTo>
                    <a:pt x="1401436" y="281059"/>
                  </a:lnTo>
                  <a:lnTo>
                    <a:pt x="1427389" y="269817"/>
                  </a:lnTo>
                  <a:lnTo>
                    <a:pt x="1453341" y="258574"/>
                  </a:lnTo>
                  <a:lnTo>
                    <a:pt x="1479294" y="247332"/>
                  </a:lnTo>
                  <a:lnTo>
                    <a:pt x="1505246" y="236090"/>
                  </a:lnTo>
                  <a:lnTo>
                    <a:pt x="1531199" y="224847"/>
                  </a:lnTo>
                  <a:lnTo>
                    <a:pt x="1557151" y="213605"/>
                  </a:lnTo>
                  <a:lnTo>
                    <a:pt x="1583104" y="202362"/>
                  </a:lnTo>
                  <a:lnTo>
                    <a:pt x="1609057" y="191120"/>
                  </a:lnTo>
                  <a:lnTo>
                    <a:pt x="1635009" y="179878"/>
                  </a:lnTo>
                  <a:lnTo>
                    <a:pt x="1660962" y="168635"/>
                  </a:lnTo>
                  <a:lnTo>
                    <a:pt x="1686914" y="157393"/>
                  </a:lnTo>
                  <a:lnTo>
                    <a:pt x="1712867" y="146151"/>
                  </a:lnTo>
                  <a:lnTo>
                    <a:pt x="1738819" y="134908"/>
                  </a:lnTo>
                  <a:lnTo>
                    <a:pt x="1764772" y="123666"/>
                  </a:lnTo>
                  <a:lnTo>
                    <a:pt x="1790724" y="112423"/>
                  </a:lnTo>
                  <a:lnTo>
                    <a:pt x="1816677" y="101181"/>
                  </a:lnTo>
                  <a:lnTo>
                    <a:pt x="1842629" y="89939"/>
                  </a:lnTo>
                  <a:lnTo>
                    <a:pt x="1868582" y="78696"/>
                  </a:lnTo>
                  <a:lnTo>
                    <a:pt x="1894534" y="67454"/>
                  </a:lnTo>
                  <a:lnTo>
                    <a:pt x="1920487" y="56211"/>
                  </a:lnTo>
                  <a:lnTo>
                    <a:pt x="1946439" y="44969"/>
                  </a:lnTo>
                  <a:lnTo>
                    <a:pt x="1972392" y="33727"/>
                  </a:lnTo>
                  <a:lnTo>
                    <a:pt x="1998345" y="22484"/>
                  </a:lnTo>
                  <a:lnTo>
                    <a:pt x="2024297" y="11242"/>
                  </a:lnTo>
                  <a:lnTo>
                    <a:pt x="2050250" y="0"/>
                  </a:lnTo>
                </a:path>
              </a:pathLst>
            </a:custGeom>
            <a:ln w="27101" cap="flat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1" name="pl511"/>
            <p:cNvSpPr/>
            <p:nvPr/>
          </p:nvSpPr>
          <p:spPr>
            <a:xfrm>
              <a:off x="4471975" y="2687858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2" name="pl512"/>
            <p:cNvSpPr/>
            <p:nvPr/>
          </p:nvSpPr>
          <p:spPr>
            <a:xfrm>
              <a:off x="4471975" y="2084934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3" name="pl513"/>
            <p:cNvSpPr/>
            <p:nvPr/>
          </p:nvSpPr>
          <p:spPr>
            <a:xfrm>
              <a:off x="4471975" y="1482010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4" name="pl514"/>
            <p:cNvSpPr/>
            <p:nvPr/>
          </p:nvSpPr>
          <p:spPr>
            <a:xfrm>
              <a:off x="4471975" y="879086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5" name="pl515"/>
            <p:cNvSpPr/>
            <p:nvPr/>
          </p:nvSpPr>
          <p:spPr>
            <a:xfrm>
              <a:off x="5069965" y="710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6" name="pl516"/>
            <p:cNvSpPr/>
            <p:nvPr/>
          </p:nvSpPr>
          <p:spPr>
            <a:xfrm>
              <a:off x="5924235" y="710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7" name="pl517"/>
            <p:cNvSpPr/>
            <p:nvPr/>
          </p:nvSpPr>
          <p:spPr>
            <a:xfrm>
              <a:off x="6778506" y="710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8" name="pl518"/>
            <p:cNvSpPr/>
            <p:nvPr/>
          </p:nvSpPr>
          <p:spPr>
            <a:xfrm>
              <a:off x="7632777" y="710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9" name="pl519"/>
            <p:cNvSpPr/>
            <p:nvPr/>
          </p:nvSpPr>
          <p:spPr>
            <a:xfrm>
              <a:off x="4471975" y="2989321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0" name="pl520"/>
            <p:cNvSpPr/>
            <p:nvPr/>
          </p:nvSpPr>
          <p:spPr>
            <a:xfrm>
              <a:off x="4471975" y="2386396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1" name="pl521"/>
            <p:cNvSpPr/>
            <p:nvPr/>
          </p:nvSpPr>
          <p:spPr>
            <a:xfrm>
              <a:off x="4471975" y="1783472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2" name="pl522"/>
            <p:cNvSpPr/>
            <p:nvPr/>
          </p:nvSpPr>
          <p:spPr>
            <a:xfrm>
              <a:off x="4471975" y="1180548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3" name="pl523"/>
            <p:cNvSpPr/>
            <p:nvPr/>
          </p:nvSpPr>
          <p:spPr>
            <a:xfrm>
              <a:off x="4642829" y="710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4" name="pl524"/>
            <p:cNvSpPr/>
            <p:nvPr/>
          </p:nvSpPr>
          <p:spPr>
            <a:xfrm>
              <a:off x="5497100" y="710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5" name="pl525"/>
            <p:cNvSpPr/>
            <p:nvPr/>
          </p:nvSpPr>
          <p:spPr>
            <a:xfrm>
              <a:off x="6351371" y="710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6" name="pl526"/>
            <p:cNvSpPr/>
            <p:nvPr/>
          </p:nvSpPr>
          <p:spPr>
            <a:xfrm>
              <a:off x="7205642" y="710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7" name="pl527"/>
            <p:cNvSpPr/>
            <p:nvPr/>
          </p:nvSpPr>
          <p:spPr>
            <a:xfrm>
              <a:off x="8059913" y="710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8" name="pt528"/>
            <p:cNvSpPr/>
            <p:nvPr/>
          </p:nvSpPr>
          <p:spPr>
            <a:xfrm>
              <a:off x="6369259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9" name="pt529"/>
            <p:cNvSpPr/>
            <p:nvPr/>
          </p:nvSpPr>
          <p:spPr>
            <a:xfrm>
              <a:off x="6070264" y="16682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0" name="pt530"/>
            <p:cNvSpPr/>
            <p:nvPr/>
          </p:nvSpPr>
          <p:spPr>
            <a:xfrm>
              <a:off x="5600415" y="2602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1" name="pt531"/>
            <p:cNvSpPr/>
            <p:nvPr/>
          </p:nvSpPr>
          <p:spPr>
            <a:xfrm>
              <a:off x="5600415" y="2180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2" name="pt532"/>
            <p:cNvSpPr/>
            <p:nvPr/>
          </p:nvSpPr>
          <p:spPr>
            <a:xfrm>
              <a:off x="5643128" y="26328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3" name="pt533"/>
            <p:cNvSpPr/>
            <p:nvPr/>
          </p:nvSpPr>
          <p:spPr>
            <a:xfrm>
              <a:off x="6326545" y="23917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4" name="pt534"/>
            <p:cNvSpPr/>
            <p:nvPr/>
          </p:nvSpPr>
          <p:spPr>
            <a:xfrm>
              <a:off x="5856696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5" name="pt535"/>
            <p:cNvSpPr/>
            <p:nvPr/>
          </p:nvSpPr>
          <p:spPr>
            <a:xfrm>
              <a:off x="5258706" y="184908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6" name="pt536"/>
            <p:cNvSpPr/>
            <p:nvPr/>
          </p:nvSpPr>
          <p:spPr>
            <a:xfrm>
              <a:off x="6710967" y="1758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7" name="pt537"/>
            <p:cNvSpPr/>
            <p:nvPr/>
          </p:nvSpPr>
          <p:spPr>
            <a:xfrm>
              <a:off x="6540113" y="184908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8" name="pt538"/>
            <p:cNvSpPr/>
            <p:nvPr/>
          </p:nvSpPr>
          <p:spPr>
            <a:xfrm>
              <a:off x="7437097" y="187923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9" name="pt539"/>
            <p:cNvSpPr/>
            <p:nvPr/>
          </p:nvSpPr>
          <p:spPr>
            <a:xfrm>
              <a:off x="5813982" y="227113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0" name="pt540"/>
            <p:cNvSpPr/>
            <p:nvPr/>
          </p:nvSpPr>
          <p:spPr>
            <a:xfrm>
              <a:off x="5087852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1" name="pt541"/>
            <p:cNvSpPr/>
            <p:nvPr/>
          </p:nvSpPr>
          <p:spPr>
            <a:xfrm>
              <a:off x="5002425" y="23917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2" name="pt542"/>
            <p:cNvSpPr/>
            <p:nvPr/>
          </p:nvSpPr>
          <p:spPr>
            <a:xfrm>
              <a:off x="6881821" y="154762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3" name="pt543"/>
            <p:cNvSpPr/>
            <p:nvPr/>
          </p:nvSpPr>
          <p:spPr>
            <a:xfrm>
              <a:off x="5472274" y="2843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4" name="pt544"/>
            <p:cNvSpPr/>
            <p:nvPr/>
          </p:nvSpPr>
          <p:spPr>
            <a:xfrm>
              <a:off x="6112977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5" name="pt545"/>
            <p:cNvSpPr/>
            <p:nvPr/>
          </p:nvSpPr>
          <p:spPr>
            <a:xfrm>
              <a:off x="4788857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6" name="pt546"/>
            <p:cNvSpPr/>
            <p:nvPr/>
          </p:nvSpPr>
          <p:spPr>
            <a:xfrm>
              <a:off x="5344133" y="27233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7" name="pt547"/>
            <p:cNvSpPr/>
            <p:nvPr/>
          </p:nvSpPr>
          <p:spPr>
            <a:xfrm>
              <a:off x="7223529" y="160791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8" name="pt548"/>
            <p:cNvSpPr/>
            <p:nvPr/>
          </p:nvSpPr>
          <p:spPr>
            <a:xfrm>
              <a:off x="5258706" y="25123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9" name="pt549"/>
            <p:cNvSpPr/>
            <p:nvPr/>
          </p:nvSpPr>
          <p:spPr>
            <a:xfrm>
              <a:off x="4788857" y="2602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0" name="pt550"/>
            <p:cNvSpPr/>
            <p:nvPr/>
          </p:nvSpPr>
          <p:spPr>
            <a:xfrm>
              <a:off x="4916998" y="2843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1" name="pt551"/>
            <p:cNvSpPr/>
            <p:nvPr/>
          </p:nvSpPr>
          <p:spPr>
            <a:xfrm>
              <a:off x="4916998" y="248215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2" name="pt552"/>
            <p:cNvSpPr/>
            <p:nvPr/>
          </p:nvSpPr>
          <p:spPr>
            <a:xfrm>
              <a:off x="5557701" y="236157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3" name="pt553"/>
            <p:cNvSpPr/>
            <p:nvPr/>
          </p:nvSpPr>
          <p:spPr>
            <a:xfrm>
              <a:off x="7351670" y="133659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4" name="pt554"/>
            <p:cNvSpPr/>
            <p:nvPr/>
          </p:nvSpPr>
          <p:spPr>
            <a:xfrm>
              <a:off x="6326545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5" name="pt555"/>
            <p:cNvSpPr/>
            <p:nvPr/>
          </p:nvSpPr>
          <p:spPr>
            <a:xfrm>
              <a:off x="7223529" y="115572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6" name="pt556"/>
            <p:cNvSpPr/>
            <p:nvPr/>
          </p:nvSpPr>
          <p:spPr>
            <a:xfrm>
              <a:off x="5984837" y="2421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7" name="pt557"/>
            <p:cNvSpPr/>
            <p:nvPr/>
          </p:nvSpPr>
          <p:spPr>
            <a:xfrm>
              <a:off x="6839107" y="139689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8" name="pt558"/>
            <p:cNvSpPr/>
            <p:nvPr/>
          </p:nvSpPr>
          <p:spPr>
            <a:xfrm>
              <a:off x="7095389" y="133659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9" name="pt559"/>
            <p:cNvSpPr/>
            <p:nvPr/>
          </p:nvSpPr>
          <p:spPr>
            <a:xfrm>
              <a:off x="7009962" y="1999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0" name="pt560"/>
            <p:cNvSpPr/>
            <p:nvPr/>
          </p:nvSpPr>
          <p:spPr>
            <a:xfrm>
              <a:off x="6924535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1" name="pt561"/>
            <p:cNvSpPr/>
            <p:nvPr/>
          </p:nvSpPr>
          <p:spPr>
            <a:xfrm>
              <a:off x="5771269" y="2602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2" name="pt562"/>
            <p:cNvSpPr/>
            <p:nvPr/>
          </p:nvSpPr>
          <p:spPr>
            <a:xfrm>
              <a:off x="5173279" y="2843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3" name="pt563"/>
            <p:cNvSpPr/>
            <p:nvPr/>
          </p:nvSpPr>
          <p:spPr>
            <a:xfrm>
              <a:off x="5600415" y="2180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4" name="pt564"/>
            <p:cNvSpPr/>
            <p:nvPr/>
          </p:nvSpPr>
          <p:spPr>
            <a:xfrm>
              <a:off x="6241118" y="22108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5" name="pt565"/>
            <p:cNvSpPr/>
            <p:nvPr/>
          </p:nvSpPr>
          <p:spPr>
            <a:xfrm>
              <a:off x="5514988" y="25123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6" name="pt566"/>
            <p:cNvSpPr/>
            <p:nvPr/>
          </p:nvSpPr>
          <p:spPr>
            <a:xfrm>
              <a:off x="6668253" y="1818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7" name="pt567"/>
            <p:cNvSpPr/>
            <p:nvPr/>
          </p:nvSpPr>
          <p:spPr>
            <a:xfrm>
              <a:off x="6283831" y="1818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8" name="pt568"/>
            <p:cNvSpPr/>
            <p:nvPr/>
          </p:nvSpPr>
          <p:spPr>
            <a:xfrm>
              <a:off x="7266243" y="181893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9" name="pt569"/>
            <p:cNvSpPr/>
            <p:nvPr/>
          </p:nvSpPr>
          <p:spPr>
            <a:xfrm>
              <a:off x="7138102" y="1818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0" name="pt570"/>
            <p:cNvSpPr/>
            <p:nvPr/>
          </p:nvSpPr>
          <p:spPr>
            <a:xfrm>
              <a:off x="5002425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1" name="pt571"/>
            <p:cNvSpPr/>
            <p:nvPr/>
          </p:nvSpPr>
          <p:spPr>
            <a:xfrm>
              <a:off x="5728555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2" name="pt572"/>
            <p:cNvSpPr/>
            <p:nvPr/>
          </p:nvSpPr>
          <p:spPr>
            <a:xfrm>
              <a:off x="5557701" y="27836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3" name="pt573"/>
            <p:cNvSpPr/>
            <p:nvPr/>
          </p:nvSpPr>
          <p:spPr>
            <a:xfrm>
              <a:off x="5899410" y="215054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4" name="pt574"/>
            <p:cNvSpPr/>
            <p:nvPr/>
          </p:nvSpPr>
          <p:spPr>
            <a:xfrm>
              <a:off x="6241118" y="26630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5" name="pt575"/>
            <p:cNvSpPr/>
            <p:nvPr/>
          </p:nvSpPr>
          <p:spPr>
            <a:xfrm>
              <a:off x="6967248" y="175864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6" name="pt576"/>
            <p:cNvSpPr/>
            <p:nvPr/>
          </p:nvSpPr>
          <p:spPr>
            <a:xfrm>
              <a:off x="5258706" y="248215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7" name="pt577"/>
            <p:cNvSpPr/>
            <p:nvPr/>
          </p:nvSpPr>
          <p:spPr>
            <a:xfrm>
              <a:off x="6710967" y="1758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8" name="pt578"/>
            <p:cNvSpPr/>
            <p:nvPr/>
          </p:nvSpPr>
          <p:spPr>
            <a:xfrm>
              <a:off x="5215993" y="2421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9" name="pt579"/>
            <p:cNvSpPr/>
            <p:nvPr/>
          </p:nvSpPr>
          <p:spPr>
            <a:xfrm>
              <a:off x="5130566" y="227113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0" name="pt580"/>
            <p:cNvSpPr/>
            <p:nvPr/>
          </p:nvSpPr>
          <p:spPr>
            <a:xfrm>
              <a:off x="4831571" y="27836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1" name="pt581"/>
            <p:cNvSpPr/>
            <p:nvPr/>
          </p:nvSpPr>
          <p:spPr>
            <a:xfrm>
              <a:off x="5002425" y="23917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2" name="pt582"/>
            <p:cNvSpPr/>
            <p:nvPr/>
          </p:nvSpPr>
          <p:spPr>
            <a:xfrm>
              <a:off x="4788857" y="27836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3" name="pt583"/>
            <p:cNvSpPr/>
            <p:nvPr/>
          </p:nvSpPr>
          <p:spPr>
            <a:xfrm>
              <a:off x="5984837" y="236157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4" name="pt584"/>
            <p:cNvSpPr/>
            <p:nvPr/>
          </p:nvSpPr>
          <p:spPr>
            <a:xfrm>
              <a:off x="6155691" y="2120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5" name="pt585"/>
            <p:cNvSpPr/>
            <p:nvPr/>
          </p:nvSpPr>
          <p:spPr>
            <a:xfrm>
              <a:off x="4959712" y="22108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6" name="pt586"/>
            <p:cNvSpPr/>
            <p:nvPr/>
          </p:nvSpPr>
          <p:spPr>
            <a:xfrm>
              <a:off x="6027550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7" name="pt587"/>
            <p:cNvSpPr/>
            <p:nvPr/>
          </p:nvSpPr>
          <p:spPr>
            <a:xfrm>
              <a:off x="5258706" y="28137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8" name="pt588"/>
            <p:cNvSpPr/>
            <p:nvPr/>
          </p:nvSpPr>
          <p:spPr>
            <a:xfrm>
              <a:off x="5856696" y="227113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9" name="pt589"/>
            <p:cNvSpPr/>
            <p:nvPr/>
          </p:nvSpPr>
          <p:spPr>
            <a:xfrm>
              <a:off x="5557701" y="23314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0" name="pt590"/>
            <p:cNvSpPr/>
            <p:nvPr/>
          </p:nvSpPr>
          <p:spPr>
            <a:xfrm>
              <a:off x="5215993" y="26630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1" name="pt591"/>
            <p:cNvSpPr/>
            <p:nvPr/>
          </p:nvSpPr>
          <p:spPr>
            <a:xfrm>
              <a:off x="5344133" y="27233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2" name="pt592"/>
            <p:cNvSpPr/>
            <p:nvPr/>
          </p:nvSpPr>
          <p:spPr>
            <a:xfrm>
              <a:off x="5130566" y="2602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3" name="pt593"/>
            <p:cNvSpPr/>
            <p:nvPr/>
          </p:nvSpPr>
          <p:spPr>
            <a:xfrm>
              <a:off x="5813982" y="160791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4" name="pt594"/>
            <p:cNvSpPr/>
            <p:nvPr/>
          </p:nvSpPr>
          <p:spPr>
            <a:xfrm>
              <a:off x="5984837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5" name="pt595"/>
            <p:cNvSpPr/>
            <p:nvPr/>
          </p:nvSpPr>
          <p:spPr>
            <a:xfrm>
              <a:off x="5984837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6" name="pt596"/>
            <p:cNvSpPr/>
            <p:nvPr/>
          </p:nvSpPr>
          <p:spPr>
            <a:xfrm>
              <a:off x="5002425" y="29042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7" name="pt597"/>
            <p:cNvSpPr/>
            <p:nvPr/>
          </p:nvSpPr>
          <p:spPr>
            <a:xfrm>
              <a:off x="5130566" y="27836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8" name="pt598"/>
            <p:cNvSpPr/>
            <p:nvPr/>
          </p:nvSpPr>
          <p:spPr>
            <a:xfrm>
              <a:off x="4703430" y="27233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9" name="pt599"/>
            <p:cNvSpPr/>
            <p:nvPr/>
          </p:nvSpPr>
          <p:spPr>
            <a:xfrm>
              <a:off x="5771269" y="25424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0" name="pt600"/>
            <p:cNvSpPr/>
            <p:nvPr/>
          </p:nvSpPr>
          <p:spPr>
            <a:xfrm>
              <a:off x="5258706" y="248215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1" name="pt601"/>
            <p:cNvSpPr/>
            <p:nvPr/>
          </p:nvSpPr>
          <p:spPr>
            <a:xfrm>
              <a:off x="6070264" y="1698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2" name="pt602"/>
            <p:cNvSpPr/>
            <p:nvPr/>
          </p:nvSpPr>
          <p:spPr>
            <a:xfrm>
              <a:off x="5728555" y="193952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3" name="pt603"/>
            <p:cNvSpPr/>
            <p:nvPr/>
          </p:nvSpPr>
          <p:spPr>
            <a:xfrm>
              <a:off x="6497399" y="1758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4" name="pt604"/>
            <p:cNvSpPr/>
            <p:nvPr/>
          </p:nvSpPr>
          <p:spPr>
            <a:xfrm>
              <a:off x="5813982" y="236157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5" name="pt605"/>
            <p:cNvSpPr/>
            <p:nvPr/>
          </p:nvSpPr>
          <p:spPr>
            <a:xfrm>
              <a:off x="6027550" y="2180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6" name="pt606"/>
            <p:cNvSpPr/>
            <p:nvPr/>
          </p:nvSpPr>
          <p:spPr>
            <a:xfrm>
              <a:off x="4874284" y="29042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7" name="pt607"/>
            <p:cNvSpPr/>
            <p:nvPr/>
          </p:nvSpPr>
          <p:spPr>
            <a:xfrm>
              <a:off x="5728555" y="236157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8" name="pt608"/>
            <p:cNvSpPr/>
            <p:nvPr/>
          </p:nvSpPr>
          <p:spPr>
            <a:xfrm>
              <a:off x="6582826" y="1818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9" name="pt609"/>
            <p:cNvSpPr/>
            <p:nvPr/>
          </p:nvSpPr>
          <p:spPr>
            <a:xfrm>
              <a:off x="5258706" y="29343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0" name="pt610"/>
            <p:cNvSpPr/>
            <p:nvPr/>
          </p:nvSpPr>
          <p:spPr>
            <a:xfrm>
              <a:off x="5087852" y="2602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1" name="pt611"/>
            <p:cNvSpPr/>
            <p:nvPr/>
          </p:nvSpPr>
          <p:spPr>
            <a:xfrm>
              <a:off x="5130566" y="2843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2" name="pt612"/>
            <p:cNvSpPr/>
            <p:nvPr/>
          </p:nvSpPr>
          <p:spPr>
            <a:xfrm>
              <a:off x="7009962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3" name="pt613"/>
            <p:cNvSpPr/>
            <p:nvPr/>
          </p:nvSpPr>
          <p:spPr>
            <a:xfrm>
              <a:off x="6027550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4" name="pt614"/>
            <p:cNvSpPr/>
            <p:nvPr/>
          </p:nvSpPr>
          <p:spPr>
            <a:xfrm>
              <a:off x="5344133" y="2180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5" name="pt615"/>
            <p:cNvSpPr/>
            <p:nvPr/>
          </p:nvSpPr>
          <p:spPr>
            <a:xfrm>
              <a:off x="4788857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6" name="pt616"/>
            <p:cNvSpPr/>
            <p:nvPr/>
          </p:nvSpPr>
          <p:spPr>
            <a:xfrm>
              <a:off x="5514988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7" name="pt617"/>
            <p:cNvSpPr/>
            <p:nvPr/>
          </p:nvSpPr>
          <p:spPr>
            <a:xfrm>
              <a:off x="5557701" y="2421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8" name="pt618"/>
            <p:cNvSpPr/>
            <p:nvPr/>
          </p:nvSpPr>
          <p:spPr>
            <a:xfrm>
              <a:off x="5942123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9" name="pt619"/>
            <p:cNvSpPr/>
            <p:nvPr/>
          </p:nvSpPr>
          <p:spPr>
            <a:xfrm>
              <a:off x="5301420" y="236157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0" name="pt620"/>
            <p:cNvSpPr/>
            <p:nvPr/>
          </p:nvSpPr>
          <p:spPr>
            <a:xfrm>
              <a:off x="5899410" y="248215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1" name="pt621"/>
            <p:cNvSpPr/>
            <p:nvPr/>
          </p:nvSpPr>
          <p:spPr>
            <a:xfrm>
              <a:off x="6283831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2" name="pt622"/>
            <p:cNvSpPr/>
            <p:nvPr/>
          </p:nvSpPr>
          <p:spPr>
            <a:xfrm>
              <a:off x="7095389" y="115572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3" name="pt623"/>
            <p:cNvSpPr/>
            <p:nvPr/>
          </p:nvSpPr>
          <p:spPr>
            <a:xfrm>
              <a:off x="5856696" y="190937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4" name="pt624"/>
            <p:cNvSpPr/>
            <p:nvPr/>
          </p:nvSpPr>
          <p:spPr>
            <a:xfrm>
              <a:off x="6155691" y="2120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5" name="pt625"/>
            <p:cNvSpPr/>
            <p:nvPr/>
          </p:nvSpPr>
          <p:spPr>
            <a:xfrm>
              <a:off x="5045139" y="23917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6" name="pt626"/>
            <p:cNvSpPr/>
            <p:nvPr/>
          </p:nvSpPr>
          <p:spPr>
            <a:xfrm>
              <a:off x="5386847" y="2180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7" name="pt627"/>
            <p:cNvSpPr/>
            <p:nvPr/>
          </p:nvSpPr>
          <p:spPr>
            <a:xfrm>
              <a:off x="6582826" y="1638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8" name="pt628"/>
            <p:cNvSpPr/>
            <p:nvPr/>
          </p:nvSpPr>
          <p:spPr>
            <a:xfrm>
              <a:off x="6198404" y="1999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9" name="pt629"/>
            <p:cNvSpPr/>
            <p:nvPr/>
          </p:nvSpPr>
          <p:spPr>
            <a:xfrm>
              <a:off x="7778805" y="9748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0" name="pt630"/>
            <p:cNvSpPr/>
            <p:nvPr/>
          </p:nvSpPr>
          <p:spPr>
            <a:xfrm>
              <a:off x="5472274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1" name="pt631"/>
            <p:cNvSpPr/>
            <p:nvPr/>
          </p:nvSpPr>
          <p:spPr>
            <a:xfrm>
              <a:off x="5557701" y="1818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2" name="pt632"/>
            <p:cNvSpPr/>
            <p:nvPr/>
          </p:nvSpPr>
          <p:spPr>
            <a:xfrm>
              <a:off x="4831571" y="27836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3" name="pt633"/>
            <p:cNvSpPr/>
            <p:nvPr/>
          </p:nvSpPr>
          <p:spPr>
            <a:xfrm>
              <a:off x="5643128" y="25424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4" name="pt634"/>
            <p:cNvSpPr/>
            <p:nvPr/>
          </p:nvSpPr>
          <p:spPr>
            <a:xfrm>
              <a:off x="5813982" y="22108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5" name="pt635"/>
            <p:cNvSpPr/>
            <p:nvPr/>
          </p:nvSpPr>
          <p:spPr>
            <a:xfrm>
              <a:off x="5002425" y="27233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6" name="pt636"/>
            <p:cNvSpPr/>
            <p:nvPr/>
          </p:nvSpPr>
          <p:spPr>
            <a:xfrm>
              <a:off x="5301420" y="26630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7" name="pt637"/>
            <p:cNvSpPr/>
            <p:nvPr/>
          </p:nvSpPr>
          <p:spPr>
            <a:xfrm>
              <a:off x="5514988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8" name="pt638"/>
            <p:cNvSpPr/>
            <p:nvPr/>
          </p:nvSpPr>
          <p:spPr>
            <a:xfrm>
              <a:off x="5045139" y="23917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9" name="pt639"/>
            <p:cNvSpPr/>
            <p:nvPr/>
          </p:nvSpPr>
          <p:spPr>
            <a:xfrm>
              <a:off x="5087852" y="27233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0" name="pt640"/>
            <p:cNvSpPr/>
            <p:nvPr/>
          </p:nvSpPr>
          <p:spPr>
            <a:xfrm>
              <a:off x="4660717" y="26630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1" name="pt641"/>
            <p:cNvSpPr/>
            <p:nvPr/>
          </p:nvSpPr>
          <p:spPr>
            <a:xfrm>
              <a:off x="5643128" y="193952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2" name="pt642"/>
            <p:cNvSpPr/>
            <p:nvPr/>
          </p:nvSpPr>
          <p:spPr>
            <a:xfrm>
              <a:off x="5514988" y="2421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3" name="pt643"/>
            <p:cNvSpPr/>
            <p:nvPr/>
          </p:nvSpPr>
          <p:spPr>
            <a:xfrm>
              <a:off x="5984837" y="2602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4" name="pt644"/>
            <p:cNvSpPr/>
            <p:nvPr/>
          </p:nvSpPr>
          <p:spPr>
            <a:xfrm>
              <a:off x="5002425" y="26931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5" name="pt645"/>
            <p:cNvSpPr/>
            <p:nvPr/>
          </p:nvSpPr>
          <p:spPr>
            <a:xfrm>
              <a:off x="4788857" y="26328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6" name="pt646"/>
            <p:cNvSpPr/>
            <p:nvPr/>
          </p:nvSpPr>
          <p:spPr>
            <a:xfrm>
              <a:off x="5643128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7" name="pt647"/>
            <p:cNvSpPr/>
            <p:nvPr/>
          </p:nvSpPr>
          <p:spPr>
            <a:xfrm>
              <a:off x="5215993" y="22108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8" name="pt648"/>
            <p:cNvSpPr/>
            <p:nvPr/>
          </p:nvSpPr>
          <p:spPr>
            <a:xfrm>
              <a:off x="5557701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9" name="pt649"/>
            <p:cNvSpPr/>
            <p:nvPr/>
          </p:nvSpPr>
          <p:spPr>
            <a:xfrm>
              <a:off x="5685842" y="2602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0" name="pt650"/>
            <p:cNvSpPr/>
            <p:nvPr/>
          </p:nvSpPr>
          <p:spPr>
            <a:xfrm>
              <a:off x="4618003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1" name="pt651"/>
            <p:cNvSpPr/>
            <p:nvPr/>
          </p:nvSpPr>
          <p:spPr>
            <a:xfrm>
              <a:off x="4746144" y="2843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2" name="pt652"/>
            <p:cNvSpPr/>
            <p:nvPr/>
          </p:nvSpPr>
          <p:spPr>
            <a:xfrm>
              <a:off x="4831571" y="28137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3" name="pt653"/>
            <p:cNvSpPr/>
            <p:nvPr/>
          </p:nvSpPr>
          <p:spPr>
            <a:xfrm>
              <a:off x="5728555" y="2120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4" name="pt654"/>
            <p:cNvSpPr/>
            <p:nvPr/>
          </p:nvSpPr>
          <p:spPr>
            <a:xfrm>
              <a:off x="4916998" y="26630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5" name="pt655"/>
            <p:cNvSpPr/>
            <p:nvPr/>
          </p:nvSpPr>
          <p:spPr>
            <a:xfrm>
              <a:off x="5087852" y="27836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6" name="pt656"/>
            <p:cNvSpPr/>
            <p:nvPr/>
          </p:nvSpPr>
          <p:spPr>
            <a:xfrm>
              <a:off x="5258706" y="245200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7" name="pt657"/>
            <p:cNvSpPr/>
            <p:nvPr/>
          </p:nvSpPr>
          <p:spPr>
            <a:xfrm>
              <a:off x="4788857" y="27233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8" name="pt658"/>
            <p:cNvSpPr/>
            <p:nvPr/>
          </p:nvSpPr>
          <p:spPr>
            <a:xfrm>
              <a:off x="6967248" y="160791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9" name="pt659"/>
            <p:cNvSpPr/>
            <p:nvPr/>
          </p:nvSpPr>
          <p:spPr>
            <a:xfrm>
              <a:off x="4618003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0" name="pt660"/>
            <p:cNvSpPr/>
            <p:nvPr/>
          </p:nvSpPr>
          <p:spPr>
            <a:xfrm>
              <a:off x="5643128" y="2120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1" name="pt661"/>
            <p:cNvSpPr/>
            <p:nvPr/>
          </p:nvSpPr>
          <p:spPr>
            <a:xfrm>
              <a:off x="5130566" y="2843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2" name="pt662"/>
            <p:cNvSpPr/>
            <p:nvPr/>
          </p:nvSpPr>
          <p:spPr>
            <a:xfrm>
              <a:off x="6070264" y="2180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3" name="pt663"/>
            <p:cNvSpPr/>
            <p:nvPr/>
          </p:nvSpPr>
          <p:spPr>
            <a:xfrm>
              <a:off x="4788857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4" name="pt664"/>
            <p:cNvSpPr/>
            <p:nvPr/>
          </p:nvSpPr>
          <p:spPr>
            <a:xfrm>
              <a:off x="4703430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5" name="pt665"/>
            <p:cNvSpPr/>
            <p:nvPr/>
          </p:nvSpPr>
          <p:spPr>
            <a:xfrm>
              <a:off x="4660717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6" name="pt666"/>
            <p:cNvSpPr/>
            <p:nvPr/>
          </p:nvSpPr>
          <p:spPr>
            <a:xfrm>
              <a:off x="5685842" y="27836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7" name="pt667"/>
            <p:cNvSpPr/>
            <p:nvPr/>
          </p:nvSpPr>
          <p:spPr>
            <a:xfrm>
              <a:off x="4618003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8" name="pt668"/>
            <p:cNvSpPr/>
            <p:nvPr/>
          </p:nvSpPr>
          <p:spPr>
            <a:xfrm>
              <a:off x="4746144" y="2843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9" name="pt669"/>
            <p:cNvSpPr/>
            <p:nvPr/>
          </p:nvSpPr>
          <p:spPr>
            <a:xfrm>
              <a:off x="5472274" y="25424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0" name="pt670"/>
            <p:cNvSpPr/>
            <p:nvPr/>
          </p:nvSpPr>
          <p:spPr>
            <a:xfrm>
              <a:off x="5771269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1" name="pt671"/>
            <p:cNvSpPr/>
            <p:nvPr/>
          </p:nvSpPr>
          <p:spPr>
            <a:xfrm>
              <a:off x="5045139" y="27233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2" name="pt672"/>
            <p:cNvSpPr/>
            <p:nvPr/>
          </p:nvSpPr>
          <p:spPr>
            <a:xfrm>
              <a:off x="5856696" y="2180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3" name="pt673"/>
            <p:cNvSpPr/>
            <p:nvPr/>
          </p:nvSpPr>
          <p:spPr>
            <a:xfrm>
              <a:off x="5429561" y="2421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4" name="pt674"/>
            <p:cNvSpPr/>
            <p:nvPr/>
          </p:nvSpPr>
          <p:spPr>
            <a:xfrm>
              <a:off x="4703430" y="29042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5" name="pt675"/>
            <p:cNvSpPr/>
            <p:nvPr/>
          </p:nvSpPr>
          <p:spPr>
            <a:xfrm>
              <a:off x="5258706" y="25123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6" name="pt676"/>
            <p:cNvSpPr/>
            <p:nvPr/>
          </p:nvSpPr>
          <p:spPr>
            <a:xfrm>
              <a:off x="5087852" y="2602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7" name="pt677"/>
            <p:cNvSpPr/>
            <p:nvPr/>
          </p:nvSpPr>
          <p:spPr>
            <a:xfrm>
              <a:off x="5258706" y="2421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8" name="pt678"/>
            <p:cNvSpPr/>
            <p:nvPr/>
          </p:nvSpPr>
          <p:spPr>
            <a:xfrm>
              <a:off x="5087852" y="26630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9" name="pt679"/>
            <p:cNvSpPr/>
            <p:nvPr/>
          </p:nvSpPr>
          <p:spPr>
            <a:xfrm>
              <a:off x="5984837" y="236157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0" name="pt680"/>
            <p:cNvSpPr/>
            <p:nvPr/>
          </p:nvSpPr>
          <p:spPr>
            <a:xfrm>
              <a:off x="5728555" y="2120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1" name="pt681"/>
            <p:cNvSpPr/>
            <p:nvPr/>
          </p:nvSpPr>
          <p:spPr>
            <a:xfrm>
              <a:off x="4618003" y="29042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2" name="pt682"/>
            <p:cNvSpPr/>
            <p:nvPr/>
          </p:nvSpPr>
          <p:spPr>
            <a:xfrm>
              <a:off x="4959712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3" name="pt683"/>
            <p:cNvSpPr/>
            <p:nvPr/>
          </p:nvSpPr>
          <p:spPr>
            <a:xfrm>
              <a:off x="6582826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4" name="pt684"/>
            <p:cNvSpPr/>
            <p:nvPr/>
          </p:nvSpPr>
          <p:spPr>
            <a:xfrm>
              <a:off x="4788857" y="27836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5" name="pt685"/>
            <p:cNvSpPr/>
            <p:nvPr/>
          </p:nvSpPr>
          <p:spPr>
            <a:xfrm>
              <a:off x="5643128" y="2602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6" name="pt686"/>
            <p:cNvSpPr/>
            <p:nvPr/>
          </p:nvSpPr>
          <p:spPr>
            <a:xfrm>
              <a:off x="6283831" y="248215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7" name="pt687"/>
            <p:cNvSpPr/>
            <p:nvPr/>
          </p:nvSpPr>
          <p:spPr>
            <a:xfrm>
              <a:off x="5344133" y="2602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8" name="pt688"/>
            <p:cNvSpPr/>
            <p:nvPr/>
          </p:nvSpPr>
          <p:spPr>
            <a:xfrm>
              <a:off x="6668253" y="1638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9" name="pt689"/>
            <p:cNvSpPr/>
            <p:nvPr/>
          </p:nvSpPr>
          <p:spPr>
            <a:xfrm>
              <a:off x="4618003" y="2602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0" name="pt690"/>
            <p:cNvSpPr/>
            <p:nvPr/>
          </p:nvSpPr>
          <p:spPr>
            <a:xfrm>
              <a:off x="5087852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1" name="pt691"/>
            <p:cNvSpPr/>
            <p:nvPr/>
          </p:nvSpPr>
          <p:spPr>
            <a:xfrm>
              <a:off x="7009962" y="199981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2" name="pt692"/>
            <p:cNvSpPr/>
            <p:nvPr/>
          </p:nvSpPr>
          <p:spPr>
            <a:xfrm>
              <a:off x="5984837" y="193952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3" name="pt693"/>
            <p:cNvSpPr/>
            <p:nvPr/>
          </p:nvSpPr>
          <p:spPr>
            <a:xfrm>
              <a:off x="4703430" y="236157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4" name="pt694"/>
            <p:cNvSpPr/>
            <p:nvPr/>
          </p:nvSpPr>
          <p:spPr>
            <a:xfrm>
              <a:off x="5344133" y="236157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5" name="pt695"/>
            <p:cNvSpPr/>
            <p:nvPr/>
          </p:nvSpPr>
          <p:spPr>
            <a:xfrm>
              <a:off x="5472274" y="27836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6" name="pt696"/>
            <p:cNvSpPr/>
            <p:nvPr/>
          </p:nvSpPr>
          <p:spPr>
            <a:xfrm>
              <a:off x="5215993" y="236157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7" name="pt697"/>
            <p:cNvSpPr/>
            <p:nvPr/>
          </p:nvSpPr>
          <p:spPr>
            <a:xfrm>
              <a:off x="5386847" y="2421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8" name="pt698"/>
            <p:cNvSpPr/>
            <p:nvPr/>
          </p:nvSpPr>
          <p:spPr>
            <a:xfrm>
              <a:off x="6710967" y="1638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9" name="pt699"/>
            <p:cNvSpPr/>
            <p:nvPr/>
          </p:nvSpPr>
          <p:spPr>
            <a:xfrm>
              <a:off x="4618003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0" name="pt700"/>
            <p:cNvSpPr/>
            <p:nvPr/>
          </p:nvSpPr>
          <p:spPr>
            <a:xfrm>
              <a:off x="4618003" y="29343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1" name="pt701"/>
            <p:cNvSpPr/>
            <p:nvPr/>
          </p:nvSpPr>
          <p:spPr>
            <a:xfrm>
              <a:off x="6326545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2" name="pt702"/>
            <p:cNvSpPr/>
            <p:nvPr/>
          </p:nvSpPr>
          <p:spPr>
            <a:xfrm>
              <a:off x="5643128" y="2180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3" name="pt703"/>
            <p:cNvSpPr/>
            <p:nvPr/>
          </p:nvSpPr>
          <p:spPr>
            <a:xfrm>
              <a:off x="5984837" y="236157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4" name="pt704"/>
            <p:cNvSpPr/>
            <p:nvPr/>
          </p:nvSpPr>
          <p:spPr>
            <a:xfrm>
              <a:off x="5557701" y="236157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5" name="pt705"/>
            <p:cNvSpPr/>
            <p:nvPr/>
          </p:nvSpPr>
          <p:spPr>
            <a:xfrm>
              <a:off x="5856696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6" name="pt706"/>
            <p:cNvSpPr/>
            <p:nvPr/>
          </p:nvSpPr>
          <p:spPr>
            <a:xfrm>
              <a:off x="5728555" y="245200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7" name="pt707"/>
            <p:cNvSpPr/>
            <p:nvPr/>
          </p:nvSpPr>
          <p:spPr>
            <a:xfrm>
              <a:off x="5386847" y="25725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8" name="pt708"/>
            <p:cNvSpPr/>
            <p:nvPr/>
          </p:nvSpPr>
          <p:spPr>
            <a:xfrm>
              <a:off x="5173279" y="2421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9" name="pt709"/>
            <p:cNvSpPr/>
            <p:nvPr/>
          </p:nvSpPr>
          <p:spPr>
            <a:xfrm>
              <a:off x="5942123" y="15777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0" name="pt710"/>
            <p:cNvSpPr/>
            <p:nvPr/>
          </p:nvSpPr>
          <p:spPr>
            <a:xfrm>
              <a:off x="6283831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1" name="pt711"/>
            <p:cNvSpPr/>
            <p:nvPr/>
          </p:nvSpPr>
          <p:spPr>
            <a:xfrm>
              <a:off x="6411972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2" name="pt712"/>
            <p:cNvSpPr/>
            <p:nvPr/>
          </p:nvSpPr>
          <p:spPr>
            <a:xfrm>
              <a:off x="5215993" y="236157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3" name="pt713"/>
            <p:cNvSpPr/>
            <p:nvPr/>
          </p:nvSpPr>
          <p:spPr>
            <a:xfrm>
              <a:off x="5856696" y="2602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4" name="pt714"/>
            <p:cNvSpPr/>
            <p:nvPr/>
          </p:nvSpPr>
          <p:spPr>
            <a:xfrm>
              <a:off x="4831571" y="29042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5" name="pt715"/>
            <p:cNvSpPr/>
            <p:nvPr/>
          </p:nvSpPr>
          <p:spPr>
            <a:xfrm>
              <a:off x="5472274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6" name="pt716"/>
            <p:cNvSpPr/>
            <p:nvPr/>
          </p:nvSpPr>
          <p:spPr>
            <a:xfrm>
              <a:off x="5600415" y="248215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7" name="pt717"/>
            <p:cNvSpPr/>
            <p:nvPr/>
          </p:nvSpPr>
          <p:spPr>
            <a:xfrm>
              <a:off x="6881821" y="15777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8" name="pt718"/>
            <p:cNvSpPr/>
            <p:nvPr/>
          </p:nvSpPr>
          <p:spPr>
            <a:xfrm>
              <a:off x="5600415" y="2120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9" name="pt719"/>
            <p:cNvSpPr/>
            <p:nvPr/>
          </p:nvSpPr>
          <p:spPr>
            <a:xfrm>
              <a:off x="5002425" y="28740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0" name="pt720"/>
            <p:cNvSpPr/>
            <p:nvPr/>
          </p:nvSpPr>
          <p:spPr>
            <a:xfrm>
              <a:off x="5856696" y="2602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1" name="pt721"/>
            <p:cNvSpPr/>
            <p:nvPr/>
          </p:nvSpPr>
          <p:spPr>
            <a:xfrm>
              <a:off x="5386847" y="248215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2" name="pt722"/>
            <p:cNvSpPr/>
            <p:nvPr/>
          </p:nvSpPr>
          <p:spPr>
            <a:xfrm>
              <a:off x="5557701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3" name="pt723"/>
            <p:cNvSpPr/>
            <p:nvPr/>
          </p:nvSpPr>
          <p:spPr>
            <a:xfrm>
              <a:off x="5002425" y="2602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4" name="pt724"/>
            <p:cNvSpPr/>
            <p:nvPr/>
          </p:nvSpPr>
          <p:spPr>
            <a:xfrm>
              <a:off x="5942123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5" name="pt725"/>
            <p:cNvSpPr/>
            <p:nvPr/>
          </p:nvSpPr>
          <p:spPr>
            <a:xfrm>
              <a:off x="5856696" y="172850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6" name="pt726"/>
            <p:cNvSpPr/>
            <p:nvPr/>
          </p:nvSpPr>
          <p:spPr>
            <a:xfrm>
              <a:off x="5472274" y="2120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7" name="pt727"/>
            <p:cNvSpPr/>
            <p:nvPr/>
          </p:nvSpPr>
          <p:spPr>
            <a:xfrm>
              <a:off x="5386847" y="26630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8" name="pt728"/>
            <p:cNvSpPr/>
            <p:nvPr/>
          </p:nvSpPr>
          <p:spPr>
            <a:xfrm>
              <a:off x="5728555" y="2421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9" name="pt729"/>
            <p:cNvSpPr/>
            <p:nvPr/>
          </p:nvSpPr>
          <p:spPr>
            <a:xfrm>
              <a:off x="6198404" y="236157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0" name="pt730"/>
            <p:cNvSpPr/>
            <p:nvPr/>
          </p:nvSpPr>
          <p:spPr>
            <a:xfrm>
              <a:off x="5429561" y="26328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1" name="pt731"/>
            <p:cNvSpPr/>
            <p:nvPr/>
          </p:nvSpPr>
          <p:spPr>
            <a:xfrm>
              <a:off x="5856696" y="1999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2" name="pt732"/>
            <p:cNvSpPr/>
            <p:nvPr/>
          </p:nvSpPr>
          <p:spPr>
            <a:xfrm>
              <a:off x="5600415" y="25424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3" name="pt733"/>
            <p:cNvSpPr/>
            <p:nvPr/>
          </p:nvSpPr>
          <p:spPr>
            <a:xfrm>
              <a:off x="5942123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4" name="pt734"/>
            <p:cNvSpPr/>
            <p:nvPr/>
          </p:nvSpPr>
          <p:spPr>
            <a:xfrm>
              <a:off x="5344133" y="2843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5" name="pt735"/>
            <p:cNvSpPr/>
            <p:nvPr/>
          </p:nvSpPr>
          <p:spPr>
            <a:xfrm>
              <a:off x="6027550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6" name="pt736"/>
            <p:cNvSpPr/>
            <p:nvPr/>
          </p:nvSpPr>
          <p:spPr>
            <a:xfrm>
              <a:off x="5429561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7" name="pt737"/>
            <p:cNvSpPr/>
            <p:nvPr/>
          </p:nvSpPr>
          <p:spPr>
            <a:xfrm>
              <a:off x="5344133" y="25424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8" name="pt738"/>
            <p:cNvSpPr/>
            <p:nvPr/>
          </p:nvSpPr>
          <p:spPr>
            <a:xfrm>
              <a:off x="5045139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9" name="pt739"/>
            <p:cNvSpPr/>
            <p:nvPr/>
          </p:nvSpPr>
          <p:spPr>
            <a:xfrm>
              <a:off x="5045139" y="248215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0" name="pt740"/>
            <p:cNvSpPr/>
            <p:nvPr/>
          </p:nvSpPr>
          <p:spPr>
            <a:xfrm>
              <a:off x="5173279" y="29343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1" name="pt741"/>
            <p:cNvSpPr/>
            <p:nvPr/>
          </p:nvSpPr>
          <p:spPr>
            <a:xfrm>
              <a:off x="4746144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2" name="pt742"/>
            <p:cNvSpPr/>
            <p:nvPr/>
          </p:nvSpPr>
          <p:spPr>
            <a:xfrm>
              <a:off x="5386847" y="23314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3" name="pt743"/>
            <p:cNvSpPr/>
            <p:nvPr/>
          </p:nvSpPr>
          <p:spPr>
            <a:xfrm>
              <a:off x="6582826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4" name="pt744"/>
            <p:cNvSpPr/>
            <p:nvPr/>
          </p:nvSpPr>
          <p:spPr>
            <a:xfrm>
              <a:off x="5600415" y="2120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5" name="pt745"/>
            <p:cNvSpPr/>
            <p:nvPr/>
          </p:nvSpPr>
          <p:spPr>
            <a:xfrm>
              <a:off x="4703430" y="248215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6" name="pt746"/>
            <p:cNvSpPr/>
            <p:nvPr/>
          </p:nvSpPr>
          <p:spPr>
            <a:xfrm>
              <a:off x="5557701" y="227113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7" name="pt747"/>
            <p:cNvSpPr/>
            <p:nvPr/>
          </p:nvSpPr>
          <p:spPr>
            <a:xfrm>
              <a:off x="6112977" y="19093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8" name="pt748"/>
            <p:cNvSpPr/>
            <p:nvPr/>
          </p:nvSpPr>
          <p:spPr>
            <a:xfrm>
              <a:off x="5173279" y="2843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9" name="pt749"/>
            <p:cNvSpPr/>
            <p:nvPr/>
          </p:nvSpPr>
          <p:spPr>
            <a:xfrm>
              <a:off x="4788857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0" name="pt750"/>
            <p:cNvSpPr/>
            <p:nvPr/>
          </p:nvSpPr>
          <p:spPr>
            <a:xfrm>
              <a:off x="5087852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1" name="pt751"/>
            <p:cNvSpPr/>
            <p:nvPr/>
          </p:nvSpPr>
          <p:spPr>
            <a:xfrm>
              <a:off x="4703430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2" name="pt752"/>
            <p:cNvSpPr/>
            <p:nvPr/>
          </p:nvSpPr>
          <p:spPr>
            <a:xfrm>
              <a:off x="4618003" y="2843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3" name="pt753"/>
            <p:cNvSpPr/>
            <p:nvPr/>
          </p:nvSpPr>
          <p:spPr>
            <a:xfrm>
              <a:off x="5258706" y="2120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4" name="pt754"/>
            <p:cNvSpPr/>
            <p:nvPr/>
          </p:nvSpPr>
          <p:spPr>
            <a:xfrm>
              <a:off x="5514988" y="25725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5" name="pt755"/>
            <p:cNvSpPr/>
            <p:nvPr/>
          </p:nvSpPr>
          <p:spPr>
            <a:xfrm>
              <a:off x="4874284" y="26328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6" name="pt756"/>
            <p:cNvSpPr/>
            <p:nvPr/>
          </p:nvSpPr>
          <p:spPr>
            <a:xfrm>
              <a:off x="4703430" y="28740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7" name="pt757"/>
            <p:cNvSpPr/>
            <p:nvPr/>
          </p:nvSpPr>
          <p:spPr>
            <a:xfrm>
              <a:off x="6411972" y="157776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8" name="pt758"/>
            <p:cNvSpPr/>
            <p:nvPr/>
          </p:nvSpPr>
          <p:spPr>
            <a:xfrm>
              <a:off x="7266243" y="145718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9" name="pt759"/>
            <p:cNvSpPr/>
            <p:nvPr/>
          </p:nvSpPr>
          <p:spPr>
            <a:xfrm>
              <a:off x="5643128" y="2602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0" name="pt760"/>
            <p:cNvSpPr/>
            <p:nvPr/>
          </p:nvSpPr>
          <p:spPr>
            <a:xfrm>
              <a:off x="7351670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1" name="pt761"/>
            <p:cNvSpPr/>
            <p:nvPr/>
          </p:nvSpPr>
          <p:spPr>
            <a:xfrm>
              <a:off x="4703430" y="29042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2" name="pt762"/>
            <p:cNvSpPr/>
            <p:nvPr/>
          </p:nvSpPr>
          <p:spPr>
            <a:xfrm>
              <a:off x="5386847" y="25424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3" name="pt763"/>
            <p:cNvSpPr/>
            <p:nvPr/>
          </p:nvSpPr>
          <p:spPr>
            <a:xfrm>
              <a:off x="5899410" y="2602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4" name="pt764"/>
            <p:cNvSpPr/>
            <p:nvPr/>
          </p:nvSpPr>
          <p:spPr>
            <a:xfrm>
              <a:off x="5728555" y="2421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5" name="pt765"/>
            <p:cNvSpPr/>
            <p:nvPr/>
          </p:nvSpPr>
          <p:spPr>
            <a:xfrm>
              <a:off x="5258706" y="25424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6" name="pt766"/>
            <p:cNvSpPr/>
            <p:nvPr/>
          </p:nvSpPr>
          <p:spPr>
            <a:xfrm>
              <a:off x="4831571" y="27233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7" name="pt767"/>
            <p:cNvSpPr/>
            <p:nvPr/>
          </p:nvSpPr>
          <p:spPr>
            <a:xfrm>
              <a:off x="6027550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8" name="pt768"/>
            <p:cNvSpPr/>
            <p:nvPr/>
          </p:nvSpPr>
          <p:spPr>
            <a:xfrm>
              <a:off x="6241118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9" name="pt769"/>
            <p:cNvSpPr/>
            <p:nvPr/>
          </p:nvSpPr>
          <p:spPr>
            <a:xfrm>
              <a:off x="5087852" y="2602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0" name="pt770"/>
            <p:cNvSpPr/>
            <p:nvPr/>
          </p:nvSpPr>
          <p:spPr>
            <a:xfrm>
              <a:off x="5600415" y="1818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1" name="pt771"/>
            <p:cNvSpPr/>
            <p:nvPr/>
          </p:nvSpPr>
          <p:spPr>
            <a:xfrm>
              <a:off x="5600415" y="209025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2" name="pt772"/>
            <p:cNvSpPr/>
            <p:nvPr/>
          </p:nvSpPr>
          <p:spPr>
            <a:xfrm>
              <a:off x="6369259" y="184908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3" name="pt773"/>
            <p:cNvSpPr/>
            <p:nvPr/>
          </p:nvSpPr>
          <p:spPr>
            <a:xfrm>
              <a:off x="6070264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4" name="pt774"/>
            <p:cNvSpPr/>
            <p:nvPr/>
          </p:nvSpPr>
          <p:spPr>
            <a:xfrm>
              <a:off x="5472274" y="23314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5" name="pt775"/>
            <p:cNvSpPr/>
            <p:nvPr/>
          </p:nvSpPr>
          <p:spPr>
            <a:xfrm>
              <a:off x="6753680" y="1698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6" name="pt776"/>
            <p:cNvSpPr/>
            <p:nvPr/>
          </p:nvSpPr>
          <p:spPr>
            <a:xfrm>
              <a:off x="4874284" y="2421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7" name="pt777"/>
            <p:cNvSpPr/>
            <p:nvPr/>
          </p:nvSpPr>
          <p:spPr>
            <a:xfrm>
              <a:off x="5130566" y="25424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8" name="pt778"/>
            <p:cNvSpPr/>
            <p:nvPr/>
          </p:nvSpPr>
          <p:spPr>
            <a:xfrm>
              <a:off x="6326545" y="17887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9" name="pt779"/>
            <p:cNvSpPr/>
            <p:nvPr/>
          </p:nvSpPr>
          <p:spPr>
            <a:xfrm>
              <a:off x="5173279" y="2602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0" name="pt780"/>
            <p:cNvSpPr/>
            <p:nvPr/>
          </p:nvSpPr>
          <p:spPr>
            <a:xfrm>
              <a:off x="6112977" y="17887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1" name="pt781"/>
            <p:cNvSpPr/>
            <p:nvPr/>
          </p:nvSpPr>
          <p:spPr>
            <a:xfrm>
              <a:off x="5002425" y="2843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2" name="pt782"/>
            <p:cNvSpPr/>
            <p:nvPr/>
          </p:nvSpPr>
          <p:spPr>
            <a:xfrm>
              <a:off x="5045139" y="25424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3" name="pt783"/>
            <p:cNvSpPr/>
            <p:nvPr/>
          </p:nvSpPr>
          <p:spPr>
            <a:xfrm>
              <a:off x="4788857" y="2843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4" name="pt784"/>
            <p:cNvSpPr/>
            <p:nvPr/>
          </p:nvSpPr>
          <p:spPr>
            <a:xfrm>
              <a:off x="4618003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5" name="pt785"/>
            <p:cNvSpPr/>
            <p:nvPr/>
          </p:nvSpPr>
          <p:spPr>
            <a:xfrm>
              <a:off x="5386847" y="1999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6" name="pt786"/>
            <p:cNvSpPr/>
            <p:nvPr/>
          </p:nvSpPr>
          <p:spPr>
            <a:xfrm>
              <a:off x="5643128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7" name="pt787"/>
            <p:cNvSpPr/>
            <p:nvPr/>
          </p:nvSpPr>
          <p:spPr>
            <a:xfrm>
              <a:off x="5643128" y="2120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8" name="pt788"/>
            <p:cNvSpPr/>
            <p:nvPr/>
          </p:nvSpPr>
          <p:spPr>
            <a:xfrm>
              <a:off x="4788857" y="26630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9" name="pt789"/>
            <p:cNvSpPr/>
            <p:nvPr/>
          </p:nvSpPr>
          <p:spPr>
            <a:xfrm>
              <a:off x="5472274" y="25123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0" name="pt790"/>
            <p:cNvSpPr/>
            <p:nvPr/>
          </p:nvSpPr>
          <p:spPr>
            <a:xfrm>
              <a:off x="5514988" y="2421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1" name="pt791"/>
            <p:cNvSpPr/>
            <p:nvPr/>
          </p:nvSpPr>
          <p:spPr>
            <a:xfrm>
              <a:off x="4831571" y="2602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2" name="pt792"/>
            <p:cNvSpPr/>
            <p:nvPr/>
          </p:nvSpPr>
          <p:spPr>
            <a:xfrm>
              <a:off x="5045139" y="248215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3" name="pt793"/>
            <p:cNvSpPr/>
            <p:nvPr/>
          </p:nvSpPr>
          <p:spPr>
            <a:xfrm>
              <a:off x="5045139" y="29042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4" name="pt794"/>
            <p:cNvSpPr/>
            <p:nvPr/>
          </p:nvSpPr>
          <p:spPr>
            <a:xfrm>
              <a:off x="5472274" y="26630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5" name="pt795"/>
            <p:cNvSpPr/>
            <p:nvPr/>
          </p:nvSpPr>
          <p:spPr>
            <a:xfrm>
              <a:off x="4618003" y="29343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6" name="pt796"/>
            <p:cNvSpPr/>
            <p:nvPr/>
          </p:nvSpPr>
          <p:spPr>
            <a:xfrm>
              <a:off x="6753680" y="2120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7" name="pt797"/>
            <p:cNvSpPr/>
            <p:nvPr/>
          </p:nvSpPr>
          <p:spPr>
            <a:xfrm>
              <a:off x="6710967" y="16682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8" name="pt798"/>
            <p:cNvSpPr/>
            <p:nvPr/>
          </p:nvSpPr>
          <p:spPr>
            <a:xfrm>
              <a:off x="6155691" y="2180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9" name="pt799"/>
            <p:cNvSpPr/>
            <p:nvPr/>
          </p:nvSpPr>
          <p:spPr>
            <a:xfrm>
              <a:off x="6326545" y="215054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0" name="pt800"/>
            <p:cNvSpPr/>
            <p:nvPr/>
          </p:nvSpPr>
          <p:spPr>
            <a:xfrm>
              <a:off x="6241118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1" name="pt801"/>
            <p:cNvSpPr/>
            <p:nvPr/>
          </p:nvSpPr>
          <p:spPr>
            <a:xfrm>
              <a:off x="4703430" y="29042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2" name="pt802"/>
            <p:cNvSpPr/>
            <p:nvPr/>
          </p:nvSpPr>
          <p:spPr>
            <a:xfrm>
              <a:off x="5984837" y="2180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3" name="pt803"/>
            <p:cNvSpPr/>
            <p:nvPr/>
          </p:nvSpPr>
          <p:spPr>
            <a:xfrm>
              <a:off x="5899410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4" name="pt804"/>
            <p:cNvSpPr/>
            <p:nvPr/>
          </p:nvSpPr>
          <p:spPr>
            <a:xfrm>
              <a:off x="5087852" y="28137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5" name="pt805"/>
            <p:cNvSpPr/>
            <p:nvPr/>
          </p:nvSpPr>
          <p:spPr>
            <a:xfrm>
              <a:off x="5045139" y="25424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6" name="pt806"/>
            <p:cNvSpPr/>
            <p:nvPr/>
          </p:nvSpPr>
          <p:spPr>
            <a:xfrm>
              <a:off x="4660717" y="29042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7" name="pt807"/>
            <p:cNvSpPr/>
            <p:nvPr/>
          </p:nvSpPr>
          <p:spPr>
            <a:xfrm>
              <a:off x="4916998" y="28137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8" name="pt808"/>
            <p:cNvSpPr/>
            <p:nvPr/>
          </p:nvSpPr>
          <p:spPr>
            <a:xfrm>
              <a:off x="4618003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9" name="pt809"/>
            <p:cNvSpPr/>
            <p:nvPr/>
          </p:nvSpPr>
          <p:spPr>
            <a:xfrm>
              <a:off x="5472274" y="25424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0" name="pt810"/>
            <p:cNvSpPr/>
            <p:nvPr/>
          </p:nvSpPr>
          <p:spPr>
            <a:xfrm>
              <a:off x="5344133" y="27836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1" name="pt811"/>
            <p:cNvSpPr/>
            <p:nvPr/>
          </p:nvSpPr>
          <p:spPr>
            <a:xfrm>
              <a:off x="4703430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2" name="pt812"/>
            <p:cNvSpPr/>
            <p:nvPr/>
          </p:nvSpPr>
          <p:spPr>
            <a:xfrm>
              <a:off x="5215993" y="26328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3" name="tx813"/>
            <p:cNvSpPr/>
            <p:nvPr/>
          </p:nvSpPr>
          <p:spPr>
            <a:xfrm>
              <a:off x="4659915" y="865197"/>
              <a:ext cx="91715" cy="909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 i="1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814" name="tx814"/>
            <p:cNvSpPr/>
            <p:nvPr/>
          </p:nvSpPr>
          <p:spPr>
            <a:xfrm>
              <a:off x="4765266" y="829646"/>
              <a:ext cx="49441" cy="638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815" name="tx815"/>
            <p:cNvSpPr/>
            <p:nvPr/>
          </p:nvSpPr>
          <p:spPr>
            <a:xfrm>
              <a:off x="4814708" y="956107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4849497" y="918093"/>
              <a:ext cx="74166" cy="3801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4923663" y="956107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4958451" y="863275"/>
              <a:ext cx="247178" cy="9283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0.62</a:t>
              </a:r>
            </a:p>
          </p:txBody>
        </p:sp>
        <p:sp>
          <p:nvSpPr>
            <p:cNvPr id="819" name="pl819"/>
            <p:cNvSpPr/>
            <p:nvPr/>
          </p:nvSpPr>
          <p:spPr>
            <a:xfrm>
              <a:off x="4642829" y="1333397"/>
              <a:ext cx="3160802" cy="1544911"/>
            </a:xfrm>
            <a:custGeom>
              <a:avLst/>
              <a:gdLst/>
              <a:ahLst/>
              <a:cxnLst/>
              <a:rect l="0" t="0" r="0" b="0"/>
              <a:pathLst>
                <a:path w="3160802" h="1544911">
                  <a:moveTo>
                    <a:pt x="0" y="1544911"/>
                  </a:moveTo>
                  <a:lnTo>
                    <a:pt x="40010" y="1525355"/>
                  </a:lnTo>
                  <a:lnTo>
                    <a:pt x="80020" y="1505799"/>
                  </a:lnTo>
                  <a:lnTo>
                    <a:pt x="120030" y="1486244"/>
                  </a:lnTo>
                  <a:lnTo>
                    <a:pt x="160040" y="1466688"/>
                  </a:lnTo>
                  <a:lnTo>
                    <a:pt x="200050" y="1447132"/>
                  </a:lnTo>
                  <a:lnTo>
                    <a:pt x="240060" y="1427576"/>
                  </a:lnTo>
                  <a:lnTo>
                    <a:pt x="280071" y="1408020"/>
                  </a:lnTo>
                  <a:lnTo>
                    <a:pt x="320081" y="1388464"/>
                  </a:lnTo>
                  <a:lnTo>
                    <a:pt x="360091" y="1368909"/>
                  </a:lnTo>
                  <a:lnTo>
                    <a:pt x="400101" y="1349353"/>
                  </a:lnTo>
                  <a:lnTo>
                    <a:pt x="440111" y="1329797"/>
                  </a:lnTo>
                  <a:lnTo>
                    <a:pt x="480121" y="1310241"/>
                  </a:lnTo>
                  <a:lnTo>
                    <a:pt x="520132" y="1290685"/>
                  </a:lnTo>
                  <a:lnTo>
                    <a:pt x="560142" y="1271129"/>
                  </a:lnTo>
                  <a:lnTo>
                    <a:pt x="600152" y="1251573"/>
                  </a:lnTo>
                  <a:lnTo>
                    <a:pt x="640162" y="1232018"/>
                  </a:lnTo>
                  <a:lnTo>
                    <a:pt x="680172" y="1212462"/>
                  </a:lnTo>
                  <a:lnTo>
                    <a:pt x="720182" y="1192906"/>
                  </a:lnTo>
                  <a:lnTo>
                    <a:pt x="760192" y="1173350"/>
                  </a:lnTo>
                  <a:lnTo>
                    <a:pt x="800203" y="1153794"/>
                  </a:lnTo>
                  <a:lnTo>
                    <a:pt x="840213" y="1134238"/>
                  </a:lnTo>
                  <a:lnTo>
                    <a:pt x="880223" y="1114683"/>
                  </a:lnTo>
                  <a:lnTo>
                    <a:pt x="920233" y="1095127"/>
                  </a:lnTo>
                  <a:lnTo>
                    <a:pt x="960243" y="1075571"/>
                  </a:lnTo>
                  <a:lnTo>
                    <a:pt x="1000253" y="1056015"/>
                  </a:lnTo>
                  <a:lnTo>
                    <a:pt x="1040264" y="1036459"/>
                  </a:lnTo>
                  <a:lnTo>
                    <a:pt x="1080274" y="1016903"/>
                  </a:lnTo>
                  <a:lnTo>
                    <a:pt x="1120284" y="997347"/>
                  </a:lnTo>
                  <a:lnTo>
                    <a:pt x="1160294" y="977792"/>
                  </a:lnTo>
                  <a:lnTo>
                    <a:pt x="1200304" y="958236"/>
                  </a:lnTo>
                  <a:lnTo>
                    <a:pt x="1240314" y="938680"/>
                  </a:lnTo>
                  <a:lnTo>
                    <a:pt x="1280324" y="919124"/>
                  </a:lnTo>
                  <a:lnTo>
                    <a:pt x="1320335" y="899568"/>
                  </a:lnTo>
                  <a:lnTo>
                    <a:pt x="1360345" y="880012"/>
                  </a:lnTo>
                  <a:lnTo>
                    <a:pt x="1400355" y="860457"/>
                  </a:lnTo>
                  <a:lnTo>
                    <a:pt x="1440365" y="840901"/>
                  </a:lnTo>
                  <a:lnTo>
                    <a:pt x="1480375" y="821345"/>
                  </a:lnTo>
                  <a:lnTo>
                    <a:pt x="1520385" y="801789"/>
                  </a:lnTo>
                  <a:lnTo>
                    <a:pt x="1560396" y="782233"/>
                  </a:lnTo>
                  <a:lnTo>
                    <a:pt x="1600406" y="762677"/>
                  </a:lnTo>
                  <a:lnTo>
                    <a:pt x="1640416" y="743122"/>
                  </a:lnTo>
                  <a:lnTo>
                    <a:pt x="1680426" y="723566"/>
                  </a:lnTo>
                  <a:lnTo>
                    <a:pt x="1720436" y="704010"/>
                  </a:lnTo>
                  <a:lnTo>
                    <a:pt x="1760446" y="684454"/>
                  </a:lnTo>
                  <a:lnTo>
                    <a:pt x="1800456" y="664898"/>
                  </a:lnTo>
                  <a:lnTo>
                    <a:pt x="1840467" y="645342"/>
                  </a:lnTo>
                  <a:lnTo>
                    <a:pt x="1880477" y="625786"/>
                  </a:lnTo>
                  <a:lnTo>
                    <a:pt x="1920487" y="606231"/>
                  </a:lnTo>
                  <a:lnTo>
                    <a:pt x="1960497" y="586675"/>
                  </a:lnTo>
                  <a:lnTo>
                    <a:pt x="2000507" y="567119"/>
                  </a:lnTo>
                  <a:lnTo>
                    <a:pt x="2040517" y="547563"/>
                  </a:lnTo>
                  <a:lnTo>
                    <a:pt x="2080528" y="528007"/>
                  </a:lnTo>
                  <a:lnTo>
                    <a:pt x="2120538" y="508451"/>
                  </a:lnTo>
                  <a:lnTo>
                    <a:pt x="2160548" y="488896"/>
                  </a:lnTo>
                  <a:lnTo>
                    <a:pt x="2200558" y="469340"/>
                  </a:lnTo>
                  <a:lnTo>
                    <a:pt x="2240568" y="449784"/>
                  </a:lnTo>
                  <a:lnTo>
                    <a:pt x="2280578" y="430228"/>
                  </a:lnTo>
                  <a:lnTo>
                    <a:pt x="2320588" y="410672"/>
                  </a:lnTo>
                  <a:lnTo>
                    <a:pt x="2360599" y="391116"/>
                  </a:lnTo>
                  <a:lnTo>
                    <a:pt x="2400609" y="371561"/>
                  </a:lnTo>
                  <a:lnTo>
                    <a:pt x="2440619" y="352005"/>
                  </a:lnTo>
                  <a:lnTo>
                    <a:pt x="2480629" y="332449"/>
                  </a:lnTo>
                  <a:lnTo>
                    <a:pt x="2520639" y="312893"/>
                  </a:lnTo>
                  <a:lnTo>
                    <a:pt x="2560649" y="293337"/>
                  </a:lnTo>
                  <a:lnTo>
                    <a:pt x="2600660" y="273781"/>
                  </a:lnTo>
                  <a:lnTo>
                    <a:pt x="2640670" y="254225"/>
                  </a:lnTo>
                  <a:lnTo>
                    <a:pt x="2680680" y="234670"/>
                  </a:lnTo>
                  <a:lnTo>
                    <a:pt x="2720690" y="215114"/>
                  </a:lnTo>
                  <a:lnTo>
                    <a:pt x="2760700" y="195558"/>
                  </a:lnTo>
                  <a:lnTo>
                    <a:pt x="2800710" y="176002"/>
                  </a:lnTo>
                  <a:lnTo>
                    <a:pt x="2840720" y="156446"/>
                  </a:lnTo>
                  <a:lnTo>
                    <a:pt x="2880731" y="136890"/>
                  </a:lnTo>
                  <a:lnTo>
                    <a:pt x="2920741" y="117335"/>
                  </a:lnTo>
                  <a:lnTo>
                    <a:pt x="2960751" y="97779"/>
                  </a:lnTo>
                  <a:lnTo>
                    <a:pt x="3000761" y="78223"/>
                  </a:lnTo>
                  <a:lnTo>
                    <a:pt x="3040771" y="58667"/>
                  </a:lnTo>
                  <a:lnTo>
                    <a:pt x="3080781" y="39111"/>
                  </a:lnTo>
                  <a:lnTo>
                    <a:pt x="3120792" y="19555"/>
                  </a:lnTo>
                  <a:lnTo>
                    <a:pt x="3160802" y="0"/>
                  </a:lnTo>
                </a:path>
              </a:pathLst>
            </a:custGeom>
            <a:ln w="27101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0" name="pl820"/>
            <p:cNvSpPr/>
            <p:nvPr/>
          </p:nvSpPr>
          <p:spPr>
            <a:xfrm>
              <a:off x="5881522" y="1499554"/>
              <a:ext cx="1580401" cy="379810"/>
            </a:xfrm>
            <a:custGeom>
              <a:avLst/>
              <a:gdLst/>
              <a:ahLst/>
              <a:cxnLst/>
              <a:rect l="0" t="0" r="0" b="0"/>
              <a:pathLst>
                <a:path w="1580401" h="379810">
                  <a:moveTo>
                    <a:pt x="0" y="379810"/>
                  </a:moveTo>
                  <a:lnTo>
                    <a:pt x="20005" y="375003"/>
                  </a:lnTo>
                  <a:lnTo>
                    <a:pt x="40010" y="370195"/>
                  </a:lnTo>
                  <a:lnTo>
                    <a:pt x="60015" y="365387"/>
                  </a:lnTo>
                  <a:lnTo>
                    <a:pt x="80020" y="360579"/>
                  </a:lnTo>
                  <a:lnTo>
                    <a:pt x="100025" y="355772"/>
                  </a:lnTo>
                  <a:lnTo>
                    <a:pt x="120030" y="350964"/>
                  </a:lnTo>
                  <a:lnTo>
                    <a:pt x="140035" y="346156"/>
                  </a:lnTo>
                  <a:lnTo>
                    <a:pt x="160040" y="341348"/>
                  </a:lnTo>
                  <a:lnTo>
                    <a:pt x="180045" y="336541"/>
                  </a:lnTo>
                  <a:lnTo>
                    <a:pt x="200050" y="331733"/>
                  </a:lnTo>
                  <a:lnTo>
                    <a:pt x="220055" y="326925"/>
                  </a:lnTo>
                  <a:lnTo>
                    <a:pt x="240060" y="322118"/>
                  </a:lnTo>
                  <a:lnTo>
                    <a:pt x="260066" y="317310"/>
                  </a:lnTo>
                  <a:lnTo>
                    <a:pt x="280071" y="312502"/>
                  </a:lnTo>
                  <a:lnTo>
                    <a:pt x="300076" y="307694"/>
                  </a:lnTo>
                  <a:lnTo>
                    <a:pt x="320081" y="302887"/>
                  </a:lnTo>
                  <a:lnTo>
                    <a:pt x="340086" y="298079"/>
                  </a:lnTo>
                  <a:lnTo>
                    <a:pt x="360091" y="293271"/>
                  </a:lnTo>
                  <a:lnTo>
                    <a:pt x="380096" y="288463"/>
                  </a:lnTo>
                  <a:lnTo>
                    <a:pt x="400101" y="283656"/>
                  </a:lnTo>
                  <a:lnTo>
                    <a:pt x="420106" y="278848"/>
                  </a:lnTo>
                  <a:lnTo>
                    <a:pt x="440111" y="274040"/>
                  </a:lnTo>
                  <a:lnTo>
                    <a:pt x="460116" y="269232"/>
                  </a:lnTo>
                  <a:lnTo>
                    <a:pt x="480121" y="264425"/>
                  </a:lnTo>
                  <a:lnTo>
                    <a:pt x="500126" y="259617"/>
                  </a:lnTo>
                  <a:lnTo>
                    <a:pt x="520132" y="254809"/>
                  </a:lnTo>
                  <a:lnTo>
                    <a:pt x="540137" y="250002"/>
                  </a:lnTo>
                  <a:lnTo>
                    <a:pt x="560142" y="245194"/>
                  </a:lnTo>
                  <a:lnTo>
                    <a:pt x="580147" y="240386"/>
                  </a:lnTo>
                  <a:lnTo>
                    <a:pt x="600152" y="235578"/>
                  </a:lnTo>
                  <a:lnTo>
                    <a:pt x="620157" y="230771"/>
                  </a:lnTo>
                  <a:lnTo>
                    <a:pt x="640162" y="225963"/>
                  </a:lnTo>
                  <a:lnTo>
                    <a:pt x="660167" y="221155"/>
                  </a:lnTo>
                  <a:lnTo>
                    <a:pt x="680172" y="216347"/>
                  </a:lnTo>
                  <a:lnTo>
                    <a:pt x="700177" y="211540"/>
                  </a:lnTo>
                  <a:lnTo>
                    <a:pt x="720182" y="206732"/>
                  </a:lnTo>
                  <a:lnTo>
                    <a:pt x="740187" y="201924"/>
                  </a:lnTo>
                  <a:lnTo>
                    <a:pt x="760192" y="197117"/>
                  </a:lnTo>
                  <a:lnTo>
                    <a:pt x="780198" y="192309"/>
                  </a:lnTo>
                  <a:lnTo>
                    <a:pt x="800203" y="187501"/>
                  </a:lnTo>
                  <a:lnTo>
                    <a:pt x="820208" y="182693"/>
                  </a:lnTo>
                  <a:lnTo>
                    <a:pt x="840213" y="177886"/>
                  </a:lnTo>
                  <a:lnTo>
                    <a:pt x="860218" y="173078"/>
                  </a:lnTo>
                  <a:lnTo>
                    <a:pt x="880223" y="168270"/>
                  </a:lnTo>
                  <a:lnTo>
                    <a:pt x="900228" y="163462"/>
                  </a:lnTo>
                  <a:lnTo>
                    <a:pt x="920233" y="158655"/>
                  </a:lnTo>
                  <a:lnTo>
                    <a:pt x="940238" y="153847"/>
                  </a:lnTo>
                  <a:lnTo>
                    <a:pt x="960243" y="149039"/>
                  </a:lnTo>
                  <a:lnTo>
                    <a:pt x="980248" y="144231"/>
                  </a:lnTo>
                  <a:lnTo>
                    <a:pt x="1000253" y="139424"/>
                  </a:lnTo>
                  <a:lnTo>
                    <a:pt x="1020258" y="134616"/>
                  </a:lnTo>
                  <a:lnTo>
                    <a:pt x="1040264" y="129808"/>
                  </a:lnTo>
                  <a:lnTo>
                    <a:pt x="1060269" y="125001"/>
                  </a:lnTo>
                  <a:lnTo>
                    <a:pt x="1080274" y="120193"/>
                  </a:lnTo>
                  <a:lnTo>
                    <a:pt x="1100279" y="115385"/>
                  </a:lnTo>
                  <a:lnTo>
                    <a:pt x="1120284" y="110577"/>
                  </a:lnTo>
                  <a:lnTo>
                    <a:pt x="1140289" y="105770"/>
                  </a:lnTo>
                  <a:lnTo>
                    <a:pt x="1160294" y="100962"/>
                  </a:lnTo>
                  <a:lnTo>
                    <a:pt x="1180299" y="96154"/>
                  </a:lnTo>
                  <a:lnTo>
                    <a:pt x="1200304" y="91346"/>
                  </a:lnTo>
                  <a:lnTo>
                    <a:pt x="1220309" y="86539"/>
                  </a:lnTo>
                  <a:lnTo>
                    <a:pt x="1240314" y="81731"/>
                  </a:lnTo>
                  <a:lnTo>
                    <a:pt x="1260319" y="76923"/>
                  </a:lnTo>
                  <a:lnTo>
                    <a:pt x="1280324" y="72115"/>
                  </a:lnTo>
                  <a:lnTo>
                    <a:pt x="1300330" y="67308"/>
                  </a:lnTo>
                  <a:lnTo>
                    <a:pt x="1320335" y="62500"/>
                  </a:lnTo>
                  <a:lnTo>
                    <a:pt x="1340340" y="57692"/>
                  </a:lnTo>
                  <a:lnTo>
                    <a:pt x="1360345" y="52885"/>
                  </a:lnTo>
                  <a:lnTo>
                    <a:pt x="1380350" y="48077"/>
                  </a:lnTo>
                  <a:lnTo>
                    <a:pt x="1400355" y="43269"/>
                  </a:lnTo>
                  <a:lnTo>
                    <a:pt x="1420360" y="38461"/>
                  </a:lnTo>
                  <a:lnTo>
                    <a:pt x="1440365" y="33654"/>
                  </a:lnTo>
                  <a:lnTo>
                    <a:pt x="1460370" y="28846"/>
                  </a:lnTo>
                  <a:lnTo>
                    <a:pt x="1480375" y="24038"/>
                  </a:lnTo>
                  <a:lnTo>
                    <a:pt x="1500380" y="19230"/>
                  </a:lnTo>
                  <a:lnTo>
                    <a:pt x="1520385" y="14423"/>
                  </a:lnTo>
                  <a:lnTo>
                    <a:pt x="1540390" y="9615"/>
                  </a:lnTo>
                  <a:lnTo>
                    <a:pt x="1560396" y="4807"/>
                  </a:lnTo>
                  <a:lnTo>
                    <a:pt x="1580401" y="0"/>
                  </a:lnTo>
                </a:path>
              </a:pathLst>
            </a:custGeom>
            <a:ln w="27101" cap="flat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1" name="pl821"/>
            <p:cNvSpPr/>
            <p:nvPr/>
          </p:nvSpPr>
          <p:spPr>
            <a:xfrm>
              <a:off x="4471975" y="5730859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2" name="pl822"/>
            <p:cNvSpPr/>
            <p:nvPr/>
          </p:nvSpPr>
          <p:spPr>
            <a:xfrm>
              <a:off x="4471975" y="5127934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3" name="pl823"/>
            <p:cNvSpPr/>
            <p:nvPr/>
          </p:nvSpPr>
          <p:spPr>
            <a:xfrm>
              <a:off x="4471975" y="4525010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4" name="pl824"/>
            <p:cNvSpPr/>
            <p:nvPr/>
          </p:nvSpPr>
          <p:spPr>
            <a:xfrm>
              <a:off x="4471975" y="3922086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5" name="pl825"/>
            <p:cNvSpPr/>
            <p:nvPr/>
          </p:nvSpPr>
          <p:spPr>
            <a:xfrm>
              <a:off x="5052879" y="3753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6" name="pl826"/>
            <p:cNvSpPr/>
            <p:nvPr/>
          </p:nvSpPr>
          <p:spPr>
            <a:xfrm>
              <a:off x="5964101" y="3753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7" name="pl827"/>
            <p:cNvSpPr/>
            <p:nvPr/>
          </p:nvSpPr>
          <p:spPr>
            <a:xfrm>
              <a:off x="6875324" y="3753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8" name="pl828"/>
            <p:cNvSpPr/>
            <p:nvPr/>
          </p:nvSpPr>
          <p:spPr>
            <a:xfrm>
              <a:off x="7786546" y="3753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9" name="pl829"/>
            <p:cNvSpPr/>
            <p:nvPr/>
          </p:nvSpPr>
          <p:spPr>
            <a:xfrm>
              <a:off x="4471975" y="6032321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0" name="pl830"/>
            <p:cNvSpPr/>
            <p:nvPr/>
          </p:nvSpPr>
          <p:spPr>
            <a:xfrm>
              <a:off x="4471975" y="5429397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1" name="pl831"/>
            <p:cNvSpPr/>
            <p:nvPr/>
          </p:nvSpPr>
          <p:spPr>
            <a:xfrm>
              <a:off x="4471975" y="4826472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2" name="pl832"/>
            <p:cNvSpPr/>
            <p:nvPr/>
          </p:nvSpPr>
          <p:spPr>
            <a:xfrm>
              <a:off x="4471975" y="4223548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3" name="pl833"/>
            <p:cNvSpPr/>
            <p:nvPr/>
          </p:nvSpPr>
          <p:spPr>
            <a:xfrm>
              <a:off x="4597268" y="3753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4" name="pl834"/>
            <p:cNvSpPr/>
            <p:nvPr/>
          </p:nvSpPr>
          <p:spPr>
            <a:xfrm>
              <a:off x="5508490" y="3753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5" name="pl835"/>
            <p:cNvSpPr/>
            <p:nvPr/>
          </p:nvSpPr>
          <p:spPr>
            <a:xfrm>
              <a:off x="6419713" y="3753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6" name="pl836"/>
            <p:cNvSpPr/>
            <p:nvPr/>
          </p:nvSpPr>
          <p:spPr>
            <a:xfrm>
              <a:off x="7330935" y="3753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7" name="pt837"/>
            <p:cNvSpPr/>
            <p:nvPr/>
          </p:nvSpPr>
          <p:spPr>
            <a:xfrm>
              <a:off x="7442792" y="492223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8" name="pt838"/>
            <p:cNvSpPr/>
            <p:nvPr/>
          </p:nvSpPr>
          <p:spPr>
            <a:xfrm>
              <a:off x="7579476" y="468106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9" name="pt839"/>
            <p:cNvSpPr/>
            <p:nvPr/>
          </p:nvSpPr>
          <p:spPr>
            <a:xfrm>
              <a:off x="7306109" y="459062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0" name="pt840"/>
            <p:cNvSpPr/>
            <p:nvPr/>
          </p:nvSpPr>
          <p:spPr>
            <a:xfrm>
              <a:off x="7306109" y="468106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1" name="pt841"/>
            <p:cNvSpPr/>
            <p:nvPr/>
          </p:nvSpPr>
          <p:spPr>
            <a:xfrm>
              <a:off x="5984837" y="5283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2" name="pt842"/>
            <p:cNvSpPr/>
            <p:nvPr/>
          </p:nvSpPr>
          <p:spPr>
            <a:xfrm>
              <a:off x="7123864" y="450018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3" name="pt843"/>
            <p:cNvSpPr/>
            <p:nvPr/>
          </p:nvSpPr>
          <p:spPr>
            <a:xfrm>
              <a:off x="6531570" y="510310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4" name="pt844"/>
            <p:cNvSpPr/>
            <p:nvPr/>
          </p:nvSpPr>
          <p:spPr>
            <a:xfrm>
              <a:off x="6349326" y="4982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5" name="pt845"/>
            <p:cNvSpPr/>
            <p:nvPr/>
          </p:nvSpPr>
          <p:spPr>
            <a:xfrm>
              <a:off x="5802592" y="5283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6" name="pt846"/>
            <p:cNvSpPr/>
            <p:nvPr/>
          </p:nvSpPr>
          <p:spPr>
            <a:xfrm>
              <a:off x="6713814" y="5283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7" name="pt847"/>
            <p:cNvSpPr/>
            <p:nvPr/>
          </p:nvSpPr>
          <p:spPr>
            <a:xfrm>
              <a:off x="5757031" y="5223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8" name="pt848"/>
            <p:cNvSpPr/>
            <p:nvPr/>
          </p:nvSpPr>
          <p:spPr>
            <a:xfrm>
              <a:off x="7169426" y="4922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9" name="pt849"/>
            <p:cNvSpPr/>
            <p:nvPr/>
          </p:nvSpPr>
          <p:spPr>
            <a:xfrm>
              <a:off x="5984837" y="540457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0" name="pt850"/>
            <p:cNvSpPr/>
            <p:nvPr/>
          </p:nvSpPr>
          <p:spPr>
            <a:xfrm>
              <a:off x="5665909" y="5223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1" name="pt851"/>
            <p:cNvSpPr/>
            <p:nvPr/>
          </p:nvSpPr>
          <p:spPr>
            <a:xfrm>
              <a:off x="5893714" y="540457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2" name="pt852"/>
            <p:cNvSpPr/>
            <p:nvPr/>
          </p:nvSpPr>
          <p:spPr>
            <a:xfrm>
              <a:off x="5210298" y="57060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3" name="pt853"/>
            <p:cNvSpPr/>
            <p:nvPr/>
          </p:nvSpPr>
          <p:spPr>
            <a:xfrm>
              <a:off x="5711470" y="53744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4" name="pt854"/>
            <p:cNvSpPr/>
            <p:nvPr/>
          </p:nvSpPr>
          <p:spPr>
            <a:xfrm>
              <a:off x="7579476" y="510310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5" name="pt855"/>
            <p:cNvSpPr/>
            <p:nvPr/>
          </p:nvSpPr>
          <p:spPr>
            <a:xfrm>
              <a:off x="7123864" y="450018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6" name="pt856"/>
            <p:cNvSpPr/>
            <p:nvPr/>
          </p:nvSpPr>
          <p:spPr>
            <a:xfrm>
              <a:off x="7032742" y="465091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7" name="pt857"/>
            <p:cNvSpPr/>
            <p:nvPr/>
          </p:nvSpPr>
          <p:spPr>
            <a:xfrm>
              <a:off x="6486009" y="5163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8" name="pt858"/>
            <p:cNvSpPr/>
            <p:nvPr/>
          </p:nvSpPr>
          <p:spPr>
            <a:xfrm>
              <a:off x="6622692" y="504281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9" name="pt859"/>
            <p:cNvSpPr/>
            <p:nvPr/>
          </p:nvSpPr>
          <p:spPr>
            <a:xfrm>
              <a:off x="5665909" y="549500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0" name="pt860"/>
            <p:cNvSpPr/>
            <p:nvPr/>
          </p:nvSpPr>
          <p:spPr>
            <a:xfrm>
              <a:off x="7625037" y="465091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1" name="pt861"/>
            <p:cNvSpPr/>
            <p:nvPr/>
          </p:nvSpPr>
          <p:spPr>
            <a:xfrm>
              <a:off x="5848153" y="4922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2" name="pt862"/>
            <p:cNvSpPr/>
            <p:nvPr/>
          </p:nvSpPr>
          <p:spPr>
            <a:xfrm>
              <a:off x="5893714" y="53744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3" name="pt863"/>
            <p:cNvSpPr/>
            <p:nvPr/>
          </p:nvSpPr>
          <p:spPr>
            <a:xfrm>
              <a:off x="5848153" y="552515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4" name="pt864"/>
            <p:cNvSpPr/>
            <p:nvPr/>
          </p:nvSpPr>
          <p:spPr>
            <a:xfrm>
              <a:off x="7488353" y="480164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5" name="pt865"/>
            <p:cNvSpPr/>
            <p:nvPr/>
          </p:nvSpPr>
          <p:spPr>
            <a:xfrm>
              <a:off x="7169426" y="480164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6" name="pt866"/>
            <p:cNvSpPr/>
            <p:nvPr/>
          </p:nvSpPr>
          <p:spPr>
            <a:xfrm>
              <a:off x="6668253" y="5223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7" name="pt867"/>
            <p:cNvSpPr/>
            <p:nvPr/>
          </p:nvSpPr>
          <p:spPr>
            <a:xfrm>
              <a:off x="6622692" y="47112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8" name="pt868"/>
            <p:cNvSpPr/>
            <p:nvPr/>
          </p:nvSpPr>
          <p:spPr>
            <a:xfrm>
              <a:off x="7852842" y="440974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9" name="pt869"/>
            <p:cNvSpPr/>
            <p:nvPr/>
          </p:nvSpPr>
          <p:spPr>
            <a:xfrm>
              <a:off x="6440448" y="4801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0" name="pt870"/>
            <p:cNvSpPr/>
            <p:nvPr/>
          </p:nvSpPr>
          <p:spPr>
            <a:xfrm>
              <a:off x="7351670" y="456047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1" name="pt871"/>
            <p:cNvSpPr/>
            <p:nvPr/>
          </p:nvSpPr>
          <p:spPr>
            <a:xfrm>
              <a:off x="7579476" y="443989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2" name="pt872"/>
            <p:cNvSpPr/>
            <p:nvPr/>
          </p:nvSpPr>
          <p:spPr>
            <a:xfrm>
              <a:off x="7442792" y="480164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3" name="pt873"/>
            <p:cNvSpPr/>
            <p:nvPr/>
          </p:nvSpPr>
          <p:spPr>
            <a:xfrm>
              <a:off x="5620348" y="519354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4" name="pt874"/>
            <p:cNvSpPr/>
            <p:nvPr/>
          </p:nvSpPr>
          <p:spPr>
            <a:xfrm>
              <a:off x="6987181" y="480164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5" name="pt875"/>
            <p:cNvSpPr/>
            <p:nvPr/>
          </p:nvSpPr>
          <p:spPr>
            <a:xfrm>
              <a:off x="7442792" y="450018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6" name="pt876"/>
            <p:cNvSpPr/>
            <p:nvPr/>
          </p:nvSpPr>
          <p:spPr>
            <a:xfrm>
              <a:off x="6941620" y="465091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7" name="pt877"/>
            <p:cNvSpPr/>
            <p:nvPr/>
          </p:nvSpPr>
          <p:spPr>
            <a:xfrm>
              <a:off x="7488353" y="440974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8" name="pt878"/>
            <p:cNvSpPr/>
            <p:nvPr/>
          </p:nvSpPr>
          <p:spPr>
            <a:xfrm>
              <a:off x="5802592" y="5042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9" name="pt879"/>
            <p:cNvSpPr/>
            <p:nvPr/>
          </p:nvSpPr>
          <p:spPr>
            <a:xfrm>
              <a:off x="6941620" y="492223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0" name="pt880"/>
            <p:cNvSpPr/>
            <p:nvPr/>
          </p:nvSpPr>
          <p:spPr>
            <a:xfrm>
              <a:off x="7579476" y="459062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1" name="pt881"/>
            <p:cNvSpPr/>
            <p:nvPr/>
          </p:nvSpPr>
          <p:spPr>
            <a:xfrm>
              <a:off x="5210298" y="5886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2" name="pt882"/>
            <p:cNvSpPr/>
            <p:nvPr/>
          </p:nvSpPr>
          <p:spPr>
            <a:xfrm>
              <a:off x="5301420" y="5886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3" name="pt883"/>
            <p:cNvSpPr/>
            <p:nvPr/>
          </p:nvSpPr>
          <p:spPr>
            <a:xfrm>
              <a:off x="6941620" y="483179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4" name="pt884"/>
            <p:cNvSpPr/>
            <p:nvPr/>
          </p:nvSpPr>
          <p:spPr>
            <a:xfrm>
              <a:off x="5893714" y="52538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5" name="pt885"/>
            <p:cNvSpPr/>
            <p:nvPr/>
          </p:nvSpPr>
          <p:spPr>
            <a:xfrm>
              <a:off x="5711470" y="55854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6" name="pt886"/>
            <p:cNvSpPr/>
            <p:nvPr/>
          </p:nvSpPr>
          <p:spPr>
            <a:xfrm>
              <a:off x="7761720" y="437959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7" name="pt887"/>
            <p:cNvSpPr/>
            <p:nvPr/>
          </p:nvSpPr>
          <p:spPr>
            <a:xfrm>
              <a:off x="8035087" y="419872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8" name="pt888"/>
            <p:cNvSpPr/>
            <p:nvPr/>
          </p:nvSpPr>
          <p:spPr>
            <a:xfrm>
              <a:off x="7351670" y="471120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9" name="pt889"/>
            <p:cNvSpPr/>
            <p:nvPr/>
          </p:nvSpPr>
          <p:spPr>
            <a:xfrm>
              <a:off x="7306109" y="471120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0" name="pt890"/>
            <p:cNvSpPr/>
            <p:nvPr/>
          </p:nvSpPr>
          <p:spPr>
            <a:xfrm>
              <a:off x="7488353" y="453033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1" name="pt891"/>
            <p:cNvSpPr/>
            <p:nvPr/>
          </p:nvSpPr>
          <p:spPr>
            <a:xfrm>
              <a:off x="6303764" y="489208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2" name="pt892"/>
            <p:cNvSpPr/>
            <p:nvPr/>
          </p:nvSpPr>
          <p:spPr>
            <a:xfrm>
              <a:off x="7123864" y="471120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3" name="pt893"/>
            <p:cNvSpPr/>
            <p:nvPr/>
          </p:nvSpPr>
          <p:spPr>
            <a:xfrm>
              <a:off x="7032742" y="486193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4" name="pt894"/>
            <p:cNvSpPr/>
            <p:nvPr/>
          </p:nvSpPr>
          <p:spPr>
            <a:xfrm>
              <a:off x="7123864" y="440974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5" name="pt895"/>
            <p:cNvSpPr/>
            <p:nvPr/>
          </p:nvSpPr>
          <p:spPr>
            <a:xfrm>
              <a:off x="5620348" y="5464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6" name="pt896"/>
            <p:cNvSpPr/>
            <p:nvPr/>
          </p:nvSpPr>
          <p:spPr>
            <a:xfrm>
              <a:off x="6941620" y="4982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7" name="pt897"/>
            <p:cNvSpPr/>
            <p:nvPr/>
          </p:nvSpPr>
          <p:spPr>
            <a:xfrm>
              <a:off x="6804937" y="462076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8" name="pt898"/>
            <p:cNvSpPr/>
            <p:nvPr/>
          </p:nvSpPr>
          <p:spPr>
            <a:xfrm>
              <a:off x="5438103" y="5464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9" name="pt899"/>
            <p:cNvSpPr/>
            <p:nvPr/>
          </p:nvSpPr>
          <p:spPr>
            <a:xfrm>
              <a:off x="6850498" y="513325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0" name="pt900"/>
            <p:cNvSpPr/>
            <p:nvPr/>
          </p:nvSpPr>
          <p:spPr>
            <a:xfrm>
              <a:off x="7306109" y="437959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1" name="pt901"/>
            <p:cNvSpPr/>
            <p:nvPr/>
          </p:nvSpPr>
          <p:spPr>
            <a:xfrm>
              <a:off x="5939276" y="4982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2" name="pt902"/>
            <p:cNvSpPr/>
            <p:nvPr/>
          </p:nvSpPr>
          <p:spPr>
            <a:xfrm>
              <a:off x="7488353" y="480164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3" name="pt903"/>
            <p:cNvSpPr/>
            <p:nvPr/>
          </p:nvSpPr>
          <p:spPr>
            <a:xfrm>
              <a:off x="5073614" y="58266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4" name="pt904"/>
            <p:cNvSpPr/>
            <p:nvPr/>
          </p:nvSpPr>
          <p:spPr>
            <a:xfrm>
              <a:off x="7123864" y="462076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5" name="pt905"/>
            <p:cNvSpPr/>
            <p:nvPr/>
          </p:nvSpPr>
          <p:spPr>
            <a:xfrm>
              <a:off x="5665909" y="552515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6" name="pt906"/>
            <p:cNvSpPr/>
            <p:nvPr/>
          </p:nvSpPr>
          <p:spPr>
            <a:xfrm>
              <a:off x="5711470" y="5042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7" name="pt907"/>
            <p:cNvSpPr/>
            <p:nvPr/>
          </p:nvSpPr>
          <p:spPr>
            <a:xfrm>
              <a:off x="7123864" y="486193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8" name="pt908"/>
            <p:cNvSpPr/>
            <p:nvPr/>
          </p:nvSpPr>
          <p:spPr>
            <a:xfrm>
              <a:off x="7670598" y="413843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9" name="pt909"/>
            <p:cNvSpPr/>
            <p:nvPr/>
          </p:nvSpPr>
          <p:spPr>
            <a:xfrm>
              <a:off x="6167081" y="540457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0" name="pt910"/>
            <p:cNvSpPr/>
            <p:nvPr/>
          </p:nvSpPr>
          <p:spPr>
            <a:xfrm>
              <a:off x="6258203" y="507296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1" name="pt911"/>
            <p:cNvSpPr/>
            <p:nvPr/>
          </p:nvSpPr>
          <p:spPr>
            <a:xfrm>
              <a:off x="5438103" y="58266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2" name="pt912"/>
            <p:cNvSpPr/>
            <p:nvPr/>
          </p:nvSpPr>
          <p:spPr>
            <a:xfrm>
              <a:off x="5301420" y="5464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3" name="pt913"/>
            <p:cNvSpPr/>
            <p:nvPr/>
          </p:nvSpPr>
          <p:spPr>
            <a:xfrm>
              <a:off x="6030398" y="5103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4" name="pt914"/>
            <p:cNvSpPr/>
            <p:nvPr/>
          </p:nvSpPr>
          <p:spPr>
            <a:xfrm>
              <a:off x="5164737" y="55854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5" name="pt915"/>
            <p:cNvSpPr/>
            <p:nvPr/>
          </p:nvSpPr>
          <p:spPr>
            <a:xfrm>
              <a:off x="6167081" y="4801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6" name="pt916"/>
            <p:cNvSpPr/>
            <p:nvPr/>
          </p:nvSpPr>
          <p:spPr>
            <a:xfrm>
              <a:off x="5529225" y="56155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7" name="pt917"/>
            <p:cNvSpPr/>
            <p:nvPr/>
          </p:nvSpPr>
          <p:spPr>
            <a:xfrm>
              <a:off x="7488353" y="434945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8" name="pt918"/>
            <p:cNvSpPr/>
            <p:nvPr/>
          </p:nvSpPr>
          <p:spPr>
            <a:xfrm>
              <a:off x="6486009" y="528398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9" name="pt919"/>
            <p:cNvSpPr/>
            <p:nvPr/>
          </p:nvSpPr>
          <p:spPr>
            <a:xfrm>
              <a:off x="4709125" y="59472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0" name="pt920"/>
            <p:cNvSpPr/>
            <p:nvPr/>
          </p:nvSpPr>
          <p:spPr>
            <a:xfrm>
              <a:off x="5665909" y="5283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1" name="pt921"/>
            <p:cNvSpPr/>
            <p:nvPr/>
          </p:nvSpPr>
          <p:spPr>
            <a:xfrm>
              <a:off x="4800248" y="57663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2" name="pt922"/>
            <p:cNvSpPr/>
            <p:nvPr/>
          </p:nvSpPr>
          <p:spPr>
            <a:xfrm>
              <a:off x="5210298" y="55854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3" name="pt923"/>
            <p:cNvSpPr/>
            <p:nvPr/>
          </p:nvSpPr>
          <p:spPr>
            <a:xfrm>
              <a:off x="5529225" y="57663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4" name="pt924"/>
            <p:cNvSpPr/>
            <p:nvPr/>
          </p:nvSpPr>
          <p:spPr>
            <a:xfrm>
              <a:off x="5301420" y="5886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5" name="pt925"/>
            <p:cNvSpPr/>
            <p:nvPr/>
          </p:nvSpPr>
          <p:spPr>
            <a:xfrm>
              <a:off x="5255859" y="531413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6" name="pt926"/>
            <p:cNvSpPr/>
            <p:nvPr/>
          </p:nvSpPr>
          <p:spPr>
            <a:xfrm>
              <a:off x="5119175" y="5886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7" name="pt927"/>
            <p:cNvSpPr/>
            <p:nvPr/>
          </p:nvSpPr>
          <p:spPr>
            <a:xfrm>
              <a:off x="6303764" y="489208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8" name="pt928"/>
            <p:cNvSpPr/>
            <p:nvPr/>
          </p:nvSpPr>
          <p:spPr>
            <a:xfrm>
              <a:off x="6850498" y="486193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9" name="pt929"/>
            <p:cNvSpPr/>
            <p:nvPr/>
          </p:nvSpPr>
          <p:spPr>
            <a:xfrm>
              <a:off x="5392542" y="5464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0" name="pt930"/>
            <p:cNvSpPr/>
            <p:nvPr/>
          </p:nvSpPr>
          <p:spPr>
            <a:xfrm>
              <a:off x="5255859" y="57663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1" name="pt931"/>
            <p:cNvSpPr/>
            <p:nvPr/>
          </p:nvSpPr>
          <p:spPr>
            <a:xfrm>
              <a:off x="7579476" y="450018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2" name="pt932"/>
            <p:cNvSpPr/>
            <p:nvPr/>
          </p:nvSpPr>
          <p:spPr>
            <a:xfrm>
              <a:off x="5210298" y="57060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3" name="pt933"/>
            <p:cNvSpPr/>
            <p:nvPr/>
          </p:nvSpPr>
          <p:spPr>
            <a:xfrm>
              <a:off x="6941620" y="474135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4" name="pt934"/>
            <p:cNvSpPr/>
            <p:nvPr/>
          </p:nvSpPr>
          <p:spPr>
            <a:xfrm>
              <a:off x="5665909" y="552515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5" name="pt935"/>
            <p:cNvSpPr/>
            <p:nvPr/>
          </p:nvSpPr>
          <p:spPr>
            <a:xfrm>
              <a:off x="7078303" y="456047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6" name="pt936"/>
            <p:cNvSpPr/>
            <p:nvPr/>
          </p:nvSpPr>
          <p:spPr>
            <a:xfrm>
              <a:off x="4982492" y="58266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7" name="pt937"/>
            <p:cNvSpPr/>
            <p:nvPr/>
          </p:nvSpPr>
          <p:spPr>
            <a:xfrm>
              <a:off x="7260548" y="474135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8" name="pt938"/>
            <p:cNvSpPr/>
            <p:nvPr/>
          </p:nvSpPr>
          <p:spPr>
            <a:xfrm>
              <a:off x="6303764" y="486193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9" name="pt939"/>
            <p:cNvSpPr/>
            <p:nvPr/>
          </p:nvSpPr>
          <p:spPr>
            <a:xfrm>
              <a:off x="5164737" y="6007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0" name="pt940"/>
            <p:cNvSpPr/>
            <p:nvPr/>
          </p:nvSpPr>
          <p:spPr>
            <a:xfrm>
              <a:off x="5939276" y="531413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1" name="pt941"/>
            <p:cNvSpPr/>
            <p:nvPr/>
          </p:nvSpPr>
          <p:spPr>
            <a:xfrm>
              <a:off x="7214987" y="483179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2" name="pt942"/>
            <p:cNvSpPr/>
            <p:nvPr/>
          </p:nvSpPr>
          <p:spPr>
            <a:xfrm>
              <a:off x="7533914" y="453033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3" name="pt943"/>
            <p:cNvSpPr/>
            <p:nvPr/>
          </p:nvSpPr>
          <p:spPr>
            <a:xfrm>
              <a:off x="7306109" y="468106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4" name="pt944"/>
            <p:cNvSpPr/>
            <p:nvPr/>
          </p:nvSpPr>
          <p:spPr>
            <a:xfrm>
              <a:off x="5346981" y="5344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5" name="pt945"/>
            <p:cNvSpPr/>
            <p:nvPr/>
          </p:nvSpPr>
          <p:spPr>
            <a:xfrm>
              <a:off x="4709125" y="6007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6" name="pt946"/>
            <p:cNvSpPr/>
            <p:nvPr/>
          </p:nvSpPr>
          <p:spPr>
            <a:xfrm>
              <a:off x="5665909" y="5645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7" name="pt947"/>
            <p:cNvSpPr/>
            <p:nvPr/>
          </p:nvSpPr>
          <p:spPr>
            <a:xfrm>
              <a:off x="5255859" y="5344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8" name="pt948"/>
            <p:cNvSpPr/>
            <p:nvPr/>
          </p:nvSpPr>
          <p:spPr>
            <a:xfrm>
              <a:off x="5346981" y="5464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9" name="pt949"/>
            <p:cNvSpPr/>
            <p:nvPr/>
          </p:nvSpPr>
          <p:spPr>
            <a:xfrm>
              <a:off x="7670598" y="456047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0" name="pt950"/>
            <p:cNvSpPr/>
            <p:nvPr/>
          </p:nvSpPr>
          <p:spPr>
            <a:xfrm>
              <a:off x="6486009" y="480164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1" name="pt951"/>
            <p:cNvSpPr/>
            <p:nvPr/>
          </p:nvSpPr>
          <p:spPr>
            <a:xfrm>
              <a:off x="5164737" y="5645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2" name="pt952"/>
            <p:cNvSpPr/>
            <p:nvPr/>
          </p:nvSpPr>
          <p:spPr>
            <a:xfrm>
              <a:off x="7670598" y="437959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3" name="pt953"/>
            <p:cNvSpPr/>
            <p:nvPr/>
          </p:nvSpPr>
          <p:spPr>
            <a:xfrm>
              <a:off x="7852842" y="440974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4" name="pt954"/>
            <p:cNvSpPr/>
            <p:nvPr/>
          </p:nvSpPr>
          <p:spPr>
            <a:xfrm>
              <a:off x="8035087" y="453033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5" name="pt955"/>
            <p:cNvSpPr/>
            <p:nvPr/>
          </p:nvSpPr>
          <p:spPr>
            <a:xfrm>
              <a:off x="7670598" y="425901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6" name="pt956"/>
            <p:cNvSpPr/>
            <p:nvPr/>
          </p:nvSpPr>
          <p:spPr>
            <a:xfrm>
              <a:off x="5119175" y="6007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7" name="pt957"/>
            <p:cNvSpPr/>
            <p:nvPr/>
          </p:nvSpPr>
          <p:spPr>
            <a:xfrm>
              <a:off x="5301420" y="5103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8" name="pt958"/>
            <p:cNvSpPr/>
            <p:nvPr/>
          </p:nvSpPr>
          <p:spPr>
            <a:xfrm>
              <a:off x="5346981" y="5344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9" name="pt959"/>
            <p:cNvSpPr/>
            <p:nvPr/>
          </p:nvSpPr>
          <p:spPr>
            <a:xfrm>
              <a:off x="4936931" y="6007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0" name="pt960"/>
            <p:cNvSpPr/>
            <p:nvPr/>
          </p:nvSpPr>
          <p:spPr>
            <a:xfrm>
              <a:off x="7123864" y="498252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1" name="pt961"/>
            <p:cNvSpPr/>
            <p:nvPr/>
          </p:nvSpPr>
          <p:spPr>
            <a:xfrm>
              <a:off x="7670598" y="456047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2" name="pt962"/>
            <p:cNvSpPr/>
            <p:nvPr/>
          </p:nvSpPr>
          <p:spPr>
            <a:xfrm>
              <a:off x="7533914" y="437959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3" name="pt963"/>
            <p:cNvSpPr/>
            <p:nvPr/>
          </p:nvSpPr>
          <p:spPr>
            <a:xfrm>
              <a:off x="7351670" y="474135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4" name="pt964"/>
            <p:cNvSpPr/>
            <p:nvPr/>
          </p:nvSpPr>
          <p:spPr>
            <a:xfrm>
              <a:off x="5665909" y="5283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5" name="pt965"/>
            <p:cNvSpPr/>
            <p:nvPr/>
          </p:nvSpPr>
          <p:spPr>
            <a:xfrm>
              <a:off x="5483664" y="55854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6" name="pt966"/>
            <p:cNvSpPr/>
            <p:nvPr/>
          </p:nvSpPr>
          <p:spPr>
            <a:xfrm>
              <a:off x="5984837" y="5344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7" name="pt967"/>
            <p:cNvSpPr/>
            <p:nvPr/>
          </p:nvSpPr>
          <p:spPr>
            <a:xfrm>
              <a:off x="5210298" y="53744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8" name="pt968"/>
            <p:cNvSpPr/>
            <p:nvPr/>
          </p:nvSpPr>
          <p:spPr>
            <a:xfrm>
              <a:off x="6804937" y="5042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9" name="pt969"/>
            <p:cNvSpPr/>
            <p:nvPr/>
          </p:nvSpPr>
          <p:spPr>
            <a:xfrm>
              <a:off x="5346981" y="5163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0" name="pt970"/>
            <p:cNvSpPr/>
            <p:nvPr/>
          </p:nvSpPr>
          <p:spPr>
            <a:xfrm>
              <a:off x="5848153" y="519354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1" name="pt971"/>
            <p:cNvSpPr/>
            <p:nvPr/>
          </p:nvSpPr>
          <p:spPr>
            <a:xfrm>
              <a:off x="7716159" y="419872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2" name="pt972"/>
            <p:cNvSpPr/>
            <p:nvPr/>
          </p:nvSpPr>
          <p:spPr>
            <a:xfrm>
              <a:off x="5438103" y="5223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3" name="pt973"/>
            <p:cNvSpPr/>
            <p:nvPr/>
          </p:nvSpPr>
          <p:spPr>
            <a:xfrm>
              <a:off x="7169426" y="480164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4" name="pt974"/>
            <p:cNvSpPr/>
            <p:nvPr/>
          </p:nvSpPr>
          <p:spPr>
            <a:xfrm>
              <a:off x="5757031" y="5464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5" name="pt975"/>
            <p:cNvSpPr/>
            <p:nvPr/>
          </p:nvSpPr>
          <p:spPr>
            <a:xfrm>
              <a:off x="5438103" y="57663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6" name="pt976"/>
            <p:cNvSpPr/>
            <p:nvPr/>
          </p:nvSpPr>
          <p:spPr>
            <a:xfrm>
              <a:off x="5529225" y="552515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7" name="pt977"/>
            <p:cNvSpPr/>
            <p:nvPr/>
          </p:nvSpPr>
          <p:spPr>
            <a:xfrm>
              <a:off x="5939276" y="5344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8" name="pt978"/>
            <p:cNvSpPr/>
            <p:nvPr/>
          </p:nvSpPr>
          <p:spPr>
            <a:xfrm>
              <a:off x="7078303" y="516340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9" name="pt979"/>
            <p:cNvSpPr/>
            <p:nvPr/>
          </p:nvSpPr>
          <p:spPr>
            <a:xfrm>
              <a:off x="6577131" y="5163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0" name="pt980"/>
            <p:cNvSpPr/>
            <p:nvPr/>
          </p:nvSpPr>
          <p:spPr>
            <a:xfrm>
              <a:off x="6987181" y="534427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1" name="pt981"/>
            <p:cNvSpPr/>
            <p:nvPr/>
          </p:nvSpPr>
          <p:spPr>
            <a:xfrm>
              <a:off x="5893714" y="5464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2" name="pt982"/>
            <p:cNvSpPr/>
            <p:nvPr/>
          </p:nvSpPr>
          <p:spPr>
            <a:xfrm>
              <a:off x="5392542" y="5223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3" name="pt983"/>
            <p:cNvSpPr/>
            <p:nvPr/>
          </p:nvSpPr>
          <p:spPr>
            <a:xfrm>
              <a:off x="5346981" y="552515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4" name="pt984"/>
            <p:cNvSpPr/>
            <p:nvPr/>
          </p:nvSpPr>
          <p:spPr>
            <a:xfrm>
              <a:off x="6030398" y="5283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5" name="pt985"/>
            <p:cNvSpPr/>
            <p:nvPr/>
          </p:nvSpPr>
          <p:spPr>
            <a:xfrm>
              <a:off x="4936931" y="5645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6" name="pt986"/>
            <p:cNvSpPr/>
            <p:nvPr/>
          </p:nvSpPr>
          <p:spPr>
            <a:xfrm>
              <a:off x="6030398" y="489208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7" name="pt987"/>
            <p:cNvSpPr/>
            <p:nvPr/>
          </p:nvSpPr>
          <p:spPr>
            <a:xfrm>
              <a:off x="5119175" y="59472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8" name="pt988"/>
            <p:cNvSpPr/>
            <p:nvPr/>
          </p:nvSpPr>
          <p:spPr>
            <a:xfrm>
              <a:off x="5438103" y="57060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9" name="pt989"/>
            <p:cNvSpPr/>
            <p:nvPr/>
          </p:nvSpPr>
          <p:spPr>
            <a:xfrm>
              <a:off x="4618003" y="6007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0" name="pt990"/>
            <p:cNvSpPr/>
            <p:nvPr/>
          </p:nvSpPr>
          <p:spPr>
            <a:xfrm>
              <a:off x="7260548" y="480164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1" name="pt991"/>
            <p:cNvSpPr/>
            <p:nvPr/>
          </p:nvSpPr>
          <p:spPr>
            <a:xfrm>
              <a:off x="7579476" y="437959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2" name="pt992"/>
            <p:cNvSpPr/>
            <p:nvPr/>
          </p:nvSpPr>
          <p:spPr>
            <a:xfrm>
              <a:off x="5893714" y="5223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3" name="pt993"/>
            <p:cNvSpPr/>
            <p:nvPr/>
          </p:nvSpPr>
          <p:spPr>
            <a:xfrm>
              <a:off x="7670598" y="431930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4" name="pt994"/>
            <p:cNvSpPr/>
            <p:nvPr/>
          </p:nvSpPr>
          <p:spPr>
            <a:xfrm>
              <a:off x="6394887" y="552515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5" name="pt995"/>
            <p:cNvSpPr/>
            <p:nvPr/>
          </p:nvSpPr>
          <p:spPr>
            <a:xfrm>
              <a:off x="6030398" y="513325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6" name="pt996"/>
            <p:cNvSpPr/>
            <p:nvPr/>
          </p:nvSpPr>
          <p:spPr>
            <a:xfrm>
              <a:off x="6531570" y="501267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7" name="pt997"/>
            <p:cNvSpPr/>
            <p:nvPr/>
          </p:nvSpPr>
          <p:spPr>
            <a:xfrm>
              <a:off x="5073614" y="6007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8" name="pt998"/>
            <p:cNvSpPr/>
            <p:nvPr/>
          </p:nvSpPr>
          <p:spPr>
            <a:xfrm>
              <a:off x="5574787" y="55854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9" name="pt999"/>
            <p:cNvSpPr/>
            <p:nvPr/>
          </p:nvSpPr>
          <p:spPr>
            <a:xfrm>
              <a:off x="5255859" y="5886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0" name="pt1000"/>
            <p:cNvSpPr/>
            <p:nvPr/>
          </p:nvSpPr>
          <p:spPr>
            <a:xfrm>
              <a:off x="5757031" y="5464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1" name="pt1001"/>
            <p:cNvSpPr/>
            <p:nvPr/>
          </p:nvSpPr>
          <p:spPr>
            <a:xfrm>
              <a:off x="5529225" y="57060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2" name="pt1002"/>
            <p:cNvSpPr/>
            <p:nvPr/>
          </p:nvSpPr>
          <p:spPr>
            <a:xfrm>
              <a:off x="5210298" y="58266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3" name="pt1003"/>
            <p:cNvSpPr/>
            <p:nvPr/>
          </p:nvSpPr>
          <p:spPr>
            <a:xfrm>
              <a:off x="7943964" y="462076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4" name="pt1004"/>
            <p:cNvSpPr/>
            <p:nvPr/>
          </p:nvSpPr>
          <p:spPr>
            <a:xfrm>
              <a:off x="5392542" y="5283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5" name="pt1005"/>
            <p:cNvSpPr/>
            <p:nvPr/>
          </p:nvSpPr>
          <p:spPr>
            <a:xfrm>
              <a:off x="5939276" y="552515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6" name="pt1006"/>
            <p:cNvSpPr/>
            <p:nvPr/>
          </p:nvSpPr>
          <p:spPr>
            <a:xfrm>
              <a:off x="5483664" y="5103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7" name="pt1007"/>
            <p:cNvSpPr/>
            <p:nvPr/>
          </p:nvSpPr>
          <p:spPr>
            <a:xfrm>
              <a:off x="5529225" y="540457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8" name="pt1008"/>
            <p:cNvSpPr/>
            <p:nvPr/>
          </p:nvSpPr>
          <p:spPr>
            <a:xfrm>
              <a:off x="5483664" y="52538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9" name="pt1009"/>
            <p:cNvSpPr/>
            <p:nvPr/>
          </p:nvSpPr>
          <p:spPr>
            <a:xfrm>
              <a:off x="5438103" y="501267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0" name="pt1010"/>
            <p:cNvSpPr/>
            <p:nvPr/>
          </p:nvSpPr>
          <p:spPr>
            <a:xfrm>
              <a:off x="5255859" y="55854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1" name="pt1011"/>
            <p:cNvSpPr/>
            <p:nvPr/>
          </p:nvSpPr>
          <p:spPr>
            <a:xfrm>
              <a:off x="5301420" y="552515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2" name="pt1012"/>
            <p:cNvSpPr/>
            <p:nvPr/>
          </p:nvSpPr>
          <p:spPr>
            <a:xfrm>
              <a:off x="5301420" y="57663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3" name="tx1013"/>
            <p:cNvSpPr/>
            <p:nvPr/>
          </p:nvSpPr>
          <p:spPr>
            <a:xfrm>
              <a:off x="4659915" y="3908197"/>
              <a:ext cx="91715" cy="909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 i="1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1014" name="tx1014"/>
            <p:cNvSpPr/>
            <p:nvPr/>
          </p:nvSpPr>
          <p:spPr>
            <a:xfrm>
              <a:off x="4765266" y="3872646"/>
              <a:ext cx="49441" cy="638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015" name="tx1015"/>
            <p:cNvSpPr/>
            <p:nvPr/>
          </p:nvSpPr>
          <p:spPr>
            <a:xfrm>
              <a:off x="4814708" y="3999107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016" name="tx1016"/>
            <p:cNvSpPr/>
            <p:nvPr/>
          </p:nvSpPr>
          <p:spPr>
            <a:xfrm>
              <a:off x="4849497" y="3961093"/>
              <a:ext cx="74166" cy="3801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1017" name="tx1017"/>
            <p:cNvSpPr/>
            <p:nvPr/>
          </p:nvSpPr>
          <p:spPr>
            <a:xfrm>
              <a:off x="4923663" y="3999107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018" name="tx1018"/>
            <p:cNvSpPr/>
            <p:nvPr/>
          </p:nvSpPr>
          <p:spPr>
            <a:xfrm>
              <a:off x="4958451" y="3906275"/>
              <a:ext cx="247178" cy="9283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0.55</a:t>
              </a:r>
            </a:p>
          </p:txBody>
        </p:sp>
        <p:sp>
          <p:nvSpPr>
            <p:cNvPr id="1019" name="pl1019"/>
            <p:cNvSpPr/>
            <p:nvPr/>
          </p:nvSpPr>
          <p:spPr>
            <a:xfrm>
              <a:off x="4642829" y="4727074"/>
              <a:ext cx="2551422" cy="1210731"/>
            </a:xfrm>
            <a:custGeom>
              <a:avLst/>
              <a:gdLst/>
              <a:ahLst/>
              <a:cxnLst/>
              <a:rect l="0" t="0" r="0" b="0"/>
              <a:pathLst>
                <a:path w="2551422" h="1210731">
                  <a:moveTo>
                    <a:pt x="0" y="1210731"/>
                  </a:moveTo>
                  <a:lnTo>
                    <a:pt x="32296" y="1195405"/>
                  </a:lnTo>
                  <a:lnTo>
                    <a:pt x="64592" y="1180079"/>
                  </a:lnTo>
                  <a:lnTo>
                    <a:pt x="96889" y="1164754"/>
                  </a:lnTo>
                  <a:lnTo>
                    <a:pt x="129185" y="1149428"/>
                  </a:lnTo>
                  <a:lnTo>
                    <a:pt x="161482" y="1134102"/>
                  </a:lnTo>
                  <a:lnTo>
                    <a:pt x="193778" y="1118777"/>
                  </a:lnTo>
                  <a:lnTo>
                    <a:pt x="226075" y="1103451"/>
                  </a:lnTo>
                  <a:lnTo>
                    <a:pt x="258371" y="1088125"/>
                  </a:lnTo>
                  <a:lnTo>
                    <a:pt x="290668" y="1072799"/>
                  </a:lnTo>
                  <a:lnTo>
                    <a:pt x="322964" y="1057474"/>
                  </a:lnTo>
                  <a:lnTo>
                    <a:pt x="355261" y="1042148"/>
                  </a:lnTo>
                  <a:lnTo>
                    <a:pt x="387557" y="1026822"/>
                  </a:lnTo>
                  <a:lnTo>
                    <a:pt x="419854" y="1011497"/>
                  </a:lnTo>
                  <a:lnTo>
                    <a:pt x="452150" y="996171"/>
                  </a:lnTo>
                  <a:lnTo>
                    <a:pt x="484447" y="980845"/>
                  </a:lnTo>
                  <a:lnTo>
                    <a:pt x="516743" y="965519"/>
                  </a:lnTo>
                  <a:lnTo>
                    <a:pt x="549040" y="950194"/>
                  </a:lnTo>
                  <a:lnTo>
                    <a:pt x="581336" y="934868"/>
                  </a:lnTo>
                  <a:lnTo>
                    <a:pt x="613633" y="919542"/>
                  </a:lnTo>
                  <a:lnTo>
                    <a:pt x="645929" y="904217"/>
                  </a:lnTo>
                  <a:lnTo>
                    <a:pt x="678226" y="888891"/>
                  </a:lnTo>
                  <a:lnTo>
                    <a:pt x="710522" y="873565"/>
                  </a:lnTo>
                  <a:lnTo>
                    <a:pt x="742819" y="858239"/>
                  </a:lnTo>
                  <a:lnTo>
                    <a:pt x="775115" y="842914"/>
                  </a:lnTo>
                  <a:lnTo>
                    <a:pt x="807412" y="827588"/>
                  </a:lnTo>
                  <a:lnTo>
                    <a:pt x="839708" y="812262"/>
                  </a:lnTo>
                  <a:lnTo>
                    <a:pt x="872005" y="796937"/>
                  </a:lnTo>
                  <a:lnTo>
                    <a:pt x="904301" y="781611"/>
                  </a:lnTo>
                  <a:lnTo>
                    <a:pt x="936598" y="766285"/>
                  </a:lnTo>
                  <a:lnTo>
                    <a:pt x="968894" y="750959"/>
                  </a:lnTo>
                  <a:lnTo>
                    <a:pt x="1001191" y="735634"/>
                  </a:lnTo>
                  <a:lnTo>
                    <a:pt x="1033487" y="720308"/>
                  </a:lnTo>
                  <a:lnTo>
                    <a:pt x="1065784" y="704982"/>
                  </a:lnTo>
                  <a:lnTo>
                    <a:pt x="1098080" y="689657"/>
                  </a:lnTo>
                  <a:lnTo>
                    <a:pt x="1130376" y="674331"/>
                  </a:lnTo>
                  <a:lnTo>
                    <a:pt x="1162673" y="659005"/>
                  </a:lnTo>
                  <a:lnTo>
                    <a:pt x="1194969" y="643679"/>
                  </a:lnTo>
                  <a:lnTo>
                    <a:pt x="1227266" y="628354"/>
                  </a:lnTo>
                  <a:lnTo>
                    <a:pt x="1259562" y="613028"/>
                  </a:lnTo>
                  <a:lnTo>
                    <a:pt x="1291859" y="597702"/>
                  </a:lnTo>
                  <a:lnTo>
                    <a:pt x="1324155" y="582377"/>
                  </a:lnTo>
                  <a:lnTo>
                    <a:pt x="1356452" y="567051"/>
                  </a:lnTo>
                  <a:lnTo>
                    <a:pt x="1388748" y="551725"/>
                  </a:lnTo>
                  <a:lnTo>
                    <a:pt x="1421045" y="536399"/>
                  </a:lnTo>
                  <a:lnTo>
                    <a:pt x="1453341" y="521074"/>
                  </a:lnTo>
                  <a:lnTo>
                    <a:pt x="1485638" y="505748"/>
                  </a:lnTo>
                  <a:lnTo>
                    <a:pt x="1517934" y="490422"/>
                  </a:lnTo>
                  <a:lnTo>
                    <a:pt x="1550231" y="475097"/>
                  </a:lnTo>
                  <a:lnTo>
                    <a:pt x="1582527" y="459771"/>
                  </a:lnTo>
                  <a:lnTo>
                    <a:pt x="1614824" y="444445"/>
                  </a:lnTo>
                  <a:lnTo>
                    <a:pt x="1647120" y="429119"/>
                  </a:lnTo>
                  <a:lnTo>
                    <a:pt x="1679417" y="413794"/>
                  </a:lnTo>
                  <a:lnTo>
                    <a:pt x="1711713" y="398468"/>
                  </a:lnTo>
                  <a:lnTo>
                    <a:pt x="1744010" y="383142"/>
                  </a:lnTo>
                  <a:lnTo>
                    <a:pt x="1776306" y="367817"/>
                  </a:lnTo>
                  <a:lnTo>
                    <a:pt x="1808603" y="352491"/>
                  </a:lnTo>
                  <a:lnTo>
                    <a:pt x="1840899" y="337165"/>
                  </a:lnTo>
                  <a:lnTo>
                    <a:pt x="1873196" y="321839"/>
                  </a:lnTo>
                  <a:lnTo>
                    <a:pt x="1905492" y="306514"/>
                  </a:lnTo>
                  <a:lnTo>
                    <a:pt x="1937789" y="291188"/>
                  </a:lnTo>
                  <a:lnTo>
                    <a:pt x="1970085" y="275862"/>
                  </a:lnTo>
                  <a:lnTo>
                    <a:pt x="2002382" y="260537"/>
                  </a:lnTo>
                  <a:lnTo>
                    <a:pt x="2034678" y="245211"/>
                  </a:lnTo>
                  <a:lnTo>
                    <a:pt x="2066975" y="229885"/>
                  </a:lnTo>
                  <a:lnTo>
                    <a:pt x="2099271" y="214559"/>
                  </a:lnTo>
                  <a:lnTo>
                    <a:pt x="2131568" y="199234"/>
                  </a:lnTo>
                  <a:lnTo>
                    <a:pt x="2163864" y="183908"/>
                  </a:lnTo>
                  <a:lnTo>
                    <a:pt x="2196160" y="168582"/>
                  </a:lnTo>
                  <a:lnTo>
                    <a:pt x="2228457" y="153257"/>
                  </a:lnTo>
                  <a:lnTo>
                    <a:pt x="2260753" y="137931"/>
                  </a:lnTo>
                  <a:lnTo>
                    <a:pt x="2293050" y="122605"/>
                  </a:lnTo>
                  <a:lnTo>
                    <a:pt x="2325346" y="107279"/>
                  </a:lnTo>
                  <a:lnTo>
                    <a:pt x="2357643" y="91954"/>
                  </a:lnTo>
                  <a:lnTo>
                    <a:pt x="2389939" y="76628"/>
                  </a:lnTo>
                  <a:lnTo>
                    <a:pt x="2422236" y="61302"/>
                  </a:lnTo>
                  <a:lnTo>
                    <a:pt x="2454532" y="45977"/>
                  </a:lnTo>
                  <a:lnTo>
                    <a:pt x="2486829" y="30651"/>
                  </a:lnTo>
                  <a:lnTo>
                    <a:pt x="2519125" y="15325"/>
                  </a:lnTo>
                  <a:lnTo>
                    <a:pt x="2551422" y="0"/>
                  </a:lnTo>
                </a:path>
              </a:pathLst>
            </a:custGeom>
            <a:ln w="27101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0" name="pl1020"/>
            <p:cNvSpPr/>
            <p:nvPr/>
          </p:nvSpPr>
          <p:spPr>
            <a:xfrm>
              <a:off x="6191907" y="4345473"/>
              <a:ext cx="1868005" cy="884960"/>
            </a:xfrm>
            <a:custGeom>
              <a:avLst/>
              <a:gdLst/>
              <a:ahLst/>
              <a:cxnLst/>
              <a:rect l="0" t="0" r="0" b="0"/>
              <a:pathLst>
                <a:path w="1868005" h="884960">
                  <a:moveTo>
                    <a:pt x="0" y="884960"/>
                  </a:moveTo>
                  <a:lnTo>
                    <a:pt x="23645" y="873758"/>
                  </a:lnTo>
                  <a:lnTo>
                    <a:pt x="47291" y="862556"/>
                  </a:lnTo>
                  <a:lnTo>
                    <a:pt x="70936" y="851354"/>
                  </a:lnTo>
                  <a:lnTo>
                    <a:pt x="94582" y="840152"/>
                  </a:lnTo>
                  <a:lnTo>
                    <a:pt x="118228" y="828950"/>
                  </a:lnTo>
                  <a:lnTo>
                    <a:pt x="141873" y="817748"/>
                  </a:lnTo>
                  <a:lnTo>
                    <a:pt x="165519" y="806546"/>
                  </a:lnTo>
                  <a:lnTo>
                    <a:pt x="189165" y="795344"/>
                  </a:lnTo>
                  <a:lnTo>
                    <a:pt x="212810" y="784142"/>
                  </a:lnTo>
                  <a:lnTo>
                    <a:pt x="236456" y="772940"/>
                  </a:lnTo>
                  <a:lnTo>
                    <a:pt x="260102" y="761738"/>
                  </a:lnTo>
                  <a:lnTo>
                    <a:pt x="283747" y="750536"/>
                  </a:lnTo>
                  <a:lnTo>
                    <a:pt x="307393" y="739334"/>
                  </a:lnTo>
                  <a:lnTo>
                    <a:pt x="331038" y="728132"/>
                  </a:lnTo>
                  <a:lnTo>
                    <a:pt x="354684" y="716930"/>
                  </a:lnTo>
                  <a:lnTo>
                    <a:pt x="378330" y="705728"/>
                  </a:lnTo>
                  <a:lnTo>
                    <a:pt x="401975" y="694525"/>
                  </a:lnTo>
                  <a:lnTo>
                    <a:pt x="425621" y="683323"/>
                  </a:lnTo>
                  <a:lnTo>
                    <a:pt x="449267" y="672121"/>
                  </a:lnTo>
                  <a:lnTo>
                    <a:pt x="472912" y="660919"/>
                  </a:lnTo>
                  <a:lnTo>
                    <a:pt x="496558" y="649717"/>
                  </a:lnTo>
                  <a:lnTo>
                    <a:pt x="520204" y="638515"/>
                  </a:lnTo>
                  <a:lnTo>
                    <a:pt x="543849" y="627313"/>
                  </a:lnTo>
                  <a:lnTo>
                    <a:pt x="567495" y="616111"/>
                  </a:lnTo>
                  <a:lnTo>
                    <a:pt x="591141" y="604909"/>
                  </a:lnTo>
                  <a:lnTo>
                    <a:pt x="614786" y="593707"/>
                  </a:lnTo>
                  <a:lnTo>
                    <a:pt x="638432" y="582505"/>
                  </a:lnTo>
                  <a:lnTo>
                    <a:pt x="662077" y="571303"/>
                  </a:lnTo>
                  <a:lnTo>
                    <a:pt x="685723" y="560101"/>
                  </a:lnTo>
                  <a:lnTo>
                    <a:pt x="709369" y="548899"/>
                  </a:lnTo>
                  <a:lnTo>
                    <a:pt x="733014" y="537697"/>
                  </a:lnTo>
                  <a:lnTo>
                    <a:pt x="756660" y="526495"/>
                  </a:lnTo>
                  <a:lnTo>
                    <a:pt x="780306" y="515293"/>
                  </a:lnTo>
                  <a:lnTo>
                    <a:pt x="803951" y="504091"/>
                  </a:lnTo>
                  <a:lnTo>
                    <a:pt x="827597" y="492889"/>
                  </a:lnTo>
                  <a:lnTo>
                    <a:pt x="851243" y="481687"/>
                  </a:lnTo>
                  <a:lnTo>
                    <a:pt x="874888" y="470485"/>
                  </a:lnTo>
                  <a:lnTo>
                    <a:pt x="898534" y="459283"/>
                  </a:lnTo>
                  <a:lnTo>
                    <a:pt x="922179" y="448081"/>
                  </a:lnTo>
                  <a:lnTo>
                    <a:pt x="945825" y="436879"/>
                  </a:lnTo>
                  <a:lnTo>
                    <a:pt x="969471" y="425677"/>
                  </a:lnTo>
                  <a:lnTo>
                    <a:pt x="993116" y="414475"/>
                  </a:lnTo>
                  <a:lnTo>
                    <a:pt x="1016762" y="403273"/>
                  </a:lnTo>
                  <a:lnTo>
                    <a:pt x="1040408" y="392071"/>
                  </a:lnTo>
                  <a:lnTo>
                    <a:pt x="1064053" y="380869"/>
                  </a:lnTo>
                  <a:lnTo>
                    <a:pt x="1087699" y="369667"/>
                  </a:lnTo>
                  <a:lnTo>
                    <a:pt x="1111345" y="358465"/>
                  </a:lnTo>
                  <a:lnTo>
                    <a:pt x="1134990" y="347262"/>
                  </a:lnTo>
                  <a:lnTo>
                    <a:pt x="1158636" y="336060"/>
                  </a:lnTo>
                  <a:lnTo>
                    <a:pt x="1182282" y="324858"/>
                  </a:lnTo>
                  <a:lnTo>
                    <a:pt x="1205927" y="313656"/>
                  </a:lnTo>
                  <a:lnTo>
                    <a:pt x="1229573" y="302454"/>
                  </a:lnTo>
                  <a:lnTo>
                    <a:pt x="1253218" y="291252"/>
                  </a:lnTo>
                  <a:lnTo>
                    <a:pt x="1276864" y="280050"/>
                  </a:lnTo>
                  <a:lnTo>
                    <a:pt x="1300510" y="268848"/>
                  </a:lnTo>
                  <a:lnTo>
                    <a:pt x="1324155" y="257646"/>
                  </a:lnTo>
                  <a:lnTo>
                    <a:pt x="1347801" y="246444"/>
                  </a:lnTo>
                  <a:lnTo>
                    <a:pt x="1371447" y="235242"/>
                  </a:lnTo>
                  <a:lnTo>
                    <a:pt x="1395092" y="224040"/>
                  </a:lnTo>
                  <a:lnTo>
                    <a:pt x="1418738" y="212838"/>
                  </a:lnTo>
                  <a:lnTo>
                    <a:pt x="1442384" y="201636"/>
                  </a:lnTo>
                  <a:lnTo>
                    <a:pt x="1466029" y="190434"/>
                  </a:lnTo>
                  <a:lnTo>
                    <a:pt x="1489675" y="179232"/>
                  </a:lnTo>
                  <a:lnTo>
                    <a:pt x="1513321" y="168030"/>
                  </a:lnTo>
                  <a:lnTo>
                    <a:pt x="1536966" y="156828"/>
                  </a:lnTo>
                  <a:lnTo>
                    <a:pt x="1560612" y="145626"/>
                  </a:lnTo>
                  <a:lnTo>
                    <a:pt x="1584257" y="134424"/>
                  </a:lnTo>
                  <a:lnTo>
                    <a:pt x="1607903" y="123222"/>
                  </a:lnTo>
                  <a:lnTo>
                    <a:pt x="1631549" y="112020"/>
                  </a:lnTo>
                  <a:lnTo>
                    <a:pt x="1655194" y="100818"/>
                  </a:lnTo>
                  <a:lnTo>
                    <a:pt x="1678840" y="89616"/>
                  </a:lnTo>
                  <a:lnTo>
                    <a:pt x="1702486" y="78414"/>
                  </a:lnTo>
                  <a:lnTo>
                    <a:pt x="1726131" y="67212"/>
                  </a:lnTo>
                  <a:lnTo>
                    <a:pt x="1749777" y="56010"/>
                  </a:lnTo>
                  <a:lnTo>
                    <a:pt x="1773423" y="44808"/>
                  </a:lnTo>
                  <a:lnTo>
                    <a:pt x="1797068" y="33606"/>
                  </a:lnTo>
                  <a:lnTo>
                    <a:pt x="1820714" y="22404"/>
                  </a:lnTo>
                  <a:lnTo>
                    <a:pt x="1844359" y="11202"/>
                  </a:lnTo>
                  <a:lnTo>
                    <a:pt x="1868005" y="0"/>
                  </a:lnTo>
                </a:path>
              </a:pathLst>
            </a:custGeom>
            <a:ln w="27101" cap="flat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1" name="pl1021"/>
            <p:cNvSpPr/>
            <p:nvPr/>
          </p:nvSpPr>
          <p:spPr>
            <a:xfrm>
              <a:off x="8331987" y="2687858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2" name="pl1022"/>
            <p:cNvSpPr/>
            <p:nvPr/>
          </p:nvSpPr>
          <p:spPr>
            <a:xfrm>
              <a:off x="8331987" y="2084934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3" name="pl1023"/>
            <p:cNvSpPr/>
            <p:nvPr/>
          </p:nvSpPr>
          <p:spPr>
            <a:xfrm>
              <a:off x="8331987" y="1482010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4" name="pl1024"/>
            <p:cNvSpPr/>
            <p:nvPr/>
          </p:nvSpPr>
          <p:spPr>
            <a:xfrm>
              <a:off x="8331987" y="879086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5" name="pl1025"/>
            <p:cNvSpPr/>
            <p:nvPr/>
          </p:nvSpPr>
          <p:spPr>
            <a:xfrm>
              <a:off x="8977436" y="710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6" name="pl1026"/>
            <p:cNvSpPr/>
            <p:nvPr/>
          </p:nvSpPr>
          <p:spPr>
            <a:xfrm>
              <a:off x="9926626" y="710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7" name="pl1027"/>
            <p:cNvSpPr/>
            <p:nvPr/>
          </p:nvSpPr>
          <p:spPr>
            <a:xfrm>
              <a:off x="10875816" y="710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8" name="pl1028"/>
            <p:cNvSpPr/>
            <p:nvPr/>
          </p:nvSpPr>
          <p:spPr>
            <a:xfrm>
              <a:off x="11825006" y="710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9" name="pl1029"/>
            <p:cNvSpPr/>
            <p:nvPr/>
          </p:nvSpPr>
          <p:spPr>
            <a:xfrm>
              <a:off x="8331987" y="2989321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0" name="pl1030"/>
            <p:cNvSpPr/>
            <p:nvPr/>
          </p:nvSpPr>
          <p:spPr>
            <a:xfrm>
              <a:off x="8331987" y="2386396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1" name="pl1031"/>
            <p:cNvSpPr/>
            <p:nvPr/>
          </p:nvSpPr>
          <p:spPr>
            <a:xfrm>
              <a:off x="8331987" y="1783472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2" name="pl1032"/>
            <p:cNvSpPr/>
            <p:nvPr/>
          </p:nvSpPr>
          <p:spPr>
            <a:xfrm>
              <a:off x="8331987" y="1180548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3" name="pl1033"/>
            <p:cNvSpPr/>
            <p:nvPr/>
          </p:nvSpPr>
          <p:spPr>
            <a:xfrm>
              <a:off x="8502841" y="710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4" name="pl1034"/>
            <p:cNvSpPr/>
            <p:nvPr/>
          </p:nvSpPr>
          <p:spPr>
            <a:xfrm>
              <a:off x="9452031" y="710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5" name="pl1035"/>
            <p:cNvSpPr/>
            <p:nvPr/>
          </p:nvSpPr>
          <p:spPr>
            <a:xfrm>
              <a:off x="10401221" y="710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6" name="pl1036"/>
            <p:cNvSpPr/>
            <p:nvPr/>
          </p:nvSpPr>
          <p:spPr>
            <a:xfrm>
              <a:off x="11350411" y="710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7" name="pt1037"/>
            <p:cNvSpPr/>
            <p:nvPr/>
          </p:nvSpPr>
          <p:spPr>
            <a:xfrm>
              <a:off x="11135747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8" name="pt1038"/>
            <p:cNvSpPr/>
            <p:nvPr/>
          </p:nvSpPr>
          <p:spPr>
            <a:xfrm>
              <a:off x="10977549" y="16682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9" name="pt1039"/>
            <p:cNvSpPr/>
            <p:nvPr/>
          </p:nvSpPr>
          <p:spPr>
            <a:xfrm>
              <a:off x="9332286" y="2602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0" name="pt1040"/>
            <p:cNvSpPr/>
            <p:nvPr/>
          </p:nvSpPr>
          <p:spPr>
            <a:xfrm>
              <a:off x="9205728" y="2180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1" name="pt1041"/>
            <p:cNvSpPr/>
            <p:nvPr/>
          </p:nvSpPr>
          <p:spPr>
            <a:xfrm>
              <a:off x="10154918" y="26328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2" name="pt1042"/>
            <p:cNvSpPr/>
            <p:nvPr/>
          </p:nvSpPr>
          <p:spPr>
            <a:xfrm>
              <a:off x="10850990" y="23917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3" name="pt1043"/>
            <p:cNvSpPr/>
            <p:nvPr/>
          </p:nvSpPr>
          <p:spPr>
            <a:xfrm>
              <a:off x="10186557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4" name="pt1044"/>
            <p:cNvSpPr/>
            <p:nvPr/>
          </p:nvSpPr>
          <p:spPr>
            <a:xfrm>
              <a:off x="10376395" y="184908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5" name="pt1045"/>
            <p:cNvSpPr/>
            <p:nvPr/>
          </p:nvSpPr>
          <p:spPr>
            <a:xfrm>
              <a:off x="11515423" y="1758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6" name="pt1046"/>
            <p:cNvSpPr/>
            <p:nvPr/>
          </p:nvSpPr>
          <p:spPr>
            <a:xfrm>
              <a:off x="11515423" y="184908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7" name="pt1047"/>
            <p:cNvSpPr/>
            <p:nvPr/>
          </p:nvSpPr>
          <p:spPr>
            <a:xfrm>
              <a:off x="11705261" y="187923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8" name="pt1048"/>
            <p:cNvSpPr/>
            <p:nvPr/>
          </p:nvSpPr>
          <p:spPr>
            <a:xfrm>
              <a:off x="10756071" y="227113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9" name="pt1049"/>
            <p:cNvSpPr/>
            <p:nvPr/>
          </p:nvSpPr>
          <p:spPr>
            <a:xfrm>
              <a:off x="9458845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0" name="pt1050"/>
            <p:cNvSpPr/>
            <p:nvPr/>
          </p:nvSpPr>
          <p:spPr>
            <a:xfrm>
              <a:off x="8478015" y="23917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1" name="pt1051"/>
            <p:cNvSpPr/>
            <p:nvPr/>
          </p:nvSpPr>
          <p:spPr>
            <a:xfrm>
              <a:off x="11515423" y="154762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2" name="pt1052"/>
            <p:cNvSpPr/>
            <p:nvPr/>
          </p:nvSpPr>
          <p:spPr>
            <a:xfrm>
              <a:off x="9870161" y="2843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3" name="pt1053"/>
            <p:cNvSpPr/>
            <p:nvPr/>
          </p:nvSpPr>
          <p:spPr>
            <a:xfrm>
              <a:off x="11325585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4" name="pt1054"/>
            <p:cNvSpPr/>
            <p:nvPr/>
          </p:nvSpPr>
          <p:spPr>
            <a:xfrm>
              <a:off x="8478015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5" name="pt1055"/>
            <p:cNvSpPr/>
            <p:nvPr/>
          </p:nvSpPr>
          <p:spPr>
            <a:xfrm>
              <a:off x="10281476" y="27233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6" name="pt1056"/>
            <p:cNvSpPr/>
            <p:nvPr/>
          </p:nvSpPr>
          <p:spPr>
            <a:xfrm>
              <a:off x="11610342" y="160791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7" name="pt1057"/>
            <p:cNvSpPr/>
            <p:nvPr/>
          </p:nvSpPr>
          <p:spPr>
            <a:xfrm>
              <a:off x="9775242" y="25123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8" name="pt1058"/>
            <p:cNvSpPr/>
            <p:nvPr/>
          </p:nvSpPr>
          <p:spPr>
            <a:xfrm>
              <a:off x="8572934" y="2602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9" name="pt1059"/>
            <p:cNvSpPr/>
            <p:nvPr/>
          </p:nvSpPr>
          <p:spPr>
            <a:xfrm>
              <a:off x="9617043" y="2843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0" name="pt1060"/>
            <p:cNvSpPr/>
            <p:nvPr/>
          </p:nvSpPr>
          <p:spPr>
            <a:xfrm>
              <a:off x="8762772" y="248215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1" name="pt1061"/>
            <p:cNvSpPr/>
            <p:nvPr/>
          </p:nvSpPr>
          <p:spPr>
            <a:xfrm>
              <a:off x="10059999" y="236157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2" name="pt1062"/>
            <p:cNvSpPr/>
            <p:nvPr/>
          </p:nvSpPr>
          <p:spPr>
            <a:xfrm>
              <a:off x="11800180" y="133659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3" name="pt1063"/>
            <p:cNvSpPr/>
            <p:nvPr/>
          </p:nvSpPr>
          <p:spPr>
            <a:xfrm>
              <a:off x="10692792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4" name="pt1064"/>
            <p:cNvSpPr/>
            <p:nvPr/>
          </p:nvSpPr>
          <p:spPr>
            <a:xfrm>
              <a:off x="11610342" y="115572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5" name="pt1065"/>
            <p:cNvSpPr/>
            <p:nvPr/>
          </p:nvSpPr>
          <p:spPr>
            <a:xfrm>
              <a:off x="10186557" y="2421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6" name="pt1066"/>
            <p:cNvSpPr/>
            <p:nvPr/>
          </p:nvSpPr>
          <p:spPr>
            <a:xfrm>
              <a:off x="11610342" y="139689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7" name="pt1067"/>
            <p:cNvSpPr/>
            <p:nvPr/>
          </p:nvSpPr>
          <p:spPr>
            <a:xfrm>
              <a:off x="11610342" y="133659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8" name="pt1068"/>
            <p:cNvSpPr/>
            <p:nvPr/>
          </p:nvSpPr>
          <p:spPr>
            <a:xfrm>
              <a:off x="11515423" y="1999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9" name="pt1069"/>
            <p:cNvSpPr/>
            <p:nvPr/>
          </p:nvSpPr>
          <p:spPr>
            <a:xfrm>
              <a:off x="11515423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0" name="pt1070"/>
            <p:cNvSpPr/>
            <p:nvPr/>
          </p:nvSpPr>
          <p:spPr>
            <a:xfrm>
              <a:off x="9996719" y="2602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1" name="pt1071"/>
            <p:cNvSpPr/>
            <p:nvPr/>
          </p:nvSpPr>
          <p:spPr>
            <a:xfrm>
              <a:off x="9427205" y="2843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2" name="pt1072"/>
            <p:cNvSpPr/>
            <p:nvPr/>
          </p:nvSpPr>
          <p:spPr>
            <a:xfrm>
              <a:off x="10154918" y="2180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3" name="pt1073"/>
            <p:cNvSpPr/>
            <p:nvPr/>
          </p:nvSpPr>
          <p:spPr>
            <a:xfrm>
              <a:off x="9806881" y="22108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4" name="pt1074"/>
            <p:cNvSpPr/>
            <p:nvPr/>
          </p:nvSpPr>
          <p:spPr>
            <a:xfrm>
              <a:off x="9617043" y="25123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5" name="pt1075"/>
            <p:cNvSpPr/>
            <p:nvPr/>
          </p:nvSpPr>
          <p:spPr>
            <a:xfrm>
              <a:off x="11483783" y="1818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6" name="pt1076"/>
            <p:cNvSpPr/>
            <p:nvPr/>
          </p:nvSpPr>
          <p:spPr>
            <a:xfrm>
              <a:off x="9870161" y="1818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7" name="pt1077"/>
            <p:cNvSpPr/>
            <p:nvPr/>
          </p:nvSpPr>
          <p:spPr>
            <a:xfrm>
              <a:off x="11800180" y="181893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8" name="pt1078"/>
            <p:cNvSpPr/>
            <p:nvPr/>
          </p:nvSpPr>
          <p:spPr>
            <a:xfrm>
              <a:off x="11515423" y="1818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9" name="pt1079"/>
            <p:cNvSpPr/>
            <p:nvPr/>
          </p:nvSpPr>
          <p:spPr>
            <a:xfrm>
              <a:off x="9269007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0" name="pt1080"/>
            <p:cNvSpPr/>
            <p:nvPr/>
          </p:nvSpPr>
          <p:spPr>
            <a:xfrm>
              <a:off x="10028359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1" name="pt1081"/>
            <p:cNvSpPr/>
            <p:nvPr/>
          </p:nvSpPr>
          <p:spPr>
            <a:xfrm>
              <a:off x="10281476" y="27836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2" name="pt1082"/>
            <p:cNvSpPr/>
            <p:nvPr/>
          </p:nvSpPr>
          <p:spPr>
            <a:xfrm>
              <a:off x="10186557" y="215054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3" name="pt1083"/>
            <p:cNvSpPr/>
            <p:nvPr/>
          </p:nvSpPr>
          <p:spPr>
            <a:xfrm>
              <a:off x="10186557" y="26630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4" name="pt1084"/>
            <p:cNvSpPr/>
            <p:nvPr/>
          </p:nvSpPr>
          <p:spPr>
            <a:xfrm>
              <a:off x="11610342" y="175864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5" name="pt1085"/>
            <p:cNvSpPr/>
            <p:nvPr/>
          </p:nvSpPr>
          <p:spPr>
            <a:xfrm>
              <a:off x="9806881" y="248215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6" name="pt1086"/>
            <p:cNvSpPr/>
            <p:nvPr/>
          </p:nvSpPr>
          <p:spPr>
            <a:xfrm>
              <a:off x="11515423" y="1758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7" name="pt1087"/>
            <p:cNvSpPr/>
            <p:nvPr/>
          </p:nvSpPr>
          <p:spPr>
            <a:xfrm>
              <a:off x="9901800" y="2421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8" name="pt1088"/>
            <p:cNvSpPr/>
            <p:nvPr/>
          </p:nvSpPr>
          <p:spPr>
            <a:xfrm>
              <a:off x="10091638" y="227113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9" name="pt1089"/>
            <p:cNvSpPr/>
            <p:nvPr/>
          </p:nvSpPr>
          <p:spPr>
            <a:xfrm>
              <a:off x="8826052" y="27836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0" name="pt1090"/>
            <p:cNvSpPr/>
            <p:nvPr/>
          </p:nvSpPr>
          <p:spPr>
            <a:xfrm>
              <a:off x="9933440" y="23917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1" name="pt1091"/>
            <p:cNvSpPr/>
            <p:nvPr/>
          </p:nvSpPr>
          <p:spPr>
            <a:xfrm>
              <a:off x="9522124" y="27836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2" name="pt1092"/>
            <p:cNvSpPr/>
            <p:nvPr/>
          </p:nvSpPr>
          <p:spPr>
            <a:xfrm>
              <a:off x="10028359" y="236157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3" name="pt1093"/>
            <p:cNvSpPr/>
            <p:nvPr/>
          </p:nvSpPr>
          <p:spPr>
            <a:xfrm>
              <a:off x="10502954" y="2120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4" name="pt1094"/>
            <p:cNvSpPr/>
            <p:nvPr/>
          </p:nvSpPr>
          <p:spPr>
            <a:xfrm>
              <a:off x="8667853" y="22108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5" name="pt1095"/>
            <p:cNvSpPr/>
            <p:nvPr/>
          </p:nvSpPr>
          <p:spPr>
            <a:xfrm>
              <a:off x="10945909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6" name="pt1096"/>
            <p:cNvSpPr/>
            <p:nvPr/>
          </p:nvSpPr>
          <p:spPr>
            <a:xfrm>
              <a:off x="9363926" y="28137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7" name="pt1097"/>
            <p:cNvSpPr/>
            <p:nvPr/>
          </p:nvSpPr>
          <p:spPr>
            <a:xfrm>
              <a:off x="9711962" y="227113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8" name="pt1098"/>
            <p:cNvSpPr/>
            <p:nvPr/>
          </p:nvSpPr>
          <p:spPr>
            <a:xfrm>
              <a:off x="10850990" y="23314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9" name="pt1099"/>
            <p:cNvSpPr/>
            <p:nvPr/>
          </p:nvSpPr>
          <p:spPr>
            <a:xfrm>
              <a:off x="10123278" y="26630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0" name="pt1100"/>
            <p:cNvSpPr/>
            <p:nvPr/>
          </p:nvSpPr>
          <p:spPr>
            <a:xfrm>
              <a:off x="9648683" y="27233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1" name="pt1101"/>
            <p:cNvSpPr/>
            <p:nvPr/>
          </p:nvSpPr>
          <p:spPr>
            <a:xfrm>
              <a:off x="9522124" y="2602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2" name="pt1102"/>
            <p:cNvSpPr/>
            <p:nvPr/>
          </p:nvSpPr>
          <p:spPr>
            <a:xfrm>
              <a:off x="11262306" y="160791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3" name="pt1103"/>
            <p:cNvSpPr/>
            <p:nvPr/>
          </p:nvSpPr>
          <p:spPr>
            <a:xfrm>
              <a:off x="10661152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4" name="pt1104"/>
            <p:cNvSpPr/>
            <p:nvPr/>
          </p:nvSpPr>
          <p:spPr>
            <a:xfrm>
              <a:off x="9711962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5" name="pt1105"/>
            <p:cNvSpPr/>
            <p:nvPr/>
          </p:nvSpPr>
          <p:spPr>
            <a:xfrm>
              <a:off x="9553764" y="29042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6" name="pt1106"/>
            <p:cNvSpPr/>
            <p:nvPr/>
          </p:nvSpPr>
          <p:spPr>
            <a:xfrm>
              <a:off x="9269007" y="27836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7" name="pt1107"/>
            <p:cNvSpPr/>
            <p:nvPr/>
          </p:nvSpPr>
          <p:spPr>
            <a:xfrm>
              <a:off x="8604574" y="27233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8" name="pt1108"/>
            <p:cNvSpPr/>
            <p:nvPr/>
          </p:nvSpPr>
          <p:spPr>
            <a:xfrm>
              <a:off x="10091638" y="25424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9" name="pt1109"/>
            <p:cNvSpPr/>
            <p:nvPr/>
          </p:nvSpPr>
          <p:spPr>
            <a:xfrm>
              <a:off x="9110809" y="248215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0" name="pt1110"/>
            <p:cNvSpPr/>
            <p:nvPr/>
          </p:nvSpPr>
          <p:spPr>
            <a:xfrm>
              <a:off x="11199026" y="1698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1" name="pt1111"/>
            <p:cNvSpPr/>
            <p:nvPr/>
          </p:nvSpPr>
          <p:spPr>
            <a:xfrm>
              <a:off x="10344756" y="193952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2" name="pt1112"/>
            <p:cNvSpPr/>
            <p:nvPr/>
          </p:nvSpPr>
          <p:spPr>
            <a:xfrm>
              <a:off x="11293945" y="1758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3" name="pt1113"/>
            <p:cNvSpPr/>
            <p:nvPr/>
          </p:nvSpPr>
          <p:spPr>
            <a:xfrm>
              <a:off x="10376395" y="236157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4" name="pt1114"/>
            <p:cNvSpPr/>
            <p:nvPr/>
          </p:nvSpPr>
          <p:spPr>
            <a:xfrm>
              <a:off x="9711962" y="2180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5" name="pt1115"/>
            <p:cNvSpPr/>
            <p:nvPr/>
          </p:nvSpPr>
          <p:spPr>
            <a:xfrm>
              <a:off x="8667853" y="29042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6" name="pt1116"/>
            <p:cNvSpPr/>
            <p:nvPr/>
          </p:nvSpPr>
          <p:spPr>
            <a:xfrm>
              <a:off x="10218197" y="236157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7" name="pt1117"/>
            <p:cNvSpPr/>
            <p:nvPr/>
          </p:nvSpPr>
          <p:spPr>
            <a:xfrm>
              <a:off x="9996719" y="1818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8" name="pt1118"/>
            <p:cNvSpPr/>
            <p:nvPr/>
          </p:nvSpPr>
          <p:spPr>
            <a:xfrm>
              <a:off x="8478015" y="29343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9" name="pt1119"/>
            <p:cNvSpPr/>
            <p:nvPr/>
          </p:nvSpPr>
          <p:spPr>
            <a:xfrm>
              <a:off x="9332286" y="2602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0" name="pt1120"/>
            <p:cNvSpPr/>
            <p:nvPr/>
          </p:nvSpPr>
          <p:spPr>
            <a:xfrm>
              <a:off x="8920971" y="2843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1" name="pt1121"/>
            <p:cNvSpPr/>
            <p:nvPr/>
          </p:nvSpPr>
          <p:spPr>
            <a:xfrm>
              <a:off x="11610342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2" name="pt1122"/>
            <p:cNvSpPr/>
            <p:nvPr/>
          </p:nvSpPr>
          <p:spPr>
            <a:xfrm>
              <a:off x="10977549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3" name="pt1123"/>
            <p:cNvSpPr/>
            <p:nvPr/>
          </p:nvSpPr>
          <p:spPr>
            <a:xfrm>
              <a:off x="9901800" y="2180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4" name="pt1124"/>
            <p:cNvSpPr/>
            <p:nvPr/>
          </p:nvSpPr>
          <p:spPr>
            <a:xfrm>
              <a:off x="8478015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5" name="pt1125"/>
            <p:cNvSpPr/>
            <p:nvPr/>
          </p:nvSpPr>
          <p:spPr>
            <a:xfrm>
              <a:off x="10281476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6" name="pt1126"/>
            <p:cNvSpPr/>
            <p:nvPr/>
          </p:nvSpPr>
          <p:spPr>
            <a:xfrm>
              <a:off x="8920971" y="2421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7" name="pt1127"/>
            <p:cNvSpPr/>
            <p:nvPr/>
          </p:nvSpPr>
          <p:spPr>
            <a:xfrm>
              <a:off x="9870161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8" name="pt1128"/>
            <p:cNvSpPr/>
            <p:nvPr/>
          </p:nvSpPr>
          <p:spPr>
            <a:xfrm>
              <a:off x="9585404" y="236157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9" name="pt1129"/>
            <p:cNvSpPr/>
            <p:nvPr/>
          </p:nvSpPr>
          <p:spPr>
            <a:xfrm>
              <a:off x="10914269" y="248215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0" name="pt1130"/>
            <p:cNvSpPr/>
            <p:nvPr/>
          </p:nvSpPr>
          <p:spPr>
            <a:xfrm>
              <a:off x="11420504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1" name="pt1131"/>
            <p:cNvSpPr/>
            <p:nvPr/>
          </p:nvSpPr>
          <p:spPr>
            <a:xfrm>
              <a:off x="11895099" y="115572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2" name="pt1132"/>
            <p:cNvSpPr/>
            <p:nvPr/>
          </p:nvSpPr>
          <p:spPr>
            <a:xfrm>
              <a:off x="10945909" y="190937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3" name="pt1133"/>
            <p:cNvSpPr/>
            <p:nvPr/>
          </p:nvSpPr>
          <p:spPr>
            <a:xfrm>
              <a:off x="11420504" y="2120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4" name="pt1134"/>
            <p:cNvSpPr/>
            <p:nvPr/>
          </p:nvSpPr>
          <p:spPr>
            <a:xfrm>
              <a:off x="10186557" y="23917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5" name="pt1135"/>
            <p:cNvSpPr/>
            <p:nvPr/>
          </p:nvSpPr>
          <p:spPr>
            <a:xfrm>
              <a:off x="10376395" y="2180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6" name="pt1136"/>
            <p:cNvSpPr/>
            <p:nvPr/>
          </p:nvSpPr>
          <p:spPr>
            <a:xfrm>
              <a:off x="11610342" y="1638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7" name="pt1137"/>
            <p:cNvSpPr/>
            <p:nvPr/>
          </p:nvSpPr>
          <p:spPr>
            <a:xfrm>
              <a:off x="11420504" y="1999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8" name="pt1138"/>
            <p:cNvSpPr/>
            <p:nvPr/>
          </p:nvSpPr>
          <p:spPr>
            <a:xfrm>
              <a:off x="11515423" y="97484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9" name="pt1139"/>
            <p:cNvSpPr/>
            <p:nvPr/>
          </p:nvSpPr>
          <p:spPr>
            <a:xfrm>
              <a:off x="10756071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0" name="pt1140"/>
            <p:cNvSpPr/>
            <p:nvPr/>
          </p:nvSpPr>
          <p:spPr>
            <a:xfrm>
              <a:off x="10471314" y="1818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1" name="pt1141"/>
            <p:cNvSpPr/>
            <p:nvPr/>
          </p:nvSpPr>
          <p:spPr>
            <a:xfrm>
              <a:off x="9047529" y="27836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2" name="pt1142"/>
            <p:cNvSpPr/>
            <p:nvPr/>
          </p:nvSpPr>
          <p:spPr>
            <a:xfrm>
              <a:off x="10566233" y="25424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3" name="pt1143"/>
            <p:cNvSpPr/>
            <p:nvPr/>
          </p:nvSpPr>
          <p:spPr>
            <a:xfrm>
              <a:off x="10661152" y="22108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4" name="pt1144"/>
            <p:cNvSpPr/>
            <p:nvPr/>
          </p:nvSpPr>
          <p:spPr>
            <a:xfrm>
              <a:off x="9522124" y="27233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5" name="pt1145"/>
            <p:cNvSpPr/>
            <p:nvPr/>
          </p:nvSpPr>
          <p:spPr>
            <a:xfrm>
              <a:off x="9996719" y="26630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6" name="pt1146"/>
            <p:cNvSpPr/>
            <p:nvPr/>
          </p:nvSpPr>
          <p:spPr>
            <a:xfrm>
              <a:off x="10471314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7" name="pt1147"/>
            <p:cNvSpPr/>
            <p:nvPr/>
          </p:nvSpPr>
          <p:spPr>
            <a:xfrm>
              <a:off x="9332286" y="23917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8" name="pt1148"/>
            <p:cNvSpPr/>
            <p:nvPr/>
          </p:nvSpPr>
          <p:spPr>
            <a:xfrm>
              <a:off x="9901800" y="27233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9" name="pt1149"/>
            <p:cNvSpPr/>
            <p:nvPr/>
          </p:nvSpPr>
          <p:spPr>
            <a:xfrm>
              <a:off x="8478015" y="26630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0" name="pt1150"/>
            <p:cNvSpPr/>
            <p:nvPr/>
          </p:nvSpPr>
          <p:spPr>
            <a:xfrm>
              <a:off x="10850990" y="193952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1" name="pt1151"/>
            <p:cNvSpPr/>
            <p:nvPr/>
          </p:nvSpPr>
          <p:spPr>
            <a:xfrm>
              <a:off x="9901800" y="2421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2" name="pt1152"/>
            <p:cNvSpPr/>
            <p:nvPr/>
          </p:nvSpPr>
          <p:spPr>
            <a:xfrm>
              <a:off x="11040828" y="2602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3" name="pt1153"/>
            <p:cNvSpPr/>
            <p:nvPr/>
          </p:nvSpPr>
          <p:spPr>
            <a:xfrm>
              <a:off x="9617043" y="269317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4" name="pt1154"/>
            <p:cNvSpPr/>
            <p:nvPr/>
          </p:nvSpPr>
          <p:spPr>
            <a:xfrm>
              <a:off x="9332286" y="26328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5" name="pt1155"/>
            <p:cNvSpPr/>
            <p:nvPr/>
          </p:nvSpPr>
          <p:spPr>
            <a:xfrm>
              <a:off x="11230666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6" name="pt1156"/>
            <p:cNvSpPr/>
            <p:nvPr/>
          </p:nvSpPr>
          <p:spPr>
            <a:xfrm>
              <a:off x="9711962" y="22108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7" name="pt1157"/>
            <p:cNvSpPr/>
            <p:nvPr/>
          </p:nvSpPr>
          <p:spPr>
            <a:xfrm>
              <a:off x="10661152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8" name="pt1158"/>
            <p:cNvSpPr/>
            <p:nvPr/>
          </p:nvSpPr>
          <p:spPr>
            <a:xfrm>
              <a:off x="11135747" y="2602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9" name="pt1159"/>
            <p:cNvSpPr/>
            <p:nvPr/>
          </p:nvSpPr>
          <p:spPr>
            <a:xfrm>
              <a:off x="8478015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0" name="pt1160"/>
            <p:cNvSpPr/>
            <p:nvPr/>
          </p:nvSpPr>
          <p:spPr>
            <a:xfrm>
              <a:off x="8478015" y="2843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1" name="pt1161"/>
            <p:cNvSpPr/>
            <p:nvPr/>
          </p:nvSpPr>
          <p:spPr>
            <a:xfrm>
              <a:off x="10186557" y="28137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2" name="pt1162"/>
            <p:cNvSpPr/>
            <p:nvPr/>
          </p:nvSpPr>
          <p:spPr>
            <a:xfrm>
              <a:off x="10945909" y="2120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3" name="pt1163"/>
            <p:cNvSpPr/>
            <p:nvPr/>
          </p:nvSpPr>
          <p:spPr>
            <a:xfrm>
              <a:off x="9522124" y="26630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4" name="pt1164"/>
            <p:cNvSpPr/>
            <p:nvPr/>
          </p:nvSpPr>
          <p:spPr>
            <a:xfrm>
              <a:off x="9617043" y="27836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5" name="pt1165"/>
            <p:cNvSpPr/>
            <p:nvPr/>
          </p:nvSpPr>
          <p:spPr>
            <a:xfrm>
              <a:off x="10281476" y="245200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6" name="pt1166"/>
            <p:cNvSpPr/>
            <p:nvPr/>
          </p:nvSpPr>
          <p:spPr>
            <a:xfrm>
              <a:off x="9427205" y="27233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7" name="pt1167"/>
            <p:cNvSpPr/>
            <p:nvPr/>
          </p:nvSpPr>
          <p:spPr>
            <a:xfrm>
              <a:off x="11610342" y="160791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8" name="pt1168"/>
            <p:cNvSpPr/>
            <p:nvPr/>
          </p:nvSpPr>
          <p:spPr>
            <a:xfrm>
              <a:off x="8478015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9" name="pt1169"/>
            <p:cNvSpPr/>
            <p:nvPr/>
          </p:nvSpPr>
          <p:spPr>
            <a:xfrm>
              <a:off x="9806881" y="2120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0" name="pt1170"/>
            <p:cNvSpPr/>
            <p:nvPr/>
          </p:nvSpPr>
          <p:spPr>
            <a:xfrm>
              <a:off x="9680323" y="2843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1" name="pt1171"/>
            <p:cNvSpPr/>
            <p:nvPr/>
          </p:nvSpPr>
          <p:spPr>
            <a:xfrm>
              <a:off x="10661152" y="2180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2" name="pt1172"/>
            <p:cNvSpPr/>
            <p:nvPr/>
          </p:nvSpPr>
          <p:spPr>
            <a:xfrm>
              <a:off x="9332286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3" name="pt1173"/>
            <p:cNvSpPr/>
            <p:nvPr/>
          </p:nvSpPr>
          <p:spPr>
            <a:xfrm>
              <a:off x="8826052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4" name="pt1174"/>
            <p:cNvSpPr/>
            <p:nvPr/>
          </p:nvSpPr>
          <p:spPr>
            <a:xfrm>
              <a:off x="8478015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5" name="pt1175"/>
            <p:cNvSpPr/>
            <p:nvPr/>
          </p:nvSpPr>
          <p:spPr>
            <a:xfrm>
              <a:off x="9711962" y="27836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6" name="pt1176"/>
            <p:cNvSpPr/>
            <p:nvPr/>
          </p:nvSpPr>
          <p:spPr>
            <a:xfrm>
              <a:off x="8604574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7" name="pt1177"/>
            <p:cNvSpPr/>
            <p:nvPr/>
          </p:nvSpPr>
          <p:spPr>
            <a:xfrm>
              <a:off x="8794412" y="2843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8" name="pt1178"/>
            <p:cNvSpPr/>
            <p:nvPr/>
          </p:nvSpPr>
          <p:spPr>
            <a:xfrm>
              <a:off x="8667853" y="25424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9" name="pt1179"/>
            <p:cNvSpPr/>
            <p:nvPr/>
          </p:nvSpPr>
          <p:spPr>
            <a:xfrm>
              <a:off x="9427205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0" name="pt1180"/>
            <p:cNvSpPr/>
            <p:nvPr/>
          </p:nvSpPr>
          <p:spPr>
            <a:xfrm>
              <a:off x="8857691" y="27233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1" name="pt1181"/>
            <p:cNvSpPr/>
            <p:nvPr/>
          </p:nvSpPr>
          <p:spPr>
            <a:xfrm>
              <a:off x="10724431" y="2180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2" name="pt1182"/>
            <p:cNvSpPr/>
            <p:nvPr/>
          </p:nvSpPr>
          <p:spPr>
            <a:xfrm>
              <a:off x="9522124" y="2421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3" name="pt1183"/>
            <p:cNvSpPr/>
            <p:nvPr/>
          </p:nvSpPr>
          <p:spPr>
            <a:xfrm>
              <a:off x="8857691" y="29042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4" name="pt1184"/>
            <p:cNvSpPr/>
            <p:nvPr/>
          </p:nvSpPr>
          <p:spPr>
            <a:xfrm>
              <a:off x="9711962" y="25123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5" name="pt1185"/>
            <p:cNvSpPr/>
            <p:nvPr/>
          </p:nvSpPr>
          <p:spPr>
            <a:xfrm>
              <a:off x="9680323" y="2602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6" name="pt1186"/>
            <p:cNvSpPr/>
            <p:nvPr/>
          </p:nvSpPr>
          <p:spPr>
            <a:xfrm>
              <a:off x="9965080" y="2421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7" name="pt1187"/>
            <p:cNvSpPr/>
            <p:nvPr/>
          </p:nvSpPr>
          <p:spPr>
            <a:xfrm>
              <a:off x="9901800" y="26630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8" name="pt1188"/>
            <p:cNvSpPr/>
            <p:nvPr/>
          </p:nvSpPr>
          <p:spPr>
            <a:xfrm>
              <a:off x="10661152" y="236157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9" name="pt1189"/>
            <p:cNvSpPr/>
            <p:nvPr/>
          </p:nvSpPr>
          <p:spPr>
            <a:xfrm>
              <a:off x="10945909" y="2120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0" name="pt1190"/>
            <p:cNvSpPr/>
            <p:nvPr/>
          </p:nvSpPr>
          <p:spPr>
            <a:xfrm>
              <a:off x="8699493" y="29042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1" name="pt1191"/>
            <p:cNvSpPr/>
            <p:nvPr/>
          </p:nvSpPr>
          <p:spPr>
            <a:xfrm>
              <a:off x="8857691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2" name="pt1192"/>
            <p:cNvSpPr/>
            <p:nvPr/>
          </p:nvSpPr>
          <p:spPr>
            <a:xfrm>
              <a:off x="11104107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3" name="pt1193"/>
            <p:cNvSpPr/>
            <p:nvPr/>
          </p:nvSpPr>
          <p:spPr>
            <a:xfrm>
              <a:off x="9142448" y="27836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4" name="pt1194"/>
            <p:cNvSpPr/>
            <p:nvPr/>
          </p:nvSpPr>
          <p:spPr>
            <a:xfrm>
              <a:off x="9585404" y="2602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5" name="pt1195"/>
            <p:cNvSpPr/>
            <p:nvPr/>
          </p:nvSpPr>
          <p:spPr>
            <a:xfrm>
              <a:off x="10534594" y="248215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6" name="pt1196"/>
            <p:cNvSpPr/>
            <p:nvPr/>
          </p:nvSpPr>
          <p:spPr>
            <a:xfrm>
              <a:off x="9522124" y="2602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7" name="pt1197"/>
            <p:cNvSpPr/>
            <p:nvPr/>
          </p:nvSpPr>
          <p:spPr>
            <a:xfrm>
              <a:off x="11104107" y="1638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8" name="pt1198"/>
            <p:cNvSpPr/>
            <p:nvPr/>
          </p:nvSpPr>
          <p:spPr>
            <a:xfrm>
              <a:off x="8478015" y="2602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9" name="pt1199"/>
            <p:cNvSpPr/>
            <p:nvPr/>
          </p:nvSpPr>
          <p:spPr>
            <a:xfrm>
              <a:off x="8889331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0" name="pt1200"/>
            <p:cNvSpPr/>
            <p:nvPr/>
          </p:nvSpPr>
          <p:spPr>
            <a:xfrm>
              <a:off x="11705261" y="199981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1" name="pt1201"/>
            <p:cNvSpPr/>
            <p:nvPr/>
          </p:nvSpPr>
          <p:spPr>
            <a:xfrm>
              <a:off x="10850990" y="193952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2" name="pt1202"/>
            <p:cNvSpPr/>
            <p:nvPr/>
          </p:nvSpPr>
          <p:spPr>
            <a:xfrm>
              <a:off x="9047529" y="236157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3" name="pt1203"/>
            <p:cNvSpPr/>
            <p:nvPr/>
          </p:nvSpPr>
          <p:spPr>
            <a:xfrm>
              <a:off x="9648683" y="236157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4" name="pt1204"/>
            <p:cNvSpPr/>
            <p:nvPr/>
          </p:nvSpPr>
          <p:spPr>
            <a:xfrm>
              <a:off x="9996719" y="27836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5" name="pt1205"/>
            <p:cNvSpPr/>
            <p:nvPr/>
          </p:nvSpPr>
          <p:spPr>
            <a:xfrm>
              <a:off x="9617043" y="236157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6" name="pt1206"/>
            <p:cNvSpPr/>
            <p:nvPr/>
          </p:nvSpPr>
          <p:spPr>
            <a:xfrm>
              <a:off x="9965080" y="2421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7" name="pt1207"/>
            <p:cNvSpPr/>
            <p:nvPr/>
          </p:nvSpPr>
          <p:spPr>
            <a:xfrm>
              <a:off x="11610342" y="163806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8" name="pt1208"/>
            <p:cNvSpPr/>
            <p:nvPr/>
          </p:nvSpPr>
          <p:spPr>
            <a:xfrm>
              <a:off x="8478015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9" name="pt1209"/>
            <p:cNvSpPr/>
            <p:nvPr/>
          </p:nvSpPr>
          <p:spPr>
            <a:xfrm>
              <a:off x="8478015" y="29343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0" name="pt1210"/>
            <p:cNvSpPr/>
            <p:nvPr/>
          </p:nvSpPr>
          <p:spPr>
            <a:xfrm>
              <a:off x="11483783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1" name="pt1211"/>
            <p:cNvSpPr/>
            <p:nvPr/>
          </p:nvSpPr>
          <p:spPr>
            <a:xfrm>
              <a:off x="10313116" y="2180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2" name="pt1212"/>
            <p:cNvSpPr/>
            <p:nvPr/>
          </p:nvSpPr>
          <p:spPr>
            <a:xfrm>
              <a:off x="10376395" y="236157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3" name="pt1213"/>
            <p:cNvSpPr/>
            <p:nvPr/>
          </p:nvSpPr>
          <p:spPr>
            <a:xfrm>
              <a:off x="9806881" y="236157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4" name="pt1214"/>
            <p:cNvSpPr/>
            <p:nvPr/>
          </p:nvSpPr>
          <p:spPr>
            <a:xfrm>
              <a:off x="10914269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5" name="pt1215"/>
            <p:cNvSpPr/>
            <p:nvPr/>
          </p:nvSpPr>
          <p:spPr>
            <a:xfrm>
              <a:off x="10186557" y="245200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6" name="pt1216"/>
            <p:cNvSpPr/>
            <p:nvPr/>
          </p:nvSpPr>
          <p:spPr>
            <a:xfrm>
              <a:off x="9617043" y="25725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7" name="pt1217"/>
            <p:cNvSpPr/>
            <p:nvPr/>
          </p:nvSpPr>
          <p:spPr>
            <a:xfrm>
              <a:off x="9237367" y="2421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8" name="pt1218"/>
            <p:cNvSpPr/>
            <p:nvPr/>
          </p:nvSpPr>
          <p:spPr>
            <a:xfrm>
              <a:off x="10945909" y="15777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9" name="pt1219"/>
            <p:cNvSpPr/>
            <p:nvPr/>
          </p:nvSpPr>
          <p:spPr>
            <a:xfrm>
              <a:off x="10724431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0" name="pt1220"/>
            <p:cNvSpPr/>
            <p:nvPr/>
          </p:nvSpPr>
          <p:spPr>
            <a:xfrm>
              <a:off x="11420504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1" name="pt1221"/>
            <p:cNvSpPr/>
            <p:nvPr/>
          </p:nvSpPr>
          <p:spPr>
            <a:xfrm>
              <a:off x="9522124" y="236157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2" name="pt1222"/>
            <p:cNvSpPr/>
            <p:nvPr/>
          </p:nvSpPr>
          <p:spPr>
            <a:xfrm>
              <a:off x="10313116" y="2602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3" name="pt1223"/>
            <p:cNvSpPr/>
            <p:nvPr/>
          </p:nvSpPr>
          <p:spPr>
            <a:xfrm>
              <a:off x="8667853" y="29042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4" name="pt1224"/>
            <p:cNvSpPr/>
            <p:nvPr/>
          </p:nvSpPr>
          <p:spPr>
            <a:xfrm>
              <a:off x="10218197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5" name="pt1225"/>
            <p:cNvSpPr/>
            <p:nvPr/>
          </p:nvSpPr>
          <p:spPr>
            <a:xfrm>
              <a:off x="9901800" y="248215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6" name="pt1226"/>
            <p:cNvSpPr/>
            <p:nvPr/>
          </p:nvSpPr>
          <p:spPr>
            <a:xfrm>
              <a:off x="11135747" y="157776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7" name="pt1227"/>
            <p:cNvSpPr/>
            <p:nvPr/>
          </p:nvSpPr>
          <p:spPr>
            <a:xfrm>
              <a:off x="10091638" y="2120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8" name="pt1228"/>
            <p:cNvSpPr/>
            <p:nvPr/>
          </p:nvSpPr>
          <p:spPr>
            <a:xfrm>
              <a:off x="9395566" y="28740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9" name="pt1229"/>
            <p:cNvSpPr/>
            <p:nvPr/>
          </p:nvSpPr>
          <p:spPr>
            <a:xfrm>
              <a:off x="10186557" y="2602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0" name="pt1230"/>
            <p:cNvSpPr/>
            <p:nvPr/>
          </p:nvSpPr>
          <p:spPr>
            <a:xfrm>
              <a:off x="9617043" y="248215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1" name="pt1231"/>
            <p:cNvSpPr/>
            <p:nvPr/>
          </p:nvSpPr>
          <p:spPr>
            <a:xfrm>
              <a:off x="10376395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2" name="pt1232"/>
            <p:cNvSpPr/>
            <p:nvPr/>
          </p:nvSpPr>
          <p:spPr>
            <a:xfrm>
              <a:off x="9617043" y="2602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3" name="pt1233"/>
            <p:cNvSpPr/>
            <p:nvPr/>
          </p:nvSpPr>
          <p:spPr>
            <a:xfrm>
              <a:off x="10281476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4" name="pt1234"/>
            <p:cNvSpPr/>
            <p:nvPr/>
          </p:nvSpPr>
          <p:spPr>
            <a:xfrm>
              <a:off x="10281476" y="172850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5" name="pt1235"/>
            <p:cNvSpPr/>
            <p:nvPr/>
          </p:nvSpPr>
          <p:spPr>
            <a:xfrm>
              <a:off x="9901800" y="2120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6" name="pt1236"/>
            <p:cNvSpPr/>
            <p:nvPr/>
          </p:nvSpPr>
          <p:spPr>
            <a:xfrm>
              <a:off x="9300647" y="26630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7" name="pt1237"/>
            <p:cNvSpPr/>
            <p:nvPr/>
          </p:nvSpPr>
          <p:spPr>
            <a:xfrm>
              <a:off x="10091638" y="2421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8" name="pt1238"/>
            <p:cNvSpPr/>
            <p:nvPr/>
          </p:nvSpPr>
          <p:spPr>
            <a:xfrm>
              <a:off x="11040828" y="236157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9" name="pt1239"/>
            <p:cNvSpPr/>
            <p:nvPr/>
          </p:nvSpPr>
          <p:spPr>
            <a:xfrm>
              <a:off x="9617043" y="26328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0" name="pt1240"/>
            <p:cNvSpPr/>
            <p:nvPr/>
          </p:nvSpPr>
          <p:spPr>
            <a:xfrm>
              <a:off x="10566233" y="1999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1" name="pt1241"/>
            <p:cNvSpPr/>
            <p:nvPr/>
          </p:nvSpPr>
          <p:spPr>
            <a:xfrm>
              <a:off x="9617043" y="25424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2" name="pt1242"/>
            <p:cNvSpPr/>
            <p:nvPr/>
          </p:nvSpPr>
          <p:spPr>
            <a:xfrm>
              <a:off x="10914269" y="2060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3" name="pt1243"/>
            <p:cNvSpPr/>
            <p:nvPr/>
          </p:nvSpPr>
          <p:spPr>
            <a:xfrm>
              <a:off x="9806881" y="2843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4" name="pt1244"/>
            <p:cNvSpPr/>
            <p:nvPr/>
          </p:nvSpPr>
          <p:spPr>
            <a:xfrm>
              <a:off x="9996719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5" name="pt1245"/>
            <p:cNvSpPr/>
            <p:nvPr/>
          </p:nvSpPr>
          <p:spPr>
            <a:xfrm>
              <a:off x="9617043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6" name="pt1246"/>
            <p:cNvSpPr/>
            <p:nvPr/>
          </p:nvSpPr>
          <p:spPr>
            <a:xfrm>
              <a:off x="9617043" y="25424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7" name="pt1247"/>
            <p:cNvSpPr/>
            <p:nvPr/>
          </p:nvSpPr>
          <p:spPr>
            <a:xfrm>
              <a:off x="9617043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8" name="pt1248"/>
            <p:cNvSpPr/>
            <p:nvPr/>
          </p:nvSpPr>
          <p:spPr>
            <a:xfrm>
              <a:off x="9522124" y="248215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9" name="pt1249"/>
            <p:cNvSpPr/>
            <p:nvPr/>
          </p:nvSpPr>
          <p:spPr>
            <a:xfrm>
              <a:off x="9300647" y="29343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0" name="pt1250"/>
            <p:cNvSpPr/>
            <p:nvPr/>
          </p:nvSpPr>
          <p:spPr>
            <a:xfrm>
              <a:off x="8478015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1" name="pt1251"/>
            <p:cNvSpPr/>
            <p:nvPr/>
          </p:nvSpPr>
          <p:spPr>
            <a:xfrm>
              <a:off x="9553764" y="23314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2" name="pt1252"/>
            <p:cNvSpPr/>
            <p:nvPr/>
          </p:nvSpPr>
          <p:spPr>
            <a:xfrm>
              <a:off x="11420504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3" name="pt1253"/>
            <p:cNvSpPr/>
            <p:nvPr/>
          </p:nvSpPr>
          <p:spPr>
            <a:xfrm>
              <a:off x="10408035" y="2120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4" name="pt1254"/>
            <p:cNvSpPr/>
            <p:nvPr/>
          </p:nvSpPr>
          <p:spPr>
            <a:xfrm>
              <a:off x="8762772" y="248215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5" name="pt1255"/>
            <p:cNvSpPr/>
            <p:nvPr/>
          </p:nvSpPr>
          <p:spPr>
            <a:xfrm>
              <a:off x="10091638" y="227113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6" name="pt1256"/>
            <p:cNvSpPr/>
            <p:nvPr/>
          </p:nvSpPr>
          <p:spPr>
            <a:xfrm>
              <a:off x="10629512" y="190937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7" name="pt1257"/>
            <p:cNvSpPr/>
            <p:nvPr/>
          </p:nvSpPr>
          <p:spPr>
            <a:xfrm>
              <a:off x="9300647" y="2843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8" name="pt1258"/>
            <p:cNvSpPr/>
            <p:nvPr/>
          </p:nvSpPr>
          <p:spPr>
            <a:xfrm>
              <a:off x="8478015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9" name="pt1259"/>
            <p:cNvSpPr/>
            <p:nvPr/>
          </p:nvSpPr>
          <p:spPr>
            <a:xfrm>
              <a:off x="8889331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0" name="pt1260"/>
            <p:cNvSpPr/>
            <p:nvPr/>
          </p:nvSpPr>
          <p:spPr>
            <a:xfrm>
              <a:off x="8572934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1" name="pt1261"/>
            <p:cNvSpPr/>
            <p:nvPr/>
          </p:nvSpPr>
          <p:spPr>
            <a:xfrm>
              <a:off x="8478015" y="2843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2" name="pt1262"/>
            <p:cNvSpPr/>
            <p:nvPr/>
          </p:nvSpPr>
          <p:spPr>
            <a:xfrm>
              <a:off x="9142448" y="2120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3" name="pt1263"/>
            <p:cNvSpPr/>
            <p:nvPr/>
          </p:nvSpPr>
          <p:spPr>
            <a:xfrm>
              <a:off x="9965080" y="25725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4" name="pt1264"/>
            <p:cNvSpPr/>
            <p:nvPr/>
          </p:nvSpPr>
          <p:spPr>
            <a:xfrm>
              <a:off x="9332286" y="26328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5" name="pt1265"/>
            <p:cNvSpPr/>
            <p:nvPr/>
          </p:nvSpPr>
          <p:spPr>
            <a:xfrm>
              <a:off x="8984250" y="287405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6" name="pt1266"/>
            <p:cNvSpPr/>
            <p:nvPr/>
          </p:nvSpPr>
          <p:spPr>
            <a:xfrm>
              <a:off x="11515423" y="157776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7" name="pt1267"/>
            <p:cNvSpPr/>
            <p:nvPr/>
          </p:nvSpPr>
          <p:spPr>
            <a:xfrm>
              <a:off x="11800180" y="145718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8" name="pt1268"/>
            <p:cNvSpPr/>
            <p:nvPr/>
          </p:nvSpPr>
          <p:spPr>
            <a:xfrm>
              <a:off x="10629512" y="2602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9" name="pt1269"/>
            <p:cNvSpPr/>
            <p:nvPr/>
          </p:nvSpPr>
          <p:spPr>
            <a:xfrm>
              <a:off x="11705261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0" name="pt1270"/>
            <p:cNvSpPr/>
            <p:nvPr/>
          </p:nvSpPr>
          <p:spPr>
            <a:xfrm>
              <a:off x="8920971" y="29042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1" name="pt1271"/>
            <p:cNvSpPr/>
            <p:nvPr/>
          </p:nvSpPr>
          <p:spPr>
            <a:xfrm>
              <a:off x="9901800" y="25424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2" name="pt1272"/>
            <p:cNvSpPr/>
            <p:nvPr/>
          </p:nvSpPr>
          <p:spPr>
            <a:xfrm>
              <a:off x="10408035" y="2602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3" name="pt1273"/>
            <p:cNvSpPr/>
            <p:nvPr/>
          </p:nvSpPr>
          <p:spPr>
            <a:xfrm>
              <a:off x="9617043" y="2421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4" name="pt1274"/>
            <p:cNvSpPr/>
            <p:nvPr/>
          </p:nvSpPr>
          <p:spPr>
            <a:xfrm>
              <a:off x="9901800" y="25424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5" name="pt1275"/>
            <p:cNvSpPr/>
            <p:nvPr/>
          </p:nvSpPr>
          <p:spPr>
            <a:xfrm>
              <a:off x="9300647" y="27233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6" name="pt1276"/>
            <p:cNvSpPr/>
            <p:nvPr/>
          </p:nvSpPr>
          <p:spPr>
            <a:xfrm>
              <a:off x="10629512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7" name="pt1277"/>
            <p:cNvSpPr/>
            <p:nvPr/>
          </p:nvSpPr>
          <p:spPr>
            <a:xfrm>
              <a:off x="10756071" y="2301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8" name="pt1278"/>
            <p:cNvSpPr/>
            <p:nvPr/>
          </p:nvSpPr>
          <p:spPr>
            <a:xfrm>
              <a:off x="9110809" y="2602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9" name="pt1279"/>
            <p:cNvSpPr/>
            <p:nvPr/>
          </p:nvSpPr>
          <p:spPr>
            <a:xfrm>
              <a:off x="10471314" y="181893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0" name="pt1280"/>
            <p:cNvSpPr/>
            <p:nvPr/>
          </p:nvSpPr>
          <p:spPr>
            <a:xfrm>
              <a:off x="9617043" y="209025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1" name="pt1281"/>
            <p:cNvSpPr/>
            <p:nvPr/>
          </p:nvSpPr>
          <p:spPr>
            <a:xfrm>
              <a:off x="11262306" y="184908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2" name="pt1282"/>
            <p:cNvSpPr/>
            <p:nvPr/>
          </p:nvSpPr>
          <p:spPr>
            <a:xfrm>
              <a:off x="10186557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3" name="pt1283"/>
            <p:cNvSpPr/>
            <p:nvPr/>
          </p:nvSpPr>
          <p:spPr>
            <a:xfrm>
              <a:off x="9743602" y="23314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4" name="pt1284"/>
            <p:cNvSpPr/>
            <p:nvPr/>
          </p:nvSpPr>
          <p:spPr>
            <a:xfrm>
              <a:off x="11515423" y="169835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5" name="pt1285"/>
            <p:cNvSpPr/>
            <p:nvPr/>
          </p:nvSpPr>
          <p:spPr>
            <a:xfrm>
              <a:off x="9490485" y="2421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6" name="pt1286"/>
            <p:cNvSpPr/>
            <p:nvPr/>
          </p:nvSpPr>
          <p:spPr>
            <a:xfrm>
              <a:off x="9522124" y="25424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7" name="pt1287"/>
            <p:cNvSpPr/>
            <p:nvPr/>
          </p:nvSpPr>
          <p:spPr>
            <a:xfrm>
              <a:off x="11135747" y="17887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8" name="pt1288"/>
            <p:cNvSpPr/>
            <p:nvPr/>
          </p:nvSpPr>
          <p:spPr>
            <a:xfrm>
              <a:off x="9522124" y="2602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9" name="pt1289"/>
            <p:cNvSpPr/>
            <p:nvPr/>
          </p:nvSpPr>
          <p:spPr>
            <a:xfrm>
              <a:off x="11040828" y="178879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0" name="pt1290"/>
            <p:cNvSpPr/>
            <p:nvPr/>
          </p:nvSpPr>
          <p:spPr>
            <a:xfrm>
              <a:off x="9110809" y="2843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1" name="pt1291"/>
            <p:cNvSpPr/>
            <p:nvPr/>
          </p:nvSpPr>
          <p:spPr>
            <a:xfrm>
              <a:off x="8984250" y="25424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2" name="pt1292"/>
            <p:cNvSpPr/>
            <p:nvPr/>
          </p:nvSpPr>
          <p:spPr>
            <a:xfrm>
              <a:off x="8636214" y="2843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3" name="pt1293"/>
            <p:cNvSpPr/>
            <p:nvPr/>
          </p:nvSpPr>
          <p:spPr>
            <a:xfrm>
              <a:off x="8667853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4" name="pt1294"/>
            <p:cNvSpPr/>
            <p:nvPr/>
          </p:nvSpPr>
          <p:spPr>
            <a:xfrm>
              <a:off x="10091638" y="1999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5" name="pt1295"/>
            <p:cNvSpPr/>
            <p:nvPr/>
          </p:nvSpPr>
          <p:spPr>
            <a:xfrm>
              <a:off x="10154918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6" name="pt1296"/>
            <p:cNvSpPr/>
            <p:nvPr/>
          </p:nvSpPr>
          <p:spPr>
            <a:xfrm>
              <a:off x="10945909" y="2120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7" name="pt1297"/>
            <p:cNvSpPr/>
            <p:nvPr/>
          </p:nvSpPr>
          <p:spPr>
            <a:xfrm>
              <a:off x="9490485" y="26630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8" name="pt1298"/>
            <p:cNvSpPr/>
            <p:nvPr/>
          </p:nvSpPr>
          <p:spPr>
            <a:xfrm>
              <a:off x="10471314" y="25123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9" name="pt1299"/>
            <p:cNvSpPr/>
            <p:nvPr/>
          </p:nvSpPr>
          <p:spPr>
            <a:xfrm>
              <a:off x="10566233" y="2421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0" name="pt1300"/>
            <p:cNvSpPr/>
            <p:nvPr/>
          </p:nvSpPr>
          <p:spPr>
            <a:xfrm>
              <a:off x="9047529" y="2602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1" name="pt1301"/>
            <p:cNvSpPr/>
            <p:nvPr/>
          </p:nvSpPr>
          <p:spPr>
            <a:xfrm>
              <a:off x="9617043" y="248215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2" name="pt1302"/>
            <p:cNvSpPr/>
            <p:nvPr/>
          </p:nvSpPr>
          <p:spPr>
            <a:xfrm>
              <a:off x="9901800" y="29042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3" name="pt1303"/>
            <p:cNvSpPr/>
            <p:nvPr/>
          </p:nvSpPr>
          <p:spPr>
            <a:xfrm>
              <a:off x="10376395" y="26630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4" name="pt1304"/>
            <p:cNvSpPr/>
            <p:nvPr/>
          </p:nvSpPr>
          <p:spPr>
            <a:xfrm>
              <a:off x="8509655" y="29343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5" name="pt1305"/>
            <p:cNvSpPr/>
            <p:nvPr/>
          </p:nvSpPr>
          <p:spPr>
            <a:xfrm>
              <a:off x="11483783" y="2120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6" name="pt1306"/>
            <p:cNvSpPr/>
            <p:nvPr/>
          </p:nvSpPr>
          <p:spPr>
            <a:xfrm>
              <a:off x="11515423" y="16682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7" name="pt1307"/>
            <p:cNvSpPr/>
            <p:nvPr/>
          </p:nvSpPr>
          <p:spPr>
            <a:xfrm>
              <a:off x="11135747" y="2180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8" name="pt1308"/>
            <p:cNvSpPr/>
            <p:nvPr/>
          </p:nvSpPr>
          <p:spPr>
            <a:xfrm>
              <a:off x="11040828" y="215054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9" name="pt1309"/>
            <p:cNvSpPr/>
            <p:nvPr/>
          </p:nvSpPr>
          <p:spPr>
            <a:xfrm>
              <a:off x="10724431" y="1879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0" name="pt1310"/>
            <p:cNvSpPr/>
            <p:nvPr/>
          </p:nvSpPr>
          <p:spPr>
            <a:xfrm>
              <a:off x="8572934" y="29042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1" name="pt1311"/>
            <p:cNvSpPr/>
            <p:nvPr/>
          </p:nvSpPr>
          <p:spPr>
            <a:xfrm>
              <a:off x="9806881" y="2180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2" name="pt1312"/>
            <p:cNvSpPr/>
            <p:nvPr/>
          </p:nvSpPr>
          <p:spPr>
            <a:xfrm>
              <a:off x="10186557" y="2240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3" name="pt1313"/>
            <p:cNvSpPr/>
            <p:nvPr/>
          </p:nvSpPr>
          <p:spPr>
            <a:xfrm>
              <a:off x="9996719" y="28137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4" name="pt1314"/>
            <p:cNvSpPr/>
            <p:nvPr/>
          </p:nvSpPr>
          <p:spPr>
            <a:xfrm>
              <a:off x="9775242" y="25424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5" name="pt1315"/>
            <p:cNvSpPr/>
            <p:nvPr/>
          </p:nvSpPr>
          <p:spPr>
            <a:xfrm>
              <a:off x="8478015" y="29042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6" name="pt1316"/>
            <p:cNvSpPr/>
            <p:nvPr/>
          </p:nvSpPr>
          <p:spPr>
            <a:xfrm>
              <a:off x="9395566" y="281376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7" name="pt1317"/>
            <p:cNvSpPr/>
            <p:nvPr/>
          </p:nvSpPr>
          <p:spPr>
            <a:xfrm>
              <a:off x="8731133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8" name="pt1318"/>
            <p:cNvSpPr/>
            <p:nvPr/>
          </p:nvSpPr>
          <p:spPr>
            <a:xfrm>
              <a:off x="10091638" y="25424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9" name="pt1319"/>
            <p:cNvSpPr/>
            <p:nvPr/>
          </p:nvSpPr>
          <p:spPr>
            <a:xfrm>
              <a:off x="10091638" y="278361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0" name="pt1320"/>
            <p:cNvSpPr/>
            <p:nvPr/>
          </p:nvSpPr>
          <p:spPr>
            <a:xfrm>
              <a:off x="8889331" y="2964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1" name="pt1321"/>
            <p:cNvSpPr/>
            <p:nvPr/>
          </p:nvSpPr>
          <p:spPr>
            <a:xfrm>
              <a:off x="9585404" y="26328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2" name="tx1322"/>
            <p:cNvSpPr/>
            <p:nvPr/>
          </p:nvSpPr>
          <p:spPr>
            <a:xfrm>
              <a:off x="8519927" y="865197"/>
              <a:ext cx="91715" cy="909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 i="1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1323" name="tx1323"/>
            <p:cNvSpPr/>
            <p:nvPr/>
          </p:nvSpPr>
          <p:spPr>
            <a:xfrm>
              <a:off x="8625279" y="829646"/>
              <a:ext cx="49441" cy="638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324" name="tx1324"/>
            <p:cNvSpPr/>
            <p:nvPr/>
          </p:nvSpPr>
          <p:spPr>
            <a:xfrm>
              <a:off x="8674720" y="956107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325" name="tx1325"/>
            <p:cNvSpPr/>
            <p:nvPr/>
          </p:nvSpPr>
          <p:spPr>
            <a:xfrm>
              <a:off x="8709509" y="918093"/>
              <a:ext cx="74166" cy="3801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1326" name="tx1326"/>
            <p:cNvSpPr/>
            <p:nvPr/>
          </p:nvSpPr>
          <p:spPr>
            <a:xfrm>
              <a:off x="8783675" y="956107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327" name="tx1327"/>
            <p:cNvSpPr/>
            <p:nvPr/>
          </p:nvSpPr>
          <p:spPr>
            <a:xfrm>
              <a:off x="8818464" y="863275"/>
              <a:ext cx="247178" cy="9283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0.57</a:t>
              </a:r>
            </a:p>
          </p:txBody>
        </p:sp>
        <p:sp>
          <p:nvSpPr>
            <p:cNvPr id="1328" name="pl1328"/>
            <p:cNvSpPr/>
            <p:nvPr/>
          </p:nvSpPr>
          <p:spPr>
            <a:xfrm>
              <a:off x="8502841" y="1855263"/>
              <a:ext cx="3227245" cy="1067764"/>
            </a:xfrm>
            <a:custGeom>
              <a:avLst/>
              <a:gdLst/>
              <a:ahLst/>
              <a:cxnLst/>
              <a:rect l="0" t="0" r="0" b="0"/>
              <a:pathLst>
                <a:path w="3227245" h="1067764">
                  <a:moveTo>
                    <a:pt x="0" y="1067764"/>
                  </a:moveTo>
                  <a:lnTo>
                    <a:pt x="40851" y="1054248"/>
                  </a:lnTo>
                  <a:lnTo>
                    <a:pt x="81702" y="1040732"/>
                  </a:lnTo>
                  <a:lnTo>
                    <a:pt x="122553" y="1027216"/>
                  </a:lnTo>
                  <a:lnTo>
                    <a:pt x="163404" y="1013700"/>
                  </a:lnTo>
                  <a:lnTo>
                    <a:pt x="204256" y="1000184"/>
                  </a:lnTo>
                  <a:lnTo>
                    <a:pt x="245107" y="986668"/>
                  </a:lnTo>
                  <a:lnTo>
                    <a:pt x="285958" y="973152"/>
                  </a:lnTo>
                  <a:lnTo>
                    <a:pt x="326809" y="959636"/>
                  </a:lnTo>
                  <a:lnTo>
                    <a:pt x="367660" y="946120"/>
                  </a:lnTo>
                  <a:lnTo>
                    <a:pt x="408512" y="932604"/>
                  </a:lnTo>
                  <a:lnTo>
                    <a:pt x="449363" y="919088"/>
                  </a:lnTo>
                  <a:lnTo>
                    <a:pt x="490214" y="905572"/>
                  </a:lnTo>
                  <a:lnTo>
                    <a:pt x="531065" y="892056"/>
                  </a:lnTo>
                  <a:lnTo>
                    <a:pt x="571916" y="878540"/>
                  </a:lnTo>
                  <a:lnTo>
                    <a:pt x="612768" y="865024"/>
                  </a:lnTo>
                  <a:lnTo>
                    <a:pt x="653619" y="851508"/>
                  </a:lnTo>
                  <a:lnTo>
                    <a:pt x="694470" y="837992"/>
                  </a:lnTo>
                  <a:lnTo>
                    <a:pt x="735321" y="824476"/>
                  </a:lnTo>
                  <a:lnTo>
                    <a:pt x="776172" y="810960"/>
                  </a:lnTo>
                  <a:lnTo>
                    <a:pt x="817024" y="797444"/>
                  </a:lnTo>
                  <a:lnTo>
                    <a:pt x="857875" y="783928"/>
                  </a:lnTo>
                  <a:lnTo>
                    <a:pt x="898726" y="770412"/>
                  </a:lnTo>
                  <a:lnTo>
                    <a:pt x="939577" y="756896"/>
                  </a:lnTo>
                  <a:lnTo>
                    <a:pt x="980429" y="743380"/>
                  </a:lnTo>
                  <a:lnTo>
                    <a:pt x="1021280" y="729864"/>
                  </a:lnTo>
                  <a:lnTo>
                    <a:pt x="1062131" y="716348"/>
                  </a:lnTo>
                  <a:lnTo>
                    <a:pt x="1102982" y="702832"/>
                  </a:lnTo>
                  <a:lnTo>
                    <a:pt x="1143833" y="689316"/>
                  </a:lnTo>
                  <a:lnTo>
                    <a:pt x="1184685" y="675800"/>
                  </a:lnTo>
                  <a:lnTo>
                    <a:pt x="1225536" y="662284"/>
                  </a:lnTo>
                  <a:lnTo>
                    <a:pt x="1266387" y="648768"/>
                  </a:lnTo>
                  <a:lnTo>
                    <a:pt x="1307238" y="635252"/>
                  </a:lnTo>
                  <a:lnTo>
                    <a:pt x="1348089" y="621736"/>
                  </a:lnTo>
                  <a:lnTo>
                    <a:pt x="1388941" y="608220"/>
                  </a:lnTo>
                  <a:lnTo>
                    <a:pt x="1429792" y="594704"/>
                  </a:lnTo>
                  <a:lnTo>
                    <a:pt x="1470643" y="581188"/>
                  </a:lnTo>
                  <a:lnTo>
                    <a:pt x="1511494" y="567672"/>
                  </a:lnTo>
                  <a:lnTo>
                    <a:pt x="1552345" y="554156"/>
                  </a:lnTo>
                  <a:lnTo>
                    <a:pt x="1593197" y="540640"/>
                  </a:lnTo>
                  <a:lnTo>
                    <a:pt x="1634048" y="527124"/>
                  </a:lnTo>
                  <a:lnTo>
                    <a:pt x="1674899" y="513608"/>
                  </a:lnTo>
                  <a:lnTo>
                    <a:pt x="1715750" y="500092"/>
                  </a:lnTo>
                  <a:lnTo>
                    <a:pt x="1756601" y="486576"/>
                  </a:lnTo>
                  <a:lnTo>
                    <a:pt x="1797453" y="473060"/>
                  </a:lnTo>
                  <a:lnTo>
                    <a:pt x="1838304" y="459544"/>
                  </a:lnTo>
                  <a:lnTo>
                    <a:pt x="1879155" y="446028"/>
                  </a:lnTo>
                  <a:lnTo>
                    <a:pt x="1920006" y="432512"/>
                  </a:lnTo>
                  <a:lnTo>
                    <a:pt x="1960858" y="418996"/>
                  </a:lnTo>
                  <a:lnTo>
                    <a:pt x="2001709" y="405480"/>
                  </a:lnTo>
                  <a:lnTo>
                    <a:pt x="2042560" y="391964"/>
                  </a:lnTo>
                  <a:lnTo>
                    <a:pt x="2083411" y="378448"/>
                  </a:lnTo>
                  <a:lnTo>
                    <a:pt x="2124262" y="364932"/>
                  </a:lnTo>
                  <a:lnTo>
                    <a:pt x="2165114" y="351416"/>
                  </a:lnTo>
                  <a:lnTo>
                    <a:pt x="2205965" y="337900"/>
                  </a:lnTo>
                  <a:lnTo>
                    <a:pt x="2246816" y="324384"/>
                  </a:lnTo>
                  <a:lnTo>
                    <a:pt x="2287667" y="310868"/>
                  </a:lnTo>
                  <a:lnTo>
                    <a:pt x="2328518" y="297352"/>
                  </a:lnTo>
                  <a:lnTo>
                    <a:pt x="2369370" y="283836"/>
                  </a:lnTo>
                  <a:lnTo>
                    <a:pt x="2410221" y="270320"/>
                  </a:lnTo>
                  <a:lnTo>
                    <a:pt x="2451072" y="256804"/>
                  </a:lnTo>
                  <a:lnTo>
                    <a:pt x="2491923" y="243288"/>
                  </a:lnTo>
                  <a:lnTo>
                    <a:pt x="2532774" y="229772"/>
                  </a:lnTo>
                  <a:lnTo>
                    <a:pt x="2573626" y="216256"/>
                  </a:lnTo>
                  <a:lnTo>
                    <a:pt x="2614477" y="202740"/>
                  </a:lnTo>
                  <a:lnTo>
                    <a:pt x="2655328" y="189224"/>
                  </a:lnTo>
                  <a:lnTo>
                    <a:pt x="2696179" y="175708"/>
                  </a:lnTo>
                  <a:lnTo>
                    <a:pt x="2737031" y="162192"/>
                  </a:lnTo>
                  <a:lnTo>
                    <a:pt x="2777882" y="148676"/>
                  </a:lnTo>
                  <a:lnTo>
                    <a:pt x="2818733" y="135160"/>
                  </a:lnTo>
                  <a:lnTo>
                    <a:pt x="2859584" y="121644"/>
                  </a:lnTo>
                  <a:lnTo>
                    <a:pt x="2900435" y="108128"/>
                  </a:lnTo>
                  <a:lnTo>
                    <a:pt x="2941287" y="94612"/>
                  </a:lnTo>
                  <a:lnTo>
                    <a:pt x="2982138" y="81096"/>
                  </a:lnTo>
                  <a:lnTo>
                    <a:pt x="3022989" y="67580"/>
                  </a:lnTo>
                  <a:lnTo>
                    <a:pt x="3063840" y="54064"/>
                  </a:lnTo>
                  <a:lnTo>
                    <a:pt x="3104691" y="40548"/>
                  </a:lnTo>
                  <a:lnTo>
                    <a:pt x="3145543" y="27032"/>
                  </a:lnTo>
                  <a:lnTo>
                    <a:pt x="3186394" y="13516"/>
                  </a:lnTo>
                  <a:lnTo>
                    <a:pt x="3227245" y="0"/>
                  </a:lnTo>
                </a:path>
              </a:pathLst>
            </a:custGeom>
            <a:ln w="27101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9" name="pl1329"/>
            <p:cNvSpPr/>
            <p:nvPr/>
          </p:nvSpPr>
          <p:spPr>
            <a:xfrm>
              <a:off x="10875816" y="1475149"/>
              <a:ext cx="1044108" cy="480260"/>
            </a:xfrm>
            <a:custGeom>
              <a:avLst/>
              <a:gdLst/>
              <a:ahLst/>
              <a:cxnLst/>
              <a:rect l="0" t="0" r="0" b="0"/>
              <a:pathLst>
                <a:path w="1044108" h="480260">
                  <a:moveTo>
                    <a:pt x="0" y="480260"/>
                  </a:moveTo>
                  <a:lnTo>
                    <a:pt x="13216" y="474181"/>
                  </a:lnTo>
                  <a:lnTo>
                    <a:pt x="26433" y="468101"/>
                  </a:lnTo>
                  <a:lnTo>
                    <a:pt x="39649" y="462022"/>
                  </a:lnTo>
                  <a:lnTo>
                    <a:pt x="52866" y="455943"/>
                  </a:lnTo>
                  <a:lnTo>
                    <a:pt x="66082" y="449864"/>
                  </a:lnTo>
                  <a:lnTo>
                    <a:pt x="79299" y="443784"/>
                  </a:lnTo>
                  <a:lnTo>
                    <a:pt x="92515" y="437705"/>
                  </a:lnTo>
                  <a:lnTo>
                    <a:pt x="105732" y="431626"/>
                  </a:lnTo>
                  <a:lnTo>
                    <a:pt x="118949" y="425547"/>
                  </a:lnTo>
                  <a:lnTo>
                    <a:pt x="132165" y="419467"/>
                  </a:lnTo>
                  <a:lnTo>
                    <a:pt x="145382" y="413388"/>
                  </a:lnTo>
                  <a:lnTo>
                    <a:pt x="158598" y="407309"/>
                  </a:lnTo>
                  <a:lnTo>
                    <a:pt x="171815" y="401230"/>
                  </a:lnTo>
                  <a:lnTo>
                    <a:pt x="185031" y="395150"/>
                  </a:lnTo>
                  <a:lnTo>
                    <a:pt x="198248" y="389071"/>
                  </a:lnTo>
                  <a:lnTo>
                    <a:pt x="211465" y="382992"/>
                  </a:lnTo>
                  <a:lnTo>
                    <a:pt x="224681" y="376913"/>
                  </a:lnTo>
                  <a:lnTo>
                    <a:pt x="237898" y="370833"/>
                  </a:lnTo>
                  <a:lnTo>
                    <a:pt x="251114" y="364754"/>
                  </a:lnTo>
                  <a:lnTo>
                    <a:pt x="264331" y="358675"/>
                  </a:lnTo>
                  <a:lnTo>
                    <a:pt x="277547" y="352596"/>
                  </a:lnTo>
                  <a:lnTo>
                    <a:pt x="290764" y="346516"/>
                  </a:lnTo>
                  <a:lnTo>
                    <a:pt x="303981" y="340437"/>
                  </a:lnTo>
                  <a:lnTo>
                    <a:pt x="317197" y="334358"/>
                  </a:lnTo>
                  <a:lnTo>
                    <a:pt x="330414" y="328279"/>
                  </a:lnTo>
                  <a:lnTo>
                    <a:pt x="343630" y="322199"/>
                  </a:lnTo>
                  <a:lnTo>
                    <a:pt x="356847" y="316120"/>
                  </a:lnTo>
                  <a:lnTo>
                    <a:pt x="370063" y="310041"/>
                  </a:lnTo>
                  <a:lnTo>
                    <a:pt x="383280" y="303962"/>
                  </a:lnTo>
                  <a:lnTo>
                    <a:pt x="396497" y="297882"/>
                  </a:lnTo>
                  <a:lnTo>
                    <a:pt x="409713" y="291803"/>
                  </a:lnTo>
                  <a:lnTo>
                    <a:pt x="422930" y="285724"/>
                  </a:lnTo>
                  <a:lnTo>
                    <a:pt x="436146" y="279645"/>
                  </a:lnTo>
                  <a:lnTo>
                    <a:pt x="449363" y="273566"/>
                  </a:lnTo>
                  <a:lnTo>
                    <a:pt x="462579" y="267486"/>
                  </a:lnTo>
                  <a:lnTo>
                    <a:pt x="475796" y="261407"/>
                  </a:lnTo>
                  <a:lnTo>
                    <a:pt x="489013" y="255328"/>
                  </a:lnTo>
                  <a:lnTo>
                    <a:pt x="502229" y="249249"/>
                  </a:lnTo>
                  <a:lnTo>
                    <a:pt x="515446" y="243169"/>
                  </a:lnTo>
                  <a:lnTo>
                    <a:pt x="528662" y="237090"/>
                  </a:lnTo>
                  <a:lnTo>
                    <a:pt x="541879" y="231011"/>
                  </a:lnTo>
                  <a:lnTo>
                    <a:pt x="555095" y="224932"/>
                  </a:lnTo>
                  <a:lnTo>
                    <a:pt x="568312" y="218852"/>
                  </a:lnTo>
                  <a:lnTo>
                    <a:pt x="581528" y="212773"/>
                  </a:lnTo>
                  <a:lnTo>
                    <a:pt x="594745" y="206694"/>
                  </a:lnTo>
                  <a:lnTo>
                    <a:pt x="607962" y="200615"/>
                  </a:lnTo>
                  <a:lnTo>
                    <a:pt x="621178" y="194535"/>
                  </a:lnTo>
                  <a:lnTo>
                    <a:pt x="634395" y="188456"/>
                  </a:lnTo>
                  <a:lnTo>
                    <a:pt x="647611" y="182377"/>
                  </a:lnTo>
                  <a:lnTo>
                    <a:pt x="660828" y="176298"/>
                  </a:lnTo>
                  <a:lnTo>
                    <a:pt x="674044" y="170218"/>
                  </a:lnTo>
                  <a:lnTo>
                    <a:pt x="687261" y="164139"/>
                  </a:lnTo>
                  <a:lnTo>
                    <a:pt x="700478" y="158060"/>
                  </a:lnTo>
                  <a:lnTo>
                    <a:pt x="713694" y="151981"/>
                  </a:lnTo>
                  <a:lnTo>
                    <a:pt x="726911" y="145901"/>
                  </a:lnTo>
                  <a:lnTo>
                    <a:pt x="740127" y="139822"/>
                  </a:lnTo>
                  <a:lnTo>
                    <a:pt x="753344" y="133743"/>
                  </a:lnTo>
                  <a:lnTo>
                    <a:pt x="766560" y="127664"/>
                  </a:lnTo>
                  <a:lnTo>
                    <a:pt x="779777" y="121584"/>
                  </a:lnTo>
                  <a:lnTo>
                    <a:pt x="792994" y="115505"/>
                  </a:lnTo>
                  <a:lnTo>
                    <a:pt x="806210" y="109426"/>
                  </a:lnTo>
                  <a:lnTo>
                    <a:pt x="819427" y="103347"/>
                  </a:lnTo>
                  <a:lnTo>
                    <a:pt x="832643" y="97267"/>
                  </a:lnTo>
                  <a:lnTo>
                    <a:pt x="845860" y="91188"/>
                  </a:lnTo>
                  <a:lnTo>
                    <a:pt x="859076" y="85109"/>
                  </a:lnTo>
                  <a:lnTo>
                    <a:pt x="872293" y="79030"/>
                  </a:lnTo>
                  <a:lnTo>
                    <a:pt x="885510" y="72950"/>
                  </a:lnTo>
                  <a:lnTo>
                    <a:pt x="898726" y="66871"/>
                  </a:lnTo>
                  <a:lnTo>
                    <a:pt x="911943" y="60792"/>
                  </a:lnTo>
                  <a:lnTo>
                    <a:pt x="925159" y="54713"/>
                  </a:lnTo>
                  <a:lnTo>
                    <a:pt x="938376" y="48633"/>
                  </a:lnTo>
                  <a:lnTo>
                    <a:pt x="951592" y="42554"/>
                  </a:lnTo>
                  <a:lnTo>
                    <a:pt x="964809" y="36475"/>
                  </a:lnTo>
                  <a:lnTo>
                    <a:pt x="978026" y="30396"/>
                  </a:lnTo>
                  <a:lnTo>
                    <a:pt x="991242" y="24316"/>
                  </a:lnTo>
                  <a:lnTo>
                    <a:pt x="1004459" y="18237"/>
                  </a:lnTo>
                  <a:lnTo>
                    <a:pt x="1017675" y="12158"/>
                  </a:lnTo>
                  <a:lnTo>
                    <a:pt x="1030892" y="6079"/>
                  </a:lnTo>
                  <a:lnTo>
                    <a:pt x="1044108" y="0"/>
                  </a:lnTo>
                </a:path>
              </a:pathLst>
            </a:custGeom>
            <a:ln w="27101" cap="flat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0" name="pl1330"/>
            <p:cNvSpPr/>
            <p:nvPr/>
          </p:nvSpPr>
          <p:spPr>
            <a:xfrm>
              <a:off x="8331987" y="5730859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1" name="pl1331"/>
            <p:cNvSpPr/>
            <p:nvPr/>
          </p:nvSpPr>
          <p:spPr>
            <a:xfrm>
              <a:off x="8331987" y="5127934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2" name="pl1332"/>
            <p:cNvSpPr/>
            <p:nvPr/>
          </p:nvSpPr>
          <p:spPr>
            <a:xfrm>
              <a:off x="8331987" y="4525010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3" name="pl1333"/>
            <p:cNvSpPr/>
            <p:nvPr/>
          </p:nvSpPr>
          <p:spPr>
            <a:xfrm>
              <a:off x="8331987" y="3922086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4" name="pl1334"/>
            <p:cNvSpPr/>
            <p:nvPr/>
          </p:nvSpPr>
          <p:spPr>
            <a:xfrm>
              <a:off x="8804349" y="3753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5" name="pl1335"/>
            <p:cNvSpPr/>
            <p:nvPr/>
          </p:nvSpPr>
          <p:spPr>
            <a:xfrm>
              <a:off x="9809373" y="3753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6" name="pl1336"/>
            <p:cNvSpPr/>
            <p:nvPr/>
          </p:nvSpPr>
          <p:spPr>
            <a:xfrm>
              <a:off x="10814398" y="3753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7" name="pl1337"/>
            <p:cNvSpPr/>
            <p:nvPr/>
          </p:nvSpPr>
          <p:spPr>
            <a:xfrm>
              <a:off x="11819422" y="3753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8" name="pl1338"/>
            <p:cNvSpPr/>
            <p:nvPr/>
          </p:nvSpPr>
          <p:spPr>
            <a:xfrm>
              <a:off x="8331987" y="6032321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9" name="pl1339"/>
            <p:cNvSpPr/>
            <p:nvPr/>
          </p:nvSpPr>
          <p:spPr>
            <a:xfrm>
              <a:off x="8331987" y="5429397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0" name="pl1340"/>
            <p:cNvSpPr/>
            <p:nvPr/>
          </p:nvSpPr>
          <p:spPr>
            <a:xfrm>
              <a:off x="8331987" y="4826472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1" name="pl1341"/>
            <p:cNvSpPr/>
            <p:nvPr/>
          </p:nvSpPr>
          <p:spPr>
            <a:xfrm>
              <a:off x="8331987" y="4223548"/>
              <a:ext cx="3758791" cy="0"/>
            </a:xfrm>
            <a:custGeom>
              <a:avLst/>
              <a:gdLst/>
              <a:ahLst/>
              <a:cxnLst/>
              <a:rect l="0" t="0" r="0" b="0"/>
              <a:pathLst>
                <a:path w="3758791">
                  <a:moveTo>
                    <a:pt x="0" y="0"/>
                  </a:moveTo>
                  <a:lnTo>
                    <a:pt x="3758791" y="0"/>
                  </a:lnTo>
                  <a:lnTo>
                    <a:pt x="3758791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2" name="pl1342"/>
            <p:cNvSpPr/>
            <p:nvPr/>
          </p:nvSpPr>
          <p:spPr>
            <a:xfrm>
              <a:off x="9306861" y="3753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3" name="pl1343"/>
            <p:cNvSpPr/>
            <p:nvPr/>
          </p:nvSpPr>
          <p:spPr>
            <a:xfrm>
              <a:off x="10311886" y="3753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4" name="pl1344"/>
            <p:cNvSpPr/>
            <p:nvPr/>
          </p:nvSpPr>
          <p:spPr>
            <a:xfrm>
              <a:off x="11316910" y="3753267"/>
              <a:ext cx="0" cy="2387579"/>
            </a:xfrm>
            <a:custGeom>
              <a:avLst/>
              <a:gdLst/>
              <a:ahLst/>
              <a:cxnLst/>
              <a:rect l="0" t="0" r="0" b="0"/>
              <a:pathLst>
                <a:path h="2387579">
                  <a:moveTo>
                    <a:pt x="0" y="2387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5" name="pt1345"/>
            <p:cNvSpPr/>
            <p:nvPr/>
          </p:nvSpPr>
          <p:spPr>
            <a:xfrm>
              <a:off x="11794597" y="492223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6" name="pt1346"/>
            <p:cNvSpPr/>
            <p:nvPr/>
          </p:nvSpPr>
          <p:spPr>
            <a:xfrm>
              <a:off x="11694094" y="468106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7" name="pt1347"/>
            <p:cNvSpPr/>
            <p:nvPr/>
          </p:nvSpPr>
          <p:spPr>
            <a:xfrm>
              <a:off x="11694094" y="459062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8" name="pt1348"/>
            <p:cNvSpPr/>
            <p:nvPr/>
          </p:nvSpPr>
          <p:spPr>
            <a:xfrm>
              <a:off x="11694094" y="468106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9" name="pt1349"/>
            <p:cNvSpPr/>
            <p:nvPr/>
          </p:nvSpPr>
          <p:spPr>
            <a:xfrm>
              <a:off x="10287060" y="5283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0" name="pt1350"/>
            <p:cNvSpPr/>
            <p:nvPr/>
          </p:nvSpPr>
          <p:spPr>
            <a:xfrm>
              <a:off x="11593592" y="450018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1" name="pt1351"/>
            <p:cNvSpPr/>
            <p:nvPr/>
          </p:nvSpPr>
          <p:spPr>
            <a:xfrm>
              <a:off x="11191582" y="510310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2" name="pt1352"/>
            <p:cNvSpPr/>
            <p:nvPr/>
          </p:nvSpPr>
          <p:spPr>
            <a:xfrm>
              <a:off x="10588567" y="4982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3" name="pt1353"/>
            <p:cNvSpPr/>
            <p:nvPr/>
          </p:nvSpPr>
          <p:spPr>
            <a:xfrm>
              <a:off x="10689070" y="5283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4" name="pt1354"/>
            <p:cNvSpPr/>
            <p:nvPr/>
          </p:nvSpPr>
          <p:spPr>
            <a:xfrm>
              <a:off x="11493089" y="5283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5" name="pt1355"/>
            <p:cNvSpPr/>
            <p:nvPr/>
          </p:nvSpPr>
          <p:spPr>
            <a:xfrm>
              <a:off x="10387562" y="5223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6" name="pt1356"/>
            <p:cNvSpPr/>
            <p:nvPr/>
          </p:nvSpPr>
          <p:spPr>
            <a:xfrm>
              <a:off x="11593592" y="4922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7" name="pt1357"/>
            <p:cNvSpPr/>
            <p:nvPr/>
          </p:nvSpPr>
          <p:spPr>
            <a:xfrm>
              <a:off x="10387562" y="540457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8" name="pt1358"/>
            <p:cNvSpPr/>
            <p:nvPr/>
          </p:nvSpPr>
          <p:spPr>
            <a:xfrm>
              <a:off x="10186557" y="5223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9" name="pt1359"/>
            <p:cNvSpPr/>
            <p:nvPr/>
          </p:nvSpPr>
          <p:spPr>
            <a:xfrm>
              <a:off x="10186557" y="540457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0" name="pt1360"/>
            <p:cNvSpPr/>
            <p:nvPr/>
          </p:nvSpPr>
          <p:spPr>
            <a:xfrm>
              <a:off x="10086055" y="57060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1" name="pt1361"/>
            <p:cNvSpPr/>
            <p:nvPr/>
          </p:nvSpPr>
          <p:spPr>
            <a:xfrm>
              <a:off x="10421063" y="53744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2" name="pt1362"/>
            <p:cNvSpPr/>
            <p:nvPr/>
          </p:nvSpPr>
          <p:spPr>
            <a:xfrm>
              <a:off x="11794597" y="510310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3" name="pt1363"/>
            <p:cNvSpPr/>
            <p:nvPr/>
          </p:nvSpPr>
          <p:spPr>
            <a:xfrm>
              <a:off x="11593592" y="450018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4" name="pt1364"/>
            <p:cNvSpPr/>
            <p:nvPr/>
          </p:nvSpPr>
          <p:spPr>
            <a:xfrm>
              <a:off x="11593592" y="465091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5" name="pt1365"/>
            <p:cNvSpPr/>
            <p:nvPr/>
          </p:nvSpPr>
          <p:spPr>
            <a:xfrm>
              <a:off x="11493089" y="5163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6" name="pt1366"/>
            <p:cNvSpPr/>
            <p:nvPr/>
          </p:nvSpPr>
          <p:spPr>
            <a:xfrm>
              <a:off x="11493089" y="504281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7" name="pt1367"/>
            <p:cNvSpPr/>
            <p:nvPr/>
          </p:nvSpPr>
          <p:spPr>
            <a:xfrm>
              <a:off x="10856574" y="5495009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8" name="pt1368"/>
            <p:cNvSpPr/>
            <p:nvPr/>
          </p:nvSpPr>
          <p:spPr>
            <a:xfrm>
              <a:off x="11794597" y="465091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9" name="pt1369"/>
            <p:cNvSpPr/>
            <p:nvPr/>
          </p:nvSpPr>
          <p:spPr>
            <a:xfrm>
              <a:off x="11191582" y="492223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0" name="pt1370"/>
            <p:cNvSpPr/>
            <p:nvPr/>
          </p:nvSpPr>
          <p:spPr>
            <a:xfrm>
              <a:off x="10789572" y="53744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1" name="pt1371"/>
            <p:cNvSpPr/>
            <p:nvPr/>
          </p:nvSpPr>
          <p:spPr>
            <a:xfrm>
              <a:off x="10488065" y="552515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2" name="pt1372"/>
            <p:cNvSpPr/>
            <p:nvPr/>
          </p:nvSpPr>
          <p:spPr>
            <a:xfrm>
              <a:off x="11794597" y="480164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3" name="pt1373"/>
            <p:cNvSpPr/>
            <p:nvPr/>
          </p:nvSpPr>
          <p:spPr>
            <a:xfrm>
              <a:off x="11694094" y="480164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4" name="pt1374"/>
            <p:cNvSpPr/>
            <p:nvPr/>
          </p:nvSpPr>
          <p:spPr>
            <a:xfrm>
              <a:off x="11493089" y="5223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5" name="pt1375"/>
            <p:cNvSpPr/>
            <p:nvPr/>
          </p:nvSpPr>
          <p:spPr>
            <a:xfrm>
              <a:off x="11459588" y="47112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6" name="pt1376"/>
            <p:cNvSpPr/>
            <p:nvPr/>
          </p:nvSpPr>
          <p:spPr>
            <a:xfrm>
              <a:off x="11794597" y="440974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7" name="pt1377"/>
            <p:cNvSpPr/>
            <p:nvPr/>
          </p:nvSpPr>
          <p:spPr>
            <a:xfrm>
              <a:off x="11493089" y="4801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8" name="pt1378"/>
            <p:cNvSpPr/>
            <p:nvPr/>
          </p:nvSpPr>
          <p:spPr>
            <a:xfrm>
              <a:off x="11794597" y="456047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9" name="pt1379"/>
            <p:cNvSpPr/>
            <p:nvPr/>
          </p:nvSpPr>
          <p:spPr>
            <a:xfrm>
              <a:off x="11895099" y="443989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0" name="pt1380"/>
            <p:cNvSpPr/>
            <p:nvPr/>
          </p:nvSpPr>
          <p:spPr>
            <a:xfrm>
              <a:off x="11694094" y="480164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1" name="pt1381"/>
            <p:cNvSpPr/>
            <p:nvPr/>
          </p:nvSpPr>
          <p:spPr>
            <a:xfrm>
              <a:off x="10387562" y="519354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2" name="pt1382"/>
            <p:cNvSpPr/>
            <p:nvPr/>
          </p:nvSpPr>
          <p:spPr>
            <a:xfrm>
              <a:off x="11593592" y="480164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3" name="pt1383"/>
            <p:cNvSpPr/>
            <p:nvPr/>
          </p:nvSpPr>
          <p:spPr>
            <a:xfrm>
              <a:off x="11694094" y="450018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4" name="pt1384"/>
            <p:cNvSpPr/>
            <p:nvPr/>
          </p:nvSpPr>
          <p:spPr>
            <a:xfrm>
              <a:off x="11593592" y="465091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5" name="pt1385"/>
            <p:cNvSpPr/>
            <p:nvPr/>
          </p:nvSpPr>
          <p:spPr>
            <a:xfrm>
              <a:off x="11694094" y="440974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6" name="pt1386"/>
            <p:cNvSpPr/>
            <p:nvPr/>
          </p:nvSpPr>
          <p:spPr>
            <a:xfrm>
              <a:off x="10488065" y="5042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7" name="pt1387"/>
            <p:cNvSpPr/>
            <p:nvPr/>
          </p:nvSpPr>
          <p:spPr>
            <a:xfrm>
              <a:off x="11593592" y="492223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8" name="pt1388"/>
            <p:cNvSpPr/>
            <p:nvPr/>
          </p:nvSpPr>
          <p:spPr>
            <a:xfrm>
              <a:off x="11694094" y="459062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9" name="pt1389"/>
            <p:cNvSpPr/>
            <p:nvPr/>
          </p:nvSpPr>
          <p:spPr>
            <a:xfrm>
              <a:off x="9483040" y="5886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0" name="pt1390"/>
            <p:cNvSpPr/>
            <p:nvPr/>
          </p:nvSpPr>
          <p:spPr>
            <a:xfrm>
              <a:off x="9784547" y="5886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1" name="pt1391"/>
            <p:cNvSpPr/>
            <p:nvPr/>
          </p:nvSpPr>
          <p:spPr>
            <a:xfrm>
              <a:off x="11694094" y="483179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2" name="pt1392"/>
            <p:cNvSpPr/>
            <p:nvPr/>
          </p:nvSpPr>
          <p:spPr>
            <a:xfrm>
              <a:off x="11392587" y="52538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3" name="pt1393"/>
            <p:cNvSpPr/>
            <p:nvPr/>
          </p:nvSpPr>
          <p:spPr>
            <a:xfrm>
              <a:off x="9851549" y="55854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4" name="pt1394"/>
            <p:cNvSpPr/>
            <p:nvPr/>
          </p:nvSpPr>
          <p:spPr>
            <a:xfrm>
              <a:off x="11794597" y="437959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5" name="pt1395"/>
            <p:cNvSpPr/>
            <p:nvPr/>
          </p:nvSpPr>
          <p:spPr>
            <a:xfrm>
              <a:off x="11794597" y="419872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6" name="pt1396"/>
            <p:cNvSpPr/>
            <p:nvPr/>
          </p:nvSpPr>
          <p:spPr>
            <a:xfrm>
              <a:off x="11694094" y="471120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7" name="pt1397"/>
            <p:cNvSpPr/>
            <p:nvPr/>
          </p:nvSpPr>
          <p:spPr>
            <a:xfrm>
              <a:off x="11694094" y="471120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8" name="pt1398"/>
            <p:cNvSpPr/>
            <p:nvPr/>
          </p:nvSpPr>
          <p:spPr>
            <a:xfrm>
              <a:off x="11794597" y="453033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9" name="pt1399"/>
            <p:cNvSpPr/>
            <p:nvPr/>
          </p:nvSpPr>
          <p:spPr>
            <a:xfrm>
              <a:off x="11392587" y="489208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0" name="pt1400"/>
            <p:cNvSpPr/>
            <p:nvPr/>
          </p:nvSpPr>
          <p:spPr>
            <a:xfrm>
              <a:off x="11694094" y="471120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1" name="pt1401"/>
            <p:cNvSpPr/>
            <p:nvPr/>
          </p:nvSpPr>
          <p:spPr>
            <a:xfrm>
              <a:off x="11694094" y="486193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2" name="pt1402"/>
            <p:cNvSpPr/>
            <p:nvPr/>
          </p:nvSpPr>
          <p:spPr>
            <a:xfrm>
              <a:off x="11694094" y="440974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3" name="pt1403"/>
            <p:cNvSpPr/>
            <p:nvPr/>
          </p:nvSpPr>
          <p:spPr>
            <a:xfrm>
              <a:off x="9885050" y="5464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4" name="pt1404"/>
            <p:cNvSpPr/>
            <p:nvPr/>
          </p:nvSpPr>
          <p:spPr>
            <a:xfrm>
              <a:off x="11493089" y="4982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5" name="pt1405"/>
            <p:cNvSpPr/>
            <p:nvPr/>
          </p:nvSpPr>
          <p:spPr>
            <a:xfrm>
              <a:off x="11694094" y="462076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6" name="pt1406"/>
            <p:cNvSpPr/>
            <p:nvPr/>
          </p:nvSpPr>
          <p:spPr>
            <a:xfrm>
              <a:off x="10186557" y="5464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7" name="pt1407"/>
            <p:cNvSpPr/>
            <p:nvPr/>
          </p:nvSpPr>
          <p:spPr>
            <a:xfrm>
              <a:off x="11593592" y="513325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8" name="pt1408"/>
            <p:cNvSpPr/>
            <p:nvPr/>
          </p:nvSpPr>
          <p:spPr>
            <a:xfrm>
              <a:off x="11895099" y="437959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9" name="pt1409"/>
            <p:cNvSpPr/>
            <p:nvPr/>
          </p:nvSpPr>
          <p:spPr>
            <a:xfrm>
              <a:off x="11024078" y="49825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0" name="pt1410"/>
            <p:cNvSpPr/>
            <p:nvPr/>
          </p:nvSpPr>
          <p:spPr>
            <a:xfrm>
              <a:off x="11794597" y="480164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1" name="pt1411"/>
            <p:cNvSpPr/>
            <p:nvPr/>
          </p:nvSpPr>
          <p:spPr>
            <a:xfrm>
              <a:off x="9449539" y="58266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2" name="pt1412"/>
            <p:cNvSpPr/>
            <p:nvPr/>
          </p:nvSpPr>
          <p:spPr>
            <a:xfrm>
              <a:off x="11694094" y="462076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3" name="pt1413"/>
            <p:cNvSpPr/>
            <p:nvPr/>
          </p:nvSpPr>
          <p:spPr>
            <a:xfrm>
              <a:off x="10387562" y="552515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4" name="pt1414"/>
            <p:cNvSpPr/>
            <p:nvPr/>
          </p:nvSpPr>
          <p:spPr>
            <a:xfrm>
              <a:off x="10789572" y="5042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5" name="pt1415"/>
            <p:cNvSpPr/>
            <p:nvPr/>
          </p:nvSpPr>
          <p:spPr>
            <a:xfrm>
              <a:off x="11694094" y="486193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6" name="pt1416"/>
            <p:cNvSpPr/>
            <p:nvPr/>
          </p:nvSpPr>
          <p:spPr>
            <a:xfrm>
              <a:off x="11895099" y="413843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7" name="pt1417"/>
            <p:cNvSpPr/>
            <p:nvPr/>
          </p:nvSpPr>
          <p:spPr>
            <a:xfrm>
              <a:off x="11191582" y="540457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8" name="pt1418"/>
            <p:cNvSpPr/>
            <p:nvPr/>
          </p:nvSpPr>
          <p:spPr>
            <a:xfrm>
              <a:off x="11392587" y="507296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9" name="pt1419"/>
            <p:cNvSpPr/>
            <p:nvPr/>
          </p:nvSpPr>
          <p:spPr>
            <a:xfrm>
              <a:off x="9885050" y="58266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0" name="pt1420"/>
            <p:cNvSpPr/>
            <p:nvPr/>
          </p:nvSpPr>
          <p:spPr>
            <a:xfrm>
              <a:off x="9985552" y="5464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1" name="pt1421"/>
            <p:cNvSpPr/>
            <p:nvPr/>
          </p:nvSpPr>
          <p:spPr>
            <a:xfrm>
              <a:off x="10220058" y="5103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2" name="pt1422"/>
            <p:cNvSpPr/>
            <p:nvPr/>
          </p:nvSpPr>
          <p:spPr>
            <a:xfrm>
              <a:off x="9918551" y="55854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3" name="pt1423"/>
            <p:cNvSpPr/>
            <p:nvPr/>
          </p:nvSpPr>
          <p:spPr>
            <a:xfrm>
              <a:off x="10588567" y="480164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4" name="pt1424"/>
            <p:cNvSpPr/>
            <p:nvPr/>
          </p:nvSpPr>
          <p:spPr>
            <a:xfrm>
              <a:off x="10354061" y="561559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5" name="pt1425"/>
            <p:cNvSpPr/>
            <p:nvPr/>
          </p:nvSpPr>
          <p:spPr>
            <a:xfrm>
              <a:off x="11794597" y="434945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6" name="pt1426"/>
            <p:cNvSpPr/>
            <p:nvPr/>
          </p:nvSpPr>
          <p:spPr>
            <a:xfrm>
              <a:off x="11593592" y="528398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7" name="pt1427"/>
            <p:cNvSpPr/>
            <p:nvPr/>
          </p:nvSpPr>
          <p:spPr>
            <a:xfrm>
              <a:off x="8478015" y="59472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8" name="pt1428"/>
            <p:cNvSpPr/>
            <p:nvPr/>
          </p:nvSpPr>
          <p:spPr>
            <a:xfrm>
              <a:off x="9985552" y="5283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9" name="pt1429"/>
            <p:cNvSpPr/>
            <p:nvPr/>
          </p:nvSpPr>
          <p:spPr>
            <a:xfrm>
              <a:off x="9382538" y="57663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0" name="pt1430"/>
            <p:cNvSpPr/>
            <p:nvPr/>
          </p:nvSpPr>
          <p:spPr>
            <a:xfrm>
              <a:off x="10789572" y="55854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1" name="pt1431"/>
            <p:cNvSpPr/>
            <p:nvPr/>
          </p:nvSpPr>
          <p:spPr>
            <a:xfrm>
              <a:off x="10689070" y="57663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2" name="pt1432"/>
            <p:cNvSpPr/>
            <p:nvPr/>
          </p:nvSpPr>
          <p:spPr>
            <a:xfrm>
              <a:off x="9985552" y="5886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3" name="pt1433"/>
            <p:cNvSpPr/>
            <p:nvPr/>
          </p:nvSpPr>
          <p:spPr>
            <a:xfrm>
              <a:off x="10320560" y="531413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4" name="pt1434"/>
            <p:cNvSpPr/>
            <p:nvPr/>
          </p:nvSpPr>
          <p:spPr>
            <a:xfrm>
              <a:off x="9684045" y="5886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5" name="pt1435"/>
            <p:cNvSpPr/>
            <p:nvPr/>
          </p:nvSpPr>
          <p:spPr>
            <a:xfrm>
              <a:off x="11392587" y="489208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6" name="pt1436"/>
            <p:cNvSpPr/>
            <p:nvPr/>
          </p:nvSpPr>
          <p:spPr>
            <a:xfrm>
              <a:off x="11593592" y="486193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7" name="pt1437"/>
            <p:cNvSpPr/>
            <p:nvPr/>
          </p:nvSpPr>
          <p:spPr>
            <a:xfrm>
              <a:off x="10287060" y="5464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8" name="pt1438"/>
            <p:cNvSpPr/>
            <p:nvPr/>
          </p:nvSpPr>
          <p:spPr>
            <a:xfrm>
              <a:off x="10186557" y="57663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9" name="pt1439"/>
            <p:cNvSpPr/>
            <p:nvPr/>
          </p:nvSpPr>
          <p:spPr>
            <a:xfrm>
              <a:off x="11694094" y="450018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0" name="pt1440"/>
            <p:cNvSpPr/>
            <p:nvPr/>
          </p:nvSpPr>
          <p:spPr>
            <a:xfrm>
              <a:off x="9985552" y="57060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1" name="pt1441"/>
            <p:cNvSpPr/>
            <p:nvPr/>
          </p:nvSpPr>
          <p:spPr>
            <a:xfrm>
              <a:off x="11593592" y="474135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2" name="pt1442"/>
            <p:cNvSpPr/>
            <p:nvPr/>
          </p:nvSpPr>
          <p:spPr>
            <a:xfrm>
              <a:off x="10689070" y="552515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3" name="pt1443"/>
            <p:cNvSpPr/>
            <p:nvPr/>
          </p:nvSpPr>
          <p:spPr>
            <a:xfrm>
              <a:off x="11694094" y="456047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4" name="pt1444"/>
            <p:cNvSpPr/>
            <p:nvPr/>
          </p:nvSpPr>
          <p:spPr>
            <a:xfrm>
              <a:off x="8779523" y="58266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5" name="pt1445"/>
            <p:cNvSpPr/>
            <p:nvPr/>
          </p:nvSpPr>
          <p:spPr>
            <a:xfrm>
              <a:off x="11593592" y="474135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6" name="pt1446"/>
            <p:cNvSpPr/>
            <p:nvPr/>
          </p:nvSpPr>
          <p:spPr>
            <a:xfrm>
              <a:off x="11493089" y="486193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7" name="pt1447"/>
            <p:cNvSpPr/>
            <p:nvPr/>
          </p:nvSpPr>
          <p:spPr>
            <a:xfrm>
              <a:off x="10186557" y="6007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8" name="pt1448"/>
            <p:cNvSpPr/>
            <p:nvPr/>
          </p:nvSpPr>
          <p:spPr>
            <a:xfrm>
              <a:off x="10890074" y="531413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9" name="pt1449"/>
            <p:cNvSpPr/>
            <p:nvPr/>
          </p:nvSpPr>
          <p:spPr>
            <a:xfrm>
              <a:off x="11895099" y="4831793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0" name="pt1450"/>
            <p:cNvSpPr/>
            <p:nvPr/>
          </p:nvSpPr>
          <p:spPr>
            <a:xfrm>
              <a:off x="11694094" y="453033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1" name="pt1451"/>
            <p:cNvSpPr/>
            <p:nvPr/>
          </p:nvSpPr>
          <p:spPr>
            <a:xfrm>
              <a:off x="11694094" y="468106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2" name="pt1452"/>
            <p:cNvSpPr/>
            <p:nvPr/>
          </p:nvSpPr>
          <p:spPr>
            <a:xfrm>
              <a:off x="9985552" y="5344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3" name="pt1453"/>
            <p:cNvSpPr/>
            <p:nvPr/>
          </p:nvSpPr>
          <p:spPr>
            <a:xfrm>
              <a:off x="9081030" y="6007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4" name="pt1454"/>
            <p:cNvSpPr/>
            <p:nvPr/>
          </p:nvSpPr>
          <p:spPr>
            <a:xfrm>
              <a:off x="10689070" y="5645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5" name="pt1455"/>
            <p:cNvSpPr/>
            <p:nvPr/>
          </p:nvSpPr>
          <p:spPr>
            <a:xfrm>
              <a:off x="10086055" y="5344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6" name="pt1456"/>
            <p:cNvSpPr/>
            <p:nvPr/>
          </p:nvSpPr>
          <p:spPr>
            <a:xfrm>
              <a:off x="9885050" y="5464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7" name="pt1457"/>
            <p:cNvSpPr/>
            <p:nvPr/>
          </p:nvSpPr>
          <p:spPr>
            <a:xfrm>
              <a:off x="11794597" y="456047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8" name="pt1458"/>
            <p:cNvSpPr/>
            <p:nvPr/>
          </p:nvSpPr>
          <p:spPr>
            <a:xfrm>
              <a:off x="11493089" y="480164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9" name="pt1459"/>
            <p:cNvSpPr/>
            <p:nvPr/>
          </p:nvSpPr>
          <p:spPr>
            <a:xfrm>
              <a:off x="9382538" y="5645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0" name="pt1460"/>
            <p:cNvSpPr/>
            <p:nvPr/>
          </p:nvSpPr>
          <p:spPr>
            <a:xfrm>
              <a:off x="11895099" y="437959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1" name="pt1461"/>
            <p:cNvSpPr/>
            <p:nvPr/>
          </p:nvSpPr>
          <p:spPr>
            <a:xfrm>
              <a:off x="11895099" y="440974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2" name="pt1462"/>
            <p:cNvSpPr/>
            <p:nvPr/>
          </p:nvSpPr>
          <p:spPr>
            <a:xfrm>
              <a:off x="11794597" y="4530330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3" name="pt1463"/>
            <p:cNvSpPr/>
            <p:nvPr/>
          </p:nvSpPr>
          <p:spPr>
            <a:xfrm>
              <a:off x="11694094" y="4259015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4" name="pt1464"/>
            <p:cNvSpPr/>
            <p:nvPr/>
          </p:nvSpPr>
          <p:spPr>
            <a:xfrm>
              <a:off x="9784547" y="6007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5" name="pt1465"/>
            <p:cNvSpPr/>
            <p:nvPr/>
          </p:nvSpPr>
          <p:spPr>
            <a:xfrm>
              <a:off x="10186557" y="5103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6" name="pt1466"/>
            <p:cNvSpPr/>
            <p:nvPr/>
          </p:nvSpPr>
          <p:spPr>
            <a:xfrm>
              <a:off x="10186557" y="5344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7" name="pt1467"/>
            <p:cNvSpPr/>
            <p:nvPr/>
          </p:nvSpPr>
          <p:spPr>
            <a:xfrm>
              <a:off x="9483040" y="6007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8" name="pt1468"/>
            <p:cNvSpPr/>
            <p:nvPr/>
          </p:nvSpPr>
          <p:spPr>
            <a:xfrm>
              <a:off x="11292084" y="498252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9" name="pt1469"/>
            <p:cNvSpPr/>
            <p:nvPr/>
          </p:nvSpPr>
          <p:spPr>
            <a:xfrm>
              <a:off x="11694094" y="456047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0" name="pt1470"/>
            <p:cNvSpPr/>
            <p:nvPr/>
          </p:nvSpPr>
          <p:spPr>
            <a:xfrm>
              <a:off x="11794597" y="437959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1" name="pt1471"/>
            <p:cNvSpPr/>
            <p:nvPr/>
          </p:nvSpPr>
          <p:spPr>
            <a:xfrm>
              <a:off x="11694094" y="4741354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2" name="pt1472"/>
            <p:cNvSpPr/>
            <p:nvPr/>
          </p:nvSpPr>
          <p:spPr>
            <a:xfrm>
              <a:off x="9985552" y="5283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3" name="pt1473"/>
            <p:cNvSpPr/>
            <p:nvPr/>
          </p:nvSpPr>
          <p:spPr>
            <a:xfrm>
              <a:off x="9684045" y="55854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4" name="pt1474"/>
            <p:cNvSpPr/>
            <p:nvPr/>
          </p:nvSpPr>
          <p:spPr>
            <a:xfrm>
              <a:off x="10488065" y="5344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5" name="pt1475"/>
            <p:cNvSpPr/>
            <p:nvPr/>
          </p:nvSpPr>
          <p:spPr>
            <a:xfrm>
              <a:off x="9784547" y="5374424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6" name="pt1476"/>
            <p:cNvSpPr/>
            <p:nvPr/>
          </p:nvSpPr>
          <p:spPr>
            <a:xfrm>
              <a:off x="11493089" y="504281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7" name="pt1477"/>
            <p:cNvSpPr/>
            <p:nvPr/>
          </p:nvSpPr>
          <p:spPr>
            <a:xfrm>
              <a:off x="10287060" y="5163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8" name="pt1478"/>
            <p:cNvSpPr/>
            <p:nvPr/>
          </p:nvSpPr>
          <p:spPr>
            <a:xfrm>
              <a:off x="10387562" y="5193547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9" name="pt1479"/>
            <p:cNvSpPr/>
            <p:nvPr/>
          </p:nvSpPr>
          <p:spPr>
            <a:xfrm>
              <a:off x="11895099" y="4198722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0" name="pt1480"/>
            <p:cNvSpPr/>
            <p:nvPr/>
          </p:nvSpPr>
          <p:spPr>
            <a:xfrm>
              <a:off x="9885050" y="5223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1" name="pt1481"/>
            <p:cNvSpPr/>
            <p:nvPr/>
          </p:nvSpPr>
          <p:spPr>
            <a:xfrm>
              <a:off x="11593592" y="480164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2" name="pt1482"/>
            <p:cNvSpPr/>
            <p:nvPr/>
          </p:nvSpPr>
          <p:spPr>
            <a:xfrm>
              <a:off x="10387562" y="5464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3" name="pt1483"/>
            <p:cNvSpPr/>
            <p:nvPr/>
          </p:nvSpPr>
          <p:spPr>
            <a:xfrm>
              <a:off x="9885050" y="57663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4" name="pt1484"/>
            <p:cNvSpPr/>
            <p:nvPr/>
          </p:nvSpPr>
          <p:spPr>
            <a:xfrm>
              <a:off x="10186557" y="552515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5" name="pt1485"/>
            <p:cNvSpPr/>
            <p:nvPr/>
          </p:nvSpPr>
          <p:spPr>
            <a:xfrm>
              <a:off x="10220058" y="534427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6" name="pt1486"/>
            <p:cNvSpPr/>
            <p:nvPr/>
          </p:nvSpPr>
          <p:spPr>
            <a:xfrm>
              <a:off x="11593592" y="5163401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7" name="pt1487"/>
            <p:cNvSpPr/>
            <p:nvPr/>
          </p:nvSpPr>
          <p:spPr>
            <a:xfrm>
              <a:off x="11493089" y="516340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8" name="pt1488"/>
            <p:cNvSpPr/>
            <p:nvPr/>
          </p:nvSpPr>
          <p:spPr>
            <a:xfrm>
              <a:off x="11593592" y="5344278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9" name="pt1489"/>
            <p:cNvSpPr/>
            <p:nvPr/>
          </p:nvSpPr>
          <p:spPr>
            <a:xfrm>
              <a:off x="9650544" y="5464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0" name="pt1490"/>
            <p:cNvSpPr/>
            <p:nvPr/>
          </p:nvSpPr>
          <p:spPr>
            <a:xfrm>
              <a:off x="10354061" y="5223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1" name="pt1491"/>
            <p:cNvSpPr/>
            <p:nvPr/>
          </p:nvSpPr>
          <p:spPr>
            <a:xfrm>
              <a:off x="9952051" y="552515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2" name="pt1492"/>
            <p:cNvSpPr/>
            <p:nvPr/>
          </p:nvSpPr>
          <p:spPr>
            <a:xfrm>
              <a:off x="10722570" y="5283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3" name="pt1493"/>
            <p:cNvSpPr/>
            <p:nvPr/>
          </p:nvSpPr>
          <p:spPr>
            <a:xfrm>
              <a:off x="10186557" y="56457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4" name="pt1494"/>
            <p:cNvSpPr/>
            <p:nvPr/>
          </p:nvSpPr>
          <p:spPr>
            <a:xfrm>
              <a:off x="10789572" y="489208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5" name="pt1495"/>
            <p:cNvSpPr/>
            <p:nvPr/>
          </p:nvSpPr>
          <p:spPr>
            <a:xfrm>
              <a:off x="9985552" y="5947202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6" name="pt1496"/>
            <p:cNvSpPr/>
            <p:nvPr/>
          </p:nvSpPr>
          <p:spPr>
            <a:xfrm>
              <a:off x="10119556" y="57060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7" name="pt1497"/>
            <p:cNvSpPr/>
            <p:nvPr/>
          </p:nvSpPr>
          <p:spPr>
            <a:xfrm>
              <a:off x="9181533" y="6007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8" name="pt1498"/>
            <p:cNvSpPr/>
            <p:nvPr/>
          </p:nvSpPr>
          <p:spPr>
            <a:xfrm>
              <a:off x="11593592" y="4801646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9" name="pt1499"/>
            <p:cNvSpPr/>
            <p:nvPr/>
          </p:nvSpPr>
          <p:spPr>
            <a:xfrm>
              <a:off x="11694094" y="437959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0" name="pt1500"/>
            <p:cNvSpPr/>
            <p:nvPr/>
          </p:nvSpPr>
          <p:spPr>
            <a:xfrm>
              <a:off x="10287060" y="522369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1" name="pt1501"/>
            <p:cNvSpPr/>
            <p:nvPr/>
          </p:nvSpPr>
          <p:spPr>
            <a:xfrm>
              <a:off x="11794597" y="4319307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2" name="pt1502"/>
            <p:cNvSpPr/>
            <p:nvPr/>
          </p:nvSpPr>
          <p:spPr>
            <a:xfrm>
              <a:off x="11191582" y="552515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3" name="pt1503"/>
            <p:cNvSpPr/>
            <p:nvPr/>
          </p:nvSpPr>
          <p:spPr>
            <a:xfrm>
              <a:off x="10789572" y="513325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4" name="pt1504"/>
            <p:cNvSpPr/>
            <p:nvPr/>
          </p:nvSpPr>
          <p:spPr>
            <a:xfrm>
              <a:off x="11493089" y="501267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5" name="pt1505"/>
            <p:cNvSpPr/>
            <p:nvPr/>
          </p:nvSpPr>
          <p:spPr>
            <a:xfrm>
              <a:off x="9181533" y="600749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6" name="pt1506"/>
            <p:cNvSpPr/>
            <p:nvPr/>
          </p:nvSpPr>
          <p:spPr>
            <a:xfrm>
              <a:off x="10488065" y="55854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7" name="pt1507"/>
            <p:cNvSpPr/>
            <p:nvPr/>
          </p:nvSpPr>
          <p:spPr>
            <a:xfrm>
              <a:off x="9985552" y="588691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8" name="pt1508"/>
            <p:cNvSpPr/>
            <p:nvPr/>
          </p:nvSpPr>
          <p:spPr>
            <a:xfrm>
              <a:off x="10421063" y="546486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9" name="pt1509"/>
            <p:cNvSpPr/>
            <p:nvPr/>
          </p:nvSpPr>
          <p:spPr>
            <a:xfrm>
              <a:off x="10354061" y="5706033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0" name="pt1510"/>
            <p:cNvSpPr/>
            <p:nvPr/>
          </p:nvSpPr>
          <p:spPr>
            <a:xfrm>
              <a:off x="9684045" y="582661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1" name="pt1511"/>
            <p:cNvSpPr/>
            <p:nvPr/>
          </p:nvSpPr>
          <p:spPr>
            <a:xfrm>
              <a:off x="11794597" y="4620769"/>
              <a:ext cx="49651" cy="49651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900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2" name="pt1512"/>
            <p:cNvSpPr/>
            <p:nvPr/>
          </p:nvSpPr>
          <p:spPr>
            <a:xfrm>
              <a:off x="10689070" y="5283986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3" name="pt1513"/>
            <p:cNvSpPr/>
            <p:nvPr/>
          </p:nvSpPr>
          <p:spPr>
            <a:xfrm>
              <a:off x="10287060" y="552515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4" name="pt1514"/>
            <p:cNvSpPr/>
            <p:nvPr/>
          </p:nvSpPr>
          <p:spPr>
            <a:xfrm>
              <a:off x="10287060" y="510310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5" name="pt1515"/>
            <p:cNvSpPr/>
            <p:nvPr/>
          </p:nvSpPr>
          <p:spPr>
            <a:xfrm>
              <a:off x="10186557" y="5404571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6" name="pt1516"/>
            <p:cNvSpPr/>
            <p:nvPr/>
          </p:nvSpPr>
          <p:spPr>
            <a:xfrm>
              <a:off x="9684045" y="525384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7" name="pt1517"/>
            <p:cNvSpPr/>
            <p:nvPr/>
          </p:nvSpPr>
          <p:spPr>
            <a:xfrm>
              <a:off x="10153056" y="5012670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8" name="pt1518"/>
            <p:cNvSpPr/>
            <p:nvPr/>
          </p:nvSpPr>
          <p:spPr>
            <a:xfrm>
              <a:off x="10220058" y="5585448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9" name="pt1519"/>
            <p:cNvSpPr/>
            <p:nvPr/>
          </p:nvSpPr>
          <p:spPr>
            <a:xfrm>
              <a:off x="10220058" y="552515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0" name="pt1520"/>
            <p:cNvSpPr/>
            <p:nvPr/>
          </p:nvSpPr>
          <p:spPr>
            <a:xfrm>
              <a:off x="10052554" y="5766325"/>
              <a:ext cx="49651" cy="49651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900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1" name="tx1521"/>
            <p:cNvSpPr/>
            <p:nvPr/>
          </p:nvSpPr>
          <p:spPr>
            <a:xfrm>
              <a:off x="8519927" y="3908197"/>
              <a:ext cx="91715" cy="909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 i="1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1522" name="tx1522"/>
            <p:cNvSpPr/>
            <p:nvPr/>
          </p:nvSpPr>
          <p:spPr>
            <a:xfrm>
              <a:off x="8625279" y="3872646"/>
              <a:ext cx="49441" cy="638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523" name="tx1523"/>
            <p:cNvSpPr/>
            <p:nvPr/>
          </p:nvSpPr>
          <p:spPr>
            <a:xfrm>
              <a:off x="8674720" y="3999107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524" name="tx1524"/>
            <p:cNvSpPr/>
            <p:nvPr/>
          </p:nvSpPr>
          <p:spPr>
            <a:xfrm>
              <a:off x="8709509" y="3961093"/>
              <a:ext cx="74166" cy="3801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1525" name="tx1525"/>
            <p:cNvSpPr/>
            <p:nvPr/>
          </p:nvSpPr>
          <p:spPr>
            <a:xfrm>
              <a:off x="8783675" y="3999107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526" name="tx1526"/>
            <p:cNvSpPr/>
            <p:nvPr/>
          </p:nvSpPr>
          <p:spPr>
            <a:xfrm>
              <a:off x="8818464" y="3906275"/>
              <a:ext cx="247178" cy="9283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1527" name="pl1527"/>
            <p:cNvSpPr/>
            <p:nvPr/>
          </p:nvSpPr>
          <p:spPr>
            <a:xfrm>
              <a:off x="8502841" y="4998426"/>
              <a:ext cx="3115576" cy="1116078"/>
            </a:xfrm>
            <a:custGeom>
              <a:avLst/>
              <a:gdLst/>
              <a:ahLst/>
              <a:cxnLst/>
              <a:rect l="0" t="0" r="0" b="0"/>
              <a:pathLst>
                <a:path w="3115576" h="1116078">
                  <a:moveTo>
                    <a:pt x="0" y="1116078"/>
                  </a:moveTo>
                  <a:lnTo>
                    <a:pt x="39437" y="1101951"/>
                  </a:lnTo>
                  <a:lnTo>
                    <a:pt x="78875" y="1087823"/>
                  </a:lnTo>
                  <a:lnTo>
                    <a:pt x="118313" y="1073696"/>
                  </a:lnTo>
                  <a:lnTo>
                    <a:pt x="157750" y="1059568"/>
                  </a:lnTo>
                  <a:lnTo>
                    <a:pt x="197188" y="1045440"/>
                  </a:lnTo>
                  <a:lnTo>
                    <a:pt x="236626" y="1031313"/>
                  </a:lnTo>
                  <a:lnTo>
                    <a:pt x="276063" y="1017185"/>
                  </a:lnTo>
                  <a:lnTo>
                    <a:pt x="315501" y="1003058"/>
                  </a:lnTo>
                  <a:lnTo>
                    <a:pt x="354939" y="988930"/>
                  </a:lnTo>
                  <a:lnTo>
                    <a:pt x="394376" y="974803"/>
                  </a:lnTo>
                  <a:lnTo>
                    <a:pt x="433814" y="960675"/>
                  </a:lnTo>
                  <a:lnTo>
                    <a:pt x="473252" y="946547"/>
                  </a:lnTo>
                  <a:lnTo>
                    <a:pt x="512689" y="932420"/>
                  </a:lnTo>
                  <a:lnTo>
                    <a:pt x="552127" y="918292"/>
                  </a:lnTo>
                  <a:lnTo>
                    <a:pt x="591565" y="904165"/>
                  </a:lnTo>
                  <a:lnTo>
                    <a:pt x="631002" y="890037"/>
                  </a:lnTo>
                  <a:lnTo>
                    <a:pt x="670440" y="875909"/>
                  </a:lnTo>
                  <a:lnTo>
                    <a:pt x="709878" y="861782"/>
                  </a:lnTo>
                  <a:lnTo>
                    <a:pt x="749315" y="847654"/>
                  </a:lnTo>
                  <a:lnTo>
                    <a:pt x="788753" y="833527"/>
                  </a:lnTo>
                  <a:lnTo>
                    <a:pt x="828191" y="819399"/>
                  </a:lnTo>
                  <a:lnTo>
                    <a:pt x="867628" y="805272"/>
                  </a:lnTo>
                  <a:lnTo>
                    <a:pt x="907066" y="791144"/>
                  </a:lnTo>
                  <a:lnTo>
                    <a:pt x="946504" y="777016"/>
                  </a:lnTo>
                  <a:lnTo>
                    <a:pt x="985941" y="762889"/>
                  </a:lnTo>
                  <a:lnTo>
                    <a:pt x="1025379" y="748761"/>
                  </a:lnTo>
                  <a:lnTo>
                    <a:pt x="1064817" y="734634"/>
                  </a:lnTo>
                  <a:lnTo>
                    <a:pt x="1104254" y="720506"/>
                  </a:lnTo>
                  <a:lnTo>
                    <a:pt x="1143692" y="706378"/>
                  </a:lnTo>
                  <a:lnTo>
                    <a:pt x="1183130" y="692251"/>
                  </a:lnTo>
                  <a:lnTo>
                    <a:pt x="1222567" y="678123"/>
                  </a:lnTo>
                  <a:lnTo>
                    <a:pt x="1262005" y="663996"/>
                  </a:lnTo>
                  <a:lnTo>
                    <a:pt x="1301443" y="649868"/>
                  </a:lnTo>
                  <a:lnTo>
                    <a:pt x="1340880" y="635741"/>
                  </a:lnTo>
                  <a:lnTo>
                    <a:pt x="1380318" y="621613"/>
                  </a:lnTo>
                  <a:lnTo>
                    <a:pt x="1419756" y="607485"/>
                  </a:lnTo>
                  <a:lnTo>
                    <a:pt x="1459193" y="593358"/>
                  </a:lnTo>
                  <a:lnTo>
                    <a:pt x="1498631" y="579230"/>
                  </a:lnTo>
                  <a:lnTo>
                    <a:pt x="1538069" y="565103"/>
                  </a:lnTo>
                  <a:lnTo>
                    <a:pt x="1577506" y="550975"/>
                  </a:lnTo>
                  <a:lnTo>
                    <a:pt x="1616944" y="536848"/>
                  </a:lnTo>
                  <a:lnTo>
                    <a:pt x="1656382" y="522720"/>
                  </a:lnTo>
                  <a:lnTo>
                    <a:pt x="1695819" y="508592"/>
                  </a:lnTo>
                  <a:lnTo>
                    <a:pt x="1735257" y="494465"/>
                  </a:lnTo>
                  <a:lnTo>
                    <a:pt x="1774695" y="480337"/>
                  </a:lnTo>
                  <a:lnTo>
                    <a:pt x="1814132" y="466210"/>
                  </a:lnTo>
                  <a:lnTo>
                    <a:pt x="1853570" y="452082"/>
                  </a:lnTo>
                  <a:lnTo>
                    <a:pt x="1893008" y="437954"/>
                  </a:lnTo>
                  <a:lnTo>
                    <a:pt x="1932445" y="423827"/>
                  </a:lnTo>
                  <a:lnTo>
                    <a:pt x="1971883" y="409699"/>
                  </a:lnTo>
                  <a:lnTo>
                    <a:pt x="2011321" y="395572"/>
                  </a:lnTo>
                  <a:lnTo>
                    <a:pt x="2050758" y="381444"/>
                  </a:lnTo>
                  <a:lnTo>
                    <a:pt x="2090196" y="367317"/>
                  </a:lnTo>
                  <a:lnTo>
                    <a:pt x="2129634" y="353189"/>
                  </a:lnTo>
                  <a:lnTo>
                    <a:pt x="2169071" y="339061"/>
                  </a:lnTo>
                  <a:lnTo>
                    <a:pt x="2208509" y="324934"/>
                  </a:lnTo>
                  <a:lnTo>
                    <a:pt x="2247947" y="310806"/>
                  </a:lnTo>
                  <a:lnTo>
                    <a:pt x="2287384" y="296679"/>
                  </a:lnTo>
                  <a:lnTo>
                    <a:pt x="2326822" y="282551"/>
                  </a:lnTo>
                  <a:lnTo>
                    <a:pt x="2366260" y="268424"/>
                  </a:lnTo>
                  <a:lnTo>
                    <a:pt x="2405698" y="254296"/>
                  </a:lnTo>
                  <a:lnTo>
                    <a:pt x="2445135" y="240168"/>
                  </a:lnTo>
                  <a:lnTo>
                    <a:pt x="2484573" y="226041"/>
                  </a:lnTo>
                  <a:lnTo>
                    <a:pt x="2524011" y="211913"/>
                  </a:lnTo>
                  <a:lnTo>
                    <a:pt x="2563448" y="197786"/>
                  </a:lnTo>
                  <a:lnTo>
                    <a:pt x="2602886" y="183658"/>
                  </a:lnTo>
                  <a:lnTo>
                    <a:pt x="2642324" y="169530"/>
                  </a:lnTo>
                  <a:lnTo>
                    <a:pt x="2681761" y="155403"/>
                  </a:lnTo>
                  <a:lnTo>
                    <a:pt x="2721199" y="141275"/>
                  </a:lnTo>
                  <a:lnTo>
                    <a:pt x="2760637" y="127148"/>
                  </a:lnTo>
                  <a:lnTo>
                    <a:pt x="2800074" y="113020"/>
                  </a:lnTo>
                  <a:lnTo>
                    <a:pt x="2839512" y="98893"/>
                  </a:lnTo>
                  <a:lnTo>
                    <a:pt x="2878950" y="84765"/>
                  </a:lnTo>
                  <a:lnTo>
                    <a:pt x="2918387" y="70637"/>
                  </a:lnTo>
                  <a:lnTo>
                    <a:pt x="2957825" y="56510"/>
                  </a:lnTo>
                  <a:lnTo>
                    <a:pt x="2997263" y="42382"/>
                  </a:lnTo>
                  <a:lnTo>
                    <a:pt x="3036700" y="28255"/>
                  </a:lnTo>
                  <a:lnTo>
                    <a:pt x="3076138" y="14127"/>
                  </a:lnTo>
                  <a:lnTo>
                    <a:pt x="3115576" y="0"/>
                  </a:lnTo>
                </a:path>
              </a:pathLst>
            </a:custGeom>
            <a:ln w="27101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8" name="pl1528"/>
            <p:cNvSpPr/>
            <p:nvPr/>
          </p:nvSpPr>
          <p:spPr>
            <a:xfrm>
              <a:off x="11216408" y="4446463"/>
              <a:ext cx="703517" cy="857053"/>
            </a:xfrm>
            <a:custGeom>
              <a:avLst/>
              <a:gdLst/>
              <a:ahLst/>
              <a:cxnLst/>
              <a:rect l="0" t="0" r="0" b="0"/>
              <a:pathLst>
                <a:path w="703517" h="857053">
                  <a:moveTo>
                    <a:pt x="0" y="857053"/>
                  </a:moveTo>
                  <a:lnTo>
                    <a:pt x="8905" y="846204"/>
                  </a:lnTo>
                  <a:lnTo>
                    <a:pt x="17810" y="835355"/>
                  </a:lnTo>
                  <a:lnTo>
                    <a:pt x="26715" y="824507"/>
                  </a:lnTo>
                  <a:lnTo>
                    <a:pt x="35621" y="813658"/>
                  </a:lnTo>
                  <a:lnTo>
                    <a:pt x="44526" y="802809"/>
                  </a:lnTo>
                  <a:lnTo>
                    <a:pt x="53431" y="791960"/>
                  </a:lnTo>
                  <a:lnTo>
                    <a:pt x="62336" y="781112"/>
                  </a:lnTo>
                  <a:lnTo>
                    <a:pt x="71242" y="770263"/>
                  </a:lnTo>
                  <a:lnTo>
                    <a:pt x="80147" y="759414"/>
                  </a:lnTo>
                  <a:lnTo>
                    <a:pt x="89052" y="748565"/>
                  </a:lnTo>
                  <a:lnTo>
                    <a:pt x="97958" y="737716"/>
                  </a:lnTo>
                  <a:lnTo>
                    <a:pt x="106863" y="726868"/>
                  </a:lnTo>
                  <a:lnTo>
                    <a:pt x="115768" y="716019"/>
                  </a:lnTo>
                  <a:lnTo>
                    <a:pt x="124673" y="705170"/>
                  </a:lnTo>
                  <a:lnTo>
                    <a:pt x="133579" y="694321"/>
                  </a:lnTo>
                  <a:lnTo>
                    <a:pt x="142484" y="683473"/>
                  </a:lnTo>
                  <a:lnTo>
                    <a:pt x="151389" y="672624"/>
                  </a:lnTo>
                  <a:lnTo>
                    <a:pt x="160295" y="661775"/>
                  </a:lnTo>
                  <a:lnTo>
                    <a:pt x="169200" y="650926"/>
                  </a:lnTo>
                  <a:lnTo>
                    <a:pt x="178105" y="640077"/>
                  </a:lnTo>
                  <a:lnTo>
                    <a:pt x="187010" y="629229"/>
                  </a:lnTo>
                  <a:lnTo>
                    <a:pt x="195916" y="618380"/>
                  </a:lnTo>
                  <a:lnTo>
                    <a:pt x="204821" y="607531"/>
                  </a:lnTo>
                  <a:lnTo>
                    <a:pt x="213726" y="596682"/>
                  </a:lnTo>
                  <a:lnTo>
                    <a:pt x="222632" y="585834"/>
                  </a:lnTo>
                  <a:lnTo>
                    <a:pt x="231537" y="574985"/>
                  </a:lnTo>
                  <a:lnTo>
                    <a:pt x="240442" y="564136"/>
                  </a:lnTo>
                  <a:lnTo>
                    <a:pt x="249347" y="553287"/>
                  </a:lnTo>
                  <a:lnTo>
                    <a:pt x="258253" y="542438"/>
                  </a:lnTo>
                  <a:lnTo>
                    <a:pt x="267158" y="531590"/>
                  </a:lnTo>
                  <a:lnTo>
                    <a:pt x="276063" y="520741"/>
                  </a:lnTo>
                  <a:lnTo>
                    <a:pt x="284968" y="509892"/>
                  </a:lnTo>
                  <a:lnTo>
                    <a:pt x="293874" y="499043"/>
                  </a:lnTo>
                  <a:lnTo>
                    <a:pt x="302779" y="488195"/>
                  </a:lnTo>
                  <a:lnTo>
                    <a:pt x="311684" y="477346"/>
                  </a:lnTo>
                  <a:lnTo>
                    <a:pt x="320590" y="466497"/>
                  </a:lnTo>
                  <a:lnTo>
                    <a:pt x="329495" y="455648"/>
                  </a:lnTo>
                  <a:lnTo>
                    <a:pt x="338400" y="444799"/>
                  </a:lnTo>
                  <a:lnTo>
                    <a:pt x="347305" y="433951"/>
                  </a:lnTo>
                  <a:lnTo>
                    <a:pt x="356211" y="423102"/>
                  </a:lnTo>
                  <a:lnTo>
                    <a:pt x="365116" y="412253"/>
                  </a:lnTo>
                  <a:lnTo>
                    <a:pt x="374021" y="401404"/>
                  </a:lnTo>
                  <a:lnTo>
                    <a:pt x="382927" y="390556"/>
                  </a:lnTo>
                  <a:lnTo>
                    <a:pt x="391832" y="379707"/>
                  </a:lnTo>
                  <a:lnTo>
                    <a:pt x="400737" y="368858"/>
                  </a:lnTo>
                  <a:lnTo>
                    <a:pt x="409642" y="358009"/>
                  </a:lnTo>
                  <a:lnTo>
                    <a:pt x="418548" y="347160"/>
                  </a:lnTo>
                  <a:lnTo>
                    <a:pt x="427453" y="336312"/>
                  </a:lnTo>
                  <a:lnTo>
                    <a:pt x="436358" y="325463"/>
                  </a:lnTo>
                  <a:lnTo>
                    <a:pt x="445264" y="314614"/>
                  </a:lnTo>
                  <a:lnTo>
                    <a:pt x="454169" y="303765"/>
                  </a:lnTo>
                  <a:lnTo>
                    <a:pt x="463074" y="292917"/>
                  </a:lnTo>
                  <a:lnTo>
                    <a:pt x="471979" y="282068"/>
                  </a:lnTo>
                  <a:lnTo>
                    <a:pt x="480885" y="271219"/>
                  </a:lnTo>
                  <a:lnTo>
                    <a:pt x="489790" y="260370"/>
                  </a:lnTo>
                  <a:lnTo>
                    <a:pt x="498695" y="249521"/>
                  </a:lnTo>
                  <a:lnTo>
                    <a:pt x="507601" y="238673"/>
                  </a:lnTo>
                  <a:lnTo>
                    <a:pt x="516506" y="227824"/>
                  </a:lnTo>
                  <a:lnTo>
                    <a:pt x="525411" y="216975"/>
                  </a:lnTo>
                  <a:lnTo>
                    <a:pt x="534316" y="206126"/>
                  </a:lnTo>
                  <a:lnTo>
                    <a:pt x="543222" y="195278"/>
                  </a:lnTo>
                  <a:lnTo>
                    <a:pt x="552127" y="184429"/>
                  </a:lnTo>
                  <a:lnTo>
                    <a:pt x="561032" y="173580"/>
                  </a:lnTo>
                  <a:lnTo>
                    <a:pt x="569937" y="162731"/>
                  </a:lnTo>
                  <a:lnTo>
                    <a:pt x="578843" y="151882"/>
                  </a:lnTo>
                  <a:lnTo>
                    <a:pt x="587748" y="141034"/>
                  </a:lnTo>
                  <a:lnTo>
                    <a:pt x="596653" y="130185"/>
                  </a:lnTo>
                  <a:lnTo>
                    <a:pt x="605559" y="119336"/>
                  </a:lnTo>
                  <a:lnTo>
                    <a:pt x="614464" y="108487"/>
                  </a:lnTo>
                  <a:lnTo>
                    <a:pt x="623369" y="97639"/>
                  </a:lnTo>
                  <a:lnTo>
                    <a:pt x="632274" y="86790"/>
                  </a:lnTo>
                  <a:lnTo>
                    <a:pt x="641180" y="75941"/>
                  </a:lnTo>
                  <a:lnTo>
                    <a:pt x="650085" y="65092"/>
                  </a:lnTo>
                  <a:lnTo>
                    <a:pt x="658990" y="54243"/>
                  </a:lnTo>
                  <a:lnTo>
                    <a:pt x="667896" y="43395"/>
                  </a:lnTo>
                  <a:lnTo>
                    <a:pt x="676801" y="32546"/>
                  </a:lnTo>
                  <a:lnTo>
                    <a:pt x="685706" y="21697"/>
                  </a:lnTo>
                  <a:lnTo>
                    <a:pt x="694611" y="10848"/>
                  </a:lnTo>
                  <a:lnTo>
                    <a:pt x="703517" y="0"/>
                  </a:lnTo>
                </a:path>
              </a:pathLst>
            </a:custGeom>
            <a:ln w="27101" cap="flat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9" name="tx1529"/>
            <p:cNvSpPr/>
            <p:nvPr/>
          </p:nvSpPr>
          <p:spPr>
            <a:xfrm>
              <a:off x="1935853" y="3513819"/>
              <a:ext cx="1111011" cy="1413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UNIFAI, fSARA</a:t>
              </a:r>
            </a:p>
          </p:txBody>
        </p:sp>
        <p:sp>
          <p:nvSpPr>
            <p:cNvPr id="1530" name="tx1530"/>
            <p:cNvSpPr/>
            <p:nvPr/>
          </p:nvSpPr>
          <p:spPr>
            <a:xfrm>
              <a:off x="5818447" y="3513819"/>
              <a:ext cx="1065847" cy="1413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UNIFAI, SARA</a:t>
              </a:r>
            </a:p>
          </p:txBody>
        </p:sp>
        <p:sp>
          <p:nvSpPr>
            <p:cNvPr id="1531" name="tx1531"/>
            <p:cNvSpPr/>
            <p:nvPr/>
          </p:nvSpPr>
          <p:spPr>
            <a:xfrm>
              <a:off x="9732673" y="3513819"/>
              <a:ext cx="957421" cy="1413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UNIFAI, USS</a:t>
              </a:r>
            </a:p>
          </p:txBody>
        </p:sp>
        <p:sp>
          <p:nvSpPr>
            <p:cNvPr id="1532" name="tx1532"/>
            <p:cNvSpPr/>
            <p:nvPr/>
          </p:nvSpPr>
          <p:spPr>
            <a:xfrm>
              <a:off x="1859057" y="470819"/>
              <a:ext cx="1264602" cy="1413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CRCSCA, fSARA</a:t>
              </a:r>
            </a:p>
          </p:txBody>
        </p:sp>
        <p:sp>
          <p:nvSpPr>
            <p:cNvPr id="1533" name="tx1533"/>
            <p:cNvSpPr/>
            <p:nvPr/>
          </p:nvSpPr>
          <p:spPr>
            <a:xfrm>
              <a:off x="5741652" y="470819"/>
              <a:ext cx="1219438" cy="1413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CRCSCA, SARA</a:t>
              </a:r>
            </a:p>
          </p:txBody>
        </p:sp>
        <p:sp>
          <p:nvSpPr>
            <p:cNvPr id="1534" name="tx1534"/>
            <p:cNvSpPr/>
            <p:nvPr/>
          </p:nvSpPr>
          <p:spPr>
            <a:xfrm>
              <a:off x="9655877" y="470819"/>
              <a:ext cx="1111011" cy="1413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CRCSCA, USS</a:t>
              </a:r>
            </a:p>
          </p:txBody>
        </p:sp>
        <p:sp>
          <p:nvSpPr>
            <p:cNvPr id="1535" name="tx1535"/>
            <p:cNvSpPr/>
            <p:nvPr/>
          </p:nvSpPr>
          <p:spPr>
            <a:xfrm>
              <a:off x="737613" y="6229485"/>
              <a:ext cx="90408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536" name="tx1536"/>
            <p:cNvSpPr/>
            <p:nvPr/>
          </p:nvSpPr>
          <p:spPr>
            <a:xfrm>
              <a:off x="1876641" y="6231549"/>
              <a:ext cx="90408" cy="11676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537" name="tx1537"/>
            <p:cNvSpPr/>
            <p:nvPr/>
          </p:nvSpPr>
          <p:spPr>
            <a:xfrm>
              <a:off x="2970464" y="6229485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538" name="tx1538"/>
            <p:cNvSpPr/>
            <p:nvPr/>
          </p:nvSpPr>
          <p:spPr>
            <a:xfrm>
              <a:off x="4109492" y="6229485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1539" name="tx1539"/>
            <p:cNvSpPr/>
            <p:nvPr/>
          </p:nvSpPr>
          <p:spPr>
            <a:xfrm>
              <a:off x="4552064" y="6229485"/>
              <a:ext cx="90408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540" name="tx1540"/>
            <p:cNvSpPr/>
            <p:nvPr/>
          </p:nvSpPr>
          <p:spPr>
            <a:xfrm>
              <a:off x="5418082" y="6229485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541" name="tx1541"/>
            <p:cNvSpPr/>
            <p:nvPr/>
          </p:nvSpPr>
          <p:spPr>
            <a:xfrm>
              <a:off x="6329304" y="6229485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542" name="tx1542"/>
            <p:cNvSpPr/>
            <p:nvPr/>
          </p:nvSpPr>
          <p:spPr>
            <a:xfrm>
              <a:off x="7240527" y="6229405"/>
              <a:ext cx="180816" cy="11890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1543" name="tx1543"/>
            <p:cNvSpPr/>
            <p:nvPr/>
          </p:nvSpPr>
          <p:spPr>
            <a:xfrm>
              <a:off x="9216453" y="6229485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544" name="tx1544"/>
            <p:cNvSpPr/>
            <p:nvPr/>
          </p:nvSpPr>
          <p:spPr>
            <a:xfrm>
              <a:off x="10221477" y="6229485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545" name="tx1545"/>
            <p:cNvSpPr/>
            <p:nvPr/>
          </p:nvSpPr>
          <p:spPr>
            <a:xfrm>
              <a:off x="11226502" y="6229405"/>
              <a:ext cx="180816" cy="11890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1546" name="tx1546"/>
            <p:cNvSpPr/>
            <p:nvPr/>
          </p:nvSpPr>
          <p:spPr>
            <a:xfrm>
              <a:off x="737613" y="3186485"/>
              <a:ext cx="90408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547" name="tx1547"/>
            <p:cNvSpPr/>
            <p:nvPr/>
          </p:nvSpPr>
          <p:spPr>
            <a:xfrm>
              <a:off x="1805451" y="3188548"/>
              <a:ext cx="90408" cy="11676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548" name="tx1548"/>
            <p:cNvSpPr/>
            <p:nvPr/>
          </p:nvSpPr>
          <p:spPr>
            <a:xfrm>
              <a:off x="2828086" y="3186485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549" name="tx1549"/>
            <p:cNvSpPr/>
            <p:nvPr/>
          </p:nvSpPr>
          <p:spPr>
            <a:xfrm>
              <a:off x="3895925" y="3186485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1550" name="tx1550"/>
            <p:cNvSpPr/>
            <p:nvPr/>
          </p:nvSpPr>
          <p:spPr>
            <a:xfrm>
              <a:off x="4597625" y="3186485"/>
              <a:ext cx="90408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551" name="tx1551"/>
            <p:cNvSpPr/>
            <p:nvPr/>
          </p:nvSpPr>
          <p:spPr>
            <a:xfrm>
              <a:off x="5406692" y="3186485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552" name="tx1552"/>
            <p:cNvSpPr/>
            <p:nvPr/>
          </p:nvSpPr>
          <p:spPr>
            <a:xfrm>
              <a:off x="6260963" y="3186485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553" name="tx1553"/>
            <p:cNvSpPr/>
            <p:nvPr/>
          </p:nvSpPr>
          <p:spPr>
            <a:xfrm>
              <a:off x="7115234" y="3186405"/>
              <a:ext cx="180816" cy="11890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1554" name="tx1554"/>
            <p:cNvSpPr/>
            <p:nvPr/>
          </p:nvSpPr>
          <p:spPr>
            <a:xfrm>
              <a:off x="7969505" y="3186485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1555" name="tx1555"/>
            <p:cNvSpPr/>
            <p:nvPr/>
          </p:nvSpPr>
          <p:spPr>
            <a:xfrm>
              <a:off x="8457637" y="3186485"/>
              <a:ext cx="90408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556" name="tx1556"/>
            <p:cNvSpPr/>
            <p:nvPr/>
          </p:nvSpPr>
          <p:spPr>
            <a:xfrm>
              <a:off x="9361623" y="3186485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557" name="tx1557"/>
            <p:cNvSpPr/>
            <p:nvPr/>
          </p:nvSpPr>
          <p:spPr>
            <a:xfrm>
              <a:off x="10310813" y="3186485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558" name="tx1558"/>
            <p:cNvSpPr/>
            <p:nvPr/>
          </p:nvSpPr>
          <p:spPr>
            <a:xfrm>
              <a:off x="11260003" y="3186405"/>
              <a:ext cx="180816" cy="11890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1559" name="tx1559"/>
            <p:cNvSpPr/>
            <p:nvPr/>
          </p:nvSpPr>
          <p:spPr>
            <a:xfrm>
              <a:off x="430456" y="2928678"/>
              <a:ext cx="90408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560" name="tx1560"/>
            <p:cNvSpPr/>
            <p:nvPr/>
          </p:nvSpPr>
          <p:spPr>
            <a:xfrm>
              <a:off x="340048" y="2325754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561" name="tx1561"/>
            <p:cNvSpPr/>
            <p:nvPr/>
          </p:nvSpPr>
          <p:spPr>
            <a:xfrm>
              <a:off x="340048" y="1722830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562" name="tx1562"/>
            <p:cNvSpPr/>
            <p:nvPr/>
          </p:nvSpPr>
          <p:spPr>
            <a:xfrm>
              <a:off x="340048" y="1119826"/>
              <a:ext cx="180816" cy="11890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1563" name="tx1563"/>
            <p:cNvSpPr/>
            <p:nvPr/>
          </p:nvSpPr>
          <p:spPr>
            <a:xfrm>
              <a:off x="430456" y="5971678"/>
              <a:ext cx="90408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564" name="tx1564"/>
            <p:cNvSpPr/>
            <p:nvPr/>
          </p:nvSpPr>
          <p:spPr>
            <a:xfrm>
              <a:off x="340048" y="5368754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565" name="tx1565"/>
            <p:cNvSpPr/>
            <p:nvPr/>
          </p:nvSpPr>
          <p:spPr>
            <a:xfrm>
              <a:off x="340048" y="4765830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566" name="tx1566"/>
            <p:cNvSpPr/>
            <p:nvPr/>
          </p:nvSpPr>
          <p:spPr>
            <a:xfrm>
              <a:off x="340048" y="4162826"/>
              <a:ext cx="180816" cy="11890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1567" name="tx1567"/>
            <p:cNvSpPr/>
            <p:nvPr/>
          </p:nvSpPr>
          <p:spPr>
            <a:xfrm>
              <a:off x="6164988" y="6430749"/>
              <a:ext cx="372764" cy="1478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aval</a:t>
              </a:r>
            </a:p>
          </p:txBody>
        </p:sp>
        <p:sp>
          <p:nvSpPr>
            <p:cNvPr id="1568" name="tx1568"/>
            <p:cNvSpPr/>
            <p:nvPr/>
          </p:nvSpPr>
          <p:spPr>
            <a:xfrm rot="-5400000">
              <a:off x="-853809" y="3330208"/>
              <a:ext cx="2010271" cy="1906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6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Activities of Daily Living (ADL)</a:t>
              </a:r>
              <a:endParaRPr sz="16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</p:grpSp>
      <p:sp>
        <p:nvSpPr>
          <p:cNvPr id="1569" name="Title 1"/>
          <p:cNvSpPr>
            <a:spLocks noGrp="1"/>
          </p:cNvSpPr>
          <p:nvPr>
            <p:ph type="title"/>
          </p:nvPr>
        </p:nvSpPr>
        <p:spPr>
          <a:xfrm>
            <a:off x="1275371" y="6560763"/>
            <a:ext cx="790097" cy="120634"/>
          </a:xfrm>
        </p:spPr>
        <p:txBody>
          <a:bodyPr/>
          <a:lstStyle/>
          <a:p>
            <a:r>
              <a:t>ADL vs USS, SARA, f-SARA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Cambria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75395BB3-1528-4302-A15C-E6A06E822975}" vid="{DF592CA2-00DC-4ACA-BF02-8EB1A2F15D8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19171</TotalTime>
  <Words>411</Words>
  <Application>Microsoft Office PowerPoint</Application>
  <PresentationFormat>Widescreen</PresentationFormat>
  <Paragraphs>312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Calibri</vt:lpstr>
      <vt:lpstr>Arial</vt:lpstr>
      <vt:lpstr>Symbol</vt:lpstr>
      <vt:lpstr>Tenorite</vt:lpstr>
      <vt:lpstr>CR</vt:lpstr>
      <vt:lpstr>ADL vs USS, SARA, f-SARA</vt:lpstr>
      <vt:lpstr>ADL vs USS, SARA, f-SARA</vt:lpstr>
      <vt:lpstr>ADL vs USS, SARA, f-SARA</vt:lpstr>
      <vt:lpstr>ADL vs USS, SARA, f-SARA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Christian Rummey</dc:creator>
  <cp:lastModifiedBy>Christian Rummey</cp:lastModifiedBy>
  <cp:revision>64</cp:revision>
  <dcterms:created xsi:type="dcterms:W3CDTF">2020-08-21T08:26:15Z</dcterms:created>
  <dcterms:modified xsi:type="dcterms:W3CDTF">2025-08-20T16:30:39Z</dcterms:modified>
</cp:coreProperties>
</file>
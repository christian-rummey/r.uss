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56" r:id="rId3"/>
    <p:sldId id="257" r:id="rId4"/>
  </p:sldIdLst>
  <p:sldSz cx="12192000" cy="6858000"/>
  <p:notesSz cx="6858000" cy="9144000"/>
  <p:embeddedFontLst>
    <p:embeddedFont>
      <p:font typeface="Tenorite" panose="00000500000000000000" pitchFamily="2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6A6CF-7166-42FE-97FA-44ECA3170894}" v="1" dt="2025-09-14T09:16:33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14" d="100"/>
          <a:sy n="114" d="100"/>
        </p:scale>
        <p:origin x="632" y="296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modSld">
      <pc:chgData name="Christian Rummey" userId="1616f22b-5705-4d11-a330-2855031cc605" providerId="ADAL" clId="{8AFA1528-CF22-4F7C-B96F-03281A2A1DDB}" dt="2025-09-14T09:18:06.469" v="46" actId="20577"/>
      <pc:docMkLst>
        <pc:docMk/>
      </pc:docMkLst>
      <pc:sldChg chg="add">
        <pc:chgData name="Christian Rummey" userId="1616f22b-5705-4d11-a330-2855031cc605" providerId="ADAL" clId="{8AFA1528-CF22-4F7C-B96F-03281A2A1DDB}" dt="2025-09-14T09:16:33.052" v="0"/>
        <pc:sldMkLst>
          <pc:docMk/>
          <pc:sldMk cId="0" sldId="257"/>
        </pc:sldMkLst>
      </pc:sldChg>
      <pc:sldChg chg="modSp new mod">
        <pc:chgData name="Christian Rummey" userId="1616f22b-5705-4d11-a330-2855031cc605" providerId="ADAL" clId="{8AFA1528-CF22-4F7C-B96F-03281A2A1DDB}" dt="2025-09-14T09:18:06.469" v="46" actId="20577"/>
        <pc:sldMkLst>
          <pc:docMk/>
          <pc:sldMk cId="1883099945" sldId="258"/>
        </pc:sldMkLst>
        <pc:spChg chg="mod">
          <ac:chgData name="Christian Rummey" userId="1616f22b-5705-4d11-a330-2855031cc605" providerId="ADAL" clId="{8AFA1528-CF22-4F7C-B96F-03281A2A1DDB}" dt="2025-09-14T09:18:06.469" v="46" actId="20577"/>
          <ac:spMkLst>
            <pc:docMk/>
            <pc:sldMk cId="1883099945" sldId="258"/>
            <ac:spMk id="2" creationId="{90D8D6EA-D86D-83DC-8A3B-E6B032F4E8B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11-16-14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11-13-14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D6EA-D86D-83DC-8A3B-E6B032F4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Supplement Fig Scale by Phenotype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69AE1-D96C-72FB-A504-1DD455B04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9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58139" y="275658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58139" y="219458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658139" y="163257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58139" y="107056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179810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970220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2760631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58139" y="303759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58139" y="24755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58139" y="19135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58139" y="1351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658139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78460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57501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365426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3155836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784605" y="789564"/>
              <a:ext cx="869451" cy="2054837"/>
            </a:xfrm>
            <a:custGeom>
              <a:avLst/>
              <a:gdLst/>
              <a:ahLst/>
              <a:cxnLst/>
              <a:rect l="0" t="0" r="0" b="0"/>
              <a:pathLst>
                <a:path w="869451" h="2054837">
                  <a:moveTo>
                    <a:pt x="0" y="2054837"/>
                  </a:moveTo>
                  <a:lnTo>
                    <a:pt x="79041" y="1598206"/>
                  </a:lnTo>
                  <a:lnTo>
                    <a:pt x="158082" y="1053762"/>
                  </a:lnTo>
                  <a:lnTo>
                    <a:pt x="237123" y="632257"/>
                  </a:lnTo>
                  <a:lnTo>
                    <a:pt x="316164" y="403942"/>
                  </a:lnTo>
                  <a:lnTo>
                    <a:pt x="395205" y="316128"/>
                  </a:lnTo>
                  <a:lnTo>
                    <a:pt x="474246" y="263440"/>
                  </a:lnTo>
                  <a:lnTo>
                    <a:pt x="553287" y="175627"/>
                  </a:lnTo>
                  <a:lnTo>
                    <a:pt x="632328" y="105376"/>
                  </a:lnTo>
                  <a:lnTo>
                    <a:pt x="711369" y="52688"/>
                  </a:lnTo>
                  <a:lnTo>
                    <a:pt x="790410" y="17562"/>
                  </a:lnTo>
                  <a:lnTo>
                    <a:pt x="869451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824125" y="789564"/>
              <a:ext cx="1896984" cy="2230464"/>
            </a:xfrm>
            <a:custGeom>
              <a:avLst/>
              <a:gdLst/>
              <a:ahLst/>
              <a:cxnLst/>
              <a:rect l="0" t="0" r="0" b="0"/>
              <a:pathLst>
                <a:path w="1896984" h="2230464">
                  <a:moveTo>
                    <a:pt x="0" y="2230464"/>
                  </a:moveTo>
                  <a:lnTo>
                    <a:pt x="79041" y="2195338"/>
                  </a:lnTo>
                  <a:lnTo>
                    <a:pt x="158082" y="2177776"/>
                  </a:lnTo>
                  <a:lnTo>
                    <a:pt x="276643" y="2125088"/>
                  </a:lnTo>
                  <a:lnTo>
                    <a:pt x="316164" y="2107525"/>
                  </a:lnTo>
                  <a:lnTo>
                    <a:pt x="355684" y="2089962"/>
                  </a:lnTo>
                  <a:lnTo>
                    <a:pt x="395205" y="2037274"/>
                  </a:lnTo>
                  <a:lnTo>
                    <a:pt x="434725" y="1984586"/>
                  </a:lnTo>
                  <a:lnTo>
                    <a:pt x="474246" y="1931898"/>
                  </a:lnTo>
                  <a:lnTo>
                    <a:pt x="513766" y="1756271"/>
                  </a:lnTo>
                  <a:lnTo>
                    <a:pt x="553287" y="1668457"/>
                  </a:lnTo>
                  <a:lnTo>
                    <a:pt x="592807" y="1545518"/>
                  </a:lnTo>
                  <a:lnTo>
                    <a:pt x="632328" y="1440142"/>
                  </a:lnTo>
                  <a:lnTo>
                    <a:pt x="671848" y="1369891"/>
                  </a:lnTo>
                  <a:lnTo>
                    <a:pt x="711369" y="1246952"/>
                  </a:lnTo>
                  <a:lnTo>
                    <a:pt x="750889" y="1194264"/>
                  </a:lnTo>
                  <a:lnTo>
                    <a:pt x="790410" y="1053762"/>
                  </a:lnTo>
                  <a:lnTo>
                    <a:pt x="829930" y="983511"/>
                  </a:lnTo>
                  <a:lnTo>
                    <a:pt x="869451" y="930823"/>
                  </a:lnTo>
                  <a:lnTo>
                    <a:pt x="908971" y="790322"/>
                  </a:lnTo>
                  <a:lnTo>
                    <a:pt x="948492" y="720071"/>
                  </a:lnTo>
                  <a:lnTo>
                    <a:pt x="988013" y="649820"/>
                  </a:lnTo>
                  <a:lnTo>
                    <a:pt x="1027533" y="632257"/>
                  </a:lnTo>
                  <a:lnTo>
                    <a:pt x="1067054" y="614694"/>
                  </a:lnTo>
                  <a:lnTo>
                    <a:pt x="1106574" y="562006"/>
                  </a:lnTo>
                  <a:lnTo>
                    <a:pt x="1146095" y="474193"/>
                  </a:lnTo>
                  <a:lnTo>
                    <a:pt x="1185615" y="421505"/>
                  </a:lnTo>
                  <a:lnTo>
                    <a:pt x="1225136" y="351254"/>
                  </a:lnTo>
                  <a:lnTo>
                    <a:pt x="1264656" y="333691"/>
                  </a:lnTo>
                  <a:lnTo>
                    <a:pt x="1304177" y="298566"/>
                  </a:lnTo>
                  <a:lnTo>
                    <a:pt x="1343697" y="228315"/>
                  </a:lnTo>
                  <a:lnTo>
                    <a:pt x="1422738" y="175627"/>
                  </a:lnTo>
                  <a:lnTo>
                    <a:pt x="1541300" y="158064"/>
                  </a:lnTo>
                  <a:lnTo>
                    <a:pt x="1580820" y="122938"/>
                  </a:lnTo>
                  <a:lnTo>
                    <a:pt x="1659861" y="105376"/>
                  </a:lnTo>
                  <a:lnTo>
                    <a:pt x="1699382" y="70250"/>
                  </a:lnTo>
                  <a:lnTo>
                    <a:pt x="1778423" y="35125"/>
                  </a:lnTo>
                  <a:lnTo>
                    <a:pt x="1857464" y="17562"/>
                  </a:lnTo>
                  <a:lnTo>
                    <a:pt x="1896984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784605" y="789564"/>
              <a:ext cx="1738902" cy="2140121"/>
            </a:xfrm>
            <a:custGeom>
              <a:avLst/>
              <a:gdLst/>
              <a:ahLst/>
              <a:cxnLst/>
              <a:rect l="0" t="0" r="0" b="0"/>
              <a:pathLst>
                <a:path w="1738902" h="2140121">
                  <a:moveTo>
                    <a:pt x="0" y="2140121"/>
                  </a:moveTo>
                  <a:lnTo>
                    <a:pt x="79041" y="2068184"/>
                  </a:lnTo>
                  <a:lnTo>
                    <a:pt x="118561" y="2032216"/>
                  </a:lnTo>
                  <a:lnTo>
                    <a:pt x="158082" y="1924311"/>
                  </a:lnTo>
                  <a:lnTo>
                    <a:pt x="237123" y="1744468"/>
                  </a:lnTo>
                  <a:lnTo>
                    <a:pt x="276643" y="1726484"/>
                  </a:lnTo>
                  <a:lnTo>
                    <a:pt x="316164" y="1618579"/>
                  </a:lnTo>
                  <a:lnTo>
                    <a:pt x="395205" y="1546642"/>
                  </a:lnTo>
                  <a:lnTo>
                    <a:pt x="434725" y="1528658"/>
                  </a:lnTo>
                  <a:lnTo>
                    <a:pt x="474246" y="1456721"/>
                  </a:lnTo>
                  <a:lnTo>
                    <a:pt x="513766" y="1420753"/>
                  </a:lnTo>
                  <a:lnTo>
                    <a:pt x="553287" y="1312847"/>
                  </a:lnTo>
                  <a:lnTo>
                    <a:pt x="592807" y="1294863"/>
                  </a:lnTo>
                  <a:lnTo>
                    <a:pt x="632328" y="1115021"/>
                  </a:lnTo>
                  <a:lnTo>
                    <a:pt x="671848" y="1079052"/>
                  </a:lnTo>
                  <a:lnTo>
                    <a:pt x="711369" y="935179"/>
                  </a:lnTo>
                  <a:lnTo>
                    <a:pt x="750889" y="917195"/>
                  </a:lnTo>
                  <a:lnTo>
                    <a:pt x="790410" y="827273"/>
                  </a:lnTo>
                  <a:lnTo>
                    <a:pt x="829930" y="809289"/>
                  </a:lnTo>
                  <a:lnTo>
                    <a:pt x="869451" y="701384"/>
                  </a:lnTo>
                  <a:lnTo>
                    <a:pt x="908971" y="647431"/>
                  </a:lnTo>
                  <a:lnTo>
                    <a:pt x="948492" y="593479"/>
                  </a:lnTo>
                  <a:lnTo>
                    <a:pt x="988013" y="557510"/>
                  </a:lnTo>
                  <a:lnTo>
                    <a:pt x="1027533" y="431621"/>
                  </a:lnTo>
                  <a:lnTo>
                    <a:pt x="1067054" y="395652"/>
                  </a:lnTo>
                  <a:lnTo>
                    <a:pt x="1106574" y="377668"/>
                  </a:lnTo>
                  <a:lnTo>
                    <a:pt x="1146095" y="341700"/>
                  </a:lnTo>
                  <a:lnTo>
                    <a:pt x="1185615" y="269763"/>
                  </a:lnTo>
                  <a:lnTo>
                    <a:pt x="1225136" y="251779"/>
                  </a:lnTo>
                  <a:lnTo>
                    <a:pt x="1264656" y="197826"/>
                  </a:lnTo>
                  <a:lnTo>
                    <a:pt x="1304177" y="161857"/>
                  </a:lnTo>
                  <a:lnTo>
                    <a:pt x="1343697" y="125889"/>
                  </a:lnTo>
                  <a:lnTo>
                    <a:pt x="1422738" y="89921"/>
                  </a:lnTo>
                  <a:lnTo>
                    <a:pt x="1462259" y="53952"/>
                  </a:lnTo>
                  <a:lnTo>
                    <a:pt x="1541300" y="35968"/>
                  </a:lnTo>
                  <a:lnTo>
                    <a:pt x="1580820" y="17984"/>
                  </a:lnTo>
                  <a:lnTo>
                    <a:pt x="1738902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942687" y="789564"/>
              <a:ext cx="2371231" cy="2230464"/>
            </a:xfrm>
            <a:custGeom>
              <a:avLst/>
              <a:gdLst/>
              <a:ahLst/>
              <a:cxnLst/>
              <a:rect l="0" t="0" r="0" b="0"/>
              <a:pathLst>
                <a:path w="2371231" h="2230464">
                  <a:moveTo>
                    <a:pt x="0" y="2230464"/>
                  </a:moveTo>
                  <a:lnTo>
                    <a:pt x="79041" y="2212901"/>
                  </a:lnTo>
                  <a:lnTo>
                    <a:pt x="237123" y="2195338"/>
                  </a:lnTo>
                  <a:lnTo>
                    <a:pt x="289817" y="2177776"/>
                  </a:lnTo>
                  <a:lnTo>
                    <a:pt x="316164" y="2160213"/>
                  </a:lnTo>
                  <a:lnTo>
                    <a:pt x="474246" y="2142650"/>
                  </a:lnTo>
                  <a:lnTo>
                    <a:pt x="553287" y="2107525"/>
                  </a:lnTo>
                  <a:lnTo>
                    <a:pt x="711369" y="2072399"/>
                  </a:lnTo>
                  <a:lnTo>
                    <a:pt x="737716" y="2054837"/>
                  </a:lnTo>
                  <a:lnTo>
                    <a:pt x="764063" y="2037274"/>
                  </a:lnTo>
                  <a:lnTo>
                    <a:pt x="790410" y="1984586"/>
                  </a:lnTo>
                  <a:lnTo>
                    <a:pt x="816757" y="1967023"/>
                  </a:lnTo>
                  <a:lnTo>
                    <a:pt x="922145" y="1914335"/>
                  </a:lnTo>
                  <a:lnTo>
                    <a:pt x="948492" y="1861647"/>
                  </a:lnTo>
                  <a:lnTo>
                    <a:pt x="1001186" y="1844084"/>
                  </a:lnTo>
                  <a:lnTo>
                    <a:pt x="1027533" y="1791396"/>
                  </a:lnTo>
                  <a:lnTo>
                    <a:pt x="1080227" y="1756271"/>
                  </a:lnTo>
                  <a:lnTo>
                    <a:pt x="1106574" y="1686020"/>
                  </a:lnTo>
                  <a:lnTo>
                    <a:pt x="1132921" y="1668457"/>
                  </a:lnTo>
                  <a:lnTo>
                    <a:pt x="1159268" y="1650894"/>
                  </a:lnTo>
                  <a:lnTo>
                    <a:pt x="1185615" y="1492830"/>
                  </a:lnTo>
                  <a:lnTo>
                    <a:pt x="1238309" y="1457705"/>
                  </a:lnTo>
                  <a:lnTo>
                    <a:pt x="1264656" y="1422579"/>
                  </a:lnTo>
                  <a:lnTo>
                    <a:pt x="1291003" y="1387454"/>
                  </a:lnTo>
                  <a:lnTo>
                    <a:pt x="1317350" y="1369891"/>
                  </a:lnTo>
                  <a:lnTo>
                    <a:pt x="1343697" y="1141576"/>
                  </a:lnTo>
                  <a:lnTo>
                    <a:pt x="1370044" y="1106450"/>
                  </a:lnTo>
                  <a:lnTo>
                    <a:pt x="1396391" y="1053762"/>
                  </a:lnTo>
                  <a:lnTo>
                    <a:pt x="1422738" y="930823"/>
                  </a:lnTo>
                  <a:lnTo>
                    <a:pt x="1449085" y="895698"/>
                  </a:lnTo>
                  <a:lnTo>
                    <a:pt x="1475432" y="843010"/>
                  </a:lnTo>
                  <a:lnTo>
                    <a:pt x="1501779" y="737633"/>
                  </a:lnTo>
                  <a:lnTo>
                    <a:pt x="1528126" y="720071"/>
                  </a:lnTo>
                  <a:lnTo>
                    <a:pt x="1580820" y="684945"/>
                  </a:lnTo>
                  <a:lnTo>
                    <a:pt x="1659861" y="667383"/>
                  </a:lnTo>
                  <a:lnTo>
                    <a:pt x="1712555" y="649820"/>
                  </a:lnTo>
                  <a:lnTo>
                    <a:pt x="1738902" y="544444"/>
                  </a:lnTo>
                  <a:lnTo>
                    <a:pt x="1765249" y="509318"/>
                  </a:lnTo>
                  <a:lnTo>
                    <a:pt x="1817943" y="439067"/>
                  </a:lnTo>
                  <a:lnTo>
                    <a:pt x="1870637" y="403942"/>
                  </a:lnTo>
                  <a:lnTo>
                    <a:pt x="1896984" y="351254"/>
                  </a:lnTo>
                  <a:lnTo>
                    <a:pt x="1923332" y="298566"/>
                  </a:lnTo>
                  <a:lnTo>
                    <a:pt x="1976026" y="263440"/>
                  </a:lnTo>
                  <a:lnTo>
                    <a:pt x="2055067" y="193189"/>
                  </a:lnTo>
                  <a:lnTo>
                    <a:pt x="2107761" y="175627"/>
                  </a:lnTo>
                  <a:lnTo>
                    <a:pt x="2134108" y="158064"/>
                  </a:lnTo>
                  <a:lnTo>
                    <a:pt x="2186802" y="140501"/>
                  </a:lnTo>
                  <a:lnTo>
                    <a:pt x="2265843" y="122938"/>
                  </a:lnTo>
                  <a:lnTo>
                    <a:pt x="2292190" y="52688"/>
                  </a:lnTo>
                  <a:lnTo>
                    <a:pt x="2371231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658139" y="58202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658139" y="525826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658139" y="469626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658139" y="413425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1156563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1900478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2644394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338831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658139" y="61012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658139" y="553927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658139" y="497726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658139" y="441525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658139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784605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152852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227243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3016352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784605" y="3853251"/>
              <a:ext cx="818307" cy="1910822"/>
            </a:xfrm>
            <a:custGeom>
              <a:avLst/>
              <a:gdLst/>
              <a:ahLst/>
              <a:cxnLst/>
              <a:rect l="0" t="0" r="0" b="0"/>
              <a:pathLst>
                <a:path w="818307" h="1910822">
                  <a:moveTo>
                    <a:pt x="0" y="1910822"/>
                  </a:moveTo>
                  <a:lnTo>
                    <a:pt x="74391" y="1798421"/>
                  </a:lnTo>
                  <a:lnTo>
                    <a:pt x="148783" y="1461217"/>
                  </a:lnTo>
                  <a:lnTo>
                    <a:pt x="223174" y="899210"/>
                  </a:lnTo>
                  <a:lnTo>
                    <a:pt x="297566" y="786809"/>
                  </a:lnTo>
                  <a:lnTo>
                    <a:pt x="371957" y="674408"/>
                  </a:lnTo>
                  <a:lnTo>
                    <a:pt x="520740" y="449605"/>
                  </a:lnTo>
                  <a:lnTo>
                    <a:pt x="669524" y="224802"/>
                  </a:lnTo>
                  <a:lnTo>
                    <a:pt x="743915" y="112401"/>
                  </a:lnTo>
                  <a:lnTo>
                    <a:pt x="818307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858996" y="3853251"/>
              <a:ext cx="1673810" cy="2023224"/>
            </a:xfrm>
            <a:custGeom>
              <a:avLst/>
              <a:gdLst/>
              <a:ahLst/>
              <a:cxnLst/>
              <a:rect l="0" t="0" r="0" b="0"/>
              <a:pathLst>
                <a:path w="1673810" h="2023224">
                  <a:moveTo>
                    <a:pt x="0" y="2023224"/>
                  </a:moveTo>
                  <a:lnTo>
                    <a:pt x="260370" y="1910822"/>
                  </a:lnTo>
                  <a:lnTo>
                    <a:pt x="297566" y="1798421"/>
                  </a:lnTo>
                  <a:lnTo>
                    <a:pt x="371957" y="1686020"/>
                  </a:lnTo>
                  <a:lnTo>
                    <a:pt x="446349" y="1573618"/>
                  </a:lnTo>
                  <a:lnTo>
                    <a:pt x="483545" y="1461217"/>
                  </a:lnTo>
                  <a:lnTo>
                    <a:pt x="520740" y="1348816"/>
                  </a:lnTo>
                  <a:lnTo>
                    <a:pt x="557936" y="1236414"/>
                  </a:lnTo>
                  <a:lnTo>
                    <a:pt x="595132" y="1011612"/>
                  </a:lnTo>
                  <a:lnTo>
                    <a:pt x="706719" y="899210"/>
                  </a:lnTo>
                  <a:lnTo>
                    <a:pt x="818307" y="674408"/>
                  </a:lnTo>
                  <a:lnTo>
                    <a:pt x="1115873" y="562006"/>
                  </a:lnTo>
                  <a:lnTo>
                    <a:pt x="1227460" y="449605"/>
                  </a:lnTo>
                  <a:lnTo>
                    <a:pt x="1301852" y="337204"/>
                  </a:lnTo>
                  <a:lnTo>
                    <a:pt x="1376244" y="224802"/>
                  </a:lnTo>
                  <a:lnTo>
                    <a:pt x="1450635" y="112401"/>
                  </a:lnTo>
                  <a:lnTo>
                    <a:pt x="1673810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858996" y="3853251"/>
              <a:ext cx="1264656" cy="2023224"/>
            </a:xfrm>
            <a:custGeom>
              <a:avLst/>
              <a:gdLst/>
              <a:ahLst/>
              <a:cxnLst/>
              <a:rect l="0" t="0" r="0" b="0"/>
              <a:pathLst>
                <a:path w="1264656" h="2023224">
                  <a:moveTo>
                    <a:pt x="0" y="2023224"/>
                  </a:moveTo>
                  <a:lnTo>
                    <a:pt x="37195" y="1910822"/>
                  </a:lnTo>
                  <a:lnTo>
                    <a:pt x="74391" y="1686020"/>
                  </a:lnTo>
                  <a:lnTo>
                    <a:pt x="223174" y="1573618"/>
                  </a:lnTo>
                  <a:lnTo>
                    <a:pt x="297566" y="1461217"/>
                  </a:lnTo>
                  <a:lnTo>
                    <a:pt x="371957" y="1348816"/>
                  </a:lnTo>
                  <a:lnTo>
                    <a:pt x="520740" y="1124013"/>
                  </a:lnTo>
                  <a:lnTo>
                    <a:pt x="595132" y="1011612"/>
                  </a:lnTo>
                  <a:lnTo>
                    <a:pt x="669524" y="786809"/>
                  </a:lnTo>
                  <a:lnTo>
                    <a:pt x="743915" y="674408"/>
                  </a:lnTo>
                  <a:lnTo>
                    <a:pt x="892698" y="562006"/>
                  </a:lnTo>
                  <a:lnTo>
                    <a:pt x="1041481" y="337204"/>
                  </a:lnTo>
                  <a:lnTo>
                    <a:pt x="1115873" y="224802"/>
                  </a:lnTo>
                  <a:lnTo>
                    <a:pt x="1190265" y="112401"/>
                  </a:lnTo>
                  <a:lnTo>
                    <a:pt x="1264656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858996" y="3853251"/>
              <a:ext cx="2454921" cy="2135625"/>
            </a:xfrm>
            <a:custGeom>
              <a:avLst/>
              <a:gdLst/>
              <a:ahLst/>
              <a:cxnLst/>
              <a:rect l="0" t="0" r="0" b="0"/>
              <a:pathLst>
                <a:path w="2454921" h="2135625">
                  <a:moveTo>
                    <a:pt x="0" y="2135625"/>
                  </a:moveTo>
                  <a:lnTo>
                    <a:pt x="272769" y="2023224"/>
                  </a:lnTo>
                  <a:lnTo>
                    <a:pt x="421552" y="1910822"/>
                  </a:lnTo>
                  <a:lnTo>
                    <a:pt x="570335" y="1798421"/>
                  </a:lnTo>
                  <a:lnTo>
                    <a:pt x="644726" y="1686020"/>
                  </a:lnTo>
                  <a:lnTo>
                    <a:pt x="694321" y="1573618"/>
                  </a:lnTo>
                  <a:lnTo>
                    <a:pt x="743915" y="1461217"/>
                  </a:lnTo>
                  <a:lnTo>
                    <a:pt x="793510" y="1348816"/>
                  </a:lnTo>
                  <a:lnTo>
                    <a:pt x="818307" y="1236414"/>
                  </a:lnTo>
                  <a:lnTo>
                    <a:pt x="867901" y="1124013"/>
                  </a:lnTo>
                  <a:lnTo>
                    <a:pt x="1041481" y="899210"/>
                  </a:lnTo>
                  <a:lnTo>
                    <a:pt x="1413439" y="786809"/>
                  </a:lnTo>
                  <a:lnTo>
                    <a:pt x="1636614" y="674408"/>
                  </a:lnTo>
                  <a:lnTo>
                    <a:pt x="1785397" y="562006"/>
                  </a:lnTo>
                  <a:lnTo>
                    <a:pt x="2008572" y="449605"/>
                  </a:lnTo>
                  <a:lnTo>
                    <a:pt x="2157355" y="337204"/>
                  </a:lnTo>
                  <a:lnTo>
                    <a:pt x="2231747" y="112401"/>
                  </a:lnTo>
                  <a:lnTo>
                    <a:pt x="2454921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3541604" y="275658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3541604" y="219458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3541604" y="163257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3541604" y="107056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4104158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497633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5848512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3541604" y="303759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3541604" y="24755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3541604" y="19135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3541604" y="1351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541604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3668070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4540247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5412424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6284601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3668070" y="789564"/>
              <a:ext cx="784959" cy="2023224"/>
            </a:xfrm>
            <a:custGeom>
              <a:avLst/>
              <a:gdLst/>
              <a:ahLst/>
              <a:cxnLst/>
              <a:rect l="0" t="0" r="0" b="0"/>
              <a:pathLst>
                <a:path w="784959" h="2023224">
                  <a:moveTo>
                    <a:pt x="0" y="2023224"/>
                  </a:moveTo>
                  <a:lnTo>
                    <a:pt x="174435" y="1573618"/>
                  </a:lnTo>
                  <a:lnTo>
                    <a:pt x="261653" y="1348816"/>
                  </a:lnTo>
                  <a:lnTo>
                    <a:pt x="436088" y="899210"/>
                  </a:lnTo>
                  <a:lnTo>
                    <a:pt x="523306" y="449605"/>
                  </a:lnTo>
                  <a:lnTo>
                    <a:pt x="610523" y="224802"/>
                  </a:lnTo>
                  <a:lnTo>
                    <a:pt x="784959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3755288" y="789564"/>
              <a:ext cx="1569918" cy="2023224"/>
            </a:xfrm>
            <a:custGeom>
              <a:avLst/>
              <a:gdLst/>
              <a:ahLst/>
              <a:cxnLst/>
              <a:rect l="0" t="0" r="0" b="0"/>
              <a:pathLst>
                <a:path w="1569918" h="2023224">
                  <a:moveTo>
                    <a:pt x="0" y="2023224"/>
                  </a:moveTo>
                  <a:lnTo>
                    <a:pt x="566915" y="1798421"/>
                  </a:lnTo>
                  <a:lnTo>
                    <a:pt x="784959" y="1348816"/>
                  </a:lnTo>
                  <a:lnTo>
                    <a:pt x="1046612" y="1124013"/>
                  </a:lnTo>
                  <a:lnTo>
                    <a:pt x="1177438" y="899210"/>
                  </a:lnTo>
                  <a:lnTo>
                    <a:pt x="1221047" y="449605"/>
                  </a:lnTo>
                  <a:lnTo>
                    <a:pt x="1439092" y="224802"/>
                  </a:lnTo>
                  <a:lnTo>
                    <a:pt x="1569918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3929723" y="789564"/>
              <a:ext cx="784959" cy="2023224"/>
            </a:xfrm>
            <a:custGeom>
              <a:avLst/>
              <a:gdLst/>
              <a:ahLst/>
              <a:cxnLst/>
              <a:rect l="0" t="0" r="0" b="0"/>
              <a:pathLst>
                <a:path w="784959" h="2023224">
                  <a:moveTo>
                    <a:pt x="0" y="2023224"/>
                  </a:moveTo>
                  <a:lnTo>
                    <a:pt x="87217" y="1798421"/>
                  </a:lnTo>
                  <a:lnTo>
                    <a:pt x="261653" y="1573618"/>
                  </a:lnTo>
                  <a:lnTo>
                    <a:pt x="348870" y="1348816"/>
                  </a:lnTo>
                  <a:lnTo>
                    <a:pt x="436088" y="1124013"/>
                  </a:lnTo>
                  <a:lnTo>
                    <a:pt x="523306" y="449605"/>
                  </a:lnTo>
                  <a:lnTo>
                    <a:pt x="784959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3784360" y="789564"/>
              <a:ext cx="2413023" cy="2023224"/>
            </a:xfrm>
            <a:custGeom>
              <a:avLst/>
              <a:gdLst/>
              <a:ahLst/>
              <a:cxnLst/>
              <a:rect l="0" t="0" r="0" b="0"/>
              <a:pathLst>
                <a:path w="2413023" h="2023224">
                  <a:moveTo>
                    <a:pt x="0" y="2023224"/>
                  </a:moveTo>
                  <a:lnTo>
                    <a:pt x="1250120" y="1798421"/>
                  </a:lnTo>
                  <a:lnTo>
                    <a:pt x="1279192" y="1573618"/>
                  </a:lnTo>
                  <a:lnTo>
                    <a:pt x="1366410" y="1348816"/>
                  </a:lnTo>
                  <a:lnTo>
                    <a:pt x="1453628" y="1124013"/>
                  </a:lnTo>
                  <a:lnTo>
                    <a:pt x="2064152" y="899210"/>
                  </a:lnTo>
                  <a:lnTo>
                    <a:pt x="2122297" y="674408"/>
                  </a:lnTo>
                  <a:lnTo>
                    <a:pt x="2238587" y="449605"/>
                  </a:lnTo>
                  <a:lnTo>
                    <a:pt x="2325805" y="224802"/>
                  </a:lnTo>
                  <a:lnTo>
                    <a:pt x="241302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3541604" y="58202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3541604" y="525826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3541604" y="469626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3541604" y="413425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4063275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485368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564409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541604" y="61012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3541604" y="553927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3541604" y="497726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3541604" y="441525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3541604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366807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445848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5248891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6039301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3668070" y="3853251"/>
              <a:ext cx="948492" cy="1826521"/>
            </a:xfrm>
            <a:custGeom>
              <a:avLst/>
              <a:gdLst/>
              <a:ahLst/>
              <a:cxnLst/>
              <a:rect l="0" t="0" r="0" b="0"/>
              <a:pathLst>
                <a:path w="948492" h="1826521">
                  <a:moveTo>
                    <a:pt x="0" y="1826521"/>
                  </a:moveTo>
                  <a:lnTo>
                    <a:pt x="79041" y="1686020"/>
                  </a:lnTo>
                  <a:lnTo>
                    <a:pt x="158082" y="1475267"/>
                  </a:lnTo>
                  <a:lnTo>
                    <a:pt x="237123" y="1053762"/>
                  </a:lnTo>
                  <a:lnTo>
                    <a:pt x="316164" y="702508"/>
                  </a:lnTo>
                  <a:lnTo>
                    <a:pt x="395205" y="491755"/>
                  </a:lnTo>
                  <a:lnTo>
                    <a:pt x="474246" y="351254"/>
                  </a:lnTo>
                  <a:lnTo>
                    <a:pt x="553287" y="281003"/>
                  </a:lnTo>
                  <a:lnTo>
                    <a:pt x="632328" y="210752"/>
                  </a:lnTo>
                  <a:lnTo>
                    <a:pt x="869451" y="140501"/>
                  </a:lnTo>
                  <a:lnTo>
                    <a:pt x="948492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3786631" y="3853251"/>
              <a:ext cx="2015546" cy="2107525"/>
            </a:xfrm>
            <a:custGeom>
              <a:avLst/>
              <a:gdLst/>
              <a:ahLst/>
              <a:cxnLst/>
              <a:rect l="0" t="0" r="0" b="0"/>
              <a:pathLst>
                <a:path w="2015546" h="2107525">
                  <a:moveTo>
                    <a:pt x="0" y="2107525"/>
                  </a:moveTo>
                  <a:lnTo>
                    <a:pt x="79041" y="2037274"/>
                  </a:lnTo>
                  <a:lnTo>
                    <a:pt x="237123" y="1896772"/>
                  </a:lnTo>
                  <a:lnTo>
                    <a:pt x="276643" y="1826521"/>
                  </a:lnTo>
                  <a:lnTo>
                    <a:pt x="316164" y="1756271"/>
                  </a:lnTo>
                  <a:lnTo>
                    <a:pt x="355684" y="1686020"/>
                  </a:lnTo>
                  <a:lnTo>
                    <a:pt x="434725" y="1615769"/>
                  </a:lnTo>
                  <a:lnTo>
                    <a:pt x="513766" y="1475267"/>
                  </a:lnTo>
                  <a:lnTo>
                    <a:pt x="671848" y="1264515"/>
                  </a:lnTo>
                  <a:lnTo>
                    <a:pt x="750889" y="1124013"/>
                  </a:lnTo>
                  <a:lnTo>
                    <a:pt x="829930" y="1053762"/>
                  </a:lnTo>
                  <a:lnTo>
                    <a:pt x="869451" y="983511"/>
                  </a:lnTo>
                  <a:lnTo>
                    <a:pt x="908971" y="843010"/>
                  </a:lnTo>
                  <a:lnTo>
                    <a:pt x="1027533" y="772759"/>
                  </a:lnTo>
                  <a:lnTo>
                    <a:pt x="1067054" y="632257"/>
                  </a:lnTo>
                  <a:lnTo>
                    <a:pt x="1106574" y="491755"/>
                  </a:lnTo>
                  <a:lnTo>
                    <a:pt x="1146095" y="351254"/>
                  </a:lnTo>
                  <a:lnTo>
                    <a:pt x="1383218" y="281003"/>
                  </a:lnTo>
                  <a:lnTo>
                    <a:pt x="1422738" y="210752"/>
                  </a:lnTo>
                  <a:lnTo>
                    <a:pt x="1857464" y="140501"/>
                  </a:lnTo>
                  <a:lnTo>
                    <a:pt x="1976026" y="70250"/>
                  </a:lnTo>
                  <a:lnTo>
                    <a:pt x="2015546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3668070" y="3853251"/>
              <a:ext cx="1817943" cy="2030476"/>
            </a:xfrm>
            <a:custGeom>
              <a:avLst/>
              <a:gdLst/>
              <a:ahLst/>
              <a:cxnLst/>
              <a:rect l="0" t="0" r="0" b="0"/>
              <a:pathLst>
                <a:path w="1817943" h="2030476">
                  <a:moveTo>
                    <a:pt x="0" y="2030476"/>
                  </a:moveTo>
                  <a:lnTo>
                    <a:pt x="79041" y="1885442"/>
                  </a:lnTo>
                  <a:lnTo>
                    <a:pt x="158082" y="1740408"/>
                  </a:lnTo>
                  <a:lnTo>
                    <a:pt x="237123" y="1522857"/>
                  </a:lnTo>
                  <a:lnTo>
                    <a:pt x="395205" y="1450340"/>
                  </a:lnTo>
                  <a:lnTo>
                    <a:pt x="474246" y="1232789"/>
                  </a:lnTo>
                  <a:lnTo>
                    <a:pt x="553287" y="1087755"/>
                  </a:lnTo>
                  <a:lnTo>
                    <a:pt x="592807" y="1015238"/>
                  </a:lnTo>
                  <a:lnTo>
                    <a:pt x="671848" y="942721"/>
                  </a:lnTo>
                  <a:lnTo>
                    <a:pt x="711369" y="652653"/>
                  </a:lnTo>
                  <a:lnTo>
                    <a:pt x="790410" y="580136"/>
                  </a:lnTo>
                  <a:lnTo>
                    <a:pt x="829930" y="507619"/>
                  </a:lnTo>
                  <a:lnTo>
                    <a:pt x="948492" y="435102"/>
                  </a:lnTo>
                  <a:lnTo>
                    <a:pt x="1027533" y="362585"/>
                  </a:lnTo>
                  <a:lnTo>
                    <a:pt x="1106574" y="290068"/>
                  </a:lnTo>
                  <a:lnTo>
                    <a:pt x="1185615" y="217551"/>
                  </a:lnTo>
                  <a:lnTo>
                    <a:pt x="1422738" y="145034"/>
                  </a:lnTo>
                  <a:lnTo>
                    <a:pt x="1817943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3668070" y="3853251"/>
              <a:ext cx="2529313" cy="2177776"/>
            </a:xfrm>
            <a:custGeom>
              <a:avLst/>
              <a:gdLst/>
              <a:ahLst/>
              <a:cxnLst/>
              <a:rect l="0" t="0" r="0" b="0"/>
              <a:pathLst>
                <a:path w="2529313" h="2177776">
                  <a:moveTo>
                    <a:pt x="0" y="2177776"/>
                  </a:moveTo>
                  <a:lnTo>
                    <a:pt x="368858" y="2107525"/>
                  </a:lnTo>
                  <a:lnTo>
                    <a:pt x="395205" y="1967023"/>
                  </a:lnTo>
                  <a:lnTo>
                    <a:pt x="474246" y="1896772"/>
                  </a:lnTo>
                  <a:lnTo>
                    <a:pt x="658675" y="1826521"/>
                  </a:lnTo>
                  <a:lnTo>
                    <a:pt x="895798" y="1756271"/>
                  </a:lnTo>
                  <a:lnTo>
                    <a:pt x="948492" y="1686020"/>
                  </a:lnTo>
                  <a:lnTo>
                    <a:pt x="1027533" y="1615769"/>
                  </a:lnTo>
                  <a:lnTo>
                    <a:pt x="1053880" y="1545518"/>
                  </a:lnTo>
                  <a:lnTo>
                    <a:pt x="1106574" y="1405016"/>
                  </a:lnTo>
                  <a:lnTo>
                    <a:pt x="1159268" y="1334766"/>
                  </a:lnTo>
                  <a:lnTo>
                    <a:pt x="1185615" y="1194264"/>
                  </a:lnTo>
                  <a:lnTo>
                    <a:pt x="1317350" y="1124013"/>
                  </a:lnTo>
                  <a:lnTo>
                    <a:pt x="1422738" y="843010"/>
                  </a:lnTo>
                  <a:lnTo>
                    <a:pt x="1501779" y="772759"/>
                  </a:lnTo>
                  <a:lnTo>
                    <a:pt x="1580820" y="632257"/>
                  </a:lnTo>
                  <a:lnTo>
                    <a:pt x="1607167" y="562006"/>
                  </a:lnTo>
                  <a:lnTo>
                    <a:pt x="1659861" y="491755"/>
                  </a:lnTo>
                  <a:lnTo>
                    <a:pt x="1738902" y="421505"/>
                  </a:lnTo>
                  <a:lnTo>
                    <a:pt x="1870637" y="351254"/>
                  </a:lnTo>
                  <a:lnTo>
                    <a:pt x="2055067" y="281003"/>
                  </a:lnTo>
                  <a:lnTo>
                    <a:pt x="2213149" y="210752"/>
                  </a:lnTo>
                  <a:lnTo>
                    <a:pt x="2502966" y="140501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6425069" y="275658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6425069" y="219458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6425069" y="163257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6425069" y="107056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6973087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7816192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8659296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6425069" y="303759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6425069" y="24755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6425069" y="19135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6425069" y="1351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6425069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655153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7394639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8237744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9080848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6551535" y="789564"/>
              <a:ext cx="505862" cy="1395327"/>
            </a:xfrm>
            <a:custGeom>
              <a:avLst/>
              <a:gdLst/>
              <a:ahLst/>
              <a:cxnLst/>
              <a:rect l="0" t="0" r="0" b="0"/>
              <a:pathLst>
                <a:path w="505862" h="1395327">
                  <a:moveTo>
                    <a:pt x="0" y="1395327"/>
                  </a:moveTo>
                  <a:lnTo>
                    <a:pt x="84310" y="697663"/>
                  </a:lnTo>
                  <a:lnTo>
                    <a:pt x="168620" y="310072"/>
                  </a:lnTo>
                  <a:lnTo>
                    <a:pt x="252931" y="155036"/>
                  </a:lnTo>
                  <a:lnTo>
                    <a:pt x="337241" y="77518"/>
                  </a:lnTo>
                  <a:lnTo>
                    <a:pt x="505862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6551535" y="789564"/>
              <a:ext cx="1391122" cy="2015472"/>
            </a:xfrm>
            <a:custGeom>
              <a:avLst/>
              <a:gdLst/>
              <a:ahLst/>
              <a:cxnLst/>
              <a:rect l="0" t="0" r="0" b="0"/>
              <a:pathLst>
                <a:path w="1391122" h="2015472">
                  <a:moveTo>
                    <a:pt x="0" y="2015472"/>
                  </a:moveTo>
                  <a:lnTo>
                    <a:pt x="42155" y="1937954"/>
                  </a:lnTo>
                  <a:lnTo>
                    <a:pt x="84310" y="1860436"/>
                  </a:lnTo>
                  <a:lnTo>
                    <a:pt x="210776" y="1627881"/>
                  </a:lnTo>
                  <a:lnTo>
                    <a:pt x="252931" y="1550363"/>
                  </a:lnTo>
                  <a:lnTo>
                    <a:pt x="295086" y="1317808"/>
                  </a:lnTo>
                  <a:lnTo>
                    <a:pt x="337241" y="1240290"/>
                  </a:lnTo>
                  <a:lnTo>
                    <a:pt x="379396" y="1085254"/>
                  </a:lnTo>
                  <a:lnTo>
                    <a:pt x="421552" y="1007736"/>
                  </a:lnTo>
                  <a:lnTo>
                    <a:pt x="463707" y="852699"/>
                  </a:lnTo>
                  <a:lnTo>
                    <a:pt x="548017" y="775181"/>
                  </a:lnTo>
                  <a:lnTo>
                    <a:pt x="590173" y="697663"/>
                  </a:lnTo>
                  <a:lnTo>
                    <a:pt x="632328" y="620145"/>
                  </a:lnTo>
                  <a:lnTo>
                    <a:pt x="674483" y="542627"/>
                  </a:lnTo>
                  <a:lnTo>
                    <a:pt x="716638" y="387590"/>
                  </a:lnTo>
                  <a:lnTo>
                    <a:pt x="758793" y="155036"/>
                  </a:lnTo>
                  <a:lnTo>
                    <a:pt x="927414" y="77518"/>
                  </a:lnTo>
                  <a:lnTo>
                    <a:pt x="1391122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6551535" y="789564"/>
              <a:ext cx="1517587" cy="2092990"/>
            </a:xfrm>
            <a:custGeom>
              <a:avLst/>
              <a:gdLst/>
              <a:ahLst/>
              <a:cxnLst/>
              <a:rect l="0" t="0" r="0" b="0"/>
              <a:pathLst>
                <a:path w="1517587" h="2092990">
                  <a:moveTo>
                    <a:pt x="0" y="2092990"/>
                  </a:moveTo>
                  <a:lnTo>
                    <a:pt x="42155" y="2015472"/>
                  </a:lnTo>
                  <a:lnTo>
                    <a:pt x="84310" y="1937954"/>
                  </a:lnTo>
                  <a:lnTo>
                    <a:pt x="126465" y="1860436"/>
                  </a:lnTo>
                  <a:lnTo>
                    <a:pt x="168620" y="1705399"/>
                  </a:lnTo>
                  <a:lnTo>
                    <a:pt x="210776" y="1550363"/>
                  </a:lnTo>
                  <a:lnTo>
                    <a:pt x="252931" y="1472845"/>
                  </a:lnTo>
                  <a:lnTo>
                    <a:pt x="337241" y="1395327"/>
                  </a:lnTo>
                  <a:lnTo>
                    <a:pt x="463707" y="1317808"/>
                  </a:lnTo>
                  <a:lnTo>
                    <a:pt x="505862" y="1007736"/>
                  </a:lnTo>
                  <a:lnTo>
                    <a:pt x="590173" y="930218"/>
                  </a:lnTo>
                  <a:lnTo>
                    <a:pt x="632328" y="852699"/>
                  </a:lnTo>
                  <a:lnTo>
                    <a:pt x="758793" y="697663"/>
                  </a:lnTo>
                  <a:lnTo>
                    <a:pt x="843104" y="542627"/>
                  </a:lnTo>
                  <a:lnTo>
                    <a:pt x="885259" y="465109"/>
                  </a:lnTo>
                  <a:lnTo>
                    <a:pt x="1053880" y="310072"/>
                  </a:lnTo>
                  <a:lnTo>
                    <a:pt x="1348967" y="232554"/>
                  </a:lnTo>
                  <a:lnTo>
                    <a:pt x="1391122" y="155036"/>
                  </a:lnTo>
                  <a:lnTo>
                    <a:pt x="1517587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6551535" y="789564"/>
              <a:ext cx="2529313" cy="2170508"/>
            </a:xfrm>
            <a:custGeom>
              <a:avLst/>
              <a:gdLst/>
              <a:ahLst/>
              <a:cxnLst/>
              <a:rect l="0" t="0" r="0" b="0"/>
              <a:pathLst>
                <a:path w="2529313" h="2170508">
                  <a:moveTo>
                    <a:pt x="0" y="2170508"/>
                  </a:moveTo>
                  <a:lnTo>
                    <a:pt x="28103" y="2092990"/>
                  </a:lnTo>
                  <a:lnTo>
                    <a:pt x="168620" y="1937954"/>
                  </a:lnTo>
                  <a:lnTo>
                    <a:pt x="224827" y="1860436"/>
                  </a:lnTo>
                  <a:lnTo>
                    <a:pt x="505862" y="1705399"/>
                  </a:lnTo>
                  <a:lnTo>
                    <a:pt x="562069" y="1627881"/>
                  </a:lnTo>
                  <a:lnTo>
                    <a:pt x="590173" y="1550363"/>
                  </a:lnTo>
                  <a:lnTo>
                    <a:pt x="730690" y="1472845"/>
                  </a:lnTo>
                  <a:lnTo>
                    <a:pt x="758793" y="1395327"/>
                  </a:lnTo>
                  <a:lnTo>
                    <a:pt x="815000" y="1317808"/>
                  </a:lnTo>
                  <a:lnTo>
                    <a:pt x="927414" y="1240290"/>
                  </a:lnTo>
                  <a:lnTo>
                    <a:pt x="955518" y="1162772"/>
                  </a:lnTo>
                  <a:lnTo>
                    <a:pt x="983621" y="1085254"/>
                  </a:lnTo>
                  <a:lnTo>
                    <a:pt x="1011725" y="775181"/>
                  </a:lnTo>
                  <a:lnTo>
                    <a:pt x="1067932" y="697663"/>
                  </a:lnTo>
                  <a:lnTo>
                    <a:pt x="1152242" y="542627"/>
                  </a:lnTo>
                  <a:lnTo>
                    <a:pt x="1320863" y="465109"/>
                  </a:lnTo>
                  <a:lnTo>
                    <a:pt x="1433277" y="310072"/>
                  </a:lnTo>
                  <a:lnTo>
                    <a:pt x="1517587" y="232554"/>
                  </a:lnTo>
                  <a:lnTo>
                    <a:pt x="1686208" y="155036"/>
                  </a:lnTo>
                  <a:lnTo>
                    <a:pt x="2192071" y="77518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6425069" y="58202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6425069" y="525826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6425069" y="469626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6425069" y="413425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923493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667409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8411324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915524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6425069" y="61012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6425069" y="553927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6425069" y="497726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6425069" y="441525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6425069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6551535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7295451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803936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8783282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6551535" y="3853251"/>
              <a:ext cx="967090" cy="1973877"/>
            </a:xfrm>
            <a:custGeom>
              <a:avLst/>
              <a:gdLst/>
              <a:ahLst/>
              <a:cxnLst/>
              <a:rect l="0" t="0" r="0" b="0"/>
              <a:pathLst>
                <a:path w="967090" h="1973877">
                  <a:moveTo>
                    <a:pt x="0" y="1973877"/>
                  </a:moveTo>
                  <a:lnTo>
                    <a:pt x="74391" y="1699727"/>
                  </a:lnTo>
                  <a:lnTo>
                    <a:pt x="148783" y="1590067"/>
                  </a:lnTo>
                  <a:lnTo>
                    <a:pt x="223174" y="1151428"/>
                  </a:lnTo>
                  <a:lnTo>
                    <a:pt x="297566" y="986938"/>
                  </a:lnTo>
                  <a:lnTo>
                    <a:pt x="371957" y="548299"/>
                  </a:lnTo>
                  <a:lnTo>
                    <a:pt x="446349" y="438639"/>
                  </a:lnTo>
                  <a:lnTo>
                    <a:pt x="520740" y="383809"/>
                  </a:lnTo>
                  <a:lnTo>
                    <a:pt x="595132" y="219319"/>
                  </a:lnTo>
                  <a:lnTo>
                    <a:pt x="669524" y="109659"/>
                  </a:lnTo>
                  <a:lnTo>
                    <a:pt x="743915" y="54829"/>
                  </a:lnTo>
                  <a:lnTo>
                    <a:pt x="967090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6551535" y="3853251"/>
              <a:ext cx="2045768" cy="2193197"/>
            </a:xfrm>
            <a:custGeom>
              <a:avLst/>
              <a:gdLst/>
              <a:ahLst/>
              <a:cxnLst/>
              <a:rect l="0" t="0" r="0" b="0"/>
              <a:pathLst>
                <a:path w="2045768" h="2193197">
                  <a:moveTo>
                    <a:pt x="0" y="2193197"/>
                  </a:moveTo>
                  <a:lnTo>
                    <a:pt x="74391" y="2138367"/>
                  </a:lnTo>
                  <a:lnTo>
                    <a:pt x="223174" y="2083537"/>
                  </a:lnTo>
                  <a:lnTo>
                    <a:pt x="297566" y="1973877"/>
                  </a:lnTo>
                  <a:lnTo>
                    <a:pt x="334762" y="1919047"/>
                  </a:lnTo>
                  <a:lnTo>
                    <a:pt x="409153" y="1754557"/>
                  </a:lnTo>
                  <a:lnTo>
                    <a:pt x="446349" y="1699727"/>
                  </a:lnTo>
                  <a:lnTo>
                    <a:pt x="483545" y="1644897"/>
                  </a:lnTo>
                  <a:lnTo>
                    <a:pt x="520740" y="1590067"/>
                  </a:lnTo>
                  <a:lnTo>
                    <a:pt x="557936" y="1535237"/>
                  </a:lnTo>
                  <a:lnTo>
                    <a:pt x="632328" y="1480408"/>
                  </a:lnTo>
                  <a:lnTo>
                    <a:pt x="669524" y="1425578"/>
                  </a:lnTo>
                  <a:lnTo>
                    <a:pt x="743915" y="1261088"/>
                  </a:lnTo>
                  <a:lnTo>
                    <a:pt x="855503" y="1206258"/>
                  </a:lnTo>
                  <a:lnTo>
                    <a:pt x="892698" y="1151428"/>
                  </a:lnTo>
                  <a:lnTo>
                    <a:pt x="929894" y="1096598"/>
                  </a:lnTo>
                  <a:lnTo>
                    <a:pt x="967090" y="1041768"/>
                  </a:lnTo>
                  <a:lnTo>
                    <a:pt x="1004286" y="877278"/>
                  </a:lnTo>
                  <a:lnTo>
                    <a:pt x="1041481" y="822448"/>
                  </a:lnTo>
                  <a:lnTo>
                    <a:pt x="1078677" y="712789"/>
                  </a:lnTo>
                  <a:lnTo>
                    <a:pt x="1153069" y="657959"/>
                  </a:lnTo>
                  <a:lnTo>
                    <a:pt x="1190265" y="548299"/>
                  </a:lnTo>
                  <a:lnTo>
                    <a:pt x="1227460" y="438639"/>
                  </a:lnTo>
                  <a:lnTo>
                    <a:pt x="1264656" y="383809"/>
                  </a:lnTo>
                  <a:lnTo>
                    <a:pt x="1339048" y="328979"/>
                  </a:lnTo>
                  <a:lnTo>
                    <a:pt x="1376244" y="274149"/>
                  </a:lnTo>
                  <a:lnTo>
                    <a:pt x="1487831" y="164489"/>
                  </a:lnTo>
                  <a:lnTo>
                    <a:pt x="1711006" y="54829"/>
                  </a:lnTo>
                  <a:lnTo>
                    <a:pt x="2045768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6551535" y="3853251"/>
              <a:ext cx="1450635" cy="2188868"/>
            </a:xfrm>
            <a:custGeom>
              <a:avLst/>
              <a:gdLst/>
              <a:ahLst/>
              <a:cxnLst/>
              <a:rect l="0" t="0" r="0" b="0"/>
              <a:pathLst>
                <a:path w="1450635" h="2188868">
                  <a:moveTo>
                    <a:pt x="0" y="2188868"/>
                  </a:moveTo>
                  <a:lnTo>
                    <a:pt x="74391" y="2070551"/>
                  </a:lnTo>
                  <a:lnTo>
                    <a:pt x="148783" y="2011392"/>
                  </a:lnTo>
                  <a:lnTo>
                    <a:pt x="185978" y="1952234"/>
                  </a:lnTo>
                  <a:lnTo>
                    <a:pt x="223174" y="1774758"/>
                  </a:lnTo>
                  <a:lnTo>
                    <a:pt x="297566" y="1656440"/>
                  </a:lnTo>
                  <a:lnTo>
                    <a:pt x="446349" y="1419806"/>
                  </a:lnTo>
                  <a:lnTo>
                    <a:pt x="483545" y="1360647"/>
                  </a:lnTo>
                  <a:lnTo>
                    <a:pt x="520740" y="1242330"/>
                  </a:lnTo>
                  <a:lnTo>
                    <a:pt x="595132" y="1183172"/>
                  </a:lnTo>
                  <a:lnTo>
                    <a:pt x="706719" y="1124013"/>
                  </a:lnTo>
                  <a:lnTo>
                    <a:pt x="743915" y="946537"/>
                  </a:lnTo>
                  <a:lnTo>
                    <a:pt x="818307" y="769061"/>
                  </a:lnTo>
                  <a:lnTo>
                    <a:pt x="892698" y="709903"/>
                  </a:lnTo>
                  <a:lnTo>
                    <a:pt x="929894" y="650744"/>
                  </a:lnTo>
                  <a:lnTo>
                    <a:pt x="967090" y="532427"/>
                  </a:lnTo>
                  <a:lnTo>
                    <a:pt x="1041481" y="473268"/>
                  </a:lnTo>
                  <a:lnTo>
                    <a:pt x="1115873" y="236634"/>
                  </a:lnTo>
                  <a:lnTo>
                    <a:pt x="1339048" y="118317"/>
                  </a:lnTo>
                  <a:lnTo>
                    <a:pt x="1376244" y="59158"/>
                  </a:lnTo>
                  <a:lnTo>
                    <a:pt x="1450635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6625927" y="3853251"/>
              <a:ext cx="2454921" cy="2193197"/>
            </a:xfrm>
            <a:custGeom>
              <a:avLst/>
              <a:gdLst/>
              <a:ahLst/>
              <a:cxnLst/>
              <a:rect l="0" t="0" r="0" b="0"/>
              <a:pathLst>
                <a:path w="2454921" h="2193197">
                  <a:moveTo>
                    <a:pt x="0" y="2193197"/>
                  </a:moveTo>
                  <a:lnTo>
                    <a:pt x="74391" y="2138367"/>
                  </a:lnTo>
                  <a:lnTo>
                    <a:pt x="99188" y="2083537"/>
                  </a:lnTo>
                  <a:lnTo>
                    <a:pt x="148783" y="2028707"/>
                  </a:lnTo>
                  <a:lnTo>
                    <a:pt x="223174" y="1973877"/>
                  </a:lnTo>
                  <a:lnTo>
                    <a:pt x="545538" y="1864217"/>
                  </a:lnTo>
                  <a:lnTo>
                    <a:pt x="595132" y="1809387"/>
                  </a:lnTo>
                  <a:lnTo>
                    <a:pt x="669524" y="1699727"/>
                  </a:lnTo>
                  <a:lnTo>
                    <a:pt x="743915" y="1644897"/>
                  </a:lnTo>
                  <a:lnTo>
                    <a:pt x="818307" y="1535237"/>
                  </a:lnTo>
                  <a:lnTo>
                    <a:pt x="892698" y="1480408"/>
                  </a:lnTo>
                  <a:lnTo>
                    <a:pt x="967090" y="1425578"/>
                  </a:lnTo>
                  <a:lnTo>
                    <a:pt x="1016684" y="1370748"/>
                  </a:lnTo>
                  <a:lnTo>
                    <a:pt x="1041481" y="1261088"/>
                  </a:lnTo>
                  <a:lnTo>
                    <a:pt x="1115873" y="1151428"/>
                  </a:lnTo>
                  <a:lnTo>
                    <a:pt x="1190265" y="1096598"/>
                  </a:lnTo>
                  <a:lnTo>
                    <a:pt x="1264656" y="1041768"/>
                  </a:lnTo>
                  <a:lnTo>
                    <a:pt x="1289453" y="986938"/>
                  </a:lnTo>
                  <a:lnTo>
                    <a:pt x="1363845" y="932108"/>
                  </a:lnTo>
                  <a:lnTo>
                    <a:pt x="1413439" y="822448"/>
                  </a:lnTo>
                  <a:lnTo>
                    <a:pt x="1463034" y="767618"/>
                  </a:lnTo>
                  <a:lnTo>
                    <a:pt x="1487831" y="712789"/>
                  </a:lnTo>
                  <a:lnTo>
                    <a:pt x="1636614" y="657959"/>
                  </a:lnTo>
                  <a:lnTo>
                    <a:pt x="1711006" y="548299"/>
                  </a:lnTo>
                  <a:lnTo>
                    <a:pt x="1785397" y="493469"/>
                  </a:lnTo>
                  <a:lnTo>
                    <a:pt x="1884586" y="438639"/>
                  </a:lnTo>
                  <a:lnTo>
                    <a:pt x="1934180" y="383809"/>
                  </a:lnTo>
                  <a:lnTo>
                    <a:pt x="1983775" y="328979"/>
                  </a:lnTo>
                  <a:lnTo>
                    <a:pt x="2008572" y="164489"/>
                  </a:lnTo>
                  <a:lnTo>
                    <a:pt x="2082963" y="109659"/>
                  </a:lnTo>
                  <a:lnTo>
                    <a:pt x="2306138" y="54829"/>
                  </a:lnTo>
                  <a:lnTo>
                    <a:pt x="2454921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9308534" y="275658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9308534" y="219458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9308534" y="163257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9308534" y="107056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9308534" y="303759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9308534" y="24755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9308534" y="19135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9308534" y="1351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9308534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9308534" y="58202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9308534" y="525826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9308534" y="469626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308534" y="413425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830205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1062061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1141102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9308534" y="610127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9308534" y="553927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308534" y="497726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308534" y="441525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9308534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943500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1022541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11015821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11806231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9435000" y="3853251"/>
              <a:ext cx="711369" cy="1937954"/>
            </a:xfrm>
            <a:custGeom>
              <a:avLst/>
              <a:gdLst/>
              <a:ahLst/>
              <a:cxnLst/>
              <a:rect l="0" t="0" r="0" b="0"/>
              <a:pathLst>
                <a:path w="711369" h="1937954">
                  <a:moveTo>
                    <a:pt x="0" y="1937954"/>
                  </a:moveTo>
                  <a:lnTo>
                    <a:pt x="79041" y="1705399"/>
                  </a:lnTo>
                  <a:lnTo>
                    <a:pt x="158082" y="1395327"/>
                  </a:lnTo>
                  <a:lnTo>
                    <a:pt x="237123" y="930218"/>
                  </a:lnTo>
                  <a:lnTo>
                    <a:pt x="316164" y="542627"/>
                  </a:lnTo>
                  <a:lnTo>
                    <a:pt x="395205" y="387590"/>
                  </a:lnTo>
                  <a:lnTo>
                    <a:pt x="474246" y="310072"/>
                  </a:lnTo>
                  <a:lnTo>
                    <a:pt x="553287" y="232554"/>
                  </a:lnTo>
                  <a:lnTo>
                    <a:pt x="632328" y="77518"/>
                  </a:lnTo>
                  <a:lnTo>
                    <a:pt x="711369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9474521" y="3853251"/>
              <a:ext cx="1699382" cy="2170508"/>
            </a:xfrm>
            <a:custGeom>
              <a:avLst/>
              <a:gdLst/>
              <a:ahLst/>
              <a:cxnLst/>
              <a:rect l="0" t="0" r="0" b="0"/>
              <a:pathLst>
                <a:path w="1699382" h="2170508">
                  <a:moveTo>
                    <a:pt x="0" y="2170508"/>
                  </a:moveTo>
                  <a:lnTo>
                    <a:pt x="79041" y="2092990"/>
                  </a:lnTo>
                  <a:lnTo>
                    <a:pt x="118561" y="2015472"/>
                  </a:lnTo>
                  <a:lnTo>
                    <a:pt x="158082" y="1937954"/>
                  </a:lnTo>
                  <a:lnTo>
                    <a:pt x="316164" y="1860436"/>
                  </a:lnTo>
                  <a:lnTo>
                    <a:pt x="355684" y="1705399"/>
                  </a:lnTo>
                  <a:lnTo>
                    <a:pt x="474246" y="1627881"/>
                  </a:lnTo>
                  <a:lnTo>
                    <a:pt x="553287" y="1395327"/>
                  </a:lnTo>
                  <a:lnTo>
                    <a:pt x="671848" y="1317808"/>
                  </a:lnTo>
                  <a:lnTo>
                    <a:pt x="711369" y="1240290"/>
                  </a:lnTo>
                  <a:lnTo>
                    <a:pt x="790410" y="1162772"/>
                  </a:lnTo>
                  <a:lnTo>
                    <a:pt x="829930" y="1085254"/>
                  </a:lnTo>
                  <a:lnTo>
                    <a:pt x="869451" y="1007736"/>
                  </a:lnTo>
                  <a:lnTo>
                    <a:pt x="908971" y="775181"/>
                  </a:lnTo>
                  <a:lnTo>
                    <a:pt x="1067054" y="620145"/>
                  </a:lnTo>
                  <a:lnTo>
                    <a:pt x="1106574" y="542627"/>
                  </a:lnTo>
                  <a:lnTo>
                    <a:pt x="1146095" y="465109"/>
                  </a:lnTo>
                  <a:lnTo>
                    <a:pt x="1225136" y="310072"/>
                  </a:lnTo>
                  <a:lnTo>
                    <a:pt x="1383218" y="232554"/>
                  </a:lnTo>
                  <a:lnTo>
                    <a:pt x="1462259" y="155036"/>
                  </a:lnTo>
                  <a:lnTo>
                    <a:pt x="1541300" y="77518"/>
                  </a:lnTo>
                  <a:lnTo>
                    <a:pt x="1699382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9435000" y="3853251"/>
              <a:ext cx="1580820" cy="2170508"/>
            </a:xfrm>
            <a:custGeom>
              <a:avLst/>
              <a:gdLst/>
              <a:ahLst/>
              <a:cxnLst/>
              <a:rect l="0" t="0" r="0" b="0"/>
              <a:pathLst>
                <a:path w="1580820" h="2170508">
                  <a:moveTo>
                    <a:pt x="0" y="2170508"/>
                  </a:moveTo>
                  <a:lnTo>
                    <a:pt x="158082" y="2092990"/>
                  </a:lnTo>
                  <a:lnTo>
                    <a:pt x="316164" y="2015472"/>
                  </a:lnTo>
                  <a:lnTo>
                    <a:pt x="355684" y="1937954"/>
                  </a:lnTo>
                  <a:lnTo>
                    <a:pt x="395205" y="1860436"/>
                  </a:lnTo>
                  <a:lnTo>
                    <a:pt x="434725" y="1782918"/>
                  </a:lnTo>
                  <a:lnTo>
                    <a:pt x="474246" y="1705399"/>
                  </a:lnTo>
                  <a:lnTo>
                    <a:pt x="513766" y="1627881"/>
                  </a:lnTo>
                  <a:lnTo>
                    <a:pt x="553287" y="1550363"/>
                  </a:lnTo>
                  <a:lnTo>
                    <a:pt x="632328" y="1395327"/>
                  </a:lnTo>
                  <a:lnTo>
                    <a:pt x="711369" y="1317808"/>
                  </a:lnTo>
                  <a:lnTo>
                    <a:pt x="750889" y="1240290"/>
                  </a:lnTo>
                  <a:lnTo>
                    <a:pt x="790410" y="930218"/>
                  </a:lnTo>
                  <a:lnTo>
                    <a:pt x="869451" y="852699"/>
                  </a:lnTo>
                  <a:lnTo>
                    <a:pt x="988013" y="697663"/>
                  </a:lnTo>
                  <a:lnTo>
                    <a:pt x="1027533" y="542627"/>
                  </a:lnTo>
                  <a:lnTo>
                    <a:pt x="1067054" y="465109"/>
                  </a:lnTo>
                  <a:lnTo>
                    <a:pt x="1106574" y="310072"/>
                  </a:lnTo>
                  <a:lnTo>
                    <a:pt x="1146095" y="232554"/>
                  </a:lnTo>
                  <a:lnTo>
                    <a:pt x="1422738" y="155036"/>
                  </a:lnTo>
                  <a:lnTo>
                    <a:pt x="1501779" y="77518"/>
                  </a:lnTo>
                  <a:lnTo>
                    <a:pt x="1580820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9435000" y="3853251"/>
              <a:ext cx="2529313" cy="2092990"/>
            </a:xfrm>
            <a:custGeom>
              <a:avLst/>
              <a:gdLst/>
              <a:ahLst/>
              <a:cxnLst/>
              <a:rect l="0" t="0" r="0" b="0"/>
              <a:pathLst>
                <a:path w="2529313" h="2092990">
                  <a:moveTo>
                    <a:pt x="0" y="2092990"/>
                  </a:moveTo>
                  <a:lnTo>
                    <a:pt x="158082" y="2015472"/>
                  </a:lnTo>
                  <a:lnTo>
                    <a:pt x="316164" y="1937954"/>
                  </a:lnTo>
                  <a:lnTo>
                    <a:pt x="553287" y="1860436"/>
                  </a:lnTo>
                  <a:lnTo>
                    <a:pt x="711369" y="1782918"/>
                  </a:lnTo>
                  <a:lnTo>
                    <a:pt x="869451" y="1627881"/>
                  </a:lnTo>
                  <a:lnTo>
                    <a:pt x="948492" y="1395327"/>
                  </a:lnTo>
                  <a:lnTo>
                    <a:pt x="1027533" y="1317808"/>
                  </a:lnTo>
                  <a:lnTo>
                    <a:pt x="1106574" y="1162772"/>
                  </a:lnTo>
                  <a:lnTo>
                    <a:pt x="1185615" y="1085254"/>
                  </a:lnTo>
                  <a:lnTo>
                    <a:pt x="1238309" y="1007736"/>
                  </a:lnTo>
                  <a:lnTo>
                    <a:pt x="1343697" y="930218"/>
                  </a:lnTo>
                  <a:lnTo>
                    <a:pt x="1422738" y="775181"/>
                  </a:lnTo>
                  <a:lnTo>
                    <a:pt x="1528126" y="697663"/>
                  </a:lnTo>
                  <a:lnTo>
                    <a:pt x="1659861" y="620145"/>
                  </a:lnTo>
                  <a:lnTo>
                    <a:pt x="1791596" y="542627"/>
                  </a:lnTo>
                  <a:lnTo>
                    <a:pt x="1817943" y="465109"/>
                  </a:lnTo>
                  <a:lnTo>
                    <a:pt x="1870637" y="387590"/>
                  </a:lnTo>
                  <a:lnTo>
                    <a:pt x="1976026" y="310072"/>
                  </a:lnTo>
                  <a:lnTo>
                    <a:pt x="2344884" y="232554"/>
                  </a:lnTo>
                  <a:lnTo>
                    <a:pt x="2450272" y="155036"/>
                  </a:lnTo>
                  <a:lnTo>
                    <a:pt x="2502966" y="77518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tx156"/>
            <p:cNvSpPr/>
            <p:nvPr/>
          </p:nvSpPr>
          <p:spPr>
            <a:xfrm>
              <a:off x="1865826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SCA1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4749291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SCA2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7632756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SCA3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0516221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SCA6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858285" y="483280"/>
              <a:ext cx="381952" cy="984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FRDA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4751752" y="481852"/>
              <a:ext cx="361950" cy="998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RFC1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543459" y="481614"/>
              <a:ext cx="545465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SCA27B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0674257" y="581705"/>
              <a:ext cx="508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 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742060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443430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2187346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931262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625525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373390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163801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954211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6508990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210361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7954276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8698192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9392455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140320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930731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1721141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42060" y="3220269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489925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280336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3070746" y="3220110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3625525" y="3220269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4455157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327334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6199511" y="3220110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6508990" y="3220269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7309549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8152654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8995758" y="3220110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81951" y="2986593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396861" y="242458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396861" y="186257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50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396861" y="1302080"/>
              <a:ext cx="170180" cy="981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75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311771" y="738566"/>
              <a:ext cx="25527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481951" y="6050280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396861" y="5488273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25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396861" y="492626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50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96861" y="4365768"/>
              <a:ext cx="170180" cy="981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75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311771" y="3802253"/>
              <a:ext cx="25527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6134300" y="6461328"/>
              <a:ext cx="480317" cy="1251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Score</a:t>
              </a:r>
            </a:p>
          </p:txBody>
        </p:sp>
        <p:sp>
          <p:nvSpPr>
            <p:cNvPr id="203" name="tx203"/>
            <p:cNvSpPr/>
            <p:nvPr/>
          </p:nvSpPr>
          <p:spPr>
            <a:xfrm rot="-5400000">
              <a:off x="-1402836" y="3350270"/>
              <a:ext cx="3078460" cy="1727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Cumulative Proportions of Patients</a:t>
              </a:r>
            </a:p>
          </p:txBody>
        </p:sp>
        <p:sp>
          <p:nvSpPr>
            <p:cNvPr id="204" name="pl204"/>
            <p:cNvSpPr/>
            <p:nvPr/>
          </p:nvSpPr>
          <p:spPr>
            <a:xfrm>
              <a:off x="10453444" y="93774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10453444" y="115720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11308411" y="93774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11308411" y="115720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tx208"/>
            <p:cNvSpPr/>
            <p:nvPr/>
          </p:nvSpPr>
          <p:spPr>
            <a:xfrm>
              <a:off x="10752175" y="880399"/>
              <a:ext cx="433070" cy="1059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fSARA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10752175" y="1105729"/>
              <a:ext cx="380444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1607142" y="887940"/>
              <a:ext cx="284718" cy="984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ADL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1607142" y="1105729"/>
              <a:ext cx="275113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USS</a:t>
              </a:r>
            </a:p>
          </p:txBody>
        </p:sp>
      </p:grpSp>
      <p:sp>
        <p:nvSpPr>
          <p:cNvPr id="212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Ceiling by Genotype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58139" y="275001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58139" y="21898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658139" y="1629756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58139" y="106962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156563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900478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2644394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3388310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58139" y="30300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58139" y="246994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58139" y="1909820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658139" y="134969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658139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78460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528520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272436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3016352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784605" y="789564"/>
              <a:ext cx="1041481" cy="2119945"/>
            </a:xfrm>
            <a:custGeom>
              <a:avLst/>
              <a:gdLst/>
              <a:ahLst/>
              <a:cxnLst/>
              <a:rect l="0" t="0" r="0" b="0"/>
              <a:pathLst>
                <a:path w="1041481" h="2119945">
                  <a:moveTo>
                    <a:pt x="0" y="2119945"/>
                  </a:moveTo>
                  <a:lnTo>
                    <a:pt x="74391" y="1838626"/>
                  </a:lnTo>
                  <a:lnTo>
                    <a:pt x="148783" y="1426693"/>
                  </a:lnTo>
                  <a:lnTo>
                    <a:pt x="223174" y="1105185"/>
                  </a:lnTo>
                  <a:lnTo>
                    <a:pt x="297566" y="884148"/>
                  </a:lnTo>
                  <a:lnTo>
                    <a:pt x="371957" y="713346"/>
                  </a:lnTo>
                  <a:lnTo>
                    <a:pt x="446349" y="612875"/>
                  </a:lnTo>
                  <a:lnTo>
                    <a:pt x="520740" y="432026"/>
                  </a:lnTo>
                  <a:lnTo>
                    <a:pt x="595132" y="301414"/>
                  </a:lnTo>
                  <a:lnTo>
                    <a:pt x="669524" y="221037"/>
                  </a:lnTo>
                  <a:lnTo>
                    <a:pt x="743915" y="150707"/>
                  </a:lnTo>
                  <a:lnTo>
                    <a:pt x="818307" y="60282"/>
                  </a:lnTo>
                  <a:lnTo>
                    <a:pt x="892698" y="30141"/>
                  </a:lnTo>
                  <a:lnTo>
                    <a:pt x="967090" y="10047"/>
                  </a:lnTo>
                  <a:lnTo>
                    <a:pt x="1041481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821801" y="789564"/>
              <a:ext cx="2417725" cy="2230464"/>
            </a:xfrm>
            <a:custGeom>
              <a:avLst/>
              <a:gdLst/>
              <a:ahLst/>
              <a:cxnLst/>
              <a:rect l="0" t="0" r="0" b="0"/>
              <a:pathLst>
                <a:path w="2417725" h="2230464">
                  <a:moveTo>
                    <a:pt x="0" y="2230464"/>
                  </a:moveTo>
                  <a:lnTo>
                    <a:pt x="74391" y="2210370"/>
                  </a:lnTo>
                  <a:lnTo>
                    <a:pt x="148783" y="2200322"/>
                  </a:lnTo>
                  <a:lnTo>
                    <a:pt x="260370" y="2160134"/>
                  </a:lnTo>
                  <a:lnTo>
                    <a:pt x="297566" y="2150087"/>
                  </a:lnTo>
                  <a:lnTo>
                    <a:pt x="334762" y="2140040"/>
                  </a:lnTo>
                  <a:lnTo>
                    <a:pt x="371957" y="2109898"/>
                  </a:lnTo>
                  <a:lnTo>
                    <a:pt x="409153" y="2079757"/>
                  </a:lnTo>
                  <a:lnTo>
                    <a:pt x="446349" y="2049615"/>
                  </a:lnTo>
                  <a:lnTo>
                    <a:pt x="483545" y="1949144"/>
                  </a:lnTo>
                  <a:lnTo>
                    <a:pt x="520740" y="1888861"/>
                  </a:lnTo>
                  <a:lnTo>
                    <a:pt x="557936" y="1808484"/>
                  </a:lnTo>
                  <a:lnTo>
                    <a:pt x="595132" y="1728107"/>
                  </a:lnTo>
                  <a:lnTo>
                    <a:pt x="632328" y="1657777"/>
                  </a:lnTo>
                  <a:lnTo>
                    <a:pt x="669524" y="1577400"/>
                  </a:lnTo>
                  <a:lnTo>
                    <a:pt x="706719" y="1507070"/>
                  </a:lnTo>
                  <a:lnTo>
                    <a:pt x="743915" y="1406599"/>
                  </a:lnTo>
                  <a:lnTo>
                    <a:pt x="781111" y="1356363"/>
                  </a:lnTo>
                  <a:lnTo>
                    <a:pt x="818307" y="1316174"/>
                  </a:lnTo>
                  <a:lnTo>
                    <a:pt x="855503" y="1205656"/>
                  </a:lnTo>
                  <a:lnTo>
                    <a:pt x="892698" y="1145373"/>
                  </a:lnTo>
                  <a:lnTo>
                    <a:pt x="929894" y="1085090"/>
                  </a:lnTo>
                  <a:lnTo>
                    <a:pt x="967090" y="1054949"/>
                  </a:lnTo>
                  <a:lnTo>
                    <a:pt x="1004286" y="1004713"/>
                  </a:lnTo>
                  <a:lnTo>
                    <a:pt x="1041481" y="914289"/>
                  </a:lnTo>
                  <a:lnTo>
                    <a:pt x="1078677" y="833912"/>
                  </a:lnTo>
                  <a:lnTo>
                    <a:pt x="1115873" y="763582"/>
                  </a:lnTo>
                  <a:lnTo>
                    <a:pt x="1153069" y="693252"/>
                  </a:lnTo>
                  <a:lnTo>
                    <a:pt x="1190265" y="673158"/>
                  </a:lnTo>
                  <a:lnTo>
                    <a:pt x="1227460" y="622922"/>
                  </a:lnTo>
                  <a:lnTo>
                    <a:pt x="1264656" y="552592"/>
                  </a:lnTo>
                  <a:lnTo>
                    <a:pt x="1301852" y="532498"/>
                  </a:lnTo>
                  <a:lnTo>
                    <a:pt x="1339048" y="502356"/>
                  </a:lnTo>
                  <a:lnTo>
                    <a:pt x="1376244" y="442074"/>
                  </a:lnTo>
                  <a:lnTo>
                    <a:pt x="1413439" y="411932"/>
                  </a:lnTo>
                  <a:lnTo>
                    <a:pt x="1450635" y="361696"/>
                  </a:lnTo>
                  <a:lnTo>
                    <a:pt x="1487831" y="331555"/>
                  </a:lnTo>
                  <a:lnTo>
                    <a:pt x="1525027" y="301414"/>
                  </a:lnTo>
                  <a:lnTo>
                    <a:pt x="1562222" y="281319"/>
                  </a:lnTo>
                  <a:lnTo>
                    <a:pt x="1599418" y="251178"/>
                  </a:lnTo>
                  <a:lnTo>
                    <a:pt x="1636614" y="241131"/>
                  </a:lnTo>
                  <a:lnTo>
                    <a:pt x="1673810" y="200942"/>
                  </a:lnTo>
                  <a:lnTo>
                    <a:pt x="1711006" y="160754"/>
                  </a:lnTo>
                  <a:lnTo>
                    <a:pt x="1748201" y="120565"/>
                  </a:lnTo>
                  <a:lnTo>
                    <a:pt x="1785397" y="80377"/>
                  </a:lnTo>
                  <a:lnTo>
                    <a:pt x="1859789" y="70329"/>
                  </a:lnTo>
                  <a:lnTo>
                    <a:pt x="1896984" y="50235"/>
                  </a:lnTo>
                  <a:lnTo>
                    <a:pt x="1934180" y="30141"/>
                  </a:lnTo>
                  <a:lnTo>
                    <a:pt x="1971376" y="20094"/>
                  </a:lnTo>
                  <a:lnTo>
                    <a:pt x="2082963" y="10047"/>
                  </a:lnTo>
                  <a:lnTo>
                    <a:pt x="2417725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784605" y="789564"/>
              <a:ext cx="1748201" cy="2179406"/>
            </a:xfrm>
            <a:custGeom>
              <a:avLst/>
              <a:gdLst/>
              <a:ahLst/>
              <a:cxnLst/>
              <a:rect l="0" t="0" r="0" b="0"/>
              <a:pathLst>
                <a:path w="1748201" h="2179406">
                  <a:moveTo>
                    <a:pt x="0" y="2179406"/>
                  </a:moveTo>
                  <a:lnTo>
                    <a:pt x="74391" y="2138670"/>
                  </a:lnTo>
                  <a:lnTo>
                    <a:pt x="111587" y="2118301"/>
                  </a:lnTo>
                  <a:lnTo>
                    <a:pt x="148783" y="2057196"/>
                  </a:lnTo>
                  <a:lnTo>
                    <a:pt x="223174" y="1945171"/>
                  </a:lnTo>
                  <a:lnTo>
                    <a:pt x="260370" y="1924803"/>
                  </a:lnTo>
                  <a:lnTo>
                    <a:pt x="297566" y="1853514"/>
                  </a:lnTo>
                  <a:lnTo>
                    <a:pt x="371957" y="1802593"/>
                  </a:lnTo>
                  <a:lnTo>
                    <a:pt x="409153" y="1792409"/>
                  </a:lnTo>
                  <a:lnTo>
                    <a:pt x="446349" y="1751672"/>
                  </a:lnTo>
                  <a:lnTo>
                    <a:pt x="483545" y="1731304"/>
                  </a:lnTo>
                  <a:lnTo>
                    <a:pt x="520740" y="1649831"/>
                  </a:lnTo>
                  <a:lnTo>
                    <a:pt x="557936" y="1629462"/>
                  </a:lnTo>
                  <a:lnTo>
                    <a:pt x="595132" y="1486884"/>
                  </a:lnTo>
                  <a:lnTo>
                    <a:pt x="632328" y="1456332"/>
                  </a:lnTo>
                  <a:lnTo>
                    <a:pt x="669524" y="1313754"/>
                  </a:lnTo>
                  <a:lnTo>
                    <a:pt x="706719" y="1303570"/>
                  </a:lnTo>
                  <a:lnTo>
                    <a:pt x="743915" y="1232281"/>
                  </a:lnTo>
                  <a:lnTo>
                    <a:pt x="781111" y="1191544"/>
                  </a:lnTo>
                  <a:lnTo>
                    <a:pt x="818307" y="1089703"/>
                  </a:lnTo>
                  <a:lnTo>
                    <a:pt x="855503" y="1059150"/>
                  </a:lnTo>
                  <a:lnTo>
                    <a:pt x="892698" y="957309"/>
                  </a:lnTo>
                  <a:lnTo>
                    <a:pt x="929894" y="906388"/>
                  </a:lnTo>
                  <a:lnTo>
                    <a:pt x="967090" y="763810"/>
                  </a:lnTo>
                  <a:lnTo>
                    <a:pt x="1004286" y="723074"/>
                  </a:lnTo>
                  <a:lnTo>
                    <a:pt x="1041481" y="682337"/>
                  </a:lnTo>
                  <a:lnTo>
                    <a:pt x="1078677" y="661969"/>
                  </a:lnTo>
                  <a:lnTo>
                    <a:pt x="1115873" y="560127"/>
                  </a:lnTo>
                  <a:lnTo>
                    <a:pt x="1153069" y="529575"/>
                  </a:lnTo>
                  <a:lnTo>
                    <a:pt x="1190265" y="458286"/>
                  </a:lnTo>
                  <a:lnTo>
                    <a:pt x="1227460" y="427734"/>
                  </a:lnTo>
                  <a:lnTo>
                    <a:pt x="1264656" y="336076"/>
                  </a:lnTo>
                  <a:lnTo>
                    <a:pt x="1301852" y="305524"/>
                  </a:lnTo>
                  <a:lnTo>
                    <a:pt x="1339048" y="213867"/>
                  </a:lnTo>
                  <a:lnTo>
                    <a:pt x="1376244" y="173130"/>
                  </a:lnTo>
                  <a:lnTo>
                    <a:pt x="1413439" y="162946"/>
                  </a:lnTo>
                  <a:lnTo>
                    <a:pt x="1450635" y="142578"/>
                  </a:lnTo>
                  <a:lnTo>
                    <a:pt x="1487831" y="50920"/>
                  </a:lnTo>
                  <a:lnTo>
                    <a:pt x="1506429" y="40736"/>
                  </a:lnTo>
                  <a:lnTo>
                    <a:pt x="1599418" y="20368"/>
                  </a:lnTo>
                  <a:lnTo>
                    <a:pt x="1636614" y="10184"/>
                  </a:lnTo>
                  <a:lnTo>
                    <a:pt x="1748201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933388" y="789564"/>
              <a:ext cx="2380530" cy="2230464"/>
            </a:xfrm>
            <a:custGeom>
              <a:avLst/>
              <a:gdLst/>
              <a:ahLst/>
              <a:cxnLst/>
              <a:rect l="0" t="0" r="0" b="0"/>
              <a:pathLst>
                <a:path w="2380530" h="2230464">
                  <a:moveTo>
                    <a:pt x="0" y="2230464"/>
                  </a:moveTo>
                  <a:lnTo>
                    <a:pt x="74391" y="2220417"/>
                  </a:lnTo>
                  <a:lnTo>
                    <a:pt x="223174" y="2210370"/>
                  </a:lnTo>
                  <a:lnTo>
                    <a:pt x="247971" y="2200322"/>
                  </a:lnTo>
                  <a:lnTo>
                    <a:pt x="272769" y="2190275"/>
                  </a:lnTo>
                  <a:lnTo>
                    <a:pt x="297566" y="2180228"/>
                  </a:lnTo>
                  <a:lnTo>
                    <a:pt x="446349" y="2170181"/>
                  </a:lnTo>
                  <a:lnTo>
                    <a:pt x="520740" y="2140040"/>
                  </a:lnTo>
                  <a:lnTo>
                    <a:pt x="669524" y="2119945"/>
                  </a:lnTo>
                  <a:lnTo>
                    <a:pt x="694321" y="2109898"/>
                  </a:lnTo>
                  <a:lnTo>
                    <a:pt x="719118" y="2099851"/>
                  </a:lnTo>
                  <a:lnTo>
                    <a:pt x="743915" y="2049615"/>
                  </a:lnTo>
                  <a:lnTo>
                    <a:pt x="768712" y="2039568"/>
                  </a:lnTo>
                  <a:lnTo>
                    <a:pt x="843104" y="2029521"/>
                  </a:lnTo>
                  <a:lnTo>
                    <a:pt x="867901" y="1999380"/>
                  </a:lnTo>
                  <a:lnTo>
                    <a:pt x="892698" y="1949144"/>
                  </a:lnTo>
                  <a:lnTo>
                    <a:pt x="942293" y="1929050"/>
                  </a:lnTo>
                  <a:lnTo>
                    <a:pt x="967090" y="1898908"/>
                  </a:lnTo>
                  <a:lnTo>
                    <a:pt x="1016684" y="1868767"/>
                  </a:lnTo>
                  <a:lnTo>
                    <a:pt x="1041481" y="1818531"/>
                  </a:lnTo>
                  <a:lnTo>
                    <a:pt x="1066279" y="1808484"/>
                  </a:lnTo>
                  <a:lnTo>
                    <a:pt x="1091076" y="1798437"/>
                  </a:lnTo>
                  <a:lnTo>
                    <a:pt x="1115873" y="1697966"/>
                  </a:lnTo>
                  <a:lnTo>
                    <a:pt x="1165467" y="1677871"/>
                  </a:lnTo>
                  <a:lnTo>
                    <a:pt x="1190265" y="1637683"/>
                  </a:lnTo>
                  <a:lnTo>
                    <a:pt x="1215062" y="1617588"/>
                  </a:lnTo>
                  <a:lnTo>
                    <a:pt x="1239859" y="1607541"/>
                  </a:lnTo>
                  <a:lnTo>
                    <a:pt x="1264656" y="1456834"/>
                  </a:lnTo>
                  <a:lnTo>
                    <a:pt x="1289453" y="1406599"/>
                  </a:lnTo>
                  <a:lnTo>
                    <a:pt x="1314251" y="1376457"/>
                  </a:lnTo>
                  <a:lnTo>
                    <a:pt x="1339048" y="1265939"/>
                  </a:lnTo>
                  <a:lnTo>
                    <a:pt x="1363845" y="1245844"/>
                  </a:lnTo>
                  <a:lnTo>
                    <a:pt x="1388642" y="1215703"/>
                  </a:lnTo>
                  <a:lnTo>
                    <a:pt x="1413439" y="1105185"/>
                  </a:lnTo>
                  <a:lnTo>
                    <a:pt x="1438236" y="1085090"/>
                  </a:lnTo>
                  <a:lnTo>
                    <a:pt x="1487831" y="1024807"/>
                  </a:lnTo>
                  <a:lnTo>
                    <a:pt x="1512628" y="1014760"/>
                  </a:lnTo>
                  <a:lnTo>
                    <a:pt x="1562222" y="964525"/>
                  </a:lnTo>
                  <a:lnTo>
                    <a:pt x="1587020" y="954477"/>
                  </a:lnTo>
                  <a:lnTo>
                    <a:pt x="1611817" y="934383"/>
                  </a:lnTo>
                  <a:lnTo>
                    <a:pt x="1636614" y="864053"/>
                  </a:lnTo>
                  <a:lnTo>
                    <a:pt x="1661411" y="843959"/>
                  </a:lnTo>
                  <a:lnTo>
                    <a:pt x="1711006" y="793723"/>
                  </a:lnTo>
                  <a:lnTo>
                    <a:pt x="1760600" y="773629"/>
                  </a:lnTo>
                  <a:lnTo>
                    <a:pt x="1785397" y="723393"/>
                  </a:lnTo>
                  <a:lnTo>
                    <a:pt x="1810194" y="693252"/>
                  </a:lnTo>
                  <a:lnTo>
                    <a:pt x="1834992" y="683205"/>
                  </a:lnTo>
                  <a:lnTo>
                    <a:pt x="1859789" y="643016"/>
                  </a:lnTo>
                  <a:lnTo>
                    <a:pt x="1884586" y="632969"/>
                  </a:lnTo>
                  <a:lnTo>
                    <a:pt x="1909383" y="592781"/>
                  </a:lnTo>
                  <a:lnTo>
                    <a:pt x="1934180" y="512403"/>
                  </a:lnTo>
                  <a:lnTo>
                    <a:pt x="1983775" y="482262"/>
                  </a:lnTo>
                  <a:lnTo>
                    <a:pt x="2008572" y="452121"/>
                  </a:lnTo>
                  <a:lnTo>
                    <a:pt x="2058166" y="432026"/>
                  </a:lnTo>
                  <a:lnTo>
                    <a:pt x="2082963" y="411932"/>
                  </a:lnTo>
                  <a:lnTo>
                    <a:pt x="2132558" y="391838"/>
                  </a:lnTo>
                  <a:lnTo>
                    <a:pt x="2157355" y="301414"/>
                  </a:lnTo>
                  <a:lnTo>
                    <a:pt x="2206949" y="291366"/>
                  </a:lnTo>
                  <a:lnTo>
                    <a:pt x="2231747" y="100471"/>
                  </a:lnTo>
                  <a:lnTo>
                    <a:pt x="2306138" y="30141"/>
                  </a:lnTo>
                  <a:lnTo>
                    <a:pt x="2380530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658139" y="581369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658139" y="5253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658139" y="469344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658139" y="413331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1156563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1900478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2644394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338831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658139" y="609376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658139" y="553363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658139" y="497350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658139" y="441337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658139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784605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152852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227243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3016352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784605" y="3853251"/>
              <a:ext cx="818307" cy="1713332"/>
            </a:xfrm>
            <a:custGeom>
              <a:avLst/>
              <a:gdLst/>
              <a:ahLst/>
              <a:cxnLst/>
              <a:rect l="0" t="0" r="0" b="0"/>
              <a:pathLst>
                <a:path w="818307" h="1713332">
                  <a:moveTo>
                    <a:pt x="0" y="1713332"/>
                  </a:moveTo>
                  <a:lnTo>
                    <a:pt x="74391" y="1515640"/>
                  </a:lnTo>
                  <a:lnTo>
                    <a:pt x="148783" y="1317947"/>
                  </a:lnTo>
                  <a:lnTo>
                    <a:pt x="223174" y="988460"/>
                  </a:lnTo>
                  <a:lnTo>
                    <a:pt x="297566" y="790768"/>
                  </a:lnTo>
                  <a:lnTo>
                    <a:pt x="371957" y="658973"/>
                  </a:lnTo>
                  <a:lnTo>
                    <a:pt x="446349" y="527179"/>
                  </a:lnTo>
                  <a:lnTo>
                    <a:pt x="520740" y="329486"/>
                  </a:lnTo>
                  <a:lnTo>
                    <a:pt x="669524" y="197692"/>
                  </a:lnTo>
                  <a:lnTo>
                    <a:pt x="743915" y="65897"/>
                  </a:lnTo>
                  <a:lnTo>
                    <a:pt x="818307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784605" y="3853251"/>
              <a:ext cx="1785397" cy="2174614"/>
            </a:xfrm>
            <a:custGeom>
              <a:avLst/>
              <a:gdLst/>
              <a:ahLst/>
              <a:cxnLst/>
              <a:rect l="0" t="0" r="0" b="0"/>
              <a:pathLst>
                <a:path w="1785397" h="2174614">
                  <a:moveTo>
                    <a:pt x="0" y="2174614"/>
                  </a:moveTo>
                  <a:lnTo>
                    <a:pt x="37195" y="2108716"/>
                  </a:lnTo>
                  <a:lnTo>
                    <a:pt x="74391" y="1911024"/>
                  </a:lnTo>
                  <a:lnTo>
                    <a:pt x="148783" y="1713332"/>
                  </a:lnTo>
                  <a:lnTo>
                    <a:pt x="334762" y="1647434"/>
                  </a:lnTo>
                  <a:lnTo>
                    <a:pt x="371957" y="1515640"/>
                  </a:lnTo>
                  <a:lnTo>
                    <a:pt x="446349" y="1449742"/>
                  </a:lnTo>
                  <a:lnTo>
                    <a:pt x="520740" y="1383845"/>
                  </a:lnTo>
                  <a:lnTo>
                    <a:pt x="557936" y="1317947"/>
                  </a:lnTo>
                  <a:lnTo>
                    <a:pt x="595132" y="1252050"/>
                  </a:lnTo>
                  <a:lnTo>
                    <a:pt x="632328" y="1186153"/>
                  </a:lnTo>
                  <a:lnTo>
                    <a:pt x="669524" y="1054358"/>
                  </a:lnTo>
                  <a:lnTo>
                    <a:pt x="781111" y="988460"/>
                  </a:lnTo>
                  <a:lnTo>
                    <a:pt x="818307" y="922563"/>
                  </a:lnTo>
                  <a:lnTo>
                    <a:pt x="892698" y="790768"/>
                  </a:lnTo>
                  <a:lnTo>
                    <a:pt x="1041481" y="724871"/>
                  </a:lnTo>
                  <a:lnTo>
                    <a:pt x="1153069" y="593076"/>
                  </a:lnTo>
                  <a:lnTo>
                    <a:pt x="1190265" y="527179"/>
                  </a:lnTo>
                  <a:lnTo>
                    <a:pt x="1264656" y="461281"/>
                  </a:lnTo>
                  <a:lnTo>
                    <a:pt x="1301852" y="395384"/>
                  </a:lnTo>
                  <a:lnTo>
                    <a:pt x="1376244" y="329486"/>
                  </a:lnTo>
                  <a:lnTo>
                    <a:pt x="1450635" y="263589"/>
                  </a:lnTo>
                  <a:lnTo>
                    <a:pt x="1525027" y="197692"/>
                  </a:lnTo>
                  <a:lnTo>
                    <a:pt x="1562222" y="131794"/>
                  </a:lnTo>
                  <a:lnTo>
                    <a:pt x="1748201" y="65897"/>
                  </a:lnTo>
                  <a:lnTo>
                    <a:pt x="1785397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784605" y="3853251"/>
              <a:ext cx="1785397" cy="1911024"/>
            </a:xfrm>
            <a:custGeom>
              <a:avLst/>
              <a:gdLst/>
              <a:ahLst/>
              <a:cxnLst/>
              <a:rect l="0" t="0" r="0" b="0"/>
              <a:pathLst>
                <a:path w="1785397" h="1911024">
                  <a:moveTo>
                    <a:pt x="0" y="1911024"/>
                  </a:moveTo>
                  <a:lnTo>
                    <a:pt x="74391" y="1779229"/>
                  </a:lnTo>
                  <a:lnTo>
                    <a:pt x="111587" y="1713332"/>
                  </a:lnTo>
                  <a:lnTo>
                    <a:pt x="148783" y="1581537"/>
                  </a:lnTo>
                  <a:lnTo>
                    <a:pt x="223174" y="1515640"/>
                  </a:lnTo>
                  <a:lnTo>
                    <a:pt x="297566" y="1449742"/>
                  </a:lnTo>
                  <a:lnTo>
                    <a:pt x="371957" y="1383845"/>
                  </a:lnTo>
                  <a:lnTo>
                    <a:pt x="446349" y="1317947"/>
                  </a:lnTo>
                  <a:lnTo>
                    <a:pt x="483545" y="1252050"/>
                  </a:lnTo>
                  <a:lnTo>
                    <a:pt x="595132" y="1120255"/>
                  </a:lnTo>
                  <a:lnTo>
                    <a:pt x="669524" y="1054358"/>
                  </a:lnTo>
                  <a:lnTo>
                    <a:pt x="743915" y="922563"/>
                  </a:lnTo>
                  <a:lnTo>
                    <a:pt x="818307" y="790768"/>
                  </a:lnTo>
                  <a:lnTo>
                    <a:pt x="855503" y="724871"/>
                  </a:lnTo>
                  <a:lnTo>
                    <a:pt x="967090" y="658973"/>
                  </a:lnTo>
                  <a:lnTo>
                    <a:pt x="1115873" y="461281"/>
                  </a:lnTo>
                  <a:lnTo>
                    <a:pt x="1190265" y="329486"/>
                  </a:lnTo>
                  <a:lnTo>
                    <a:pt x="1264656" y="263589"/>
                  </a:lnTo>
                  <a:lnTo>
                    <a:pt x="1339048" y="197692"/>
                  </a:lnTo>
                  <a:lnTo>
                    <a:pt x="1599418" y="131794"/>
                  </a:lnTo>
                  <a:lnTo>
                    <a:pt x="1636614" y="65897"/>
                  </a:lnTo>
                  <a:lnTo>
                    <a:pt x="1785397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784605" y="3853251"/>
              <a:ext cx="2529313" cy="2108716"/>
            </a:xfrm>
            <a:custGeom>
              <a:avLst/>
              <a:gdLst/>
              <a:ahLst/>
              <a:cxnLst/>
              <a:rect l="0" t="0" r="0" b="0"/>
              <a:pathLst>
                <a:path w="2529313" h="2108716">
                  <a:moveTo>
                    <a:pt x="0" y="2108716"/>
                  </a:moveTo>
                  <a:lnTo>
                    <a:pt x="74391" y="2042819"/>
                  </a:lnTo>
                  <a:lnTo>
                    <a:pt x="99188" y="1976921"/>
                  </a:lnTo>
                  <a:lnTo>
                    <a:pt x="272769" y="1911024"/>
                  </a:lnTo>
                  <a:lnTo>
                    <a:pt x="347160" y="1845127"/>
                  </a:lnTo>
                  <a:lnTo>
                    <a:pt x="396755" y="1779229"/>
                  </a:lnTo>
                  <a:lnTo>
                    <a:pt x="495943" y="1713332"/>
                  </a:lnTo>
                  <a:lnTo>
                    <a:pt x="520740" y="1647434"/>
                  </a:lnTo>
                  <a:lnTo>
                    <a:pt x="644726" y="1581537"/>
                  </a:lnTo>
                  <a:lnTo>
                    <a:pt x="669524" y="1515640"/>
                  </a:lnTo>
                  <a:lnTo>
                    <a:pt x="719118" y="1449742"/>
                  </a:lnTo>
                  <a:lnTo>
                    <a:pt x="768712" y="1383845"/>
                  </a:lnTo>
                  <a:lnTo>
                    <a:pt x="818307" y="1317947"/>
                  </a:lnTo>
                  <a:lnTo>
                    <a:pt x="867901" y="1252050"/>
                  </a:lnTo>
                  <a:lnTo>
                    <a:pt x="892698" y="1186153"/>
                  </a:lnTo>
                  <a:lnTo>
                    <a:pt x="942293" y="1120255"/>
                  </a:lnTo>
                  <a:lnTo>
                    <a:pt x="1115873" y="988460"/>
                  </a:lnTo>
                  <a:lnTo>
                    <a:pt x="1264656" y="856666"/>
                  </a:lnTo>
                  <a:lnTo>
                    <a:pt x="1413439" y="790768"/>
                  </a:lnTo>
                  <a:lnTo>
                    <a:pt x="1487831" y="724871"/>
                  </a:lnTo>
                  <a:lnTo>
                    <a:pt x="1711006" y="658973"/>
                  </a:lnTo>
                  <a:lnTo>
                    <a:pt x="1859789" y="593076"/>
                  </a:lnTo>
                  <a:lnTo>
                    <a:pt x="1909383" y="527179"/>
                  </a:lnTo>
                  <a:lnTo>
                    <a:pt x="1958977" y="461281"/>
                  </a:lnTo>
                  <a:lnTo>
                    <a:pt x="2058166" y="395384"/>
                  </a:lnTo>
                  <a:lnTo>
                    <a:pt x="2082963" y="329486"/>
                  </a:lnTo>
                  <a:lnTo>
                    <a:pt x="2231747" y="263589"/>
                  </a:lnTo>
                  <a:lnTo>
                    <a:pt x="2306138" y="131794"/>
                  </a:lnTo>
                  <a:lnTo>
                    <a:pt x="2380530" y="65897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3541604" y="275001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3541604" y="21898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3541604" y="1629756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3541604" y="106962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4076024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4891931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5707839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3541604" y="30300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3541604" y="246994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3541604" y="1909820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541604" y="134969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3541604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3668070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4483977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529988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6115792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3668070" y="789564"/>
              <a:ext cx="815907" cy="2095962"/>
            </a:xfrm>
            <a:custGeom>
              <a:avLst/>
              <a:gdLst/>
              <a:ahLst/>
              <a:cxnLst/>
              <a:rect l="0" t="0" r="0" b="0"/>
              <a:pathLst>
                <a:path w="815907" h="2095962">
                  <a:moveTo>
                    <a:pt x="0" y="2095962"/>
                  </a:moveTo>
                  <a:lnTo>
                    <a:pt x="81590" y="2023687"/>
                  </a:lnTo>
                  <a:lnTo>
                    <a:pt x="163181" y="1517765"/>
                  </a:lnTo>
                  <a:lnTo>
                    <a:pt x="244772" y="867294"/>
                  </a:lnTo>
                  <a:lnTo>
                    <a:pt x="326363" y="650471"/>
                  </a:lnTo>
                  <a:lnTo>
                    <a:pt x="407953" y="433647"/>
                  </a:lnTo>
                  <a:lnTo>
                    <a:pt x="489544" y="289098"/>
                  </a:lnTo>
                  <a:lnTo>
                    <a:pt x="571135" y="216823"/>
                  </a:lnTo>
                  <a:lnTo>
                    <a:pt x="734316" y="144549"/>
                  </a:lnTo>
                  <a:lnTo>
                    <a:pt x="815907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3749661" y="789564"/>
              <a:ext cx="1794996" cy="2168236"/>
            </a:xfrm>
            <a:custGeom>
              <a:avLst/>
              <a:gdLst/>
              <a:ahLst/>
              <a:cxnLst/>
              <a:rect l="0" t="0" r="0" b="0"/>
              <a:pathLst>
                <a:path w="1794996" h="2168236">
                  <a:moveTo>
                    <a:pt x="0" y="2168236"/>
                  </a:moveTo>
                  <a:lnTo>
                    <a:pt x="81590" y="2095962"/>
                  </a:lnTo>
                  <a:lnTo>
                    <a:pt x="326363" y="2023687"/>
                  </a:lnTo>
                  <a:lnTo>
                    <a:pt x="367158" y="1951413"/>
                  </a:lnTo>
                  <a:lnTo>
                    <a:pt x="407953" y="1879138"/>
                  </a:lnTo>
                  <a:lnTo>
                    <a:pt x="530339" y="1806864"/>
                  </a:lnTo>
                  <a:lnTo>
                    <a:pt x="571135" y="1734589"/>
                  </a:lnTo>
                  <a:lnTo>
                    <a:pt x="611930" y="1517765"/>
                  </a:lnTo>
                  <a:lnTo>
                    <a:pt x="693521" y="1445491"/>
                  </a:lnTo>
                  <a:lnTo>
                    <a:pt x="734316" y="1156393"/>
                  </a:lnTo>
                  <a:lnTo>
                    <a:pt x="775112" y="939569"/>
                  </a:lnTo>
                  <a:lnTo>
                    <a:pt x="815907" y="867294"/>
                  </a:lnTo>
                  <a:lnTo>
                    <a:pt x="856702" y="795020"/>
                  </a:lnTo>
                  <a:lnTo>
                    <a:pt x="897498" y="722745"/>
                  </a:lnTo>
                  <a:lnTo>
                    <a:pt x="979089" y="650471"/>
                  </a:lnTo>
                  <a:lnTo>
                    <a:pt x="1019884" y="578196"/>
                  </a:lnTo>
                  <a:lnTo>
                    <a:pt x="1101475" y="505921"/>
                  </a:lnTo>
                  <a:lnTo>
                    <a:pt x="1142270" y="361372"/>
                  </a:lnTo>
                  <a:lnTo>
                    <a:pt x="1305452" y="289098"/>
                  </a:lnTo>
                  <a:lnTo>
                    <a:pt x="1346247" y="216823"/>
                  </a:lnTo>
                  <a:lnTo>
                    <a:pt x="1468633" y="144549"/>
                  </a:lnTo>
                  <a:lnTo>
                    <a:pt x="1550224" y="72274"/>
                  </a:lnTo>
                  <a:lnTo>
                    <a:pt x="1794996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3749661" y="789564"/>
              <a:ext cx="1631815" cy="2168236"/>
            </a:xfrm>
            <a:custGeom>
              <a:avLst/>
              <a:gdLst/>
              <a:ahLst/>
              <a:cxnLst/>
              <a:rect l="0" t="0" r="0" b="0"/>
              <a:pathLst>
                <a:path w="1631815" h="2168236">
                  <a:moveTo>
                    <a:pt x="0" y="2168236"/>
                  </a:moveTo>
                  <a:lnTo>
                    <a:pt x="163181" y="2023687"/>
                  </a:lnTo>
                  <a:lnTo>
                    <a:pt x="244772" y="1806864"/>
                  </a:lnTo>
                  <a:lnTo>
                    <a:pt x="326363" y="1662314"/>
                  </a:lnTo>
                  <a:lnTo>
                    <a:pt x="407953" y="1517765"/>
                  </a:lnTo>
                  <a:lnTo>
                    <a:pt x="489544" y="1445491"/>
                  </a:lnTo>
                  <a:lnTo>
                    <a:pt x="571135" y="1373216"/>
                  </a:lnTo>
                  <a:lnTo>
                    <a:pt x="652726" y="1011843"/>
                  </a:lnTo>
                  <a:lnTo>
                    <a:pt x="734316" y="867294"/>
                  </a:lnTo>
                  <a:lnTo>
                    <a:pt x="815907" y="722745"/>
                  </a:lnTo>
                  <a:lnTo>
                    <a:pt x="856702" y="578196"/>
                  </a:lnTo>
                  <a:lnTo>
                    <a:pt x="897498" y="361372"/>
                  </a:lnTo>
                  <a:lnTo>
                    <a:pt x="979089" y="289098"/>
                  </a:lnTo>
                  <a:lnTo>
                    <a:pt x="1019884" y="216823"/>
                  </a:lnTo>
                  <a:lnTo>
                    <a:pt x="1060679" y="144549"/>
                  </a:lnTo>
                  <a:lnTo>
                    <a:pt x="1142270" y="72274"/>
                  </a:lnTo>
                  <a:lnTo>
                    <a:pt x="1631815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3749661" y="789564"/>
              <a:ext cx="2447722" cy="2168236"/>
            </a:xfrm>
            <a:custGeom>
              <a:avLst/>
              <a:gdLst/>
              <a:ahLst/>
              <a:cxnLst/>
              <a:rect l="0" t="0" r="0" b="0"/>
              <a:pathLst>
                <a:path w="2447722" h="2168236">
                  <a:moveTo>
                    <a:pt x="0" y="2168236"/>
                  </a:moveTo>
                  <a:lnTo>
                    <a:pt x="27196" y="2095962"/>
                  </a:lnTo>
                  <a:lnTo>
                    <a:pt x="299166" y="2023687"/>
                  </a:lnTo>
                  <a:lnTo>
                    <a:pt x="924695" y="1879138"/>
                  </a:lnTo>
                  <a:lnTo>
                    <a:pt x="1142270" y="1734589"/>
                  </a:lnTo>
                  <a:lnTo>
                    <a:pt x="1196664" y="1662314"/>
                  </a:lnTo>
                  <a:lnTo>
                    <a:pt x="1223861" y="1590040"/>
                  </a:lnTo>
                  <a:lnTo>
                    <a:pt x="1305452" y="1445491"/>
                  </a:lnTo>
                  <a:lnTo>
                    <a:pt x="1332648" y="1373216"/>
                  </a:lnTo>
                  <a:lnTo>
                    <a:pt x="1359845" y="1300942"/>
                  </a:lnTo>
                  <a:lnTo>
                    <a:pt x="1387042" y="1228667"/>
                  </a:lnTo>
                  <a:lnTo>
                    <a:pt x="1468633" y="1084118"/>
                  </a:lnTo>
                  <a:lnTo>
                    <a:pt x="1550224" y="939569"/>
                  </a:lnTo>
                  <a:lnTo>
                    <a:pt x="1577421" y="867294"/>
                  </a:lnTo>
                  <a:lnTo>
                    <a:pt x="1604618" y="795020"/>
                  </a:lnTo>
                  <a:lnTo>
                    <a:pt x="1713405" y="722745"/>
                  </a:lnTo>
                  <a:lnTo>
                    <a:pt x="1876587" y="650471"/>
                  </a:lnTo>
                  <a:lnTo>
                    <a:pt x="1958178" y="505921"/>
                  </a:lnTo>
                  <a:lnTo>
                    <a:pt x="2012571" y="433647"/>
                  </a:lnTo>
                  <a:lnTo>
                    <a:pt x="2121359" y="361372"/>
                  </a:lnTo>
                  <a:lnTo>
                    <a:pt x="2202950" y="289098"/>
                  </a:lnTo>
                  <a:lnTo>
                    <a:pt x="2257344" y="216823"/>
                  </a:lnTo>
                  <a:lnTo>
                    <a:pt x="2284541" y="144549"/>
                  </a:lnTo>
                  <a:lnTo>
                    <a:pt x="2447722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3541604" y="581369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3541604" y="5253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3541604" y="469344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3541604" y="413331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4040028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4783943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5527859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6271775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3541604" y="609376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3541604" y="553363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3541604" y="497350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3541604" y="441337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3541604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366807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441198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5155901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5899817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3668070" y="3853251"/>
              <a:ext cx="1041481" cy="1983403"/>
            </a:xfrm>
            <a:custGeom>
              <a:avLst/>
              <a:gdLst/>
              <a:ahLst/>
              <a:cxnLst/>
              <a:rect l="0" t="0" r="0" b="0"/>
              <a:pathLst>
                <a:path w="1041481" h="1983403">
                  <a:moveTo>
                    <a:pt x="0" y="1983403"/>
                  </a:moveTo>
                  <a:lnTo>
                    <a:pt x="74391" y="1763025"/>
                  </a:lnTo>
                  <a:lnTo>
                    <a:pt x="148783" y="1579376"/>
                  </a:lnTo>
                  <a:lnTo>
                    <a:pt x="223174" y="1138620"/>
                  </a:lnTo>
                  <a:lnTo>
                    <a:pt x="297566" y="954972"/>
                  </a:lnTo>
                  <a:lnTo>
                    <a:pt x="371957" y="771323"/>
                  </a:lnTo>
                  <a:lnTo>
                    <a:pt x="446349" y="514215"/>
                  </a:lnTo>
                  <a:lnTo>
                    <a:pt x="520740" y="404026"/>
                  </a:lnTo>
                  <a:lnTo>
                    <a:pt x="595132" y="367296"/>
                  </a:lnTo>
                  <a:lnTo>
                    <a:pt x="743915" y="293837"/>
                  </a:lnTo>
                  <a:lnTo>
                    <a:pt x="818307" y="183648"/>
                  </a:lnTo>
                  <a:lnTo>
                    <a:pt x="892698" y="36729"/>
                  </a:lnTo>
                  <a:lnTo>
                    <a:pt x="1041481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3779657" y="3853251"/>
              <a:ext cx="2268942" cy="2167052"/>
            </a:xfrm>
            <a:custGeom>
              <a:avLst/>
              <a:gdLst/>
              <a:ahLst/>
              <a:cxnLst/>
              <a:rect l="0" t="0" r="0" b="0"/>
              <a:pathLst>
                <a:path w="2268942" h="2167052">
                  <a:moveTo>
                    <a:pt x="0" y="2167052"/>
                  </a:moveTo>
                  <a:lnTo>
                    <a:pt x="74391" y="2130322"/>
                  </a:lnTo>
                  <a:lnTo>
                    <a:pt x="148783" y="2093592"/>
                  </a:lnTo>
                  <a:lnTo>
                    <a:pt x="223174" y="2020133"/>
                  </a:lnTo>
                  <a:lnTo>
                    <a:pt x="260370" y="1983403"/>
                  </a:lnTo>
                  <a:lnTo>
                    <a:pt x="297566" y="1909944"/>
                  </a:lnTo>
                  <a:lnTo>
                    <a:pt x="334762" y="1836484"/>
                  </a:lnTo>
                  <a:lnTo>
                    <a:pt x="371957" y="1799755"/>
                  </a:lnTo>
                  <a:lnTo>
                    <a:pt x="409153" y="1726295"/>
                  </a:lnTo>
                  <a:lnTo>
                    <a:pt x="446349" y="1689566"/>
                  </a:lnTo>
                  <a:lnTo>
                    <a:pt x="483545" y="1616106"/>
                  </a:lnTo>
                  <a:lnTo>
                    <a:pt x="520740" y="1542647"/>
                  </a:lnTo>
                  <a:lnTo>
                    <a:pt x="632328" y="1395728"/>
                  </a:lnTo>
                  <a:lnTo>
                    <a:pt x="706719" y="1285539"/>
                  </a:lnTo>
                  <a:lnTo>
                    <a:pt x="743915" y="1248809"/>
                  </a:lnTo>
                  <a:lnTo>
                    <a:pt x="781111" y="1175350"/>
                  </a:lnTo>
                  <a:lnTo>
                    <a:pt x="818307" y="1138620"/>
                  </a:lnTo>
                  <a:lnTo>
                    <a:pt x="855503" y="1028431"/>
                  </a:lnTo>
                  <a:lnTo>
                    <a:pt x="929894" y="991701"/>
                  </a:lnTo>
                  <a:lnTo>
                    <a:pt x="967090" y="881512"/>
                  </a:lnTo>
                  <a:lnTo>
                    <a:pt x="1004286" y="808053"/>
                  </a:lnTo>
                  <a:lnTo>
                    <a:pt x="1041481" y="734593"/>
                  </a:lnTo>
                  <a:lnTo>
                    <a:pt x="1078677" y="661134"/>
                  </a:lnTo>
                  <a:lnTo>
                    <a:pt x="1115873" y="624404"/>
                  </a:lnTo>
                  <a:lnTo>
                    <a:pt x="1190265" y="587675"/>
                  </a:lnTo>
                  <a:lnTo>
                    <a:pt x="1264656" y="550945"/>
                  </a:lnTo>
                  <a:lnTo>
                    <a:pt x="1301852" y="477486"/>
                  </a:lnTo>
                  <a:lnTo>
                    <a:pt x="1339048" y="404026"/>
                  </a:lnTo>
                  <a:lnTo>
                    <a:pt x="1376244" y="367296"/>
                  </a:lnTo>
                  <a:lnTo>
                    <a:pt x="1562222" y="330567"/>
                  </a:lnTo>
                  <a:lnTo>
                    <a:pt x="1599418" y="293837"/>
                  </a:lnTo>
                  <a:lnTo>
                    <a:pt x="1711006" y="257107"/>
                  </a:lnTo>
                  <a:lnTo>
                    <a:pt x="1748201" y="220378"/>
                  </a:lnTo>
                  <a:lnTo>
                    <a:pt x="1859789" y="146918"/>
                  </a:lnTo>
                  <a:lnTo>
                    <a:pt x="1896984" y="110189"/>
                  </a:lnTo>
                  <a:lnTo>
                    <a:pt x="1971376" y="36729"/>
                  </a:lnTo>
                  <a:lnTo>
                    <a:pt x="2268942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3668070" y="3853251"/>
              <a:ext cx="1859789" cy="2088612"/>
            </a:xfrm>
            <a:custGeom>
              <a:avLst/>
              <a:gdLst/>
              <a:ahLst/>
              <a:cxnLst/>
              <a:rect l="0" t="0" r="0" b="0"/>
              <a:pathLst>
                <a:path w="1859789" h="2088612">
                  <a:moveTo>
                    <a:pt x="0" y="2088612"/>
                  </a:moveTo>
                  <a:lnTo>
                    <a:pt x="37195" y="2050637"/>
                  </a:lnTo>
                  <a:lnTo>
                    <a:pt x="74391" y="1936713"/>
                  </a:lnTo>
                  <a:lnTo>
                    <a:pt x="148783" y="1822788"/>
                  </a:lnTo>
                  <a:lnTo>
                    <a:pt x="223174" y="1708864"/>
                  </a:lnTo>
                  <a:lnTo>
                    <a:pt x="371957" y="1632915"/>
                  </a:lnTo>
                  <a:lnTo>
                    <a:pt x="446349" y="1481016"/>
                  </a:lnTo>
                  <a:lnTo>
                    <a:pt x="520740" y="1329116"/>
                  </a:lnTo>
                  <a:lnTo>
                    <a:pt x="557936" y="1291142"/>
                  </a:lnTo>
                  <a:lnTo>
                    <a:pt x="595132" y="1253167"/>
                  </a:lnTo>
                  <a:lnTo>
                    <a:pt x="632328" y="1215192"/>
                  </a:lnTo>
                  <a:lnTo>
                    <a:pt x="669524" y="1025318"/>
                  </a:lnTo>
                  <a:lnTo>
                    <a:pt x="743915" y="911394"/>
                  </a:lnTo>
                  <a:lnTo>
                    <a:pt x="781111" y="873419"/>
                  </a:lnTo>
                  <a:lnTo>
                    <a:pt x="818307" y="759495"/>
                  </a:lnTo>
                  <a:lnTo>
                    <a:pt x="892698" y="721520"/>
                  </a:lnTo>
                  <a:lnTo>
                    <a:pt x="967090" y="683545"/>
                  </a:lnTo>
                  <a:lnTo>
                    <a:pt x="1041481" y="531646"/>
                  </a:lnTo>
                  <a:lnTo>
                    <a:pt x="1115873" y="455697"/>
                  </a:lnTo>
                  <a:lnTo>
                    <a:pt x="1190265" y="379747"/>
                  </a:lnTo>
                  <a:lnTo>
                    <a:pt x="1339048" y="303798"/>
                  </a:lnTo>
                  <a:lnTo>
                    <a:pt x="1450635" y="265823"/>
                  </a:lnTo>
                  <a:lnTo>
                    <a:pt x="1487831" y="227848"/>
                  </a:lnTo>
                  <a:lnTo>
                    <a:pt x="1636614" y="151899"/>
                  </a:lnTo>
                  <a:lnTo>
                    <a:pt x="1673810" y="113924"/>
                  </a:lnTo>
                  <a:lnTo>
                    <a:pt x="1711006" y="37974"/>
                  </a:lnTo>
                  <a:lnTo>
                    <a:pt x="1859789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3668070" y="3853251"/>
              <a:ext cx="2529313" cy="2167052"/>
            </a:xfrm>
            <a:custGeom>
              <a:avLst/>
              <a:gdLst/>
              <a:ahLst/>
              <a:cxnLst/>
              <a:rect l="0" t="0" r="0" b="0"/>
              <a:pathLst>
                <a:path w="2529313" h="2167052">
                  <a:moveTo>
                    <a:pt x="0" y="2167052"/>
                  </a:moveTo>
                  <a:lnTo>
                    <a:pt x="347160" y="2130322"/>
                  </a:lnTo>
                  <a:lnTo>
                    <a:pt x="371957" y="2056862"/>
                  </a:lnTo>
                  <a:lnTo>
                    <a:pt x="446349" y="1983403"/>
                  </a:lnTo>
                  <a:lnTo>
                    <a:pt x="495943" y="1946673"/>
                  </a:lnTo>
                  <a:lnTo>
                    <a:pt x="595132" y="1909944"/>
                  </a:lnTo>
                  <a:lnTo>
                    <a:pt x="619929" y="1873214"/>
                  </a:lnTo>
                  <a:lnTo>
                    <a:pt x="818307" y="1799755"/>
                  </a:lnTo>
                  <a:lnTo>
                    <a:pt x="843104" y="1763025"/>
                  </a:lnTo>
                  <a:lnTo>
                    <a:pt x="892698" y="1689566"/>
                  </a:lnTo>
                  <a:lnTo>
                    <a:pt x="967090" y="1616106"/>
                  </a:lnTo>
                  <a:lnTo>
                    <a:pt x="991887" y="1542647"/>
                  </a:lnTo>
                  <a:lnTo>
                    <a:pt x="1041481" y="1395728"/>
                  </a:lnTo>
                  <a:lnTo>
                    <a:pt x="1091076" y="1358998"/>
                  </a:lnTo>
                  <a:lnTo>
                    <a:pt x="1115873" y="1248809"/>
                  </a:lnTo>
                  <a:lnTo>
                    <a:pt x="1239859" y="1212079"/>
                  </a:lnTo>
                  <a:lnTo>
                    <a:pt x="1264656" y="1175350"/>
                  </a:lnTo>
                  <a:lnTo>
                    <a:pt x="1339048" y="1028431"/>
                  </a:lnTo>
                  <a:lnTo>
                    <a:pt x="1413439" y="991701"/>
                  </a:lnTo>
                  <a:lnTo>
                    <a:pt x="1487831" y="881512"/>
                  </a:lnTo>
                  <a:lnTo>
                    <a:pt x="1512628" y="844783"/>
                  </a:lnTo>
                  <a:lnTo>
                    <a:pt x="1562222" y="808053"/>
                  </a:lnTo>
                  <a:lnTo>
                    <a:pt x="1611817" y="771323"/>
                  </a:lnTo>
                  <a:lnTo>
                    <a:pt x="1636614" y="734593"/>
                  </a:lnTo>
                  <a:lnTo>
                    <a:pt x="1735803" y="661134"/>
                  </a:lnTo>
                  <a:lnTo>
                    <a:pt x="1760600" y="624404"/>
                  </a:lnTo>
                  <a:lnTo>
                    <a:pt x="1785397" y="587675"/>
                  </a:lnTo>
                  <a:lnTo>
                    <a:pt x="1909383" y="550945"/>
                  </a:lnTo>
                  <a:lnTo>
                    <a:pt x="1934180" y="514215"/>
                  </a:lnTo>
                  <a:lnTo>
                    <a:pt x="2008572" y="440756"/>
                  </a:lnTo>
                  <a:lnTo>
                    <a:pt x="2082963" y="367296"/>
                  </a:lnTo>
                  <a:lnTo>
                    <a:pt x="2182152" y="330567"/>
                  </a:lnTo>
                  <a:lnTo>
                    <a:pt x="2355733" y="293837"/>
                  </a:lnTo>
                  <a:lnTo>
                    <a:pt x="2380530" y="146918"/>
                  </a:lnTo>
                  <a:lnTo>
                    <a:pt x="2454921" y="36729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6425069" y="275001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6425069" y="21898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6425069" y="1629756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6425069" y="106962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6946740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7737151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8527561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6425069" y="30300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6425069" y="246994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6425069" y="1909820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8"/>
            <p:cNvSpPr/>
            <p:nvPr/>
          </p:nvSpPr>
          <p:spPr>
            <a:xfrm>
              <a:off x="6425069" y="134969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9"/>
            <p:cNvSpPr/>
            <p:nvPr/>
          </p:nvSpPr>
          <p:spPr>
            <a:xfrm>
              <a:off x="6425069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655153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7341945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8132356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8922766" y="678041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6551535" y="789564"/>
              <a:ext cx="790410" cy="1575359"/>
            </a:xfrm>
            <a:custGeom>
              <a:avLst/>
              <a:gdLst/>
              <a:ahLst/>
              <a:cxnLst/>
              <a:rect l="0" t="0" r="0" b="0"/>
              <a:pathLst>
                <a:path w="790410" h="1575359">
                  <a:moveTo>
                    <a:pt x="0" y="1575359"/>
                  </a:moveTo>
                  <a:lnTo>
                    <a:pt x="79041" y="910207"/>
                  </a:lnTo>
                  <a:lnTo>
                    <a:pt x="158082" y="560127"/>
                  </a:lnTo>
                  <a:lnTo>
                    <a:pt x="237123" y="315071"/>
                  </a:lnTo>
                  <a:lnTo>
                    <a:pt x="316164" y="140031"/>
                  </a:lnTo>
                  <a:lnTo>
                    <a:pt x="395205" y="70015"/>
                  </a:lnTo>
                  <a:lnTo>
                    <a:pt x="474246" y="35007"/>
                  </a:lnTo>
                  <a:lnTo>
                    <a:pt x="790410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6551535" y="789564"/>
              <a:ext cx="1936505" cy="2135487"/>
            </a:xfrm>
            <a:custGeom>
              <a:avLst/>
              <a:gdLst/>
              <a:ahLst/>
              <a:cxnLst/>
              <a:rect l="0" t="0" r="0" b="0"/>
              <a:pathLst>
                <a:path w="1936505" h="2135487">
                  <a:moveTo>
                    <a:pt x="0" y="2135487"/>
                  </a:moveTo>
                  <a:lnTo>
                    <a:pt x="39520" y="2100479"/>
                  </a:lnTo>
                  <a:lnTo>
                    <a:pt x="79041" y="1995455"/>
                  </a:lnTo>
                  <a:lnTo>
                    <a:pt x="158082" y="1855423"/>
                  </a:lnTo>
                  <a:lnTo>
                    <a:pt x="197602" y="1715391"/>
                  </a:lnTo>
                  <a:lnTo>
                    <a:pt x="237123" y="1680383"/>
                  </a:lnTo>
                  <a:lnTo>
                    <a:pt x="276643" y="1540351"/>
                  </a:lnTo>
                  <a:lnTo>
                    <a:pt x="316164" y="1505343"/>
                  </a:lnTo>
                  <a:lnTo>
                    <a:pt x="355684" y="1400319"/>
                  </a:lnTo>
                  <a:lnTo>
                    <a:pt x="395205" y="1225279"/>
                  </a:lnTo>
                  <a:lnTo>
                    <a:pt x="434725" y="1085247"/>
                  </a:lnTo>
                  <a:lnTo>
                    <a:pt x="474246" y="1050239"/>
                  </a:lnTo>
                  <a:lnTo>
                    <a:pt x="513766" y="980223"/>
                  </a:lnTo>
                  <a:lnTo>
                    <a:pt x="553287" y="805183"/>
                  </a:lnTo>
                  <a:lnTo>
                    <a:pt x="592807" y="665151"/>
                  </a:lnTo>
                  <a:lnTo>
                    <a:pt x="632328" y="630143"/>
                  </a:lnTo>
                  <a:lnTo>
                    <a:pt x="671848" y="525119"/>
                  </a:lnTo>
                  <a:lnTo>
                    <a:pt x="711369" y="420095"/>
                  </a:lnTo>
                  <a:lnTo>
                    <a:pt x="869451" y="315071"/>
                  </a:lnTo>
                  <a:lnTo>
                    <a:pt x="948492" y="245055"/>
                  </a:lnTo>
                  <a:lnTo>
                    <a:pt x="1106574" y="210047"/>
                  </a:lnTo>
                  <a:lnTo>
                    <a:pt x="1146095" y="175039"/>
                  </a:lnTo>
                  <a:lnTo>
                    <a:pt x="1264656" y="140031"/>
                  </a:lnTo>
                  <a:lnTo>
                    <a:pt x="1304177" y="70015"/>
                  </a:lnTo>
                  <a:lnTo>
                    <a:pt x="1422738" y="35007"/>
                  </a:lnTo>
                  <a:lnTo>
                    <a:pt x="1936505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6551535" y="789564"/>
              <a:ext cx="1580820" cy="2135487"/>
            </a:xfrm>
            <a:custGeom>
              <a:avLst/>
              <a:gdLst/>
              <a:ahLst/>
              <a:cxnLst/>
              <a:rect l="0" t="0" r="0" b="0"/>
              <a:pathLst>
                <a:path w="1580820" h="2135487">
                  <a:moveTo>
                    <a:pt x="0" y="2135487"/>
                  </a:moveTo>
                  <a:lnTo>
                    <a:pt x="39520" y="2065471"/>
                  </a:lnTo>
                  <a:lnTo>
                    <a:pt x="79041" y="2030463"/>
                  </a:lnTo>
                  <a:lnTo>
                    <a:pt x="118561" y="1995455"/>
                  </a:lnTo>
                  <a:lnTo>
                    <a:pt x="158082" y="1890431"/>
                  </a:lnTo>
                  <a:lnTo>
                    <a:pt x="197602" y="1750399"/>
                  </a:lnTo>
                  <a:lnTo>
                    <a:pt x="237123" y="1610367"/>
                  </a:lnTo>
                  <a:lnTo>
                    <a:pt x="316164" y="1540351"/>
                  </a:lnTo>
                  <a:lnTo>
                    <a:pt x="355684" y="1505343"/>
                  </a:lnTo>
                  <a:lnTo>
                    <a:pt x="395205" y="1400319"/>
                  </a:lnTo>
                  <a:lnTo>
                    <a:pt x="434725" y="1365311"/>
                  </a:lnTo>
                  <a:lnTo>
                    <a:pt x="474246" y="1155263"/>
                  </a:lnTo>
                  <a:lnTo>
                    <a:pt x="553287" y="1085247"/>
                  </a:lnTo>
                  <a:lnTo>
                    <a:pt x="592807" y="1015231"/>
                  </a:lnTo>
                  <a:lnTo>
                    <a:pt x="632328" y="910207"/>
                  </a:lnTo>
                  <a:lnTo>
                    <a:pt x="671848" y="875199"/>
                  </a:lnTo>
                  <a:lnTo>
                    <a:pt x="711369" y="770175"/>
                  </a:lnTo>
                  <a:lnTo>
                    <a:pt x="750889" y="735167"/>
                  </a:lnTo>
                  <a:lnTo>
                    <a:pt x="790410" y="560127"/>
                  </a:lnTo>
                  <a:lnTo>
                    <a:pt x="829930" y="490111"/>
                  </a:lnTo>
                  <a:lnTo>
                    <a:pt x="869451" y="455103"/>
                  </a:lnTo>
                  <a:lnTo>
                    <a:pt x="908971" y="420095"/>
                  </a:lnTo>
                  <a:lnTo>
                    <a:pt x="988013" y="350079"/>
                  </a:lnTo>
                  <a:lnTo>
                    <a:pt x="1027533" y="280063"/>
                  </a:lnTo>
                  <a:lnTo>
                    <a:pt x="1106574" y="210047"/>
                  </a:lnTo>
                  <a:lnTo>
                    <a:pt x="1264656" y="175039"/>
                  </a:lnTo>
                  <a:lnTo>
                    <a:pt x="1304177" y="140031"/>
                  </a:lnTo>
                  <a:lnTo>
                    <a:pt x="1343697" y="105023"/>
                  </a:lnTo>
                  <a:lnTo>
                    <a:pt x="1422738" y="35007"/>
                  </a:lnTo>
                  <a:lnTo>
                    <a:pt x="1580820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6551535" y="789564"/>
              <a:ext cx="2529313" cy="2205503"/>
            </a:xfrm>
            <a:custGeom>
              <a:avLst/>
              <a:gdLst/>
              <a:ahLst/>
              <a:cxnLst/>
              <a:rect l="0" t="0" r="0" b="0"/>
              <a:pathLst>
                <a:path w="2529313" h="2205503">
                  <a:moveTo>
                    <a:pt x="0" y="2205503"/>
                  </a:moveTo>
                  <a:lnTo>
                    <a:pt x="26347" y="2170495"/>
                  </a:lnTo>
                  <a:lnTo>
                    <a:pt x="131735" y="2135487"/>
                  </a:lnTo>
                  <a:lnTo>
                    <a:pt x="158082" y="2065471"/>
                  </a:lnTo>
                  <a:lnTo>
                    <a:pt x="210776" y="2030463"/>
                  </a:lnTo>
                  <a:lnTo>
                    <a:pt x="237123" y="1995455"/>
                  </a:lnTo>
                  <a:lnTo>
                    <a:pt x="289817" y="1960447"/>
                  </a:lnTo>
                  <a:lnTo>
                    <a:pt x="342511" y="1925439"/>
                  </a:lnTo>
                  <a:lnTo>
                    <a:pt x="342511" y="1890431"/>
                  </a:lnTo>
                  <a:lnTo>
                    <a:pt x="421552" y="1855423"/>
                  </a:lnTo>
                  <a:lnTo>
                    <a:pt x="474246" y="1750399"/>
                  </a:lnTo>
                  <a:lnTo>
                    <a:pt x="526940" y="1715391"/>
                  </a:lnTo>
                  <a:lnTo>
                    <a:pt x="553287" y="1680383"/>
                  </a:lnTo>
                  <a:lnTo>
                    <a:pt x="685022" y="1610367"/>
                  </a:lnTo>
                  <a:lnTo>
                    <a:pt x="711369" y="1575359"/>
                  </a:lnTo>
                  <a:lnTo>
                    <a:pt x="737716" y="1540351"/>
                  </a:lnTo>
                  <a:lnTo>
                    <a:pt x="764063" y="1470335"/>
                  </a:lnTo>
                  <a:lnTo>
                    <a:pt x="790410" y="1435327"/>
                  </a:lnTo>
                  <a:lnTo>
                    <a:pt x="843104" y="1400319"/>
                  </a:lnTo>
                  <a:lnTo>
                    <a:pt x="869451" y="1225279"/>
                  </a:lnTo>
                  <a:lnTo>
                    <a:pt x="895798" y="1190271"/>
                  </a:lnTo>
                  <a:lnTo>
                    <a:pt x="922145" y="1155263"/>
                  </a:lnTo>
                  <a:lnTo>
                    <a:pt x="948492" y="945215"/>
                  </a:lnTo>
                  <a:lnTo>
                    <a:pt x="1001186" y="910207"/>
                  </a:lnTo>
                  <a:lnTo>
                    <a:pt x="1027533" y="805183"/>
                  </a:lnTo>
                  <a:lnTo>
                    <a:pt x="1080227" y="735167"/>
                  </a:lnTo>
                  <a:lnTo>
                    <a:pt x="1185615" y="665151"/>
                  </a:lnTo>
                  <a:lnTo>
                    <a:pt x="1211962" y="630143"/>
                  </a:lnTo>
                  <a:lnTo>
                    <a:pt x="1238309" y="595135"/>
                  </a:lnTo>
                  <a:lnTo>
                    <a:pt x="1264656" y="560127"/>
                  </a:lnTo>
                  <a:lnTo>
                    <a:pt x="1291003" y="525119"/>
                  </a:lnTo>
                  <a:lnTo>
                    <a:pt x="1317350" y="490111"/>
                  </a:lnTo>
                  <a:lnTo>
                    <a:pt x="1343697" y="385087"/>
                  </a:lnTo>
                  <a:lnTo>
                    <a:pt x="1370044" y="350079"/>
                  </a:lnTo>
                  <a:lnTo>
                    <a:pt x="1422738" y="315071"/>
                  </a:lnTo>
                  <a:lnTo>
                    <a:pt x="1501779" y="280063"/>
                  </a:lnTo>
                  <a:lnTo>
                    <a:pt x="1580820" y="245055"/>
                  </a:lnTo>
                  <a:lnTo>
                    <a:pt x="1686208" y="210047"/>
                  </a:lnTo>
                  <a:lnTo>
                    <a:pt x="1976026" y="175039"/>
                  </a:lnTo>
                  <a:lnTo>
                    <a:pt x="2055067" y="105023"/>
                  </a:lnTo>
                  <a:lnTo>
                    <a:pt x="2213149" y="70015"/>
                  </a:lnTo>
                  <a:lnTo>
                    <a:pt x="2371231" y="35007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6425069" y="581369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6425069" y="5253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425069" y="469344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6425069" y="413331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6923493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7667409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8411324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915524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6425069" y="609376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6425069" y="553363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6425069" y="497350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6425069" y="441337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6425069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6551535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7295451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803936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8783282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6551535" y="3853251"/>
              <a:ext cx="967090" cy="1867092"/>
            </a:xfrm>
            <a:custGeom>
              <a:avLst/>
              <a:gdLst/>
              <a:ahLst/>
              <a:cxnLst/>
              <a:rect l="0" t="0" r="0" b="0"/>
              <a:pathLst>
                <a:path w="967090" h="1867092">
                  <a:moveTo>
                    <a:pt x="0" y="1867092"/>
                  </a:moveTo>
                  <a:lnTo>
                    <a:pt x="74391" y="1663410"/>
                  </a:lnTo>
                  <a:lnTo>
                    <a:pt x="148783" y="1527621"/>
                  </a:lnTo>
                  <a:lnTo>
                    <a:pt x="223174" y="1154202"/>
                  </a:lnTo>
                  <a:lnTo>
                    <a:pt x="297566" y="916572"/>
                  </a:lnTo>
                  <a:lnTo>
                    <a:pt x="371957" y="577101"/>
                  </a:lnTo>
                  <a:lnTo>
                    <a:pt x="446349" y="509207"/>
                  </a:lnTo>
                  <a:lnTo>
                    <a:pt x="520740" y="475260"/>
                  </a:lnTo>
                  <a:lnTo>
                    <a:pt x="595132" y="373418"/>
                  </a:lnTo>
                  <a:lnTo>
                    <a:pt x="669524" y="169735"/>
                  </a:lnTo>
                  <a:lnTo>
                    <a:pt x="743915" y="101841"/>
                  </a:lnTo>
                  <a:lnTo>
                    <a:pt x="818307" y="67894"/>
                  </a:lnTo>
                  <a:lnTo>
                    <a:pt x="892698" y="33947"/>
                  </a:lnTo>
                  <a:lnTo>
                    <a:pt x="967090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6551535" y="3853251"/>
              <a:ext cx="2194551" cy="2206564"/>
            </a:xfrm>
            <a:custGeom>
              <a:avLst/>
              <a:gdLst/>
              <a:ahLst/>
              <a:cxnLst/>
              <a:rect l="0" t="0" r="0" b="0"/>
              <a:pathLst>
                <a:path w="2194551" h="2206564">
                  <a:moveTo>
                    <a:pt x="0" y="2206564"/>
                  </a:moveTo>
                  <a:lnTo>
                    <a:pt x="37195" y="2172617"/>
                  </a:lnTo>
                  <a:lnTo>
                    <a:pt x="74391" y="2070775"/>
                  </a:lnTo>
                  <a:lnTo>
                    <a:pt x="111587" y="2036828"/>
                  </a:lnTo>
                  <a:lnTo>
                    <a:pt x="148783" y="2002881"/>
                  </a:lnTo>
                  <a:lnTo>
                    <a:pt x="223174" y="1968934"/>
                  </a:lnTo>
                  <a:lnTo>
                    <a:pt x="297566" y="1901040"/>
                  </a:lnTo>
                  <a:lnTo>
                    <a:pt x="334762" y="1833145"/>
                  </a:lnTo>
                  <a:lnTo>
                    <a:pt x="409153" y="1697357"/>
                  </a:lnTo>
                  <a:lnTo>
                    <a:pt x="446349" y="1629462"/>
                  </a:lnTo>
                  <a:lnTo>
                    <a:pt x="483545" y="1595515"/>
                  </a:lnTo>
                  <a:lnTo>
                    <a:pt x="520740" y="1561568"/>
                  </a:lnTo>
                  <a:lnTo>
                    <a:pt x="557936" y="1527621"/>
                  </a:lnTo>
                  <a:lnTo>
                    <a:pt x="632328" y="1493674"/>
                  </a:lnTo>
                  <a:lnTo>
                    <a:pt x="669524" y="1425780"/>
                  </a:lnTo>
                  <a:lnTo>
                    <a:pt x="706719" y="1391832"/>
                  </a:lnTo>
                  <a:lnTo>
                    <a:pt x="743915" y="1289991"/>
                  </a:lnTo>
                  <a:lnTo>
                    <a:pt x="781111" y="1222097"/>
                  </a:lnTo>
                  <a:lnTo>
                    <a:pt x="818307" y="1188150"/>
                  </a:lnTo>
                  <a:lnTo>
                    <a:pt x="855503" y="1120255"/>
                  </a:lnTo>
                  <a:lnTo>
                    <a:pt x="892698" y="1086308"/>
                  </a:lnTo>
                  <a:lnTo>
                    <a:pt x="929894" y="1018414"/>
                  </a:lnTo>
                  <a:lnTo>
                    <a:pt x="967090" y="916572"/>
                  </a:lnTo>
                  <a:lnTo>
                    <a:pt x="1004286" y="814731"/>
                  </a:lnTo>
                  <a:lnTo>
                    <a:pt x="1041481" y="746837"/>
                  </a:lnTo>
                  <a:lnTo>
                    <a:pt x="1078677" y="678942"/>
                  </a:lnTo>
                  <a:lnTo>
                    <a:pt x="1153069" y="644995"/>
                  </a:lnTo>
                  <a:lnTo>
                    <a:pt x="1190265" y="577101"/>
                  </a:lnTo>
                  <a:lnTo>
                    <a:pt x="1227460" y="509207"/>
                  </a:lnTo>
                  <a:lnTo>
                    <a:pt x="1264656" y="475260"/>
                  </a:lnTo>
                  <a:lnTo>
                    <a:pt x="1339048" y="441312"/>
                  </a:lnTo>
                  <a:lnTo>
                    <a:pt x="1376244" y="407365"/>
                  </a:lnTo>
                  <a:lnTo>
                    <a:pt x="1487831" y="339471"/>
                  </a:lnTo>
                  <a:lnTo>
                    <a:pt x="1562222" y="305524"/>
                  </a:lnTo>
                  <a:lnTo>
                    <a:pt x="1673810" y="271577"/>
                  </a:lnTo>
                  <a:lnTo>
                    <a:pt x="1711006" y="169735"/>
                  </a:lnTo>
                  <a:lnTo>
                    <a:pt x="1748201" y="135788"/>
                  </a:lnTo>
                  <a:lnTo>
                    <a:pt x="1785397" y="101841"/>
                  </a:lnTo>
                  <a:lnTo>
                    <a:pt x="1822593" y="67894"/>
                  </a:lnTo>
                  <a:lnTo>
                    <a:pt x="2045768" y="33947"/>
                  </a:lnTo>
                  <a:lnTo>
                    <a:pt x="2194551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l127"/>
            <p:cNvSpPr/>
            <p:nvPr/>
          </p:nvSpPr>
          <p:spPr>
            <a:xfrm>
              <a:off x="6551535" y="3853251"/>
              <a:ext cx="1636614" cy="2093592"/>
            </a:xfrm>
            <a:custGeom>
              <a:avLst/>
              <a:gdLst/>
              <a:ahLst/>
              <a:cxnLst/>
              <a:rect l="0" t="0" r="0" b="0"/>
              <a:pathLst>
                <a:path w="1636614" h="2093592">
                  <a:moveTo>
                    <a:pt x="0" y="2093592"/>
                  </a:moveTo>
                  <a:lnTo>
                    <a:pt x="74391" y="1983403"/>
                  </a:lnTo>
                  <a:lnTo>
                    <a:pt x="111587" y="1946673"/>
                  </a:lnTo>
                  <a:lnTo>
                    <a:pt x="148783" y="1873214"/>
                  </a:lnTo>
                  <a:lnTo>
                    <a:pt x="185978" y="1836484"/>
                  </a:lnTo>
                  <a:lnTo>
                    <a:pt x="223174" y="1726295"/>
                  </a:lnTo>
                  <a:lnTo>
                    <a:pt x="297566" y="1652836"/>
                  </a:lnTo>
                  <a:lnTo>
                    <a:pt x="446349" y="1469187"/>
                  </a:lnTo>
                  <a:lnTo>
                    <a:pt x="483545" y="1432458"/>
                  </a:lnTo>
                  <a:lnTo>
                    <a:pt x="520740" y="1322269"/>
                  </a:lnTo>
                  <a:lnTo>
                    <a:pt x="557936" y="1285539"/>
                  </a:lnTo>
                  <a:lnTo>
                    <a:pt x="595132" y="1248809"/>
                  </a:lnTo>
                  <a:lnTo>
                    <a:pt x="669524" y="1212079"/>
                  </a:lnTo>
                  <a:lnTo>
                    <a:pt x="706719" y="1138620"/>
                  </a:lnTo>
                  <a:lnTo>
                    <a:pt x="743915" y="991701"/>
                  </a:lnTo>
                  <a:lnTo>
                    <a:pt x="818307" y="771323"/>
                  </a:lnTo>
                  <a:lnTo>
                    <a:pt x="855503" y="734593"/>
                  </a:lnTo>
                  <a:lnTo>
                    <a:pt x="892698" y="697864"/>
                  </a:lnTo>
                  <a:lnTo>
                    <a:pt x="929894" y="661134"/>
                  </a:lnTo>
                  <a:lnTo>
                    <a:pt x="967090" y="587675"/>
                  </a:lnTo>
                  <a:lnTo>
                    <a:pt x="1041481" y="514215"/>
                  </a:lnTo>
                  <a:lnTo>
                    <a:pt x="1115873" y="330567"/>
                  </a:lnTo>
                  <a:lnTo>
                    <a:pt x="1339048" y="257107"/>
                  </a:lnTo>
                  <a:lnTo>
                    <a:pt x="1376244" y="220378"/>
                  </a:lnTo>
                  <a:lnTo>
                    <a:pt x="1413439" y="73459"/>
                  </a:lnTo>
                  <a:lnTo>
                    <a:pt x="1450635" y="36729"/>
                  </a:lnTo>
                  <a:lnTo>
                    <a:pt x="1636614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6551535" y="3853251"/>
              <a:ext cx="2529313" cy="2104722"/>
            </a:xfrm>
            <a:custGeom>
              <a:avLst/>
              <a:gdLst/>
              <a:ahLst/>
              <a:cxnLst/>
              <a:rect l="0" t="0" r="0" b="0"/>
              <a:pathLst>
                <a:path w="2529313" h="2104722">
                  <a:moveTo>
                    <a:pt x="0" y="2104722"/>
                  </a:moveTo>
                  <a:lnTo>
                    <a:pt x="74391" y="2070775"/>
                  </a:lnTo>
                  <a:lnTo>
                    <a:pt x="148783" y="2036828"/>
                  </a:lnTo>
                  <a:lnTo>
                    <a:pt x="173580" y="2002881"/>
                  </a:lnTo>
                  <a:lnTo>
                    <a:pt x="223174" y="1968934"/>
                  </a:lnTo>
                  <a:lnTo>
                    <a:pt x="247971" y="1934987"/>
                  </a:lnTo>
                  <a:lnTo>
                    <a:pt x="297566" y="1901040"/>
                  </a:lnTo>
                  <a:lnTo>
                    <a:pt x="396755" y="1867092"/>
                  </a:lnTo>
                  <a:lnTo>
                    <a:pt x="619929" y="1799198"/>
                  </a:lnTo>
                  <a:lnTo>
                    <a:pt x="669524" y="1765251"/>
                  </a:lnTo>
                  <a:lnTo>
                    <a:pt x="743915" y="1697357"/>
                  </a:lnTo>
                  <a:lnTo>
                    <a:pt x="768712" y="1663410"/>
                  </a:lnTo>
                  <a:lnTo>
                    <a:pt x="818307" y="1629462"/>
                  </a:lnTo>
                  <a:lnTo>
                    <a:pt x="892698" y="1493674"/>
                  </a:lnTo>
                  <a:lnTo>
                    <a:pt x="967090" y="1459727"/>
                  </a:lnTo>
                  <a:lnTo>
                    <a:pt x="1041481" y="1425780"/>
                  </a:lnTo>
                  <a:lnTo>
                    <a:pt x="1091076" y="1391832"/>
                  </a:lnTo>
                  <a:lnTo>
                    <a:pt x="1115873" y="1289991"/>
                  </a:lnTo>
                  <a:lnTo>
                    <a:pt x="1190265" y="1188150"/>
                  </a:lnTo>
                  <a:lnTo>
                    <a:pt x="1215062" y="1154202"/>
                  </a:lnTo>
                  <a:lnTo>
                    <a:pt x="1264656" y="1120255"/>
                  </a:lnTo>
                  <a:lnTo>
                    <a:pt x="1339048" y="1086308"/>
                  </a:lnTo>
                  <a:lnTo>
                    <a:pt x="1363845" y="1052361"/>
                  </a:lnTo>
                  <a:lnTo>
                    <a:pt x="1438236" y="1018414"/>
                  </a:lnTo>
                  <a:lnTo>
                    <a:pt x="1463034" y="984467"/>
                  </a:lnTo>
                  <a:lnTo>
                    <a:pt x="1487831" y="916572"/>
                  </a:lnTo>
                  <a:lnTo>
                    <a:pt x="1537425" y="882625"/>
                  </a:lnTo>
                  <a:lnTo>
                    <a:pt x="1562222" y="780784"/>
                  </a:lnTo>
                  <a:lnTo>
                    <a:pt x="1711006" y="712890"/>
                  </a:lnTo>
                  <a:lnTo>
                    <a:pt x="1785397" y="611048"/>
                  </a:lnTo>
                  <a:lnTo>
                    <a:pt x="1859789" y="577101"/>
                  </a:lnTo>
                  <a:lnTo>
                    <a:pt x="1934180" y="543154"/>
                  </a:lnTo>
                  <a:lnTo>
                    <a:pt x="1958977" y="509207"/>
                  </a:lnTo>
                  <a:lnTo>
                    <a:pt x="1983775" y="475260"/>
                  </a:lnTo>
                  <a:lnTo>
                    <a:pt x="2008572" y="441312"/>
                  </a:lnTo>
                  <a:lnTo>
                    <a:pt x="2058166" y="407365"/>
                  </a:lnTo>
                  <a:lnTo>
                    <a:pt x="2082963" y="305524"/>
                  </a:lnTo>
                  <a:lnTo>
                    <a:pt x="2157355" y="271577"/>
                  </a:lnTo>
                  <a:lnTo>
                    <a:pt x="2306138" y="237630"/>
                  </a:lnTo>
                  <a:lnTo>
                    <a:pt x="2355733" y="169735"/>
                  </a:lnTo>
                  <a:lnTo>
                    <a:pt x="2380530" y="67894"/>
                  </a:lnTo>
                  <a:lnTo>
                    <a:pt x="2454921" y="33947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9308534" y="275001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9308534" y="218988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9308534" y="1629756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l132"/>
            <p:cNvSpPr/>
            <p:nvPr/>
          </p:nvSpPr>
          <p:spPr>
            <a:xfrm>
              <a:off x="9308534" y="106962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9308534" y="303007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9308534" y="2469948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9308534" y="1909820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9308534" y="1349692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9308534" y="789564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9308534" y="581369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308534" y="525357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308534" y="469344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9308534" y="413331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9818229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10584688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11351147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308534" y="6093763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308534" y="5533635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9308534" y="4973507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9308534" y="4413379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9308534" y="3853251"/>
              <a:ext cx="2782244" cy="0"/>
            </a:xfrm>
            <a:custGeom>
              <a:avLst/>
              <a:gdLst/>
              <a:ahLst/>
              <a:cxnLst/>
              <a:rect l="0" t="0" r="0" b="0"/>
              <a:pathLst>
                <a:path w="2782244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9435000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10201459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10967917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11734376" y="3741728"/>
              <a:ext cx="0" cy="2453510"/>
            </a:xfrm>
            <a:custGeom>
              <a:avLst/>
              <a:gdLst/>
              <a:ahLst/>
              <a:cxnLst/>
              <a:rect l="0" t="0" r="0" b="0"/>
              <a:pathLst>
                <a:path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9435000" y="3853251"/>
              <a:ext cx="996396" cy="1800411"/>
            </a:xfrm>
            <a:custGeom>
              <a:avLst/>
              <a:gdLst/>
              <a:ahLst/>
              <a:cxnLst/>
              <a:rect l="0" t="0" r="0" b="0"/>
              <a:pathLst>
                <a:path w="996396" h="1800411">
                  <a:moveTo>
                    <a:pt x="0" y="1800411"/>
                  </a:moveTo>
                  <a:lnTo>
                    <a:pt x="76645" y="1480337"/>
                  </a:lnTo>
                  <a:lnTo>
                    <a:pt x="153291" y="1280292"/>
                  </a:lnTo>
                  <a:lnTo>
                    <a:pt x="229937" y="920210"/>
                  </a:lnTo>
                  <a:lnTo>
                    <a:pt x="306583" y="640146"/>
                  </a:lnTo>
                  <a:lnTo>
                    <a:pt x="383229" y="480109"/>
                  </a:lnTo>
                  <a:lnTo>
                    <a:pt x="459875" y="440100"/>
                  </a:lnTo>
                  <a:lnTo>
                    <a:pt x="536521" y="320073"/>
                  </a:lnTo>
                  <a:lnTo>
                    <a:pt x="613166" y="240054"/>
                  </a:lnTo>
                  <a:lnTo>
                    <a:pt x="689812" y="160036"/>
                  </a:lnTo>
                  <a:lnTo>
                    <a:pt x="766458" y="80018"/>
                  </a:lnTo>
                  <a:lnTo>
                    <a:pt x="919750" y="40009"/>
                  </a:lnTo>
                  <a:lnTo>
                    <a:pt x="996396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9473323" y="3853251"/>
              <a:ext cx="1992792" cy="2200502"/>
            </a:xfrm>
            <a:custGeom>
              <a:avLst/>
              <a:gdLst/>
              <a:ahLst/>
              <a:cxnLst/>
              <a:rect l="0" t="0" r="0" b="0"/>
              <a:pathLst>
                <a:path w="1992792" h="2200502">
                  <a:moveTo>
                    <a:pt x="0" y="2200502"/>
                  </a:moveTo>
                  <a:lnTo>
                    <a:pt x="38322" y="2120484"/>
                  </a:lnTo>
                  <a:lnTo>
                    <a:pt x="76645" y="2080474"/>
                  </a:lnTo>
                  <a:lnTo>
                    <a:pt x="114968" y="1920438"/>
                  </a:lnTo>
                  <a:lnTo>
                    <a:pt x="153291" y="1840420"/>
                  </a:lnTo>
                  <a:lnTo>
                    <a:pt x="191614" y="1800411"/>
                  </a:lnTo>
                  <a:lnTo>
                    <a:pt x="306583" y="1760401"/>
                  </a:lnTo>
                  <a:lnTo>
                    <a:pt x="344906" y="1680383"/>
                  </a:lnTo>
                  <a:lnTo>
                    <a:pt x="383229" y="1560356"/>
                  </a:lnTo>
                  <a:lnTo>
                    <a:pt x="421552" y="1520347"/>
                  </a:lnTo>
                  <a:lnTo>
                    <a:pt x="459875" y="1440328"/>
                  </a:lnTo>
                  <a:lnTo>
                    <a:pt x="536521" y="1320301"/>
                  </a:lnTo>
                  <a:lnTo>
                    <a:pt x="574843" y="1280292"/>
                  </a:lnTo>
                  <a:lnTo>
                    <a:pt x="651489" y="1240283"/>
                  </a:lnTo>
                  <a:lnTo>
                    <a:pt x="689812" y="1200274"/>
                  </a:lnTo>
                  <a:lnTo>
                    <a:pt x="728135" y="1160264"/>
                  </a:lnTo>
                  <a:lnTo>
                    <a:pt x="766458" y="1080246"/>
                  </a:lnTo>
                  <a:lnTo>
                    <a:pt x="804781" y="1040237"/>
                  </a:lnTo>
                  <a:lnTo>
                    <a:pt x="843104" y="920210"/>
                  </a:lnTo>
                  <a:lnTo>
                    <a:pt x="881427" y="800182"/>
                  </a:lnTo>
                  <a:lnTo>
                    <a:pt x="958073" y="760173"/>
                  </a:lnTo>
                  <a:lnTo>
                    <a:pt x="1034719" y="680155"/>
                  </a:lnTo>
                  <a:lnTo>
                    <a:pt x="1073042" y="640146"/>
                  </a:lnTo>
                  <a:lnTo>
                    <a:pt x="1111364" y="560127"/>
                  </a:lnTo>
                  <a:lnTo>
                    <a:pt x="1188010" y="480109"/>
                  </a:lnTo>
                  <a:lnTo>
                    <a:pt x="1226333" y="440100"/>
                  </a:lnTo>
                  <a:lnTo>
                    <a:pt x="1264656" y="400091"/>
                  </a:lnTo>
                  <a:lnTo>
                    <a:pt x="1302979" y="360082"/>
                  </a:lnTo>
                  <a:lnTo>
                    <a:pt x="1341302" y="320073"/>
                  </a:lnTo>
                  <a:lnTo>
                    <a:pt x="1417948" y="280063"/>
                  </a:lnTo>
                  <a:lnTo>
                    <a:pt x="1494594" y="240054"/>
                  </a:lnTo>
                  <a:lnTo>
                    <a:pt x="1647885" y="200045"/>
                  </a:lnTo>
                  <a:lnTo>
                    <a:pt x="1686208" y="160036"/>
                  </a:lnTo>
                  <a:lnTo>
                    <a:pt x="1801177" y="120027"/>
                  </a:lnTo>
                  <a:lnTo>
                    <a:pt x="1839500" y="80018"/>
                  </a:lnTo>
                  <a:lnTo>
                    <a:pt x="1877823" y="40009"/>
                  </a:lnTo>
                  <a:lnTo>
                    <a:pt x="1992792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9435000" y="3853251"/>
              <a:ext cx="1801177" cy="2040465"/>
            </a:xfrm>
            <a:custGeom>
              <a:avLst/>
              <a:gdLst/>
              <a:ahLst/>
              <a:cxnLst/>
              <a:rect l="0" t="0" r="0" b="0"/>
              <a:pathLst>
                <a:path w="1801177" h="2040465">
                  <a:moveTo>
                    <a:pt x="0" y="2040465"/>
                  </a:moveTo>
                  <a:lnTo>
                    <a:pt x="76645" y="1960447"/>
                  </a:lnTo>
                  <a:lnTo>
                    <a:pt x="153291" y="1880429"/>
                  </a:lnTo>
                  <a:lnTo>
                    <a:pt x="229937" y="1800411"/>
                  </a:lnTo>
                  <a:lnTo>
                    <a:pt x="306583" y="1720392"/>
                  </a:lnTo>
                  <a:lnTo>
                    <a:pt x="344906" y="1680383"/>
                  </a:lnTo>
                  <a:lnTo>
                    <a:pt x="383229" y="1600365"/>
                  </a:lnTo>
                  <a:lnTo>
                    <a:pt x="421552" y="1520347"/>
                  </a:lnTo>
                  <a:lnTo>
                    <a:pt x="459875" y="1440328"/>
                  </a:lnTo>
                  <a:lnTo>
                    <a:pt x="498198" y="1400319"/>
                  </a:lnTo>
                  <a:lnTo>
                    <a:pt x="536521" y="1320301"/>
                  </a:lnTo>
                  <a:lnTo>
                    <a:pt x="613166" y="1240283"/>
                  </a:lnTo>
                  <a:lnTo>
                    <a:pt x="689812" y="1200274"/>
                  </a:lnTo>
                  <a:lnTo>
                    <a:pt x="728135" y="1160264"/>
                  </a:lnTo>
                  <a:lnTo>
                    <a:pt x="766458" y="960219"/>
                  </a:lnTo>
                  <a:lnTo>
                    <a:pt x="843104" y="840191"/>
                  </a:lnTo>
                  <a:lnTo>
                    <a:pt x="958073" y="760173"/>
                  </a:lnTo>
                  <a:lnTo>
                    <a:pt x="996396" y="600137"/>
                  </a:lnTo>
                  <a:lnTo>
                    <a:pt x="1034719" y="560127"/>
                  </a:lnTo>
                  <a:lnTo>
                    <a:pt x="1073042" y="480109"/>
                  </a:lnTo>
                  <a:lnTo>
                    <a:pt x="1111364" y="440100"/>
                  </a:lnTo>
                  <a:lnTo>
                    <a:pt x="1149687" y="400091"/>
                  </a:lnTo>
                  <a:lnTo>
                    <a:pt x="1302979" y="320073"/>
                  </a:lnTo>
                  <a:lnTo>
                    <a:pt x="1341302" y="280063"/>
                  </a:lnTo>
                  <a:lnTo>
                    <a:pt x="1379625" y="200045"/>
                  </a:lnTo>
                  <a:lnTo>
                    <a:pt x="1456271" y="160036"/>
                  </a:lnTo>
                  <a:lnTo>
                    <a:pt x="1532917" y="120027"/>
                  </a:lnTo>
                  <a:lnTo>
                    <a:pt x="1609563" y="80018"/>
                  </a:lnTo>
                  <a:lnTo>
                    <a:pt x="1647885" y="40009"/>
                  </a:lnTo>
                  <a:lnTo>
                    <a:pt x="1801177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9435000" y="3853251"/>
              <a:ext cx="2529313" cy="2080474"/>
            </a:xfrm>
            <a:custGeom>
              <a:avLst/>
              <a:gdLst/>
              <a:ahLst/>
              <a:cxnLst/>
              <a:rect l="0" t="0" r="0" b="0"/>
              <a:pathLst>
                <a:path w="2529313" h="2080474">
                  <a:moveTo>
                    <a:pt x="0" y="2080474"/>
                  </a:moveTo>
                  <a:lnTo>
                    <a:pt x="76645" y="2040465"/>
                  </a:lnTo>
                  <a:lnTo>
                    <a:pt x="153291" y="1920438"/>
                  </a:lnTo>
                  <a:lnTo>
                    <a:pt x="204388" y="1880429"/>
                  </a:lnTo>
                  <a:lnTo>
                    <a:pt x="306583" y="1800411"/>
                  </a:lnTo>
                  <a:lnTo>
                    <a:pt x="332132" y="1720392"/>
                  </a:lnTo>
                  <a:lnTo>
                    <a:pt x="536521" y="1680383"/>
                  </a:lnTo>
                  <a:lnTo>
                    <a:pt x="664264" y="1640374"/>
                  </a:lnTo>
                  <a:lnTo>
                    <a:pt x="689812" y="1560356"/>
                  </a:lnTo>
                  <a:lnTo>
                    <a:pt x="843104" y="1480337"/>
                  </a:lnTo>
                  <a:lnTo>
                    <a:pt x="919750" y="1320301"/>
                  </a:lnTo>
                  <a:lnTo>
                    <a:pt x="996396" y="1280292"/>
                  </a:lnTo>
                  <a:lnTo>
                    <a:pt x="1073042" y="1200274"/>
                  </a:lnTo>
                  <a:lnTo>
                    <a:pt x="1098590" y="1160264"/>
                  </a:lnTo>
                  <a:lnTo>
                    <a:pt x="1149687" y="1120255"/>
                  </a:lnTo>
                  <a:lnTo>
                    <a:pt x="1200785" y="1080246"/>
                  </a:lnTo>
                  <a:lnTo>
                    <a:pt x="1226333" y="1040237"/>
                  </a:lnTo>
                  <a:lnTo>
                    <a:pt x="1302979" y="1000228"/>
                  </a:lnTo>
                  <a:lnTo>
                    <a:pt x="1354076" y="960219"/>
                  </a:lnTo>
                  <a:lnTo>
                    <a:pt x="1379625" y="840191"/>
                  </a:lnTo>
                  <a:lnTo>
                    <a:pt x="1405174" y="800182"/>
                  </a:lnTo>
                  <a:lnTo>
                    <a:pt x="1481819" y="760173"/>
                  </a:lnTo>
                  <a:lnTo>
                    <a:pt x="1507368" y="720164"/>
                  </a:lnTo>
                  <a:lnTo>
                    <a:pt x="1609563" y="640146"/>
                  </a:lnTo>
                  <a:lnTo>
                    <a:pt x="1737306" y="520118"/>
                  </a:lnTo>
                  <a:lnTo>
                    <a:pt x="1762854" y="480109"/>
                  </a:lnTo>
                  <a:lnTo>
                    <a:pt x="1813951" y="440100"/>
                  </a:lnTo>
                  <a:lnTo>
                    <a:pt x="1916146" y="400091"/>
                  </a:lnTo>
                  <a:lnTo>
                    <a:pt x="1992792" y="320073"/>
                  </a:lnTo>
                  <a:lnTo>
                    <a:pt x="2273827" y="280063"/>
                  </a:lnTo>
                  <a:lnTo>
                    <a:pt x="2376021" y="240054"/>
                  </a:lnTo>
                  <a:lnTo>
                    <a:pt x="2427118" y="200045"/>
                  </a:lnTo>
                  <a:lnTo>
                    <a:pt x="2452667" y="40009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tx158"/>
            <p:cNvSpPr/>
            <p:nvPr/>
          </p:nvSpPr>
          <p:spPr>
            <a:xfrm>
              <a:off x="1865826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SCA1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4749291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SCA2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7632756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SCA3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0516221" y="3545301"/>
              <a:ext cx="366871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SCA6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858285" y="483280"/>
              <a:ext cx="381952" cy="984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FRDA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751752" y="481852"/>
              <a:ext cx="361950" cy="998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RFC1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7543459" y="481614"/>
              <a:ext cx="545465" cy="100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SCA27B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0674257" y="581705"/>
              <a:ext cx="508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742060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443430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2187346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2931262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3625525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326896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070811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814727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508990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7210361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7954276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8698192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9392455" y="6283956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0116369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0882827" y="628395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1649286" y="6283797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742060" y="3220269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443430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2187346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931262" y="3220110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3625525" y="3220269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4398887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5214795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6030702" y="3220110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6508990" y="3220269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7256855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8047266" y="322026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8837676" y="3220110"/>
              <a:ext cx="170180" cy="997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481951" y="2979077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396861" y="241894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25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396861" y="1858821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50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396861" y="1300202"/>
              <a:ext cx="170180" cy="981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75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311771" y="738566"/>
              <a:ext cx="25527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481951" y="6042764"/>
              <a:ext cx="8509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96861" y="5482636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396861" y="4922509"/>
              <a:ext cx="17018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50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396861" y="4363889"/>
              <a:ext cx="170180" cy="981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75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311771" y="3802253"/>
              <a:ext cx="255270" cy="996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6134300" y="6461328"/>
              <a:ext cx="480317" cy="1251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Score</a:t>
              </a:r>
            </a:p>
          </p:txBody>
        </p:sp>
        <p:sp>
          <p:nvSpPr>
            <p:cNvPr id="205" name="tx205"/>
            <p:cNvSpPr/>
            <p:nvPr/>
          </p:nvSpPr>
          <p:spPr>
            <a:xfrm rot="-5400000">
              <a:off x="-1402836" y="3350270"/>
              <a:ext cx="3078460" cy="1727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Cumulative Proportions of Patients</a:t>
              </a:r>
            </a:p>
          </p:txBody>
        </p:sp>
      </p:grpSp>
      <p:sp>
        <p:nvSpPr>
          <p:cNvPr id="206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Ceiling by Genotype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18750</TotalTime>
  <Words>125</Words>
  <Application>Microsoft Office PowerPoint</Application>
  <PresentationFormat>Widescreen</PresentationFormat>
  <Paragraphs>105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Tenorite</vt:lpstr>
      <vt:lpstr>Calibri</vt:lpstr>
      <vt:lpstr>Arial</vt:lpstr>
      <vt:lpstr>CR</vt:lpstr>
      <vt:lpstr>Supplement Fig Scale by Phenotype</vt:lpstr>
      <vt:lpstr>Ceiling by Genotype</vt:lpstr>
      <vt:lpstr>Ceiling by Genotype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2025-09-14T09:18:11Z</dcterms:modified>
</cp:coreProperties>
</file>
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8" r:id="rId2"/>
    <p:sldId id="256" r:id="rId3"/>
    <p:sldId id="257" r:id="rId4"/>
  </p:sldIdLst>
  <p:sldSz cx="12192000" cy="6858000"/>
  <p:notesSz cx="6858000" cy="9144000"/>
  <p:embeddedFontLst>
    <p:embeddedFont>
      <p:font typeface="Tenorite" panose="00000500000000000000" pitchFamily="2" charset="0"/>
      <p:regular r:id="rId7"/>
      <p:bold r:id="rId8"/>
      <p:italic r:id="rId9"/>
      <p:boldItalic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  <a:srgbClr val="FFFFFF"/>
    <a:srgbClr val="D21145"/>
    <a:srgbClr val="CCCCCC"/>
    <a:srgbClr val="F4A582"/>
    <a:srgbClr val="4A4A4A"/>
    <a:srgbClr val="FFA07A"/>
    <a:srgbClr val="A3B18A"/>
    <a:srgbClr val="FFCC99"/>
    <a:srgbClr val="66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7D2DAB-A43D-47B4-AA96-1985B40F6560}" v="2" dt="2025-09-14T12:01:10.65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890" autoAdjust="0"/>
    <p:restoredTop sz="95861" autoAdjust="0"/>
  </p:normalViewPr>
  <p:slideViewPr>
    <p:cSldViewPr snapToGrid="0" snapToObjects="1">
      <p:cViewPr>
        <p:scale>
          <a:sx n="100" d="100"/>
          <a:sy n="100" d="100"/>
        </p:scale>
        <p:origin x="172" y="552"/>
      </p:cViewPr>
      <p:guideLst/>
    </p:cSldViewPr>
  </p:slideViewPr>
  <p:outlineViewPr>
    <p:cViewPr>
      <p:scale>
        <a:sx n="33" d="100"/>
        <a:sy n="33" d="100"/>
      </p:scale>
      <p:origin x="0" y="-2628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109" d="100"/>
          <a:sy n="109" d="100"/>
        </p:scale>
        <p:origin x="3144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11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5" Type="http://schemas.microsoft.com/office/2016/11/relationships/changesInfo" Target="changesInfos/changesInfo1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Rummey" userId="1616f22b-5705-4d11-a330-2855031cc605" providerId="ADAL" clId="{A14D9793-A2DD-4368-83B7-2992B2F3B1BA}"/>
    <pc:docChg chg="undo custSel addSld delSld modMainMaster">
      <pc:chgData name="Christian Rummey" userId="1616f22b-5705-4d11-a330-2855031cc605" providerId="ADAL" clId="{A14D9793-A2DD-4368-83B7-2992B2F3B1BA}" dt="2025-06-10T15:20:23.221" v="9" actId="255"/>
      <pc:docMkLst>
        <pc:docMk/>
      </pc:docMkLst>
      <pc:sldChg chg="new del">
        <pc:chgData name="Christian Rummey" userId="1616f22b-5705-4d11-a330-2855031cc605" providerId="ADAL" clId="{A14D9793-A2DD-4368-83B7-2992B2F3B1BA}" dt="2025-06-09T17:30:43.180" v="6" actId="47"/>
        <pc:sldMkLst>
          <pc:docMk/>
          <pc:sldMk cId="1725867823" sldId="256"/>
        </pc:sldMkLst>
      </pc:sldChg>
      <pc:sldMasterChg chg="modSldLayout">
        <pc:chgData name="Christian Rummey" userId="1616f22b-5705-4d11-a330-2855031cc605" providerId="ADAL" clId="{A14D9793-A2DD-4368-83B7-2992B2F3B1BA}" dt="2025-06-10T15:20:23.221" v="9" actId="255"/>
        <pc:sldMasterMkLst>
          <pc:docMk/>
          <pc:sldMasterMk cId="1297349460" sldId="2147483648"/>
        </pc:sldMasterMkLst>
        <pc:sldLayoutChg chg="modSp mod">
          <pc:chgData name="Christian Rummey" userId="1616f22b-5705-4d11-a330-2855031cc605" providerId="ADAL" clId="{A14D9793-A2DD-4368-83B7-2992B2F3B1BA}" dt="2025-06-10T15:20:23.221" v="9" actId="255"/>
          <pc:sldLayoutMkLst>
            <pc:docMk/>
            <pc:sldMasterMk cId="1297349460" sldId="2147483648"/>
            <pc:sldLayoutMk cId="4256017067" sldId="2147483698"/>
          </pc:sldLayoutMkLst>
        </pc:sldLayoutChg>
      </pc:sldMasterChg>
    </pc:docChg>
  </pc:docChgLst>
  <pc:docChgLst>
    <pc:chgData name="Christian Rummey" userId="1616f22b-5705-4d11-a330-2855031cc605" providerId="ADAL" clId="{BA4FE7E3-BE8F-4020-926C-39CDD45D1D87}"/>
    <pc:docChg chg="undo custSel modMainMaster">
      <pc:chgData name="Christian Rummey" userId="1616f22b-5705-4d11-a330-2855031cc605" providerId="ADAL" clId="{BA4FE7E3-BE8F-4020-926C-39CDD45D1D87}" dt="2025-04-22T11:05:18.004" v="6" actId="1076"/>
      <pc:docMkLst>
        <pc:docMk/>
      </pc:docMkLst>
      <pc:sldMasterChg chg="modSldLayout">
        <pc:chgData name="Christian Rummey" userId="1616f22b-5705-4d11-a330-2855031cc605" providerId="ADAL" clId="{BA4FE7E3-BE8F-4020-926C-39CDD45D1D87}" dt="2025-04-22T11:05:18.004" v="6" actId="1076"/>
        <pc:sldMasterMkLst>
          <pc:docMk/>
          <pc:sldMasterMk cId="1297349460" sldId="2147483648"/>
        </pc:sldMasterMkLst>
        <pc:sldLayoutChg chg="addSp modSp mod">
          <pc:chgData name="Christian Rummey" userId="1616f22b-5705-4d11-a330-2855031cc605" providerId="ADAL" clId="{BA4FE7E3-BE8F-4020-926C-39CDD45D1D87}" dt="2025-04-22T11:05:18.004" v="6" actId="1076"/>
          <pc:sldLayoutMkLst>
            <pc:docMk/>
            <pc:sldMasterMk cId="1297349460" sldId="2147483648"/>
            <pc:sldLayoutMk cId="1779765834" sldId="2147483662"/>
          </pc:sldLayoutMkLst>
        </pc:sldLayoutChg>
      </pc:sldMasterChg>
    </pc:docChg>
  </pc:docChgLst>
  <pc:docChgLst>
    <pc:chgData name="Christian Rummey" userId="1616f22b-5705-4d11-a330-2855031cc605" providerId="ADAL" clId="{5F97B23C-B94D-4912-9497-32CCAC5D690D}"/>
    <pc:docChg chg="undo custSel modMainMaster">
      <pc:chgData name="Christian Rummey" userId="1616f22b-5705-4d11-a330-2855031cc605" providerId="ADAL" clId="{5F97B23C-B94D-4912-9497-32CCAC5D690D}" dt="2025-03-28T11:37:44.999" v="50" actId="108"/>
      <pc:docMkLst>
        <pc:docMk/>
      </pc:docMkLst>
      <pc:sldMasterChg chg="modSldLayout">
        <pc:chgData name="Christian Rummey" userId="1616f22b-5705-4d11-a330-2855031cc605" providerId="ADAL" clId="{5F97B23C-B94D-4912-9497-32CCAC5D690D}" dt="2025-03-28T11:37:44.999" v="50" actId="108"/>
        <pc:sldMasterMkLst>
          <pc:docMk/>
          <pc:sldMasterMk cId="1297349460" sldId="2147483648"/>
        </pc:sldMasterMkLst>
        <pc:sldLayoutChg chg="addSp delSp modSp mod">
          <pc:chgData name="Christian Rummey" userId="1616f22b-5705-4d11-a330-2855031cc605" providerId="ADAL" clId="{5F97B23C-B94D-4912-9497-32CCAC5D690D}" dt="2025-03-26T12:09:58.584" v="33"/>
          <pc:sldLayoutMkLst>
            <pc:docMk/>
            <pc:sldMasterMk cId="1297349460" sldId="2147483648"/>
            <pc:sldLayoutMk cId="1779765834" sldId="2147483662"/>
          </pc:sldLayoutMkLst>
        </pc:sldLayoutChg>
        <pc:sldLayoutChg chg="modSp">
          <pc:chgData name="Christian Rummey" userId="1616f22b-5705-4d11-a330-2855031cc605" providerId="ADAL" clId="{5F97B23C-B94D-4912-9497-32CCAC5D690D}" dt="2025-03-28T11:37:21.372" v="46" actId="108"/>
          <pc:sldLayoutMkLst>
            <pc:docMk/>
            <pc:sldMasterMk cId="1297349460" sldId="2147483648"/>
            <pc:sldLayoutMk cId="3753787485" sldId="2147483675"/>
          </pc:sldLayoutMkLst>
        </pc:sldLayoutChg>
        <pc:sldLayoutChg chg="delSp mod">
          <pc:chgData name="Christian Rummey" userId="1616f22b-5705-4d11-a330-2855031cc605" providerId="ADAL" clId="{5F97B23C-B94D-4912-9497-32CCAC5D690D}" dt="2025-03-26T12:08:15.576" v="21" actId="478"/>
          <pc:sldLayoutMkLst>
            <pc:docMk/>
            <pc:sldMasterMk cId="1297349460" sldId="2147483648"/>
            <pc:sldLayoutMk cId="2951539814" sldId="2147483683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6T12:06:31.871" v="1"/>
          <pc:sldLayoutMkLst>
            <pc:docMk/>
            <pc:sldMasterMk cId="1297349460" sldId="2147483648"/>
            <pc:sldLayoutMk cId="2778995209" sldId="2147483684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41.348" v="49" actId="108"/>
          <pc:sldLayoutMkLst>
            <pc:docMk/>
            <pc:sldMasterMk cId="1297349460" sldId="2147483648"/>
            <pc:sldLayoutMk cId="3487979977" sldId="2147483685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44.999" v="50" actId="108"/>
          <pc:sldLayoutMkLst>
            <pc:docMk/>
            <pc:sldMasterMk cId="1297349460" sldId="2147483648"/>
            <pc:sldLayoutMk cId="1567917209" sldId="2147483686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37.870" v="48" actId="108"/>
          <pc:sldLayoutMkLst>
            <pc:docMk/>
            <pc:sldMasterMk cId="1297349460" sldId="2147483648"/>
            <pc:sldLayoutMk cId="3387880590" sldId="2147483694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8T11:37:17.355" v="45" actId="108"/>
          <pc:sldLayoutMkLst>
            <pc:docMk/>
            <pc:sldMasterMk cId="1297349460" sldId="2147483648"/>
            <pc:sldLayoutMk cId="84449021" sldId="2147483695"/>
          </pc:sldLayoutMkLst>
        </pc:sldLayoutChg>
        <pc:sldLayoutChg chg="addSp delSp modSp mod">
          <pc:chgData name="Christian Rummey" userId="1616f22b-5705-4d11-a330-2855031cc605" providerId="ADAL" clId="{5F97B23C-B94D-4912-9497-32CCAC5D690D}" dt="2025-03-27T10:14:21.413" v="43"/>
          <pc:sldLayoutMkLst>
            <pc:docMk/>
            <pc:sldMasterMk cId="1297349460" sldId="2147483648"/>
            <pc:sldLayoutMk cId="775367414" sldId="2147483696"/>
          </pc:sldLayoutMkLst>
        </pc:sldLayoutChg>
      </pc:sldMasterChg>
    </pc:docChg>
  </pc:docChgLst>
  <pc:docChgLst>
    <pc:chgData name="Christian Rummey" userId="1616f22b-5705-4d11-a330-2855031cc605" providerId="ADAL" clId="{15F4C84D-1EF1-4114-9C4D-36D8254AFF84}"/>
    <pc:docChg chg="modMainMaster">
      <pc:chgData name="Christian Rummey" userId="1616f22b-5705-4d11-a330-2855031cc605" providerId="ADAL" clId="{15F4C84D-1EF1-4114-9C4D-36D8254AFF84}" dt="2025-04-14T10:50:14.983" v="3" actId="14100"/>
      <pc:docMkLst>
        <pc:docMk/>
      </pc:docMkLst>
      <pc:sldMasterChg chg="modSldLayout">
        <pc:chgData name="Christian Rummey" userId="1616f22b-5705-4d11-a330-2855031cc605" providerId="ADAL" clId="{15F4C84D-1EF1-4114-9C4D-36D8254AFF84}" dt="2025-04-14T10:50:14.983" v="3" actId="14100"/>
        <pc:sldMasterMkLst>
          <pc:docMk/>
          <pc:sldMasterMk cId="1297349460" sldId="2147483648"/>
        </pc:sldMasterMkLst>
        <pc:sldLayoutChg chg="addSp modSp mod">
          <pc:chgData name="Christian Rummey" userId="1616f22b-5705-4d11-a330-2855031cc605" providerId="ADAL" clId="{15F4C84D-1EF1-4114-9C4D-36D8254AFF84}" dt="2025-04-14T10:50:14.983" v="3" actId="14100"/>
          <pc:sldLayoutMkLst>
            <pc:docMk/>
            <pc:sldMasterMk cId="1297349460" sldId="2147483648"/>
            <pc:sldLayoutMk cId="775367414" sldId="2147483696"/>
          </pc:sldLayoutMkLst>
        </pc:sldLayoutChg>
      </pc:sldMasterChg>
    </pc:docChg>
  </pc:docChgLst>
  <pc:docChgLst>
    <pc:chgData name="Christian Rummey" userId="1616f22b-5705-4d11-a330-2855031cc605" providerId="ADAL" clId="{8AFA1528-CF22-4F7C-B96F-03281A2A1DDB}"/>
    <pc:docChg chg="custSel addSld modSld">
      <pc:chgData name="Christian Rummey" userId="1616f22b-5705-4d11-a330-2855031cc605" providerId="ADAL" clId="{8AFA1528-CF22-4F7C-B96F-03281A2A1DDB}" dt="2025-09-14T12:01:43.030" v="10" actId="14100"/>
      <pc:docMkLst>
        <pc:docMk/>
      </pc:docMkLst>
      <pc:sldChg chg="addSp delSp modSp mod">
        <pc:chgData name="Christian Rummey" userId="1616f22b-5705-4d11-a330-2855031cc605" providerId="ADAL" clId="{8AFA1528-CF22-4F7C-B96F-03281A2A1DDB}" dt="2025-09-14T08:39:58.167" v="7" actId="2711"/>
        <pc:sldMkLst>
          <pc:docMk/>
          <pc:sldMk cId="0" sldId="256"/>
        </pc:sldMkLst>
        <pc:spChg chg="mod">
          <ac:chgData name="Christian Rummey" userId="1616f22b-5705-4d11-a330-2855031cc605" providerId="ADAL" clId="{8AFA1528-CF22-4F7C-B96F-03281A2A1DDB}" dt="2025-09-14T08:39:58.167" v="7" actId="2711"/>
          <ac:spMkLst>
            <pc:docMk/>
            <pc:sldMk cId="0" sldId="256"/>
            <ac:spMk id="571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4T08:39:58.167" v="7" actId="2711"/>
          <ac:spMkLst>
            <pc:docMk/>
            <pc:sldMk cId="0" sldId="256"/>
            <ac:spMk id="1025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4T08:39:58.167" v="7" actId="2711"/>
          <ac:spMkLst>
            <pc:docMk/>
            <pc:sldMk cId="0" sldId="256"/>
            <ac:spMk id="1210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4T08:39:58.167" v="7" actId="2711"/>
          <ac:spMkLst>
            <pc:docMk/>
            <pc:sldMk cId="0" sldId="256"/>
            <ac:spMk id="1619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4T08:39:58.167" v="7" actId="2711"/>
          <ac:spMkLst>
            <pc:docMk/>
            <pc:sldMk cId="0" sldId="256"/>
            <ac:spMk id="1850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4T08:39:58.167" v="7" actId="2711"/>
          <ac:spMkLst>
            <pc:docMk/>
            <pc:sldMk cId="0" sldId="256"/>
            <ac:spMk id="1963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4T08:39:58.167" v="7" actId="2711"/>
          <ac:spMkLst>
            <pc:docMk/>
            <pc:sldMk cId="0" sldId="256"/>
            <ac:spMk id="2048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4T08:39:58.167" v="7" actId="2711"/>
          <ac:spMkLst>
            <pc:docMk/>
            <pc:sldMk cId="0" sldId="256"/>
            <ac:spMk id="2221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4T08:39:58.167" v="7" actId="2711"/>
          <ac:spMkLst>
            <pc:docMk/>
            <pc:sldMk cId="0" sldId="256"/>
            <ac:spMk id="2413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4T08:39:58.167" v="7" actId="2711"/>
          <ac:spMkLst>
            <pc:docMk/>
            <pc:sldMk cId="0" sldId="256"/>
            <ac:spMk id="2434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4T08:39:39.479" v="6" actId="20577"/>
          <ac:spMkLst>
            <pc:docMk/>
            <pc:sldMk cId="0" sldId="256"/>
            <ac:spMk id="2931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4T08:39:36.758" v="3" actId="1076"/>
          <ac:spMkLst>
            <pc:docMk/>
            <pc:sldMk cId="0" sldId="256"/>
            <ac:spMk id="2932" creationId="{00000000-0000-0000-0000-000000000000}"/>
          </ac:spMkLst>
        </pc:spChg>
        <pc:spChg chg="mod">
          <ac:chgData name="Christian Rummey" userId="1616f22b-5705-4d11-a330-2855031cc605" providerId="ADAL" clId="{8AFA1528-CF22-4F7C-B96F-03281A2A1DDB}" dt="2025-09-14T08:39:36.758" v="3" actId="1076"/>
          <ac:spMkLst>
            <pc:docMk/>
            <pc:sldMk cId="0" sldId="256"/>
            <ac:spMk id="2933" creationId="{00000000-0000-0000-0000-000000000000}"/>
          </ac:spMkLst>
        </pc:spChg>
        <pc:spChg chg="del">
          <ac:chgData name="Christian Rummey" userId="1616f22b-5705-4d11-a330-2855031cc605" providerId="ADAL" clId="{8AFA1528-CF22-4F7C-B96F-03281A2A1DDB}" dt="2025-09-14T08:39:26.372" v="1" actId="478"/>
          <ac:spMkLst>
            <pc:docMk/>
            <pc:sldMk cId="0" sldId="256"/>
            <ac:spMk id="2958" creationId="{00000000-0000-0000-0000-000000000000}"/>
          </ac:spMkLst>
        </pc:spChg>
        <pc:spChg chg="add del mod">
          <ac:chgData name="Christian Rummey" userId="1616f22b-5705-4d11-a330-2855031cc605" providerId="ADAL" clId="{8AFA1528-CF22-4F7C-B96F-03281A2A1DDB}" dt="2025-09-14T08:39:28.975" v="2" actId="478"/>
          <ac:spMkLst>
            <pc:docMk/>
            <pc:sldMk cId="0" sldId="256"/>
            <ac:spMk id="2960" creationId="{333F5EB1-1F13-6778-0982-5D1E435CCC26}"/>
          </ac:spMkLst>
        </pc:spChg>
      </pc:sldChg>
      <pc:sldChg chg="add">
        <pc:chgData name="Christian Rummey" userId="1616f22b-5705-4d11-a330-2855031cc605" providerId="ADAL" clId="{8AFA1528-CF22-4F7C-B96F-03281A2A1DDB}" dt="2025-09-14T08:39:21.025" v="0"/>
        <pc:sldMkLst>
          <pc:docMk/>
          <pc:sldMk cId="1611164785" sldId="257"/>
        </pc:sldMkLst>
      </pc:sldChg>
      <pc:sldChg chg="modSp add mod">
        <pc:chgData name="Christian Rummey" userId="1616f22b-5705-4d11-a330-2855031cc605" providerId="ADAL" clId="{8AFA1528-CF22-4F7C-B96F-03281A2A1DDB}" dt="2025-09-14T12:01:43.030" v="10" actId="14100"/>
        <pc:sldMkLst>
          <pc:docMk/>
          <pc:sldMk cId="0" sldId="258"/>
        </pc:sldMkLst>
        <pc:spChg chg="mod">
          <ac:chgData name="Christian Rummey" userId="1616f22b-5705-4d11-a330-2855031cc605" providerId="ADAL" clId="{8AFA1528-CF22-4F7C-B96F-03281A2A1DDB}" dt="2025-09-14T12:01:43.030" v="10" actId="14100"/>
          <ac:spMkLst>
            <pc:docMk/>
            <pc:sldMk cId="0" sldId="258"/>
            <ac:spMk id="2120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EA492B1-D0E8-4066-8DC1-F40744AE626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2A53BC-9DD4-4B5D-A18C-F4610F5B990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4B9F4C-C8D0-46E8-90C7-9F3ADA02B81A}" type="datetimeFigureOut">
              <a:rPr lang="en-US" smtClean="0"/>
              <a:t>2025-09-14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948AFA9-FC76-4083-9FF9-28E93E1BD9F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EC296C-2E56-4970-8FE6-DA808391A25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FC8586-BA3B-4CFE-9E9B-579F1A69CC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76132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5603C9-0024-46CF-87BE-1939A334CBB0}" type="datetimeFigureOut">
              <a:rPr lang="en-US" smtClean="0"/>
              <a:t>2025-09-14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A0F714-9B13-41E9-A60E-D61BD25D56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9135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Created at 2025-09-14 14-00-43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Created at 2025-09-14 10-38-51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Created at 2025-09-14 10-38-51</a:t>
            </a:r>
          </a:p>
        </p:txBody>
      </p:sp>
    </p:spTree>
    <p:extLst>
      <p:ext uri="{BB962C8B-B14F-4D97-AF65-F5344CB8AC3E}">
        <p14:creationId xmlns:p14="http://schemas.microsoft.com/office/powerpoint/2010/main" val="390617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3" y="1709738"/>
            <a:ext cx="10515600" cy="2852737"/>
          </a:xfrm>
        </p:spPr>
        <p:txBody>
          <a:bodyPr anchor="b">
            <a:normAutofit/>
          </a:bodyPr>
          <a:lstStyle>
            <a:lvl1pPr algn="l">
              <a:defRPr lang="en-US" sz="5400" b="1" kern="1200" dirty="0">
                <a:solidFill>
                  <a:srgbClr val="2A3E75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3" y="4643120"/>
            <a:ext cx="10515600" cy="144653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>
                <a:solidFill>
                  <a:srgbClr val="4A4A4A"/>
                </a:solidFill>
                <a:latin typeface="Tenorite" panose="00000500000000000000" pitchFamily="2" charset="0"/>
              </a:defRPr>
            </a:lvl1pPr>
            <a:lvl2pPr marL="45721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2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3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4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5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6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8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9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AF3CD5-52C6-EFDB-39AA-9D2EC2448291}"/>
              </a:ext>
            </a:extLst>
          </p:cNvPr>
          <p:cNvCxnSpPr>
            <a:cxnSpLocks/>
          </p:cNvCxnSpPr>
          <p:nvPr userDrawn="1"/>
        </p:nvCxnSpPr>
        <p:spPr>
          <a:xfrm>
            <a:off x="833120" y="4599431"/>
            <a:ext cx="10515600" cy="0"/>
          </a:xfrm>
          <a:prstGeom prst="line">
            <a:avLst/>
          </a:prstGeom>
          <a:ln w="38100">
            <a:solidFill>
              <a:srgbClr val="C02F1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15398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120" y="179883"/>
            <a:ext cx="10515600" cy="3050497"/>
          </a:xfrm>
        </p:spPr>
        <p:txBody>
          <a:bodyPr anchor="b">
            <a:normAutofit/>
          </a:bodyPr>
          <a:lstStyle>
            <a:lvl1pPr algn="l">
              <a:defRPr lang="en-US" sz="5400" b="1" kern="1200" dirty="0">
                <a:solidFill>
                  <a:srgbClr val="2A3E75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0AF3CD5-52C6-EFDB-39AA-9D2EC2448291}"/>
              </a:ext>
            </a:extLst>
          </p:cNvPr>
          <p:cNvCxnSpPr>
            <a:cxnSpLocks/>
          </p:cNvCxnSpPr>
          <p:nvPr userDrawn="1"/>
        </p:nvCxnSpPr>
        <p:spPr>
          <a:xfrm>
            <a:off x="831852" y="3288312"/>
            <a:ext cx="10515600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5CCC9ECA-AF17-77AA-3FBA-9C2ADA4E93E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44547" y="3359464"/>
            <a:ext cx="10515600" cy="3041334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7917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0"/>
            <a:ext cx="11731752" cy="135970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625383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8600" y="1783830"/>
            <a:ext cx="11731752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189450AF-5B3A-1BE3-45D6-60D099856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CC33CE-F5D7-114C-2E5F-0BB1D6208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797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_resul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A197C6F-4D88-488A-50DD-5D7BF601315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28600" y="1143000"/>
            <a:ext cx="8666544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A3D7ED22-F98E-C2C8-4338-C3DCEAFE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1"/>
            <a:ext cx="11731752" cy="80507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13FBF2-EE6A-7F21-DA43-BEB4A420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AF21E59-6130-9132-479A-6011AFDD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4070C87E-DFA1-032D-5413-84B5C0EA6962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5874152" y="1143000"/>
            <a:ext cx="6079222" cy="316278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75367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A197C6F-4D88-488A-50DD-5D7BF6013154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28600" y="1143000"/>
            <a:ext cx="11731752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4572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1pPr>
            <a:lvl2pPr marL="9144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2pPr>
            <a:lvl3pPr marL="13716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3pPr>
            <a:lvl4pPr marL="18288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4pPr>
            <a:lvl5pPr marL="2286000" indent="-228600" algn="l" defTabSz="914400" rtl="0" eaLnBrk="1" latinLnBrk="0" hangingPunct="1">
              <a:lnSpc>
                <a:spcPct val="114000"/>
              </a:lnSpc>
              <a:spcBef>
                <a:spcPts val="0"/>
              </a:spcBef>
              <a:buClr>
                <a:srgbClr val="2A3E75"/>
              </a:buClr>
              <a:buFont typeface="Arial" panose="020B0604020202020204" pitchFamily="34" charset="0"/>
              <a:buChar char="•"/>
              <a:defRPr lang="en-US" sz="2800" kern="1200" dirty="0">
                <a:solidFill>
                  <a:srgbClr val="4A4A4A"/>
                </a:solidFill>
                <a:latin typeface="Tenorite" panose="00000500000000000000" pitchFamily="2" charset="0"/>
                <a:ea typeface="+mn-ea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A3D7ED22-F98E-C2C8-4338-C3DCEAFE0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1"/>
            <a:ext cx="11731752" cy="805070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13FBF2-EE6A-7F21-DA43-BEB4A4204A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EAF21E59-6130-9132-479A-6011AFDD6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4662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109330"/>
            <a:ext cx="11731752" cy="1359705"/>
          </a:xfrm>
          <a:prstGeom prst="rect">
            <a:avLst/>
          </a:prstGeom>
        </p:spPr>
        <p:txBody>
          <a:bodyPr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625383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28600" y="1783830"/>
            <a:ext cx="5867400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F78D01E8-C1E8-530B-2B36-96123687E1F0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6096000" y="1783830"/>
            <a:ext cx="5867402" cy="4616970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3C96B0EB-DC02-C3E4-27BE-B09618C533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53035CB-67F1-9F4F-38E1-119BC05B99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30968" y="6492874"/>
            <a:ext cx="10822406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880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1197" y="142929"/>
            <a:ext cx="4814636" cy="1692275"/>
          </a:xfrm>
        </p:spPr>
        <p:txBody>
          <a:bodyPr anchor="ctr">
            <a:normAutofit/>
          </a:bodyPr>
          <a:lstStyle>
            <a:lvl1pPr>
              <a:defRPr lang="en-US" sz="32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142929"/>
            <a:ext cx="6770187" cy="6606360"/>
          </a:xfrm>
          <a:prstGeom prst="rect">
            <a:avLst/>
          </a:prstGeom>
        </p:spPr>
        <p:txBody>
          <a:bodyPr/>
          <a:lstStyle>
            <a:lvl1pPr marL="274320">
              <a:defRPr sz="2400">
                <a:latin typeface="Tenorite" panose="00000500000000000000" pitchFamily="2" charset="0"/>
              </a:defRPr>
            </a:lvl1pPr>
            <a:lvl2pPr marL="548640">
              <a:buClr>
                <a:srgbClr val="D21145"/>
              </a:buClr>
              <a:defRPr sz="2000">
                <a:latin typeface="Tenorite" panose="00000500000000000000" pitchFamily="2" charset="0"/>
              </a:defRPr>
            </a:lvl2pPr>
            <a:lvl3pPr marL="822960">
              <a:buClr>
                <a:srgbClr val="003366"/>
              </a:buClr>
              <a:defRPr sz="1800">
                <a:latin typeface="Tenorite" panose="00000500000000000000" pitchFamily="2" charset="0"/>
              </a:defRPr>
            </a:lvl3pPr>
            <a:lvl4pPr marL="1097280">
              <a:buClr>
                <a:srgbClr val="D21145"/>
              </a:buClr>
              <a:defRPr sz="1600">
                <a:latin typeface="Tenorite" panose="00000500000000000000" pitchFamily="2" charset="0"/>
              </a:defRPr>
            </a:lvl4pPr>
            <a:lvl5pPr marL="1371600">
              <a:defRPr sz="16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0973" y="6492876"/>
            <a:ext cx="3912268" cy="256413"/>
          </a:xfrm>
          <a:prstGeom prst="rect">
            <a:avLst/>
          </a:prstGeo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D2F4DEA-5591-BB7D-6249-5D291621BA1D}"/>
              </a:ext>
            </a:extLst>
          </p:cNvPr>
          <p:cNvCxnSpPr>
            <a:cxnSpLocks/>
          </p:cNvCxnSpPr>
          <p:nvPr userDrawn="1"/>
        </p:nvCxnSpPr>
        <p:spPr>
          <a:xfrm>
            <a:off x="1" y="1992643"/>
            <a:ext cx="5074023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F8024D3-1A65-0428-57F2-93033CA6A49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61220" y="2150083"/>
            <a:ext cx="4804612" cy="4222141"/>
          </a:xfrm>
          <a:prstGeom prst="rect">
            <a:avLst/>
          </a:prstGeom>
        </p:spPr>
        <p:txBody>
          <a:bodyPr/>
          <a:lstStyle>
            <a:lvl1pPr>
              <a:defRPr lang="en-US" sz="2400" dirty="0">
                <a:latin typeface="Tenorite" panose="00000500000000000000" pitchFamily="2" charset="0"/>
              </a:defRPr>
            </a:lvl1pPr>
            <a:lvl2pPr>
              <a:defRPr lang="en-US" sz="2000" dirty="0">
                <a:latin typeface="Tenorite" panose="00000500000000000000" pitchFamily="2" charset="0"/>
              </a:defRPr>
            </a:lvl2pPr>
            <a:lvl3pPr>
              <a:defRPr lang="en-US" sz="1800" dirty="0">
                <a:latin typeface="Tenorite" panose="00000500000000000000" pitchFamily="2" charset="0"/>
              </a:defRPr>
            </a:lvl3pPr>
            <a:lvl4pPr>
              <a:defRPr lang="en-US" sz="1600" dirty="0">
                <a:latin typeface="Tenorite" panose="00000500000000000000" pitchFamily="2" charset="0"/>
              </a:defRPr>
            </a:lvl4pPr>
            <a:lvl5pPr>
              <a:defRPr lang="en-US" sz="1600" dirty="0">
                <a:latin typeface="Tenorite" panose="00000500000000000000" pitchFamily="2" charset="0"/>
              </a:defRPr>
            </a:lvl5pPr>
          </a:lstStyle>
          <a:p>
            <a:pPr marL="274320" lvl="0"/>
            <a:r>
              <a:rPr lang="en-US" dirty="0"/>
              <a:t>Click to edit Master text styles</a:t>
            </a:r>
          </a:p>
          <a:p>
            <a:pPr marL="548640" lvl="1">
              <a:buClr>
                <a:srgbClr val="D21145"/>
              </a:buClr>
            </a:pPr>
            <a:r>
              <a:rPr lang="en-US" dirty="0"/>
              <a:t>Second level</a:t>
            </a:r>
          </a:p>
          <a:p>
            <a:pPr marL="822960" lvl="2">
              <a:buClr>
                <a:srgbClr val="003366"/>
              </a:buClr>
            </a:pPr>
            <a:r>
              <a:rPr lang="en-US" dirty="0"/>
              <a:t>Third level</a:t>
            </a:r>
          </a:p>
          <a:p>
            <a:pPr marL="1097280" lvl="3">
              <a:buClr>
                <a:srgbClr val="D21145"/>
              </a:buClr>
            </a:pPr>
            <a:r>
              <a:rPr lang="en-US" dirty="0"/>
              <a:t>Fourth level</a:t>
            </a:r>
          </a:p>
          <a:p>
            <a:pPr marL="1371600" lvl="4"/>
            <a:r>
              <a:rPr lang="en-US" dirty="0"/>
              <a:t>Fifth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D894503-3C12-466A-60EE-312759D09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38626" y="6492874"/>
            <a:ext cx="892342" cy="256414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4490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3D3389A-D1B1-8045-AF5C-E936D5011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"/>
            <a:ext cx="11963400" cy="1033271"/>
          </a:xfrm>
          <a:prstGeom prst="rect">
            <a:avLst/>
          </a:prstGeom>
        </p:spPr>
        <p:txBody>
          <a:bodyPr anchor="ctr"/>
          <a:lstStyle>
            <a:lvl1pPr>
              <a:defRPr sz="3200">
                <a:solidFill>
                  <a:srgbClr val="105FAD"/>
                </a:solidFill>
                <a:latin typeface="Tenorite" panose="00000500000000000000" pitchFamily="2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20A93F4-9361-BE4A-BDFF-57F61D61B18D}"/>
              </a:ext>
            </a:extLst>
          </p:cNvPr>
          <p:cNvCxnSpPr>
            <a:cxnSpLocks/>
          </p:cNvCxnSpPr>
          <p:nvPr userDrawn="1"/>
        </p:nvCxnSpPr>
        <p:spPr>
          <a:xfrm>
            <a:off x="0" y="1033271"/>
            <a:ext cx="12188952" cy="0"/>
          </a:xfrm>
          <a:prstGeom prst="line">
            <a:avLst/>
          </a:prstGeom>
          <a:ln w="38100">
            <a:solidFill>
              <a:srgbClr val="D2114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2F3A1677-D5FD-6F4F-982B-D234B36769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8600" y="1143000"/>
            <a:ext cx="3338065" cy="5257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1pPr>
            <a:lvl2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2pPr>
            <a:lvl3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3pPr>
            <a:lvl4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4pPr>
            <a:lvl5pPr>
              <a:buClr>
                <a:srgbClr val="105FAD"/>
              </a:buClr>
              <a:defRPr sz="2000">
                <a:latin typeface="Tenorite" panose="00000500000000000000" pitchFamily="2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0CB0027-CAAB-A460-8537-923E442AB2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38626" y="6490446"/>
            <a:ext cx="3215774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129F14-29DC-E5C7-B871-EFAFD4E6F8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5600" y="6490446"/>
            <a:ext cx="3860800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AEB7E8-F4B2-F9B3-0EE7-B55EA21C5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37599" y="6490446"/>
            <a:ext cx="3215775" cy="2937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pPr defTabSz="609585"/>
            <a:fld id="{C5EF2332-01BF-834F-8236-50238282D53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 defTabSz="609585"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C0C1CB3-BE42-6AF9-C031-C43FC50879AF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3677808" y="1142999"/>
            <a:ext cx="8275567" cy="5257801"/>
          </a:xfrm>
          <a:prstGeom prst="rect">
            <a:avLst/>
          </a:prstGeom>
        </p:spPr>
        <p:txBody>
          <a:bodyPr/>
          <a:lstStyle>
            <a:lvl1pPr>
              <a:defRPr sz="2000">
                <a:latin typeface="Tenorite" panose="00000500000000000000" pitchFamily="2" charset="0"/>
              </a:defRPr>
            </a:lvl1pPr>
            <a:lvl2pPr>
              <a:defRPr sz="2000">
                <a:latin typeface="Tenorite" panose="00000500000000000000" pitchFamily="2" charset="0"/>
              </a:defRPr>
            </a:lvl2pPr>
            <a:lvl3pPr>
              <a:defRPr sz="2000">
                <a:latin typeface="Tenorite" panose="00000500000000000000" pitchFamily="2" charset="0"/>
              </a:defRPr>
            </a:lvl3pPr>
            <a:lvl4pPr>
              <a:defRPr sz="2000">
                <a:latin typeface="Tenorite" panose="00000500000000000000" pitchFamily="2" charset="0"/>
              </a:defRPr>
            </a:lvl4pPr>
            <a:lvl5pPr>
              <a:defRPr sz="20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56017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TE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32577"/>
            <a:ext cx="2865265" cy="1692274"/>
          </a:xfrm>
        </p:spPr>
        <p:txBody>
          <a:bodyPr anchor="ctr"/>
          <a:lstStyle>
            <a:lvl1pPr>
              <a:defRPr sz="3200">
                <a:latin typeface="Tenorite" panose="000005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29455" y="226437"/>
            <a:ext cx="8823919" cy="6522849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Tenorite" panose="00000500000000000000" pitchFamily="2" charset="0"/>
              </a:defRPr>
            </a:lvl1pPr>
            <a:lvl2pPr>
              <a:defRPr sz="2800">
                <a:latin typeface="Tenorite" panose="00000500000000000000" pitchFamily="2" charset="0"/>
              </a:defRPr>
            </a:lvl2pPr>
            <a:lvl3pPr>
              <a:defRPr sz="2400">
                <a:latin typeface="Tenorite" panose="00000500000000000000" pitchFamily="2" charset="0"/>
              </a:defRPr>
            </a:lvl3pPr>
            <a:lvl4pPr>
              <a:defRPr sz="2000">
                <a:latin typeface="Tenorite" panose="00000500000000000000" pitchFamily="2" charset="0"/>
              </a:defRPr>
            </a:lvl4pPr>
            <a:lvl5pPr>
              <a:defRPr sz="2000">
                <a:latin typeface="Tenorite" panose="00000500000000000000" pitchFamily="2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627" y="2057399"/>
            <a:ext cx="2859298" cy="430730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latin typeface="Tenorite" panose="00000500000000000000" pitchFamily="2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0969" y="6492874"/>
            <a:ext cx="2328252" cy="256413"/>
          </a:xfr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787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half" idx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Tenorite" panose="00000500000000000000" pitchFamily="2" charset="0"/>
              </a:defRPr>
            </a:lvl1pPr>
            <a:lvl2pPr>
              <a:defRPr>
                <a:latin typeface="Tenorite" panose="00000500000000000000" pitchFamily="2" charset="0"/>
              </a:defRPr>
            </a:lvl2pPr>
            <a:lvl3pPr>
              <a:defRPr>
                <a:latin typeface="Tenorite" panose="00000500000000000000" pitchFamily="2" charset="0"/>
              </a:defRPr>
            </a:lvl3pPr>
            <a:lvl4pPr>
              <a:defRPr>
                <a:latin typeface="Tenorite" panose="00000500000000000000" pitchFamily="2" charset="0"/>
              </a:defRPr>
            </a:lvl4pPr>
            <a:lvl5pPr>
              <a:defRPr>
                <a:latin typeface="Tenorite" panose="000005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BB5403-9242-AA00-FE6E-B41EFCD30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5371" y="6560763"/>
            <a:ext cx="790097" cy="120634"/>
          </a:xfrm>
        </p:spPr>
        <p:txBody>
          <a:bodyPr anchor="ctr">
            <a:normAutofit/>
          </a:bodyPr>
          <a:lstStyle>
            <a:lvl1pPr>
              <a:defRPr lang="en-US" sz="100" b="1" kern="1200" dirty="0">
                <a:solidFill>
                  <a:srgbClr val="003366"/>
                </a:solidFill>
                <a:latin typeface="Tenorite" panose="00000500000000000000" pitchFamily="2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79765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38626" y="226438"/>
            <a:ext cx="11724774" cy="909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590020" y="6760161"/>
            <a:ext cx="601980" cy="9783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r>
              <a:rPr lang="en-US"/>
              <a:t>8/27/2020 1:52:14 PM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30968" y="6492874"/>
            <a:ext cx="10822406" cy="2564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38626" y="6492874"/>
            <a:ext cx="892342" cy="2564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enorite" panose="00000500000000000000" pitchFamily="2" charset="0"/>
              </a:defRPr>
            </a:lvl1pPr>
          </a:lstStyle>
          <a:p>
            <a:fld id="{C6F12CB2-7F2C-47B9-AE70-22A94B49F23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7349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6" r:id="rId2"/>
    <p:sldLayoutId id="2147483685" r:id="rId3"/>
    <p:sldLayoutId id="2147483696" r:id="rId4"/>
    <p:sldLayoutId id="2147483697" r:id="rId5"/>
    <p:sldLayoutId id="2147483694" r:id="rId6"/>
    <p:sldLayoutId id="2147483695" r:id="rId7"/>
    <p:sldLayoutId id="2147483698" r:id="rId8"/>
    <p:sldLayoutId id="2147483675" r:id="rId9"/>
    <p:sldLayoutId id="2147483662" r:id="rId10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lang="en-US" sz="4400" b="1" kern="1200" dirty="0">
          <a:solidFill>
            <a:srgbClr val="2A3E75"/>
          </a:solidFill>
          <a:latin typeface="Tenorite" panose="00000500000000000000" pitchFamily="2" charset="0"/>
          <a:ea typeface="+mj-ea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ontent Placeholder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" name="pl5"/>
            <p:cNvSpPr/>
            <p:nvPr/>
          </p:nvSpPr>
          <p:spPr>
            <a:xfrm>
              <a:off x="535467" y="2960435"/>
              <a:ext cx="3705789" cy="0"/>
            </a:xfrm>
            <a:custGeom>
              <a:avLst/>
              <a:gdLst/>
              <a:ahLst/>
              <a:cxnLst/>
              <a:rect l="0" t="0" r="0" b="0"/>
              <a:pathLst>
                <a:path w="3705789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535467" y="2247340"/>
              <a:ext cx="3705789" cy="0"/>
            </a:xfrm>
            <a:custGeom>
              <a:avLst/>
              <a:gdLst/>
              <a:ahLst/>
              <a:cxnLst/>
              <a:rect l="0" t="0" r="0" b="0"/>
              <a:pathLst>
                <a:path w="3705789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535467" y="1534245"/>
              <a:ext cx="3705789" cy="0"/>
            </a:xfrm>
            <a:custGeom>
              <a:avLst/>
              <a:gdLst/>
              <a:ahLst/>
              <a:cxnLst/>
              <a:rect l="0" t="0" r="0" b="0"/>
              <a:pathLst>
                <a:path w="3705789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535467" y="821150"/>
              <a:ext cx="3705789" cy="0"/>
            </a:xfrm>
            <a:custGeom>
              <a:avLst/>
              <a:gdLst/>
              <a:ahLst/>
              <a:cxnLst/>
              <a:rect l="0" t="0" r="0" b="0"/>
              <a:pathLst>
                <a:path w="3705789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1214352" y="621484"/>
              <a:ext cx="0" cy="2823856"/>
            </a:xfrm>
            <a:custGeom>
              <a:avLst/>
              <a:gdLst/>
              <a:ahLst/>
              <a:cxnLst/>
              <a:rect l="0" t="0" r="0" b="0"/>
              <a:pathLst>
                <a:path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2235230" y="621484"/>
              <a:ext cx="0" cy="2823856"/>
            </a:xfrm>
            <a:custGeom>
              <a:avLst/>
              <a:gdLst/>
              <a:ahLst/>
              <a:cxnLst/>
              <a:rect l="0" t="0" r="0" b="0"/>
              <a:pathLst>
                <a:path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3256109" y="621484"/>
              <a:ext cx="0" cy="2823856"/>
            </a:xfrm>
            <a:custGeom>
              <a:avLst/>
              <a:gdLst/>
              <a:ahLst/>
              <a:cxnLst/>
              <a:rect l="0" t="0" r="0" b="0"/>
              <a:pathLst>
                <a:path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535467" y="3316983"/>
              <a:ext cx="3705789" cy="0"/>
            </a:xfrm>
            <a:custGeom>
              <a:avLst/>
              <a:gdLst/>
              <a:ahLst/>
              <a:cxnLst/>
              <a:rect l="0" t="0" r="0" b="0"/>
              <a:pathLst>
                <a:path w="3705789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535467" y="2603888"/>
              <a:ext cx="3705789" cy="0"/>
            </a:xfrm>
            <a:custGeom>
              <a:avLst/>
              <a:gdLst/>
              <a:ahLst/>
              <a:cxnLst/>
              <a:rect l="0" t="0" r="0" b="0"/>
              <a:pathLst>
                <a:path w="3705789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535467" y="1890793"/>
              <a:ext cx="3705789" cy="0"/>
            </a:xfrm>
            <a:custGeom>
              <a:avLst/>
              <a:gdLst/>
              <a:ahLst/>
              <a:cxnLst/>
              <a:rect l="0" t="0" r="0" b="0"/>
              <a:pathLst>
                <a:path w="3705789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535467" y="1177698"/>
              <a:ext cx="3705789" cy="0"/>
            </a:xfrm>
            <a:custGeom>
              <a:avLst/>
              <a:gdLst/>
              <a:ahLst/>
              <a:cxnLst/>
              <a:rect l="0" t="0" r="0" b="0"/>
              <a:pathLst>
                <a:path w="3705789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6"/>
            <p:cNvSpPr/>
            <p:nvPr/>
          </p:nvSpPr>
          <p:spPr>
            <a:xfrm>
              <a:off x="703912" y="621484"/>
              <a:ext cx="0" cy="2823856"/>
            </a:xfrm>
            <a:custGeom>
              <a:avLst/>
              <a:gdLst/>
              <a:ahLst/>
              <a:cxnLst/>
              <a:rect l="0" t="0" r="0" b="0"/>
              <a:pathLst>
                <a:path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1724791" y="621484"/>
              <a:ext cx="0" cy="2823856"/>
            </a:xfrm>
            <a:custGeom>
              <a:avLst/>
              <a:gdLst/>
              <a:ahLst/>
              <a:cxnLst/>
              <a:rect l="0" t="0" r="0" b="0"/>
              <a:pathLst>
                <a:path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8"/>
            <p:cNvSpPr/>
            <p:nvPr/>
          </p:nvSpPr>
          <p:spPr>
            <a:xfrm>
              <a:off x="2745669" y="621484"/>
              <a:ext cx="0" cy="2823856"/>
            </a:xfrm>
            <a:custGeom>
              <a:avLst/>
              <a:gdLst/>
              <a:ahLst/>
              <a:cxnLst/>
              <a:rect l="0" t="0" r="0" b="0"/>
              <a:pathLst>
                <a:path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9"/>
            <p:cNvSpPr/>
            <p:nvPr/>
          </p:nvSpPr>
          <p:spPr>
            <a:xfrm>
              <a:off x="3766548" y="621484"/>
              <a:ext cx="0" cy="2823856"/>
            </a:xfrm>
            <a:custGeom>
              <a:avLst/>
              <a:gdLst/>
              <a:ahLst/>
              <a:cxnLst/>
              <a:rect l="0" t="0" r="0" b="0"/>
              <a:pathLst>
                <a:path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t20"/>
            <p:cNvSpPr/>
            <p:nvPr/>
          </p:nvSpPr>
          <p:spPr>
            <a:xfrm>
              <a:off x="2203633" y="12887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t21"/>
            <p:cNvSpPr/>
            <p:nvPr/>
          </p:nvSpPr>
          <p:spPr>
            <a:xfrm>
              <a:off x="2867205" y="140756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t22"/>
            <p:cNvSpPr/>
            <p:nvPr/>
          </p:nvSpPr>
          <p:spPr>
            <a:xfrm>
              <a:off x="1284843" y="26436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t23"/>
            <p:cNvSpPr/>
            <p:nvPr/>
          </p:nvSpPr>
          <p:spPr>
            <a:xfrm>
              <a:off x="2203633" y="181165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t24"/>
            <p:cNvSpPr/>
            <p:nvPr/>
          </p:nvSpPr>
          <p:spPr>
            <a:xfrm>
              <a:off x="1999458" y="273868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t25"/>
            <p:cNvSpPr/>
            <p:nvPr/>
          </p:nvSpPr>
          <p:spPr>
            <a:xfrm>
              <a:off x="1233799" y="204935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t26"/>
            <p:cNvSpPr/>
            <p:nvPr/>
          </p:nvSpPr>
          <p:spPr>
            <a:xfrm>
              <a:off x="1642150" y="15026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t27"/>
            <p:cNvSpPr/>
            <p:nvPr/>
          </p:nvSpPr>
          <p:spPr>
            <a:xfrm>
              <a:off x="2203633" y="15739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t28"/>
            <p:cNvSpPr/>
            <p:nvPr/>
          </p:nvSpPr>
          <p:spPr>
            <a:xfrm>
              <a:off x="1795282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t29"/>
            <p:cNvSpPr/>
            <p:nvPr/>
          </p:nvSpPr>
          <p:spPr>
            <a:xfrm>
              <a:off x="2560941" y="18591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t30"/>
            <p:cNvSpPr/>
            <p:nvPr/>
          </p:nvSpPr>
          <p:spPr>
            <a:xfrm>
              <a:off x="2714073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t31"/>
            <p:cNvSpPr/>
            <p:nvPr/>
          </p:nvSpPr>
          <p:spPr>
            <a:xfrm>
              <a:off x="774403" y="18591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t32"/>
            <p:cNvSpPr/>
            <p:nvPr/>
          </p:nvSpPr>
          <p:spPr>
            <a:xfrm>
              <a:off x="2918248" y="12887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t33"/>
            <p:cNvSpPr/>
            <p:nvPr/>
          </p:nvSpPr>
          <p:spPr>
            <a:xfrm>
              <a:off x="2560941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t34"/>
            <p:cNvSpPr/>
            <p:nvPr/>
          </p:nvSpPr>
          <p:spPr>
            <a:xfrm>
              <a:off x="978579" y="309522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t35"/>
            <p:cNvSpPr/>
            <p:nvPr/>
          </p:nvSpPr>
          <p:spPr>
            <a:xfrm>
              <a:off x="1846326" y="15739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t36"/>
            <p:cNvSpPr/>
            <p:nvPr/>
          </p:nvSpPr>
          <p:spPr>
            <a:xfrm>
              <a:off x="1795282" y="254852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t37"/>
            <p:cNvSpPr/>
            <p:nvPr/>
          </p:nvSpPr>
          <p:spPr>
            <a:xfrm>
              <a:off x="2305721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t38"/>
            <p:cNvSpPr/>
            <p:nvPr/>
          </p:nvSpPr>
          <p:spPr>
            <a:xfrm>
              <a:off x="1642150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t39"/>
            <p:cNvSpPr/>
            <p:nvPr/>
          </p:nvSpPr>
          <p:spPr>
            <a:xfrm>
              <a:off x="3071380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t40"/>
            <p:cNvSpPr/>
            <p:nvPr/>
          </p:nvSpPr>
          <p:spPr>
            <a:xfrm>
              <a:off x="876491" y="223951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t41"/>
            <p:cNvSpPr/>
            <p:nvPr/>
          </p:nvSpPr>
          <p:spPr>
            <a:xfrm>
              <a:off x="672316" y="285752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t42"/>
            <p:cNvSpPr/>
            <p:nvPr/>
          </p:nvSpPr>
          <p:spPr>
            <a:xfrm>
              <a:off x="1795282" y="11461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t43"/>
            <p:cNvSpPr/>
            <p:nvPr/>
          </p:nvSpPr>
          <p:spPr>
            <a:xfrm>
              <a:off x="672316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t44"/>
            <p:cNvSpPr/>
            <p:nvPr/>
          </p:nvSpPr>
          <p:spPr>
            <a:xfrm>
              <a:off x="1080667" y="193050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t45"/>
            <p:cNvSpPr/>
            <p:nvPr/>
          </p:nvSpPr>
          <p:spPr>
            <a:xfrm>
              <a:off x="1437975" y="231082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t46"/>
            <p:cNvSpPr/>
            <p:nvPr/>
          </p:nvSpPr>
          <p:spPr>
            <a:xfrm>
              <a:off x="1284843" y="32140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t47"/>
            <p:cNvSpPr/>
            <p:nvPr/>
          </p:nvSpPr>
          <p:spPr>
            <a:xfrm>
              <a:off x="876491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t48"/>
            <p:cNvSpPr/>
            <p:nvPr/>
          </p:nvSpPr>
          <p:spPr>
            <a:xfrm>
              <a:off x="1489018" y="30714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t49"/>
            <p:cNvSpPr/>
            <p:nvPr/>
          </p:nvSpPr>
          <p:spPr>
            <a:xfrm>
              <a:off x="1693194" y="209689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t50"/>
            <p:cNvSpPr/>
            <p:nvPr/>
          </p:nvSpPr>
          <p:spPr>
            <a:xfrm>
              <a:off x="1591106" y="228705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t51"/>
            <p:cNvSpPr/>
            <p:nvPr/>
          </p:nvSpPr>
          <p:spPr>
            <a:xfrm>
              <a:off x="1795282" y="162149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t52"/>
            <p:cNvSpPr/>
            <p:nvPr/>
          </p:nvSpPr>
          <p:spPr>
            <a:xfrm>
              <a:off x="1591106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t53"/>
            <p:cNvSpPr/>
            <p:nvPr/>
          </p:nvSpPr>
          <p:spPr>
            <a:xfrm>
              <a:off x="1795282" y="204935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t54"/>
            <p:cNvSpPr/>
            <p:nvPr/>
          </p:nvSpPr>
          <p:spPr>
            <a:xfrm>
              <a:off x="2305721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t55"/>
            <p:cNvSpPr/>
            <p:nvPr/>
          </p:nvSpPr>
          <p:spPr>
            <a:xfrm>
              <a:off x="2509897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t56"/>
            <p:cNvSpPr/>
            <p:nvPr/>
          </p:nvSpPr>
          <p:spPr>
            <a:xfrm>
              <a:off x="1284843" y="214443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t57"/>
            <p:cNvSpPr/>
            <p:nvPr/>
          </p:nvSpPr>
          <p:spPr>
            <a:xfrm>
              <a:off x="876491" y="257229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t58"/>
            <p:cNvSpPr/>
            <p:nvPr/>
          </p:nvSpPr>
          <p:spPr>
            <a:xfrm>
              <a:off x="1999458" y="202558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t59"/>
            <p:cNvSpPr/>
            <p:nvPr/>
          </p:nvSpPr>
          <p:spPr>
            <a:xfrm>
              <a:off x="1948414" y="228705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t60"/>
            <p:cNvSpPr/>
            <p:nvPr/>
          </p:nvSpPr>
          <p:spPr>
            <a:xfrm>
              <a:off x="1437975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t61"/>
            <p:cNvSpPr/>
            <p:nvPr/>
          </p:nvSpPr>
          <p:spPr>
            <a:xfrm>
              <a:off x="2611985" y="102725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t62"/>
            <p:cNvSpPr/>
            <p:nvPr/>
          </p:nvSpPr>
          <p:spPr>
            <a:xfrm>
              <a:off x="2611985" y="223951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t63"/>
            <p:cNvSpPr/>
            <p:nvPr/>
          </p:nvSpPr>
          <p:spPr>
            <a:xfrm>
              <a:off x="2611985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t64"/>
            <p:cNvSpPr/>
            <p:nvPr/>
          </p:nvSpPr>
          <p:spPr>
            <a:xfrm>
              <a:off x="672316" y="269114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t65"/>
            <p:cNvSpPr/>
            <p:nvPr/>
          </p:nvSpPr>
          <p:spPr>
            <a:xfrm>
              <a:off x="2203633" y="212066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t66"/>
            <p:cNvSpPr/>
            <p:nvPr/>
          </p:nvSpPr>
          <p:spPr>
            <a:xfrm>
              <a:off x="1999458" y="932173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t67"/>
            <p:cNvSpPr/>
            <p:nvPr/>
          </p:nvSpPr>
          <p:spPr>
            <a:xfrm>
              <a:off x="978579" y="193050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pt68"/>
            <p:cNvSpPr/>
            <p:nvPr/>
          </p:nvSpPr>
          <p:spPr>
            <a:xfrm>
              <a:off x="2050502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pt69"/>
            <p:cNvSpPr/>
            <p:nvPr/>
          </p:nvSpPr>
          <p:spPr>
            <a:xfrm>
              <a:off x="1182755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pt70"/>
            <p:cNvSpPr/>
            <p:nvPr/>
          </p:nvSpPr>
          <p:spPr>
            <a:xfrm>
              <a:off x="1489018" y="228705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pt71"/>
            <p:cNvSpPr/>
            <p:nvPr/>
          </p:nvSpPr>
          <p:spPr>
            <a:xfrm>
              <a:off x="2714073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pt72"/>
            <p:cNvSpPr/>
            <p:nvPr/>
          </p:nvSpPr>
          <p:spPr>
            <a:xfrm>
              <a:off x="1591106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pt73"/>
            <p:cNvSpPr/>
            <p:nvPr/>
          </p:nvSpPr>
          <p:spPr>
            <a:xfrm>
              <a:off x="1846326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pt74"/>
            <p:cNvSpPr/>
            <p:nvPr/>
          </p:nvSpPr>
          <p:spPr>
            <a:xfrm>
              <a:off x="978579" y="302391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pt75"/>
            <p:cNvSpPr/>
            <p:nvPr/>
          </p:nvSpPr>
          <p:spPr>
            <a:xfrm>
              <a:off x="1642150" y="219197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pt76"/>
            <p:cNvSpPr/>
            <p:nvPr/>
          </p:nvSpPr>
          <p:spPr>
            <a:xfrm>
              <a:off x="978579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pt77"/>
            <p:cNvSpPr/>
            <p:nvPr/>
          </p:nvSpPr>
          <p:spPr>
            <a:xfrm>
              <a:off x="1693194" y="212066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pt78"/>
            <p:cNvSpPr/>
            <p:nvPr/>
          </p:nvSpPr>
          <p:spPr>
            <a:xfrm>
              <a:off x="2101546" y="176411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pt79"/>
            <p:cNvSpPr/>
            <p:nvPr/>
          </p:nvSpPr>
          <p:spPr>
            <a:xfrm>
              <a:off x="1948414" y="314276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pt80"/>
            <p:cNvSpPr/>
            <p:nvPr/>
          </p:nvSpPr>
          <p:spPr>
            <a:xfrm>
              <a:off x="2509897" y="14313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pt81"/>
            <p:cNvSpPr/>
            <p:nvPr/>
          </p:nvSpPr>
          <p:spPr>
            <a:xfrm>
              <a:off x="927535" y="261983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pt82"/>
            <p:cNvSpPr/>
            <p:nvPr/>
          </p:nvSpPr>
          <p:spPr>
            <a:xfrm>
              <a:off x="1846326" y="23583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pt83"/>
            <p:cNvSpPr/>
            <p:nvPr/>
          </p:nvSpPr>
          <p:spPr>
            <a:xfrm>
              <a:off x="1744238" y="15026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pt84"/>
            <p:cNvSpPr/>
            <p:nvPr/>
          </p:nvSpPr>
          <p:spPr>
            <a:xfrm>
              <a:off x="1182755" y="204935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pt85"/>
            <p:cNvSpPr/>
            <p:nvPr/>
          </p:nvSpPr>
          <p:spPr>
            <a:xfrm>
              <a:off x="1080667" y="240590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pt86"/>
            <p:cNvSpPr/>
            <p:nvPr/>
          </p:nvSpPr>
          <p:spPr>
            <a:xfrm>
              <a:off x="1284843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pt87"/>
            <p:cNvSpPr/>
            <p:nvPr/>
          </p:nvSpPr>
          <p:spPr>
            <a:xfrm>
              <a:off x="1182755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pt88"/>
            <p:cNvSpPr/>
            <p:nvPr/>
          </p:nvSpPr>
          <p:spPr>
            <a:xfrm>
              <a:off x="774403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pt89"/>
            <p:cNvSpPr/>
            <p:nvPr/>
          </p:nvSpPr>
          <p:spPr>
            <a:xfrm>
              <a:off x="2969292" y="119364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pt90"/>
            <p:cNvSpPr/>
            <p:nvPr/>
          </p:nvSpPr>
          <p:spPr>
            <a:xfrm>
              <a:off x="2203633" y="164526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pt91"/>
            <p:cNvSpPr/>
            <p:nvPr/>
          </p:nvSpPr>
          <p:spPr>
            <a:xfrm>
              <a:off x="1795282" y="23583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pt92"/>
            <p:cNvSpPr/>
            <p:nvPr/>
          </p:nvSpPr>
          <p:spPr>
            <a:xfrm>
              <a:off x="774403" y="247721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pt93"/>
            <p:cNvSpPr/>
            <p:nvPr/>
          </p:nvSpPr>
          <p:spPr>
            <a:xfrm>
              <a:off x="978579" y="269114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pt94"/>
            <p:cNvSpPr/>
            <p:nvPr/>
          </p:nvSpPr>
          <p:spPr>
            <a:xfrm>
              <a:off x="1080667" y="319030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pt95"/>
            <p:cNvSpPr/>
            <p:nvPr/>
          </p:nvSpPr>
          <p:spPr>
            <a:xfrm>
              <a:off x="1386931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pt96"/>
            <p:cNvSpPr/>
            <p:nvPr/>
          </p:nvSpPr>
          <p:spPr>
            <a:xfrm>
              <a:off x="927535" y="32140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pt97"/>
            <p:cNvSpPr/>
            <p:nvPr/>
          </p:nvSpPr>
          <p:spPr>
            <a:xfrm>
              <a:off x="1489018" y="280998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pt98"/>
            <p:cNvSpPr/>
            <p:nvPr/>
          </p:nvSpPr>
          <p:spPr>
            <a:xfrm>
              <a:off x="2816161" y="124118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pt99"/>
            <p:cNvSpPr/>
            <p:nvPr/>
          </p:nvSpPr>
          <p:spPr>
            <a:xfrm>
              <a:off x="2407809" y="188296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pt100"/>
            <p:cNvSpPr/>
            <p:nvPr/>
          </p:nvSpPr>
          <p:spPr>
            <a:xfrm>
              <a:off x="2714073" y="116987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pt101"/>
            <p:cNvSpPr/>
            <p:nvPr/>
          </p:nvSpPr>
          <p:spPr>
            <a:xfrm>
              <a:off x="1693194" y="18591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pt102"/>
            <p:cNvSpPr/>
            <p:nvPr/>
          </p:nvSpPr>
          <p:spPr>
            <a:xfrm>
              <a:off x="1999458" y="23583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pt103"/>
            <p:cNvSpPr/>
            <p:nvPr/>
          </p:nvSpPr>
          <p:spPr>
            <a:xfrm>
              <a:off x="774403" y="314276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pt104"/>
            <p:cNvSpPr/>
            <p:nvPr/>
          </p:nvSpPr>
          <p:spPr>
            <a:xfrm>
              <a:off x="1693194" y="197804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pt105"/>
            <p:cNvSpPr/>
            <p:nvPr/>
          </p:nvSpPr>
          <p:spPr>
            <a:xfrm>
              <a:off x="2611985" y="214443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pt106"/>
            <p:cNvSpPr/>
            <p:nvPr/>
          </p:nvSpPr>
          <p:spPr>
            <a:xfrm>
              <a:off x="723360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pt107"/>
            <p:cNvSpPr/>
            <p:nvPr/>
          </p:nvSpPr>
          <p:spPr>
            <a:xfrm>
              <a:off x="1284843" y="26436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pt108"/>
            <p:cNvSpPr/>
            <p:nvPr/>
          </p:nvSpPr>
          <p:spPr>
            <a:xfrm>
              <a:off x="876491" y="295260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pt109"/>
            <p:cNvSpPr/>
            <p:nvPr/>
          </p:nvSpPr>
          <p:spPr>
            <a:xfrm>
              <a:off x="2203633" y="932173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pt110"/>
            <p:cNvSpPr/>
            <p:nvPr/>
          </p:nvSpPr>
          <p:spPr>
            <a:xfrm>
              <a:off x="2203633" y="140756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pt111"/>
            <p:cNvSpPr/>
            <p:nvPr/>
          </p:nvSpPr>
          <p:spPr>
            <a:xfrm>
              <a:off x="1999458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pt112"/>
            <p:cNvSpPr/>
            <p:nvPr/>
          </p:nvSpPr>
          <p:spPr>
            <a:xfrm>
              <a:off x="672316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pt113"/>
            <p:cNvSpPr/>
            <p:nvPr/>
          </p:nvSpPr>
          <p:spPr>
            <a:xfrm>
              <a:off x="1795282" y="193050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pt114"/>
            <p:cNvSpPr/>
            <p:nvPr/>
          </p:nvSpPr>
          <p:spPr>
            <a:xfrm>
              <a:off x="1591106" y="280998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pt115"/>
            <p:cNvSpPr/>
            <p:nvPr/>
          </p:nvSpPr>
          <p:spPr>
            <a:xfrm>
              <a:off x="1795282" y="223951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pt116"/>
            <p:cNvSpPr/>
            <p:nvPr/>
          </p:nvSpPr>
          <p:spPr>
            <a:xfrm>
              <a:off x="1693194" y="245344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pt117"/>
            <p:cNvSpPr/>
            <p:nvPr/>
          </p:nvSpPr>
          <p:spPr>
            <a:xfrm>
              <a:off x="1489018" y="145510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pt118"/>
            <p:cNvSpPr/>
            <p:nvPr/>
          </p:nvSpPr>
          <p:spPr>
            <a:xfrm>
              <a:off x="2509897" y="107479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pt119"/>
            <p:cNvSpPr/>
            <p:nvPr/>
          </p:nvSpPr>
          <p:spPr>
            <a:xfrm>
              <a:off x="1693194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pt120"/>
            <p:cNvSpPr/>
            <p:nvPr/>
          </p:nvSpPr>
          <p:spPr>
            <a:xfrm>
              <a:off x="1233799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pt121"/>
            <p:cNvSpPr/>
            <p:nvPr/>
          </p:nvSpPr>
          <p:spPr>
            <a:xfrm>
              <a:off x="1693194" y="14313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pt122"/>
            <p:cNvSpPr/>
            <p:nvPr/>
          </p:nvSpPr>
          <p:spPr>
            <a:xfrm>
              <a:off x="1284843" y="188296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pt123"/>
            <p:cNvSpPr/>
            <p:nvPr/>
          </p:nvSpPr>
          <p:spPr>
            <a:xfrm>
              <a:off x="2101546" y="107479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pt124"/>
            <p:cNvSpPr/>
            <p:nvPr/>
          </p:nvSpPr>
          <p:spPr>
            <a:xfrm>
              <a:off x="1642150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pt125"/>
            <p:cNvSpPr/>
            <p:nvPr/>
          </p:nvSpPr>
          <p:spPr>
            <a:xfrm>
              <a:off x="1999458" y="18591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pt126"/>
            <p:cNvSpPr/>
            <p:nvPr/>
          </p:nvSpPr>
          <p:spPr>
            <a:xfrm>
              <a:off x="2918248" y="932173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pt127"/>
            <p:cNvSpPr/>
            <p:nvPr/>
          </p:nvSpPr>
          <p:spPr>
            <a:xfrm>
              <a:off x="1489018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pt128"/>
            <p:cNvSpPr/>
            <p:nvPr/>
          </p:nvSpPr>
          <p:spPr>
            <a:xfrm>
              <a:off x="2305721" y="107479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pt129"/>
            <p:cNvSpPr/>
            <p:nvPr/>
          </p:nvSpPr>
          <p:spPr>
            <a:xfrm>
              <a:off x="4041215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pt130"/>
            <p:cNvSpPr/>
            <p:nvPr/>
          </p:nvSpPr>
          <p:spPr>
            <a:xfrm>
              <a:off x="774403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pt131"/>
            <p:cNvSpPr/>
            <p:nvPr/>
          </p:nvSpPr>
          <p:spPr>
            <a:xfrm>
              <a:off x="1284843" y="18591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pt132"/>
            <p:cNvSpPr/>
            <p:nvPr/>
          </p:nvSpPr>
          <p:spPr>
            <a:xfrm>
              <a:off x="1284843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pt133"/>
            <p:cNvSpPr/>
            <p:nvPr/>
          </p:nvSpPr>
          <p:spPr>
            <a:xfrm>
              <a:off x="1897370" y="15739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pt134"/>
            <p:cNvSpPr/>
            <p:nvPr/>
          </p:nvSpPr>
          <p:spPr>
            <a:xfrm>
              <a:off x="2611985" y="178788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pt135"/>
            <p:cNvSpPr/>
            <p:nvPr/>
          </p:nvSpPr>
          <p:spPr>
            <a:xfrm>
              <a:off x="978579" y="285752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pt136"/>
            <p:cNvSpPr/>
            <p:nvPr/>
          </p:nvSpPr>
          <p:spPr>
            <a:xfrm>
              <a:off x="1386931" y="17165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pt137"/>
            <p:cNvSpPr/>
            <p:nvPr/>
          </p:nvSpPr>
          <p:spPr>
            <a:xfrm>
              <a:off x="1948414" y="164526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pt138"/>
            <p:cNvSpPr/>
            <p:nvPr/>
          </p:nvSpPr>
          <p:spPr>
            <a:xfrm>
              <a:off x="1386931" y="29288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pt139"/>
            <p:cNvSpPr/>
            <p:nvPr/>
          </p:nvSpPr>
          <p:spPr>
            <a:xfrm>
              <a:off x="978579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pt140"/>
            <p:cNvSpPr/>
            <p:nvPr/>
          </p:nvSpPr>
          <p:spPr>
            <a:xfrm>
              <a:off x="672316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pt141"/>
            <p:cNvSpPr/>
            <p:nvPr/>
          </p:nvSpPr>
          <p:spPr>
            <a:xfrm>
              <a:off x="1080667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pt142"/>
            <p:cNvSpPr/>
            <p:nvPr/>
          </p:nvSpPr>
          <p:spPr>
            <a:xfrm>
              <a:off x="1999458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pt143"/>
            <p:cNvSpPr/>
            <p:nvPr/>
          </p:nvSpPr>
          <p:spPr>
            <a:xfrm>
              <a:off x="1182755" y="214443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pt144"/>
            <p:cNvSpPr/>
            <p:nvPr/>
          </p:nvSpPr>
          <p:spPr>
            <a:xfrm>
              <a:off x="1795282" y="178788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pt145"/>
            <p:cNvSpPr/>
            <p:nvPr/>
          </p:nvSpPr>
          <p:spPr>
            <a:xfrm>
              <a:off x="1642150" y="26436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pt146"/>
            <p:cNvSpPr/>
            <p:nvPr/>
          </p:nvSpPr>
          <p:spPr>
            <a:xfrm>
              <a:off x="1080667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" name="pt147"/>
            <p:cNvSpPr/>
            <p:nvPr/>
          </p:nvSpPr>
          <p:spPr>
            <a:xfrm>
              <a:off x="1693194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" name="pt148"/>
            <p:cNvSpPr/>
            <p:nvPr/>
          </p:nvSpPr>
          <p:spPr>
            <a:xfrm>
              <a:off x="672316" y="314276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" name="pt149"/>
            <p:cNvSpPr/>
            <p:nvPr/>
          </p:nvSpPr>
          <p:spPr>
            <a:xfrm>
              <a:off x="1182755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" name="pt150"/>
            <p:cNvSpPr/>
            <p:nvPr/>
          </p:nvSpPr>
          <p:spPr>
            <a:xfrm>
              <a:off x="2407809" y="15026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" name="pt151"/>
            <p:cNvSpPr/>
            <p:nvPr/>
          </p:nvSpPr>
          <p:spPr>
            <a:xfrm>
              <a:off x="1591106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" name="pt152"/>
            <p:cNvSpPr/>
            <p:nvPr/>
          </p:nvSpPr>
          <p:spPr>
            <a:xfrm>
              <a:off x="672316" y="29288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" name="pt153"/>
            <p:cNvSpPr/>
            <p:nvPr/>
          </p:nvSpPr>
          <p:spPr>
            <a:xfrm>
              <a:off x="1284843" y="13600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pt154"/>
            <p:cNvSpPr/>
            <p:nvPr/>
          </p:nvSpPr>
          <p:spPr>
            <a:xfrm>
              <a:off x="1131711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pt155"/>
            <p:cNvSpPr/>
            <p:nvPr/>
          </p:nvSpPr>
          <p:spPr>
            <a:xfrm>
              <a:off x="1233799" y="26436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pt156"/>
            <p:cNvSpPr/>
            <p:nvPr/>
          </p:nvSpPr>
          <p:spPr>
            <a:xfrm>
              <a:off x="2509897" y="12174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pt157"/>
            <p:cNvSpPr/>
            <p:nvPr/>
          </p:nvSpPr>
          <p:spPr>
            <a:xfrm>
              <a:off x="1948414" y="23583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pt158"/>
            <p:cNvSpPr/>
            <p:nvPr/>
          </p:nvSpPr>
          <p:spPr>
            <a:xfrm>
              <a:off x="978579" y="178788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pt159"/>
            <p:cNvSpPr/>
            <p:nvPr/>
          </p:nvSpPr>
          <p:spPr>
            <a:xfrm>
              <a:off x="672316" y="164526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pt160"/>
            <p:cNvSpPr/>
            <p:nvPr/>
          </p:nvSpPr>
          <p:spPr>
            <a:xfrm>
              <a:off x="1284843" y="12887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pt161"/>
            <p:cNvSpPr/>
            <p:nvPr/>
          </p:nvSpPr>
          <p:spPr>
            <a:xfrm>
              <a:off x="672316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pt162"/>
            <p:cNvSpPr/>
            <p:nvPr/>
          </p:nvSpPr>
          <p:spPr>
            <a:xfrm>
              <a:off x="876491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pt163"/>
            <p:cNvSpPr/>
            <p:nvPr/>
          </p:nvSpPr>
          <p:spPr>
            <a:xfrm>
              <a:off x="927535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pt164"/>
            <p:cNvSpPr/>
            <p:nvPr/>
          </p:nvSpPr>
          <p:spPr>
            <a:xfrm>
              <a:off x="2101546" y="14313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pt165"/>
            <p:cNvSpPr/>
            <p:nvPr/>
          </p:nvSpPr>
          <p:spPr>
            <a:xfrm>
              <a:off x="1182755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pt166"/>
            <p:cNvSpPr/>
            <p:nvPr/>
          </p:nvSpPr>
          <p:spPr>
            <a:xfrm>
              <a:off x="978579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pt167"/>
            <p:cNvSpPr/>
            <p:nvPr/>
          </p:nvSpPr>
          <p:spPr>
            <a:xfrm>
              <a:off x="1540062" y="193050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pt168"/>
            <p:cNvSpPr/>
            <p:nvPr/>
          </p:nvSpPr>
          <p:spPr>
            <a:xfrm>
              <a:off x="1080667" y="314276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pt169"/>
            <p:cNvSpPr/>
            <p:nvPr/>
          </p:nvSpPr>
          <p:spPr>
            <a:xfrm>
              <a:off x="1693194" y="15026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" name="pt170"/>
            <p:cNvSpPr/>
            <p:nvPr/>
          </p:nvSpPr>
          <p:spPr>
            <a:xfrm>
              <a:off x="2203633" y="107479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" name="pt171"/>
            <p:cNvSpPr/>
            <p:nvPr/>
          </p:nvSpPr>
          <p:spPr>
            <a:xfrm>
              <a:off x="723360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" name="pt172"/>
            <p:cNvSpPr/>
            <p:nvPr/>
          </p:nvSpPr>
          <p:spPr>
            <a:xfrm>
              <a:off x="1948414" y="11461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" name="pt173"/>
            <p:cNvSpPr/>
            <p:nvPr/>
          </p:nvSpPr>
          <p:spPr>
            <a:xfrm>
              <a:off x="1591106" y="15026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" name="pt174"/>
            <p:cNvSpPr/>
            <p:nvPr/>
          </p:nvSpPr>
          <p:spPr>
            <a:xfrm>
              <a:off x="2050502" y="15739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" name="pt175"/>
            <p:cNvSpPr/>
            <p:nvPr/>
          </p:nvSpPr>
          <p:spPr>
            <a:xfrm>
              <a:off x="672316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" name="pt176"/>
            <p:cNvSpPr/>
            <p:nvPr/>
          </p:nvSpPr>
          <p:spPr>
            <a:xfrm>
              <a:off x="672316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" name="pt177"/>
            <p:cNvSpPr/>
            <p:nvPr/>
          </p:nvSpPr>
          <p:spPr>
            <a:xfrm>
              <a:off x="1693194" y="15026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" name="pt178"/>
            <p:cNvSpPr/>
            <p:nvPr/>
          </p:nvSpPr>
          <p:spPr>
            <a:xfrm>
              <a:off x="2101546" y="228705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" name="pt179"/>
            <p:cNvSpPr/>
            <p:nvPr/>
          </p:nvSpPr>
          <p:spPr>
            <a:xfrm>
              <a:off x="876491" y="238213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" name="pt180"/>
            <p:cNvSpPr/>
            <p:nvPr/>
          </p:nvSpPr>
          <p:spPr>
            <a:xfrm>
              <a:off x="1999458" y="164526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" name="pt181"/>
            <p:cNvSpPr/>
            <p:nvPr/>
          </p:nvSpPr>
          <p:spPr>
            <a:xfrm>
              <a:off x="672316" y="26436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" name="pt182"/>
            <p:cNvSpPr/>
            <p:nvPr/>
          </p:nvSpPr>
          <p:spPr>
            <a:xfrm>
              <a:off x="672316" y="302391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" name="pt183"/>
            <p:cNvSpPr/>
            <p:nvPr/>
          </p:nvSpPr>
          <p:spPr>
            <a:xfrm>
              <a:off x="672316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" name="pt184"/>
            <p:cNvSpPr/>
            <p:nvPr/>
          </p:nvSpPr>
          <p:spPr>
            <a:xfrm>
              <a:off x="1693194" y="860863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" name="pt185"/>
            <p:cNvSpPr/>
            <p:nvPr/>
          </p:nvSpPr>
          <p:spPr>
            <a:xfrm>
              <a:off x="978579" y="23583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" name="pt186"/>
            <p:cNvSpPr/>
            <p:nvPr/>
          </p:nvSpPr>
          <p:spPr>
            <a:xfrm>
              <a:off x="1284843" y="226328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" name="pt187"/>
            <p:cNvSpPr/>
            <p:nvPr/>
          </p:nvSpPr>
          <p:spPr>
            <a:xfrm>
              <a:off x="672316" y="319030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" name="pt188"/>
            <p:cNvSpPr/>
            <p:nvPr/>
          </p:nvSpPr>
          <p:spPr>
            <a:xfrm>
              <a:off x="876491" y="304768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" name="pt189"/>
            <p:cNvSpPr/>
            <p:nvPr/>
          </p:nvSpPr>
          <p:spPr>
            <a:xfrm>
              <a:off x="1386931" y="314276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" name="pt190"/>
            <p:cNvSpPr/>
            <p:nvPr/>
          </p:nvSpPr>
          <p:spPr>
            <a:xfrm>
              <a:off x="2203633" y="257229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" name="pt191"/>
            <p:cNvSpPr/>
            <p:nvPr/>
          </p:nvSpPr>
          <p:spPr>
            <a:xfrm>
              <a:off x="1386931" y="228705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" name="pt192"/>
            <p:cNvSpPr/>
            <p:nvPr/>
          </p:nvSpPr>
          <p:spPr>
            <a:xfrm>
              <a:off x="1080667" y="300014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" name="pt193"/>
            <p:cNvSpPr/>
            <p:nvPr/>
          </p:nvSpPr>
          <p:spPr>
            <a:xfrm>
              <a:off x="2509897" y="164526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" name="pt194"/>
            <p:cNvSpPr/>
            <p:nvPr/>
          </p:nvSpPr>
          <p:spPr>
            <a:xfrm>
              <a:off x="1999458" y="159772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" name="pt195"/>
            <p:cNvSpPr/>
            <p:nvPr/>
          </p:nvSpPr>
          <p:spPr>
            <a:xfrm>
              <a:off x="2101546" y="13600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" name="pt196"/>
            <p:cNvSpPr/>
            <p:nvPr/>
          </p:nvSpPr>
          <p:spPr>
            <a:xfrm>
              <a:off x="1540062" y="204935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" name="pt197"/>
            <p:cNvSpPr/>
            <p:nvPr/>
          </p:nvSpPr>
          <p:spPr>
            <a:xfrm>
              <a:off x="1591106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" name="pt198"/>
            <p:cNvSpPr/>
            <p:nvPr/>
          </p:nvSpPr>
          <p:spPr>
            <a:xfrm>
              <a:off x="774403" y="300014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" name="pt199"/>
            <p:cNvSpPr/>
            <p:nvPr/>
          </p:nvSpPr>
          <p:spPr>
            <a:xfrm>
              <a:off x="1437975" y="23583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" name="pt200"/>
            <p:cNvSpPr/>
            <p:nvPr/>
          </p:nvSpPr>
          <p:spPr>
            <a:xfrm>
              <a:off x="1284843" y="238213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" name="pt201"/>
            <p:cNvSpPr/>
            <p:nvPr/>
          </p:nvSpPr>
          <p:spPr>
            <a:xfrm>
              <a:off x="1591106" y="216820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" name="pt202"/>
            <p:cNvSpPr/>
            <p:nvPr/>
          </p:nvSpPr>
          <p:spPr>
            <a:xfrm>
              <a:off x="1182755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" name="pt203"/>
            <p:cNvSpPr/>
            <p:nvPr/>
          </p:nvSpPr>
          <p:spPr>
            <a:xfrm>
              <a:off x="1897370" y="12174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" name="pt204"/>
            <p:cNvSpPr/>
            <p:nvPr/>
          </p:nvSpPr>
          <p:spPr>
            <a:xfrm>
              <a:off x="1693194" y="164526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" name="pt205"/>
            <p:cNvSpPr/>
            <p:nvPr/>
          </p:nvSpPr>
          <p:spPr>
            <a:xfrm>
              <a:off x="2101546" y="14313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" name="pt206"/>
            <p:cNvSpPr/>
            <p:nvPr/>
          </p:nvSpPr>
          <p:spPr>
            <a:xfrm>
              <a:off x="774403" y="311899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" name="pt207"/>
            <p:cNvSpPr/>
            <p:nvPr/>
          </p:nvSpPr>
          <p:spPr>
            <a:xfrm>
              <a:off x="672316" y="300014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" name="pt208"/>
            <p:cNvSpPr/>
            <p:nvPr/>
          </p:nvSpPr>
          <p:spPr>
            <a:xfrm>
              <a:off x="2509897" y="131249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" name="pt209"/>
            <p:cNvSpPr/>
            <p:nvPr/>
          </p:nvSpPr>
          <p:spPr>
            <a:xfrm>
              <a:off x="978579" y="27862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" name="pt210"/>
            <p:cNvSpPr/>
            <p:nvPr/>
          </p:nvSpPr>
          <p:spPr>
            <a:xfrm>
              <a:off x="1284843" y="245344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" name="pt211"/>
            <p:cNvSpPr/>
            <p:nvPr/>
          </p:nvSpPr>
          <p:spPr>
            <a:xfrm>
              <a:off x="1489018" y="174034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" name="pt212"/>
            <p:cNvSpPr/>
            <p:nvPr/>
          </p:nvSpPr>
          <p:spPr>
            <a:xfrm>
              <a:off x="1284843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" name="pt213"/>
            <p:cNvSpPr/>
            <p:nvPr/>
          </p:nvSpPr>
          <p:spPr>
            <a:xfrm>
              <a:off x="2918248" y="131249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" name="pt214"/>
            <p:cNvSpPr/>
            <p:nvPr/>
          </p:nvSpPr>
          <p:spPr>
            <a:xfrm>
              <a:off x="1284843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" name="pt215"/>
            <p:cNvSpPr/>
            <p:nvPr/>
          </p:nvSpPr>
          <p:spPr>
            <a:xfrm>
              <a:off x="672316" y="297637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" name="pt216"/>
            <p:cNvSpPr/>
            <p:nvPr/>
          </p:nvSpPr>
          <p:spPr>
            <a:xfrm>
              <a:off x="1693194" y="285752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" name="pt217"/>
            <p:cNvSpPr/>
            <p:nvPr/>
          </p:nvSpPr>
          <p:spPr>
            <a:xfrm>
              <a:off x="1693194" y="240590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" name="pt218"/>
            <p:cNvSpPr/>
            <p:nvPr/>
          </p:nvSpPr>
          <p:spPr>
            <a:xfrm>
              <a:off x="978579" y="214443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" name="pt219"/>
            <p:cNvSpPr/>
            <p:nvPr/>
          </p:nvSpPr>
          <p:spPr>
            <a:xfrm>
              <a:off x="1693194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" name="pt220"/>
            <p:cNvSpPr/>
            <p:nvPr/>
          </p:nvSpPr>
          <p:spPr>
            <a:xfrm>
              <a:off x="1591106" y="216820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" name="pt221"/>
            <p:cNvSpPr/>
            <p:nvPr/>
          </p:nvSpPr>
          <p:spPr>
            <a:xfrm>
              <a:off x="978579" y="204935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" name="pt222"/>
            <p:cNvSpPr/>
            <p:nvPr/>
          </p:nvSpPr>
          <p:spPr>
            <a:xfrm>
              <a:off x="1080667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" name="pt223"/>
            <p:cNvSpPr/>
            <p:nvPr/>
          </p:nvSpPr>
          <p:spPr>
            <a:xfrm>
              <a:off x="1284843" y="259606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" name="pt224"/>
            <p:cNvSpPr/>
            <p:nvPr/>
          </p:nvSpPr>
          <p:spPr>
            <a:xfrm>
              <a:off x="2918248" y="932173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" name="pt225"/>
            <p:cNvSpPr/>
            <p:nvPr/>
          </p:nvSpPr>
          <p:spPr>
            <a:xfrm>
              <a:off x="672316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" name="pt226"/>
            <p:cNvSpPr/>
            <p:nvPr/>
          </p:nvSpPr>
          <p:spPr>
            <a:xfrm>
              <a:off x="723360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" name="pt227"/>
            <p:cNvSpPr/>
            <p:nvPr/>
          </p:nvSpPr>
          <p:spPr>
            <a:xfrm>
              <a:off x="2509897" y="102725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" name="pt228"/>
            <p:cNvSpPr/>
            <p:nvPr/>
          </p:nvSpPr>
          <p:spPr>
            <a:xfrm>
              <a:off x="1999458" y="190673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" name="pt229"/>
            <p:cNvSpPr/>
            <p:nvPr/>
          </p:nvSpPr>
          <p:spPr>
            <a:xfrm>
              <a:off x="1693194" y="18591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" name="pt230"/>
            <p:cNvSpPr/>
            <p:nvPr/>
          </p:nvSpPr>
          <p:spPr>
            <a:xfrm>
              <a:off x="1693194" y="228705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" name="pt231"/>
            <p:cNvSpPr/>
            <p:nvPr/>
          </p:nvSpPr>
          <p:spPr>
            <a:xfrm>
              <a:off x="1795282" y="145510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" name="pt232"/>
            <p:cNvSpPr/>
            <p:nvPr/>
          </p:nvSpPr>
          <p:spPr>
            <a:xfrm>
              <a:off x="1540062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" name="pt233"/>
            <p:cNvSpPr/>
            <p:nvPr/>
          </p:nvSpPr>
          <p:spPr>
            <a:xfrm>
              <a:off x="1335887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" name="pt234"/>
            <p:cNvSpPr/>
            <p:nvPr/>
          </p:nvSpPr>
          <p:spPr>
            <a:xfrm>
              <a:off x="1591106" y="271491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" name="pt235"/>
            <p:cNvSpPr/>
            <p:nvPr/>
          </p:nvSpPr>
          <p:spPr>
            <a:xfrm>
              <a:off x="3020336" y="14313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" name="pt236"/>
            <p:cNvSpPr/>
            <p:nvPr/>
          </p:nvSpPr>
          <p:spPr>
            <a:xfrm>
              <a:off x="2203633" y="159772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" name="pt237"/>
            <p:cNvSpPr/>
            <p:nvPr/>
          </p:nvSpPr>
          <p:spPr>
            <a:xfrm>
              <a:off x="1795282" y="107479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" name="pt238"/>
            <p:cNvSpPr/>
            <p:nvPr/>
          </p:nvSpPr>
          <p:spPr>
            <a:xfrm>
              <a:off x="1693194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" name="pt239"/>
            <p:cNvSpPr/>
            <p:nvPr/>
          </p:nvSpPr>
          <p:spPr>
            <a:xfrm>
              <a:off x="1284843" y="190673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" name="pt240"/>
            <p:cNvSpPr/>
            <p:nvPr/>
          </p:nvSpPr>
          <p:spPr>
            <a:xfrm>
              <a:off x="774403" y="314276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" name="pt241"/>
            <p:cNvSpPr/>
            <p:nvPr/>
          </p:nvSpPr>
          <p:spPr>
            <a:xfrm>
              <a:off x="3122424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" name="pt242"/>
            <p:cNvSpPr/>
            <p:nvPr/>
          </p:nvSpPr>
          <p:spPr>
            <a:xfrm>
              <a:off x="2203633" y="197804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" name="pt243"/>
            <p:cNvSpPr/>
            <p:nvPr/>
          </p:nvSpPr>
          <p:spPr>
            <a:xfrm>
              <a:off x="1489018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" name="pt244"/>
            <p:cNvSpPr/>
            <p:nvPr/>
          </p:nvSpPr>
          <p:spPr>
            <a:xfrm>
              <a:off x="3020336" y="12887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" name="pt245"/>
            <p:cNvSpPr/>
            <p:nvPr/>
          </p:nvSpPr>
          <p:spPr>
            <a:xfrm>
              <a:off x="2101546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" name="pt246"/>
            <p:cNvSpPr/>
            <p:nvPr/>
          </p:nvSpPr>
          <p:spPr>
            <a:xfrm>
              <a:off x="825447" y="259606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" name="pt247"/>
            <p:cNvSpPr/>
            <p:nvPr/>
          </p:nvSpPr>
          <p:spPr>
            <a:xfrm>
              <a:off x="1284843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" name="pt248"/>
            <p:cNvSpPr/>
            <p:nvPr/>
          </p:nvSpPr>
          <p:spPr>
            <a:xfrm>
              <a:off x="1489018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" name="pt249"/>
            <p:cNvSpPr/>
            <p:nvPr/>
          </p:nvSpPr>
          <p:spPr>
            <a:xfrm>
              <a:off x="2509897" y="18591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" name="pt250"/>
            <p:cNvSpPr/>
            <p:nvPr/>
          </p:nvSpPr>
          <p:spPr>
            <a:xfrm>
              <a:off x="1284843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" name="pt251"/>
            <p:cNvSpPr/>
            <p:nvPr/>
          </p:nvSpPr>
          <p:spPr>
            <a:xfrm>
              <a:off x="1591106" y="27862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" name="pt252"/>
            <p:cNvSpPr/>
            <p:nvPr/>
          </p:nvSpPr>
          <p:spPr>
            <a:xfrm>
              <a:off x="2407809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" name="pt253"/>
            <p:cNvSpPr/>
            <p:nvPr/>
          </p:nvSpPr>
          <p:spPr>
            <a:xfrm>
              <a:off x="1795282" y="193050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" name="pt254"/>
            <p:cNvSpPr/>
            <p:nvPr/>
          </p:nvSpPr>
          <p:spPr>
            <a:xfrm>
              <a:off x="2765117" y="193050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" name="pt255"/>
            <p:cNvSpPr/>
            <p:nvPr/>
          </p:nvSpPr>
          <p:spPr>
            <a:xfrm>
              <a:off x="2101546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" name="pt256"/>
            <p:cNvSpPr/>
            <p:nvPr/>
          </p:nvSpPr>
          <p:spPr>
            <a:xfrm>
              <a:off x="1182755" y="266737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" name="pt257"/>
            <p:cNvSpPr/>
            <p:nvPr/>
          </p:nvSpPr>
          <p:spPr>
            <a:xfrm>
              <a:off x="1591106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" name="pt258"/>
            <p:cNvSpPr/>
            <p:nvPr/>
          </p:nvSpPr>
          <p:spPr>
            <a:xfrm>
              <a:off x="1693194" y="13600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" name="pt259"/>
            <p:cNvSpPr/>
            <p:nvPr/>
          </p:nvSpPr>
          <p:spPr>
            <a:xfrm>
              <a:off x="1233799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" name="pt260"/>
            <p:cNvSpPr/>
            <p:nvPr/>
          </p:nvSpPr>
          <p:spPr>
            <a:xfrm>
              <a:off x="2305721" y="162149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1" name="pt261"/>
            <p:cNvSpPr/>
            <p:nvPr/>
          </p:nvSpPr>
          <p:spPr>
            <a:xfrm>
              <a:off x="1386931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2" name="pt262"/>
            <p:cNvSpPr/>
            <p:nvPr/>
          </p:nvSpPr>
          <p:spPr>
            <a:xfrm>
              <a:off x="2203633" y="145510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3" name="pt263"/>
            <p:cNvSpPr/>
            <p:nvPr/>
          </p:nvSpPr>
          <p:spPr>
            <a:xfrm>
              <a:off x="876491" y="233459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4" name="pt264"/>
            <p:cNvSpPr/>
            <p:nvPr/>
          </p:nvSpPr>
          <p:spPr>
            <a:xfrm>
              <a:off x="2407809" y="14313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5" name="pt265"/>
            <p:cNvSpPr/>
            <p:nvPr/>
          </p:nvSpPr>
          <p:spPr>
            <a:xfrm>
              <a:off x="1795282" y="214443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6" name="pt266"/>
            <p:cNvSpPr/>
            <p:nvPr/>
          </p:nvSpPr>
          <p:spPr>
            <a:xfrm>
              <a:off x="1795282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7" name="pt267"/>
            <p:cNvSpPr/>
            <p:nvPr/>
          </p:nvSpPr>
          <p:spPr>
            <a:xfrm>
              <a:off x="1080667" y="254852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8" name="pt268"/>
            <p:cNvSpPr/>
            <p:nvPr/>
          </p:nvSpPr>
          <p:spPr>
            <a:xfrm>
              <a:off x="1386931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9" name="pt269"/>
            <p:cNvSpPr/>
            <p:nvPr/>
          </p:nvSpPr>
          <p:spPr>
            <a:xfrm>
              <a:off x="1795282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0" name="pt270"/>
            <p:cNvSpPr/>
            <p:nvPr/>
          </p:nvSpPr>
          <p:spPr>
            <a:xfrm>
              <a:off x="1999458" y="18591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1" name="pt271"/>
            <p:cNvSpPr/>
            <p:nvPr/>
          </p:nvSpPr>
          <p:spPr>
            <a:xfrm>
              <a:off x="1489018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2" name="pt272"/>
            <p:cNvSpPr/>
            <p:nvPr/>
          </p:nvSpPr>
          <p:spPr>
            <a:xfrm>
              <a:off x="723360" y="266737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3" name="pt273"/>
            <p:cNvSpPr/>
            <p:nvPr/>
          </p:nvSpPr>
          <p:spPr>
            <a:xfrm>
              <a:off x="672316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4" name="pt274"/>
            <p:cNvSpPr/>
            <p:nvPr/>
          </p:nvSpPr>
          <p:spPr>
            <a:xfrm>
              <a:off x="1744238" y="247721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5" name="pt275"/>
            <p:cNvSpPr/>
            <p:nvPr/>
          </p:nvSpPr>
          <p:spPr>
            <a:xfrm>
              <a:off x="1795282" y="107479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6" name="pt276"/>
            <p:cNvSpPr/>
            <p:nvPr/>
          </p:nvSpPr>
          <p:spPr>
            <a:xfrm>
              <a:off x="2101546" y="183542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7" name="pt277"/>
            <p:cNvSpPr/>
            <p:nvPr/>
          </p:nvSpPr>
          <p:spPr>
            <a:xfrm>
              <a:off x="1335887" y="290506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8" name="pt278"/>
            <p:cNvSpPr/>
            <p:nvPr/>
          </p:nvSpPr>
          <p:spPr>
            <a:xfrm>
              <a:off x="825447" y="285752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9" name="pt279"/>
            <p:cNvSpPr/>
            <p:nvPr/>
          </p:nvSpPr>
          <p:spPr>
            <a:xfrm>
              <a:off x="927535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0" name="pt280"/>
            <p:cNvSpPr/>
            <p:nvPr/>
          </p:nvSpPr>
          <p:spPr>
            <a:xfrm>
              <a:off x="1489018" y="30714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1" name="pt281"/>
            <p:cNvSpPr/>
            <p:nvPr/>
          </p:nvSpPr>
          <p:spPr>
            <a:xfrm>
              <a:off x="1846326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2" name="pt282"/>
            <p:cNvSpPr/>
            <p:nvPr/>
          </p:nvSpPr>
          <p:spPr>
            <a:xfrm>
              <a:off x="2458853" y="166903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3" name="pt283"/>
            <p:cNvSpPr/>
            <p:nvPr/>
          </p:nvSpPr>
          <p:spPr>
            <a:xfrm>
              <a:off x="876491" y="266737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4" name="pt284"/>
            <p:cNvSpPr/>
            <p:nvPr/>
          </p:nvSpPr>
          <p:spPr>
            <a:xfrm>
              <a:off x="672316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5" name="pt285"/>
            <p:cNvSpPr/>
            <p:nvPr/>
          </p:nvSpPr>
          <p:spPr>
            <a:xfrm>
              <a:off x="672316" y="297637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6" name="pt286"/>
            <p:cNvSpPr/>
            <p:nvPr/>
          </p:nvSpPr>
          <p:spPr>
            <a:xfrm>
              <a:off x="672316" y="32140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7" name="pt287"/>
            <p:cNvSpPr/>
            <p:nvPr/>
          </p:nvSpPr>
          <p:spPr>
            <a:xfrm>
              <a:off x="876491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8" name="pt288"/>
            <p:cNvSpPr/>
            <p:nvPr/>
          </p:nvSpPr>
          <p:spPr>
            <a:xfrm>
              <a:off x="2101546" y="27862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9" name="pt289"/>
            <p:cNvSpPr/>
            <p:nvPr/>
          </p:nvSpPr>
          <p:spPr>
            <a:xfrm>
              <a:off x="1335887" y="216820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0" name="pt290"/>
            <p:cNvSpPr/>
            <p:nvPr/>
          </p:nvSpPr>
          <p:spPr>
            <a:xfrm>
              <a:off x="1233799" y="26436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1" name="pt291"/>
            <p:cNvSpPr/>
            <p:nvPr/>
          </p:nvSpPr>
          <p:spPr>
            <a:xfrm>
              <a:off x="825447" y="290506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2" name="pt292"/>
            <p:cNvSpPr/>
            <p:nvPr/>
          </p:nvSpPr>
          <p:spPr>
            <a:xfrm>
              <a:off x="1284843" y="166903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3" name="pt293"/>
            <p:cNvSpPr/>
            <p:nvPr/>
          </p:nvSpPr>
          <p:spPr>
            <a:xfrm>
              <a:off x="2509897" y="860863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4" name="pt294"/>
            <p:cNvSpPr/>
            <p:nvPr/>
          </p:nvSpPr>
          <p:spPr>
            <a:xfrm>
              <a:off x="1693194" y="138379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5" name="pt295"/>
            <p:cNvSpPr/>
            <p:nvPr/>
          </p:nvSpPr>
          <p:spPr>
            <a:xfrm>
              <a:off x="876491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6" name="pt296"/>
            <p:cNvSpPr/>
            <p:nvPr/>
          </p:nvSpPr>
          <p:spPr>
            <a:xfrm>
              <a:off x="774403" y="295260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7" name="pt297"/>
            <p:cNvSpPr/>
            <p:nvPr/>
          </p:nvSpPr>
          <p:spPr>
            <a:xfrm>
              <a:off x="1693194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8" name="pt298"/>
            <p:cNvSpPr/>
            <p:nvPr/>
          </p:nvSpPr>
          <p:spPr>
            <a:xfrm>
              <a:off x="1386931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9" name="pt299"/>
            <p:cNvSpPr/>
            <p:nvPr/>
          </p:nvSpPr>
          <p:spPr>
            <a:xfrm>
              <a:off x="1284843" y="183542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0" name="pt300"/>
            <p:cNvSpPr/>
            <p:nvPr/>
          </p:nvSpPr>
          <p:spPr>
            <a:xfrm>
              <a:off x="1591106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1" name="pt301"/>
            <p:cNvSpPr/>
            <p:nvPr/>
          </p:nvSpPr>
          <p:spPr>
            <a:xfrm>
              <a:off x="1386931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2" name="pt302"/>
            <p:cNvSpPr/>
            <p:nvPr/>
          </p:nvSpPr>
          <p:spPr>
            <a:xfrm>
              <a:off x="1080667" y="266737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3" name="pt303"/>
            <p:cNvSpPr/>
            <p:nvPr/>
          </p:nvSpPr>
          <p:spPr>
            <a:xfrm>
              <a:off x="1897370" y="12887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4" name="pt304"/>
            <p:cNvSpPr/>
            <p:nvPr/>
          </p:nvSpPr>
          <p:spPr>
            <a:xfrm>
              <a:off x="1386931" y="228705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5" name="pt305"/>
            <p:cNvSpPr/>
            <p:nvPr/>
          </p:nvSpPr>
          <p:spPr>
            <a:xfrm>
              <a:off x="1591106" y="13600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6" name="pt306"/>
            <p:cNvSpPr/>
            <p:nvPr/>
          </p:nvSpPr>
          <p:spPr>
            <a:xfrm>
              <a:off x="1795282" y="166903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7" name="pt307"/>
            <p:cNvSpPr/>
            <p:nvPr/>
          </p:nvSpPr>
          <p:spPr>
            <a:xfrm>
              <a:off x="1795282" y="15739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8" name="pt308"/>
            <p:cNvSpPr/>
            <p:nvPr/>
          </p:nvSpPr>
          <p:spPr>
            <a:xfrm>
              <a:off x="1284843" y="280998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9" name="pt309"/>
            <p:cNvSpPr/>
            <p:nvPr/>
          </p:nvSpPr>
          <p:spPr>
            <a:xfrm>
              <a:off x="2611985" y="178788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0" name="pt310"/>
            <p:cNvSpPr/>
            <p:nvPr/>
          </p:nvSpPr>
          <p:spPr>
            <a:xfrm>
              <a:off x="2152590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1" name="pt311"/>
            <p:cNvSpPr/>
            <p:nvPr/>
          </p:nvSpPr>
          <p:spPr>
            <a:xfrm>
              <a:off x="2560941" y="119364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2" name="pt312"/>
            <p:cNvSpPr/>
            <p:nvPr/>
          </p:nvSpPr>
          <p:spPr>
            <a:xfrm>
              <a:off x="2509897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3" name="pt313"/>
            <p:cNvSpPr/>
            <p:nvPr/>
          </p:nvSpPr>
          <p:spPr>
            <a:xfrm>
              <a:off x="1744238" y="233459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4" name="pt314"/>
            <p:cNvSpPr/>
            <p:nvPr/>
          </p:nvSpPr>
          <p:spPr>
            <a:xfrm>
              <a:off x="2816161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5" name="pt315"/>
            <p:cNvSpPr/>
            <p:nvPr/>
          </p:nvSpPr>
          <p:spPr>
            <a:xfrm>
              <a:off x="1591106" y="252475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6" name="pt316"/>
            <p:cNvSpPr/>
            <p:nvPr/>
          </p:nvSpPr>
          <p:spPr>
            <a:xfrm>
              <a:off x="1386931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7" name="pt317"/>
            <p:cNvSpPr/>
            <p:nvPr/>
          </p:nvSpPr>
          <p:spPr>
            <a:xfrm>
              <a:off x="2663029" y="12887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8" name="pt318"/>
            <p:cNvSpPr/>
            <p:nvPr/>
          </p:nvSpPr>
          <p:spPr>
            <a:xfrm>
              <a:off x="1284843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9" name="pt319"/>
            <p:cNvSpPr/>
            <p:nvPr/>
          </p:nvSpPr>
          <p:spPr>
            <a:xfrm>
              <a:off x="2663029" y="13600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0" name="pt320"/>
            <p:cNvSpPr/>
            <p:nvPr/>
          </p:nvSpPr>
          <p:spPr>
            <a:xfrm>
              <a:off x="876491" y="280998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1" name="pt321"/>
            <p:cNvSpPr/>
            <p:nvPr/>
          </p:nvSpPr>
          <p:spPr>
            <a:xfrm>
              <a:off x="1386931" y="290506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2" name="pt322"/>
            <p:cNvSpPr/>
            <p:nvPr/>
          </p:nvSpPr>
          <p:spPr>
            <a:xfrm>
              <a:off x="876491" y="316653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3" name="pt323"/>
            <p:cNvSpPr/>
            <p:nvPr/>
          </p:nvSpPr>
          <p:spPr>
            <a:xfrm>
              <a:off x="672316" y="314276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4" name="pt324"/>
            <p:cNvSpPr/>
            <p:nvPr/>
          </p:nvSpPr>
          <p:spPr>
            <a:xfrm>
              <a:off x="2305721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5" name="pt325"/>
            <p:cNvSpPr/>
            <p:nvPr/>
          </p:nvSpPr>
          <p:spPr>
            <a:xfrm>
              <a:off x="1897370" y="202558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6" name="pt326"/>
            <p:cNvSpPr/>
            <p:nvPr/>
          </p:nvSpPr>
          <p:spPr>
            <a:xfrm>
              <a:off x="2101546" y="14313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7" name="pt327"/>
            <p:cNvSpPr/>
            <p:nvPr/>
          </p:nvSpPr>
          <p:spPr>
            <a:xfrm>
              <a:off x="1182755" y="252475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8" name="pt328"/>
            <p:cNvSpPr/>
            <p:nvPr/>
          </p:nvSpPr>
          <p:spPr>
            <a:xfrm>
              <a:off x="1437975" y="178788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9" name="pt329"/>
            <p:cNvSpPr/>
            <p:nvPr/>
          </p:nvSpPr>
          <p:spPr>
            <a:xfrm>
              <a:off x="1591106" y="17165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0" name="pt330"/>
            <p:cNvSpPr/>
            <p:nvPr/>
          </p:nvSpPr>
          <p:spPr>
            <a:xfrm>
              <a:off x="1284843" y="285752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1" name="pt331"/>
            <p:cNvSpPr/>
            <p:nvPr/>
          </p:nvSpPr>
          <p:spPr>
            <a:xfrm>
              <a:off x="1489018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2" name="pt332"/>
            <p:cNvSpPr/>
            <p:nvPr/>
          </p:nvSpPr>
          <p:spPr>
            <a:xfrm>
              <a:off x="774403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3" name="pt333"/>
            <p:cNvSpPr/>
            <p:nvPr/>
          </p:nvSpPr>
          <p:spPr>
            <a:xfrm>
              <a:off x="1182755" y="18591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4" name="pt334"/>
            <p:cNvSpPr/>
            <p:nvPr/>
          </p:nvSpPr>
          <p:spPr>
            <a:xfrm>
              <a:off x="723360" y="326161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5" name="pt335"/>
            <p:cNvSpPr/>
            <p:nvPr/>
          </p:nvSpPr>
          <p:spPr>
            <a:xfrm>
              <a:off x="1846326" y="181165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6" name="pt336"/>
            <p:cNvSpPr/>
            <p:nvPr/>
          </p:nvSpPr>
          <p:spPr>
            <a:xfrm>
              <a:off x="2356765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7" name="pt337"/>
            <p:cNvSpPr/>
            <p:nvPr/>
          </p:nvSpPr>
          <p:spPr>
            <a:xfrm>
              <a:off x="1591106" y="209689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8" name="pt338"/>
            <p:cNvSpPr/>
            <p:nvPr/>
          </p:nvSpPr>
          <p:spPr>
            <a:xfrm>
              <a:off x="1999458" y="23583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9" name="pt339"/>
            <p:cNvSpPr/>
            <p:nvPr/>
          </p:nvSpPr>
          <p:spPr>
            <a:xfrm>
              <a:off x="978579" y="257229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0" name="pt340"/>
            <p:cNvSpPr/>
            <p:nvPr/>
          </p:nvSpPr>
          <p:spPr>
            <a:xfrm>
              <a:off x="1591106" y="178788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1" name="pt341"/>
            <p:cNvSpPr/>
            <p:nvPr/>
          </p:nvSpPr>
          <p:spPr>
            <a:xfrm>
              <a:off x="2101546" y="102725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2" name="pt342"/>
            <p:cNvSpPr/>
            <p:nvPr/>
          </p:nvSpPr>
          <p:spPr>
            <a:xfrm>
              <a:off x="2867205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3" name="pt343"/>
            <p:cNvSpPr/>
            <p:nvPr/>
          </p:nvSpPr>
          <p:spPr>
            <a:xfrm>
              <a:off x="1999458" y="12887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4" name="pt344"/>
            <p:cNvSpPr/>
            <p:nvPr/>
          </p:nvSpPr>
          <p:spPr>
            <a:xfrm>
              <a:off x="2050502" y="13600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5" name="pt345"/>
            <p:cNvSpPr/>
            <p:nvPr/>
          </p:nvSpPr>
          <p:spPr>
            <a:xfrm>
              <a:off x="2509897" y="159772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6" name="pt346"/>
            <p:cNvSpPr/>
            <p:nvPr/>
          </p:nvSpPr>
          <p:spPr>
            <a:xfrm>
              <a:off x="774403" y="32140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7" name="pt347"/>
            <p:cNvSpPr/>
            <p:nvPr/>
          </p:nvSpPr>
          <p:spPr>
            <a:xfrm>
              <a:off x="1999458" y="228705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8" name="pt348"/>
            <p:cNvSpPr/>
            <p:nvPr/>
          </p:nvSpPr>
          <p:spPr>
            <a:xfrm>
              <a:off x="1897370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9" name="pt349"/>
            <p:cNvSpPr/>
            <p:nvPr/>
          </p:nvSpPr>
          <p:spPr>
            <a:xfrm>
              <a:off x="927535" y="214443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0" name="pt350"/>
            <p:cNvSpPr/>
            <p:nvPr/>
          </p:nvSpPr>
          <p:spPr>
            <a:xfrm>
              <a:off x="1386931" y="231082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1" name="pt351"/>
            <p:cNvSpPr/>
            <p:nvPr/>
          </p:nvSpPr>
          <p:spPr>
            <a:xfrm>
              <a:off x="774403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2" name="pt352"/>
            <p:cNvSpPr/>
            <p:nvPr/>
          </p:nvSpPr>
          <p:spPr>
            <a:xfrm>
              <a:off x="927535" y="259606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3" name="pt353"/>
            <p:cNvSpPr/>
            <p:nvPr/>
          </p:nvSpPr>
          <p:spPr>
            <a:xfrm>
              <a:off x="672316" y="309522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4" name="pt354"/>
            <p:cNvSpPr/>
            <p:nvPr/>
          </p:nvSpPr>
          <p:spPr>
            <a:xfrm>
              <a:off x="1386931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5" name="pt355"/>
            <p:cNvSpPr/>
            <p:nvPr/>
          </p:nvSpPr>
          <p:spPr>
            <a:xfrm>
              <a:off x="978579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6" name="pt356"/>
            <p:cNvSpPr/>
            <p:nvPr/>
          </p:nvSpPr>
          <p:spPr>
            <a:xfrm>
              <a:off x="672316" y="297637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7" name="pt357"/>
            <p:cNvSpPr/>
            <p:nvPr/>
          </p:nvSpPr>
          <p:spPr>
            <a:xfrm>
              <a:off x="1999458" y="12887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8" name="pt358"/>
            <p:cNvSpPr/>
            <p:nvPr/>
          </p:nvSpPr>
          <p:spPr>
            <a:xfrm>
              <a:off x="1131711" y="297637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9" name="pt359"/>
            <p:cNvSpPr/>
            <p:nvPr/>
          </p:nvSpPr>
          <p:spPr>
            <a:xfrm>
              <a:off x="1233799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0" name="pt360"/>
            <p:cNvSpPr/>
            <p:nvPr/>
          </p:nvSpPr>
          <p:spPr>
            <a:xfrm>
              <a:off x="1233799" y="245344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1" name="tx361"/>
            <p:cNvSpPr/>
            <p:nvPr/>
          </p:nvSpPr>
          <p:spPr>
            <a:xfrm>
              <a:off x="720757" y="798228"/>
              <a:ext cx="91715" cy="909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362" name="tx362"/>
            <p:cNvSpPr/>
            <p:nvPr/>
          </p:nvSpPr>
          <p:spPr>
            <a:xfrm>
              <a:off x="826108" y="762676"/>
              <a:ext cx="49441" cy="63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363" name="tx363"/>
            <p:cNvSpPr/>
            <p:nvPr/>
          </p:nvSpPr>
          <p:spPr>
            <a:xfrm>
              <a:off x="875550" y="889137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364" name="tx364"/>
            <p:cNvSpPr/>
            <p:nvPr/>
          </p:nvSpPr>
          <p:spPr>
            <a:xfrm>
              <a:off x="910339" y="851124"/>
              <a:ext cx="74166" cy="380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365" name="tx365"/>
            <p:cNvSpPr/>
            <p:nvPr/>
          </p:nvSpPr>
          <p:spPr>
            <a:xfrm>
              <a:off x="984505" y="889137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366" name="tx366"/>
            <p:cNvSpPr/>
            <p:nvPr/>
          </p:nvSpPr>
          <p:spPr>
            <a:xfrm>
              <a:off x="1019294" y="796243"/>
              <a:ext cx="247178" cy="9289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0.53</a:t>
              </a:r>
            </a:p>
          </p:txBody>
        </p:sp>
        <p:sp>
          <p:nvSpPr>
            <p:cNvPr id="367" name="pl367"/>
            <p:cNvSpPr/>
            <p:nvPr/>
          </p:nvSpPr>
          <p:spPr>
            <a:xfrm>
              <a:off x="703912" y="621484"/>
              <a:ext cx="2993673" cy="2249588"/>
            </a:xfrm>
            <a:custGeom>
              <a:avLst/>
              <a:gdLst/>
              <a:ahLst/>
              <a:cxnLst/>
              <a:rect l="0" t="0" r="0" b="0"/>
              <a:pathLst>
                <a:path w="2993673" h="2249588">
                  <a:moveTo>
                    <a:pt x="0" y="2249588"/>
                  </a:moveTo>
                  <a:lnTo>
                    <a:pt x="42644" y="2217543"/>
                  </a:lnTo>
                  <a:lnTo>
                    <a:pt x="85288" y="2185498"/>
                  </a:lnTo>
                  <a:lnTo>
                    <a:pt x="127932" y="2153453"/>
                  </a:lnTo>
                  <a:lnTo>
                    <a:pt x="170577" y="2121409"/>
                  </a:lnTo>
                  <a:lnTo>
                    <a:pt x="213221" y="2089364"/>
                  </a:lnTo>
                  <a:lnTo>
                    <a:pt x="255865" y="2057319"/>
                  </a:lnTo>
                  <a:lnTo>
                    <a:pt x="298510" y="2025274"/>
                  </a:lnTo>
                  <a:lnTo>
                    <a:pt x="341154" y="1993229"/>
                  </a:lnTo>
                  <a:lnTo>
                    <a:pt x="383798" y="1961184"/>
                  </a:lnTo>
                  <a:lnTo>
                    <a:pt x="426442" y="1929139"/>
                  </a:lnTo>
                  <a:lnTo>
                    <a:pt x="469087" y="1897094"/>
                  </a:lnTo>
                  <a:lnTo>
                    <a:pt x="511731" y="1865049"/>
                  </a:lnTo>
                  <a:lnTo>
                    <a:pt x="554375" y="1833004"/>
                  </a:lnTo>
                  <a:lnTo>
                    <a:pt x="597020" y="1800959"/>
                  </a:lnTo>
                  <a:lnTo>
                    <a:pt x="639664" y="1768914"/>
                  </a:lnTo>
                  <a:lnTo>
                    <a:pt x="682308" y="1736869"/>
                  </a:lnTo>
                  <a:lnTo>
                    <a:pt x="724952" y="1704824"/>
                  </a:lnTo>
                  <a:lnTo>
                    <a:pt x="767597" y="1672779"/>
                  </a:lnTo>
                  <a:lnTo>
                    <a:pt x="810241" y="1640734"/>
                  </a:lnTo>
                  <a:lnTo>
                    <a:pt x="852885" y="1608689"/>
                  </a:lnTo>
                  <a:lnTo>
                    <a:pt x="895530" y="1576644"/>
                  </a:lnTo>
                  <a:lnTo>
                    <a:pt x="938174" y="1544599"/>
                  </a:lnTo>
                  <a:lnTo>
                    <a:pt x="980818" y="1512554"/>
                  </a:lnTo>
                  <a:lnTo>
                    <a:pt x="1023463" y="1480509"/>
                  </a:lnTo>
                  <a:lnTo>
                    <a:pt x="1066107" y="1448464"/>
                  </a:lnTo>
                  <a:lnTo>
                    <a:pt x="1108751" y="1416419"/>
                  </a:lnTo>
                  <a:lnTo>
                    <a:pt x="1151395" y="1384375"/>
                  </a:lnTo>
                  <a:lnTo>
                    <a:pt x="1194040" y="1352330"/>
                  </a:lnTo>
                  <a:lnTo>
                    <a:pt x="1236684" y="1320285"/>
                  </a:lnTo>
                  <a:lnTo>
                    <a:pt x="1279328" y="1288240"/>
                  </a:lnTo>
                  <a:lnTo>
                    <a:pt x="1321973" y="1256195"/>
                  </a:lnTo>
                  <a:lnTo>
                    <a:pt x="1364617" y="1224150"/>
                  </a:lnTo>
                  <a:lnTo>
                    <a:pt x="1407261" y="1192105"/>
                  </a:lnTo>
                  <a:lnTo>
                    <a:pt x="1449905" y="1160060"/>
                  </a:lnTo>
                  <a:lnTo>
                    <a:pt x="1492550" y="1128015"/>
                  </a:lnTo>
                  <a:lnTo>
                    <a:pt x="1535194" y="1095970"/>
                  </a:lnTo>
                  <a:lnTo>
                    <a:pt x="1577838" y="1063925"/>
                  </a:lnTo>
                  <a:lnTo>
                    <a:pt x="1620483" y="1031880"/>
                  </a:lnTo>
                  <a:lnTo>
                    <a:pt x="1663127" y="999835"/>
                  </a:lnTo>
                  <a:lnTo>
                    <a:pt x="1705771" y="967790"/>
                  </a:lnTo>
                  <a:lnTo>
                    <a:pt x="1748416" y="935745"/>
                  </a:lnTo>
                  <a:lnTo>
                    <a:pt x="1791060" y="903700"/>
                  </a:lnTo>
                  <a:lnTo>
                    <a:pt x="1833704" y="871655"/>
                  </a:lnTo>
                  <a:lnTo>
                    <a:pt x="1876348" y="839610"/>
                  </a:lnTo>
                  <a:lnTo>
                    <a:pt x="1918993" y="807565"/>
                  </a:lnTo>
                  <a:lnTo>
                    <a:pt x="1961637" y="775520"/>
                  </a:lnTo>
                  <a:lnTo>
                    <a:pt x="2004281" y="743475"/>
                  </a:lnTo>
                  <a:lnTo>
                    <a:pt x="2046926" y="711430"/>
                  </a:lnTo>
                  <a:lnTo>
                    <a:pt x="2089570" y="679385"/>
                  </a:lnTo>
                  <a:lnTo>
                    <a:pt x="2132214" y="647341"/>
                  </a:lnTo>
                  <a:lnTo>
                    <a:pt x="2174858" y="615296"/>
                  </a:lnTo>
                  <a:lnTo>
                    <a:pt x="2217503" y="583251"/>
                  </a:lnTo>
                  <a:lnTo>
                    <a:pt x="2260147" y="551206"/>
                  </a:lnTo>
                  <a:lnTo>
                    <a:pt x="2302791" y="519161"/>
                  </a:lnTo>
                  <a:lnTo>
                    <a:pt x="2345436" y="487116"/>
                  </a:lnTo>
                  <a:lnTo>
                    <a:pt x="2388080" y="455071"/>
                  </a:lnTo>
                  <a:lnTo>
                    <a:pt x="2430724" y="423026"/>
                  </a:lnTo>
                  <a:lnTo>
                    <a:pt x="2473369" y="390981"/>
                  </a:lnTo>
                  <a:lnTo>
                    <a:pt x="2516013" y="358936"/>
                  </a:lnTo>
                  <a:lnTo>
                    <a:pt x="2558657" y="326891"/>
                  </a:lnTo>
                  <a:lnTo>
                    <a:pt x="2601301" y="294846"/>
                  </a:lnTo>
                  <a:lnTo>
                    <a:pt x="2643946" y="262801"/>
                  </a:lnTo>
                  <a:lnTo>
                    <a:pt x="2686590" y="230756"/>
                  </a:lnTo>
                  <a:lnTo>
                    <a:pt x="2729234" y="198711"/>
                  </a:lnTo>
                  <a:lnTo>
                    <a:pt x="2771879" y="166666"/>
                  </a:lnTo>
                  <a:lnTo>
                    <a:pt x="2814523" y="134621"/>
                  </a:lnTo>
                  <a:lnTo>
                    <a:pt x="2857167" y="102576"/>
                  </a:lnTo>
                  <a:lnTo>
                    <a:pt x="2899811" y="70531"/>
                  </a:lnTo>
                  <a:lnTo>
                    <a:pt x="2942456" y="38486"/>
                  </a:lnTo>
                  <a:lnTo>
                    <a:pt x="2985100" y="6441"/>
                  </a:lnTo>
                  <a:lnTo>
                    <a:pt x="2993673" y="0"/>
                  </a:lnTo>
                </a:path>
              </a:pathLst>
            </a:custGeom>
            <a:ln w="34492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8" name="pl368"/>
            <p:cNvSpPr/>
            <p:nvPr/>
          </p:nvSpPr>
          <p:spPr>
            <a:xfrm>
              <a:off x="703912" y="3316983"/>
              <a:ext cx="612527" cy="0"/>
            </a:xfrm>
            <a:custGeom>
              <a:avLst/>
              <a:gdLst/>
              <a:ahLst/>
              <a:cxnLst/>
              <a:rect l="0" t="0" r="0" b="0"/>
              <a:pathLst>
                <a:path w="612527">
                  <a:moveTo>
                    <a:pt x="0" y="0"/>
                  </a:moveTo>
                  <a:lnTo>
                    <a:pt x="7753" y="0"/>
                  </a:lnTo>
                  <a:lnTo>
                    <a:pt x="15507" y="0"/>
                  </a:lnTo>
                  <a:lnTo>
                    <a:pt x="23260" y="0"/>
                  </a:lnTo>
                  <a:lnTo>
                    <a:pt x="31014" y="0"/>
                  </a:lnTo>
                  <a:lnTo>
                    <a:pt x="38767" y="0"/>
                  </a:lnTo>
                  <a:lnTo>
                    <a:pt x="46521" y="0"/>
                  </a:lnTo>
                  <a:lnTo>
                    <a:pt x="54274" y="0"/>
                  </a:lnTo>
                  <a:lnTo>
                    <a:pt x="62028" y="0"/>
                  </a:lnTo>
                  <a:lnTo>
                    <a:pt x="69781" y="0"/>
                  </a:lnTo>
                  <a:lnTo>
                    <a:pt x="77535" y="0"/>
                  </a:lnTo>
                  <a:lnTo>
                    <a:pt x="85288" y="0"/>
                  </a:lnTo>
                  <a:lnTo>
                    <a:pt x="93042" y="0"/>
                  </a:lnTo>
                  <a:lnTo>
                    <a:pt x="100795" y="0"/>
                  </a:lnTo>
                  <a:lnTo>
                    <a:pt x="108549" y="0"/>
                  </a:lnTo>
                  <a:lnTo>
                    <a:pt x="116302" y="0"/>
                  </a:lnTo>
                  <a:lnTo>
                    <a:pt x="124056" y="0"/>
                  </a:lnTo>
                  <a:lnTo>
                    <a:pt x="131809" y="0"/>
                  </a:lnTo>
                  <a:lnTo>
                    <a:pt x="139563" y="0"/>
                  </a:lnTo>
                  <a:lnTo>
                    <a:pt x="147316" y="0"/>
                  </a:lnTo>
                  <a:lnTo>
                    <a:pt x="155070" y="0"/>
                  </a:lnTo>
                  <a:lnTo>
                    <a:pt x="162823" y="0"/>
                  </a:lnTo>
                  <a:lnTo>
                    <a:pt x="170577" y="0"/>
                  </a:lnTo>
                  <a:lnTo>
                    <a:pt x="178330" y="0"/>
                  </a:lnTo>
                  <a:lnTo>
                    <a:pt x="186084" y="0"/>
                  </a:lnTo>
                  <a:lnTo>
                    <a:pt x="193837" y="0"/>
                  </a:lnTo>
                  <a:lnTo>
                    <a:pt x="201591" y="0"/>
                  </a:lnTo>
                  <a:lnTo>
                    <a:pt x="209344" y="0"/>
                  </a:lnTo>
                  <a:lnTo>
                    <a:pt x="217098" y="0"/>
                  </a:lnTo>
                  <a:lnTo>
                    <a:pt x="224851" y="0"/>
                  </a:lnTo>
                  <a:lnTo>
                    <a:pt x="232605" y="0"/>
                  </a:lnTo>
                  <a:lnTo>
                    <a:pt x="240358" y="0"/>
                  </a:lnTo>
                  <a:lnTo>
                    <a:pt x="248112" y="0"/>
                  </a:lnTo>
                  <a:lnTo>
                    <a:pt x="255865" y="0"/>
                  </a:lnTo>
                  <a:lnTo>
                    <a:pt x="263619" y="0"/>
                  </a:lnTo>
                  <a:lnTo>
                    <a:pt x="271372" y="0"/>
                  </a:lnTo>
                  <a:lnTo>
                    <a:pt x="279126" y="0"/>
                  </a:lnTo>
                  <a:lnTo>
                    <a:pt x="286879" y="0"/>
                  </a:lnTo>
                  <a:lnTo>
                    <a:pt x="294633" y="0"/>
                  </a:lnTo>
                  <a:lnTo>
                    <a:pt x="302386" y="0"/>
                  </a:lnTo>
                  <a:lnTo>
                    <a:pt x="310140" y="0"/>
                  </a:lnTo>
                  <a:lnTo>
                    <a:pt x="317893" y="0"/>
                  </a:lnTo>
                  <a:lnTo>
                    <a:pt x="325647" y="0"/>
                  </a:lnTo>
                  <a:lnTo>
                    <a:pt x="333400" y="0"/>
                  </a:lnTo>
                  <a:lnTo>
                    <a:pt x="341154" y="0"/>
                  </a:lnTo>
                  <a:lnTo>
                    <a:pt x="348907" y="0"/>
                  </a:lnTo>
                  <a:lnTo>
                    <a:pt x="356661" y="0"/>
                  </a:lnTo>
                  <a:lnTo>
                    <a:pt x="364414" y="0"/>
                  </a:lnTo>
                  <a:lnTo>
                    <a:pt x="372168" y="0"/>
                  </a:lnTo>
                  <a:lnTo>
                    <a:pt x="379921" y="0"/>
                  </a:lnTo>
                  <a:lnTo>
                    <a:pt x="387675" y="0"/>
                  </a:lnTo>
                  <a:lnTo>
                    <a:pt x="395428" y="0"/>
                  </a:lnTo>
                  <a:lnTo>
                    <a:pt x="403182" y="0"/>
                  </a:lnTo>
                  <a:lnTo>
                    <a:pt x="410935" y="0"/>
                  </a:lnTo>
                  <a:lnTo>
                    <a:pt x="418689" y="0"/>
                  </a:lnTo>
                  <a:lnTo>
                    <a:pt x="426442" y="0"/>
                  </a:lnTo>
                  <a:lnTo>
                    <a:pt x="434196" y="0"/>
                  </a:lnTo>
                  <a:lnTo>
                    <a:pt x="441949" y="0"/>
                  </a:lnTo>
                  <a:lnTo>
                    <a:pt x="449703" y="0"/>
                  </a:lnTo>
                  <a:lnTo>
                    <a:pt x="457456" y="0"/>
                  </a:lnTo>
                  <a:lnTo>
                    <a:pt x="465210" y="0"/>
                  </a:lnTo>
                  <a:lnTo>
                    <a:pt x="472963" y="0"/>
                  </a:lnTo>
                  <a:lnTo>
                    <a:pt x="480717" y="0"/>
                  </a:lnTo>
                  <a:lnTo>
                    <a:pt x="488471" y="0"/>
                  </a:lnTo>
                  <a:lnTo>
                    <a:pt x="496224" y="0"/>
                  </a:lnTo>
                  <a:lnTo>
                    <a:pt x="503978" y="0"/>
                  </a:lnTo>
                  <a:lnTo>
                    <a:pt x="511731" y="0"/>
                  </a:lnTo>
                  <a:lnTo>
                    <a:pt x="519485" y="0"/>
                  </a:lnTo>
                  <a:lnTo>
                    <a:pt x="527238" y="0"/>
                  </a:lnTo>
                  <a:lnTo>
                    <a:pt x="534992" y="0"/>
                  </a:lnTo>
                  <a:lnTo>
                    <a:pt x="542745" y="0"/>
                  </a:lnTo>
                  <a:lnTo>
                    <a:pt x="550499" y="0"/>
                  </a:lnTo>
                  <a:lnTo>
                    <a:pt x="558252" y="0"/>
                  </a:lnTo>
                  <a:lnTo>
                    <a:pt x="566006" y="0"/>
                  </a:lnTo>
                  <a:lnTo>
                    <a:pt x="573759" y="0"/>
                  </a:lnTo>
                  <a:lnTo>
                    <a:pt x="581513" y="0"/>
                  </a:lnTo>
                  <a:lnTo>
                    <a:pt x="589266" y="0"/>
                  </a:lnTo>
                  <a:lnTo>
                    <a:pt x="597020" y="0"/>
                  </a:lnTo>
                  <a:lnTo>
                    <a:pt x="604773" y="0"/>
                  </a:lnTo>
                  <a:lnTo>
                    <a:pt x="612527" y="0"/>
                  </a:lnTo>
                </a:path>
              </a:pathLst>
            </a:custGeom>
            <a:ln w="34492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9" name="pl369"/>
            <p:cNvSpPr/>
            <p:nvPr/>
          </p:nvSpPr>
          <p:spPr>
            <a:xfrm>
              <a:off x="535467" y="5872859"/>
              <a:ext cx="3705789" cy="0"/>
            </a:xfrm>
            <a:custGeom>
              <a:avLst/>
              <a:gdLst/>
              <a:ahLst/>
              <a:cxnLst/>
              <a:rect l="0" t="0" r="0" b="0"/>
              <a:pathLst>
                <a:path w="3705789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0" name="pl370"/>
            <p:cNvSpPr/>
            <p:nvPr/>
          </p:nvSpPr>
          <p:spPr>
            <a:xfrm>
              <a:off x="535467" y="5159764"/>
              <a:ext cx="3705789" cy="0"/>
            </a:xfrm>
            <a:custGeom>
              <a:avLst/>
              <a:gdLst/>
              <a:ahLst/>
              <a:cxnLst/>
              <a:rect l="0" t="0" r="0" b="0"/>
              <a:pathLst>
                <a:path w="3705789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1" name="pl371"/>
            <p:cNvSpPr/>
            <p:nvPr/>
          </p:nvSpPr>
          <p:spPr>
            <a:xfrm>
              <a:off x="535467" y="4446669"/>
              <a:ext cx="3705789" cy="0"/>
            </a:xfrm>
            <a:custGeom>
              <a:avLst/>
              <a:gdLst/>
              <a:ahLst/>
              <a:cxnLst/>
              <a:rect l="0" t="0" r="0" b="0"/>
              <a:pathLst>
                <a:path w="3705789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2" name="pl372"/>
            <p:cNvSpPr/>
            <p:nvPr/>
          </p:nvSpPr>
          <p:spPr>
            <a:xfrm>
              <a:off x="535467" y="3733574"/>
              <a:ext cx="3705789" cy="0"/>
            </a:xfrm>
            <a:custGeom>
              <a:avLst/>
              <a:gdLst/>
              <a:ahLst/>
              <a:cxnLst/>
              <a:rect l="0" t="0" r="0" b="0"/>
              <a:pathLst>
                <a:path w="3705789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3" name="pl373"/>
            <p:cNvSpPr/>
            <p:nvPr/>
          </p:nvSpPr>
          <p:spPr>
            <a:xfrm>
              <a:off x="1214352" y="3533908"/>
              <a:ext cx="0" cy="2823856"/>
            </a:xfrm>
            <a:custGeom>
              <a:avLst/>
              <a:gdLst/>
              <a:ahLst/>
              <a:cxnLst/>
              <a:rect l="0" t="0" r="0" b="0"/>
              <a:pathLst>
                <a:path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4" name="pl374"/>
            <p:cNvSpPr/>
            <p:nvPr/>
          </p:nvSpPr>
          <p:spPr>
            <a:xfrm>
              <a:off x="2235230" y="3533908"/>
              <a:ext cx="0" cy="2823856"/>
            </a:xfrm>
            <a:custGeom>
              <a:avLst/>
              <a:gdLst/>
              <a:ahLst/>
              <a:cxnLst/>
              <a:rect l="0" t="0" r="0" b="0"/>
              <a:pathLst>
                <a:path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5" name="pl375"/>
            <p:cNvSpPr/>
            <p:nvPr/>
          </p:nvSpPr>
          <p:spPr>
            <a:xfrm>
              <a:off x="3256109" y="3533908"/>
              <a:ext cx="0" cy="2823856"/>
            </a:xfrm>
            <a:custGeom>
              <a:avLst/>
              <a:gdLst/>
              <a:ahLst/>
              <a:cxnLst/>
              <a:rect l="0" t="0" r="0" b="0"/>
              <a:pathLst>
                <a:path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6" name="pl376"/>
            <p:cNvSpPr/>
            <p:nvPr/>
          </p:nvSpPr>
          <p:spPr>
            <a:xfrm>
              <a:off x="535467" y="6229407"/>
              <a:ext cx="3705789" cy="0"/>
            </a:xfrm>
            <a:custGeom>
              <a:avLst/>
              <a:gdLst/>
              <a:ahLst/>
              <a:cxnLst/>
              <a:rect l="0" t="0" r="0" b="0"/>
              <a:pathLst>
                <a:path w="3705789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7" name="pl377"/>
            <p:cNvSpPr/>
            <p:nvPr/>
          </p:nvSpPr>
          <p:spPr>
            <a:xfrm>
              <a:off x="535467" y="5516312"/>
              <a:ext cx="3705789" cy="0"/>
            </a:xfrm>
            <a:custGeom>
              <a:avLst/>
              <a:gdLst/>
              <a:ahLst/>
              <a:cxnLst/>
              <a:rect l="0" t="0" r="0" b="0"/>
              <a:pathLst>
                <a:path w="3705789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8" name="pl378"/>
            <p:cNvSpPr/>
            <p:nvPr/>
          </p:nvSpPr>
          <p:spPr>
            <a:xfrm>
              <a:off x="535467" y="4803217"/>
              <a:ext cx="3705789" cy="0"/>
            </a:xfrm>
            <a:custGeom>
              <a:avLst/>
              <a:gdLst/>
              <a:ahLst/>
              <a:cxnLst/>
              <a:rect l="0" t="0" r="0" b="0"/>
              <a:pathLst>
                <a:path w="3705789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9" name="pl379"/>
            <p:cNvSpPr/>
            <p:nvPr/>
          </p:nvSpPr>
          <p:spPr>
            <a:xfrm>
              <a:off x="535467" y="4090122"/>
              <a:ext cx="3705789" cy="0"/>
            </a:xfrm>
            <a:custGeom>
              <a:avLst/>
              <a:gdLst/>
              <a:ahLst/>
              <a:cxnLst/>
              <a:rect l="0" t="0" r="0" b="0"/>
              <a:pathLst>
                <a:path w="3705789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0" name="pl380"/>
            <p:cNvSpPr/>
            <p:nvPr/>
          </p:nvSpPr>
          <p:spPr>
            <a:xfrm>
              <a:off x="703912" y="3533908"/>
              <a:ext cx="0" cy="2823856"/>
            </a:xfrm>
            <a:custGeom>
              <a:avLst/>
              <a:gdLst/>
              <a:ahLst/>
              <a:cxnLst/>
              <a:rect l="0" t="0" r="0" b="0"/>
              <a:pathLst>
                <a:path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1" name="pl381"/>
            <p:cNvSpPr/>
            <p:nvPr/>
          </p:nvSpPr>
          <p:spPr>
            <a:xfrm>
              <a:off x="1724791" y="3533908"/>
              <a:ext cx="0" cy="2823856"/>
            </a:xfrm>
            <a:custGeom>
              <a:avLst/>
              <a:gdLst/>
              <a:ahLst/>
              <a:cxnLst/>
              <a:rect l="0" t="0" r="0" b="0"/>
              <a:pathLst>
                <a:path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2" name="pl382"/>
            <p:cNvSpPr/>
            <p:nvPr/>
          </p:nvSpPr>
          <p:spPr>
            <a:xfrm>
              <a:off x="2745669" y="3533908"/>
              <a:ext cx="0" cy="2823856"/>
            </a:xfrm>
            <a:custGeom>
              <a:avLst/>
              <a:gdLst/>
              <a:ahLst/>
              <a:cxnLst/>
              <a:rect l="0" t="0" r="0" b="0"/>
              <a:pathLst>
                <a:path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3" name="pl383"/>
            <p:cNvSpPr/>
            <p:nvPr/>
          </p:nvSpPr>
          <p:spPr>
            <a:xfrm>
              <a:off x="3766548" y="3533908"/>
              <a:ext cx="0" cy="2823856"/>
            </a:xfrm>
            <a:custGeom>
              <a:avLst/>
              <a:gdLst/>
              <a:ahLst/>
              <a:cxnLst/>
              <a:rect l="0" t="0" r="0" b="0"/>
              <a:pathLst>
                <a:path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4" name="pt384"/>
            <p:cNvSpPr/>
            <p:nvPr/>
          </p:nvSpPr>
          <p:spPr>
            <a:xfrm>
              <a:off x="1897370" y="51994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5" name="pt385"/>
            <p:cNvSpPr/>
            <p:nvPr/>
          </p:nvSpPr>
          <p:spPr>
            <a:xfrm>
              <a:off x="2714073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6" name="pt386"/>
            <p:cNvSpPr/>
            <p:nvPr/>
          </p:nvSpPr>
          <p:spPr>
            <a:xfrm>
              <a:off x="1897370" y="422491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7" name="pt387"/>
            <p:cNvSpPr/>
            <p:nvPr/>
          </p:nvSpPr>
          <p:spPr>
            <a:xfrm>
              <a:off x="2203633" y="453392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8" name="pt388"/>
            <p:cNvSpPr/>
            <p:nvPr/>
          </p:nvSpPr>
          <p:spPr>
            <a:xfrm>
              <a:off x="2509897" y="384459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9" name="pt389"/>
            <p:cNvSpPr/>
            <p:nvPr/>
          </p:nvSpPr>
          <p:spPr>
            <a:xfrm>
              <a:off x="1437975" y="40585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0" name="pt390"/>
            <p:cNvSpPr/>
            <p:nvPr/>
          </p:nvSpPr>
          <p:spPr>
            <a:xfrm>
              <a:off x="1999458" y="436753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1" name="pt391"/>
            <p:cNvSpPr/>
            <p:nvPr/>
          </p:nvSpPr>
          <p:spPr>
            <a:xfrm>
              <a:off x="1182755" y="49142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2" name="pt392"/>
            <p:cNvSpPr/>
            <p:nvPr/>
          </p:nvSpPr>
          <p:spPr>
            <a:xfrm>
              <a:off x="1591106" y="481916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3" name="pt393"/>
            <p:cNvSpPr/>
            <p:nvPr/>
          </p:nvSpPr>
          <p:spPr>
            <a:xfrm>
              <a:off x="2050502" y="40109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4" name="pt394"/>
            <p:cNvSpPr/>
            <p:nvPr/>
          </p:nvSpPr>
          <p:spPr>
            <a:xfrm>
              <a:off x="1080667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5" name="pt395"/>
            <p:cNvSpPr/>
            <p:nvPr/>
          </p:nvSpPr>
          <p:spPr>
            <a:xfrm>
              <a:off x="1999458" y="486670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6" name="pt396"/>
            <p:cNvSpPr/>
            <p:nvPr/>
          </p:nvSpPr>
          <p:spPr>
            <a:xfrm>
              <a:off x="2458853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7" name="pt397"/>
            <p:cNvSpPr/>
            <p:nvPr/>
          </p:nvSpPr>
          <p:spPr>
            <a:xfrm>
              <a:off x="1591106" y="458146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8" name="pt398"/>
            <p:cNvSpPr/>
            <p:nvPr/>
          </p:nvSpPr>
          <p:spPr>
            <a:xfrm>
              <a:off x="2305721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9" name="pt399"/>
            <p:cNvSpPr/>
            <p:nvPr/>
          </p:nvSpPr>
          <p:spPr>
            <a:xfrm>
              <a:off x="2203633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0" name="pt400"/>
            <p:cNvSpPr/>
            <p:nvPr/>
          </p:nvSpPr>
          <p:spPr>
            <a:xfrm>
              <a:off x="876491" y="50568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1" name="pt401"/>
            <p:cNvSpPr/>
            <p:nvPr/>
          </p:nvSpPr>
          <p:spPr>
            <a:xfrm>
              <a:off x="3122424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2" name="pt402"/>
            <p:cNvSpPr/>
            <p:nvPr/>
          </p:nvSpPr>
          <p:spPr>
            <a:xfrm>
              <a:off x="3122424" y="441507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3" name="pt403"/>
            <p:cNvSpPr/>
            <p:nvPr/>
          </p:nvSpPr>
          <p:spPr>
            <a:xfrm>
              <a:off x="2101546" y="408229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4" name="pt404"/>
            <p:cNvSpPr/>
            <p:nvPr/>
          </p:nvSpPr>
          <p:spPr>
            <a:xfrm>
              <a:off x="2611985" y="527078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5" name="pt405"/>
            <p:cNvSpPr/>
            <p:nvPr/>
          </p:nvSpPr>
          <p:spPr>
            <a:xfrm>
              <a:off x="2152590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6" name="pt406"/>
            <p:cNvSpPr/>
            <p:nvPr/>
          </p:nvSpPr>
          <p:spPr>
            <a:xfrm>
              <a:off x="2969292" y="377328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7" name="pt407"/>
            <p:cNvSpPr/>
            <p:nvPr/>
          </p:nvSpPr>
          <p:spPr>
            <a:xfrm>
              <a:off x="2509897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8" name="pt408"/>
            <p:cNvSpPr/>
            <p:nvPr/>
          </p:nvSpPr>
          <p:spPr>
            <a:xfrm>
              <a:off x="2663029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9" name="pt409"/>
            <p:cNvSpPr/>
            <p:nvPr/>
          </p:nvSpPr>
          <p:spPr>
            <a:xfrm>
              <a:off x="1999458" y="43437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0" name="pt410"/>
            <p:cNvSpPr/>
            <p:nvPr/>
          </p:nvSpPr>
          <p:spPr>
            <a:xfrm>
              <a:off x="2663029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1" name="pt411"/>
            <p:cNvSpPr/>
            <p:nvPr/>
          </p:nvSpPr>
          <p:spPr>
            <a:xfrm>
              <a:off x="2305721" y="427245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2" name="pt412"/>
            <p:cNvSpPr/>
            <p:nvPr/>
          </p:nvSpPr>
          <p:spPr>
            <a:xfrm>
              <a:off x="2816161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3" name="pt413"/>
            <p:cNvSpPr/>
            <p:nvPr/>
          </p:nvSpPr>
          <p:spPr>
            <a:xfrm>
              <a:off x="2356765" y="427245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4" name="pt414"/>
            <p:cNvSpPr/>
            <p:nvPr/>
          </p:nvSpPr>
          <p:spPr>
            <a:xfrm>
              <a:off x="1795282" y="479539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5" name="pt415"/>
            <p:cNvSpPr/>
            <p:nvPr/>
          </p:nvSpPr>
          <p:spPr>
            <a:xfrm>
              <a:off x="2356765" y="422491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6" name="pt416"/>
            <p:cNvSpPr/>
            <p:nvPr/>
          </p:nvSpPr>
          <p:spPr>
            <a:xfrm>
              <a:off x="1642150" y="427245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7" name="pt417"/>
            <p:cNvSpPr/>
            <p:nvPr/>
          </p:nvSpPr>
          <p:spPr>
            <a:xfrm>
              <a:off x="2152590" y="417737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8" name="pt418"/>
            <p:cNvSpPr/>
            <p:nvPr/>
          </p:nvSpPr>
          <p:spPr>
            <a:xfrm>
              <a:off x="2765117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9" name="pt419"/>
            <p:cNvSpPr/>
            <p:nvPr/>
          </p:nvSpPr>
          <p:spPr>
            <a:xfrm>
              <a:off x="1489018" y="541340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0" name="pt420"/>
            <p:cNvSpPr/>
            <p:nvPr/>
          </p:nvSpPr>
          <p:spPr>
            <a:xfrm>
              <a:off x="2203633" y="455769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1" name="pt421"/>
            <p:cNvSpPr/>
            <p:nvPr/>
          </p:nvSpPr>
          <p:spPr>
            <a:xfrm>
              <a:off x="1233799" y="486670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2" name="pt422"/>
            <p:cNvSpPr/>
            <p:nvPr/>
          </p:nvSpPr>
          <p:spPr>
            <a:xfrm>
              <a:off x="2152590" y="40585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3" name="pt423"/>
            <p:cNvSpPr/>
            <p:nvPr/>
          </p:nvSpPr>
          <p:spPr>
            <a:xfrm>
              <a:off x="1386931" y="536586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4" name="pt424"/>
            <p:cNvSpPr/>
            <p:nvPr/>
          </p:nvSpPr>
          <p:spPr>
            <a:xfrm>
              <a:off x="723360" y="553225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5" name="pt425"/>
            <p:cNvSpPr/>
            <p:nvPr/>
          </p:nvSpPr>
          <p:spPr>
            <a:xfrm>
              <a:off x="1591106" y="493800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6" name="pt426"/>
            <p:cNvSpPr/>
            <p:nvPr/>
          </p:nvSpPr>
          <p:spPr>
            <a:xfrm>
              <a:off x="672316" y="6197810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7" name="pt427"/>
            <p:cNvSpPr/>
            <p:nvPr/>
          </p:nvSpPr>
          <p:spPr>
            <a:xfrm>
              <a:off x="672316" y="615027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8" name="pt428"/>
            <p:cNvSpPr/>
            <p:nvPr/>
          </p:nvSpPr>
          <p:spPr>
            <a:xfrm>
              <a:off x="672316" y="6197810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9" name="pt429"/>
            <p:cNvSpPr/>
            <p:nvPr/>
          </p:nvSpPr>
          <p:spPr>
            <a:xfrm>
              <a:off x="672316" y="6197810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0" name="pt430"/>
            <p:cNvSpPr/>
            <p:nvPr/>
          </p:nvSpPr>
          <p:spPr>
            <a:xfrm>
              <a:off x="1897370" y="429622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1" name="pt431"/>
            <p:cNvSpPr/>
            <p:nvPr/>
          </p:nvSpPr>
          <p:spPr>
            <a:xfrm>
              <a:off x="2407809" y="453392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2" name="pt432"/>
            <p:cNvSpPr/>
            <p:nvPr/>
          </p:nvSpPr>
          <p:spPr>
            <a:xfrm>
              <a:off x="2458853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3" name="pt433"/>
            <p:cNvSpPr/>
            <p:nvPr/>
          </p:nvSpPr>
          <p:spPr>
            <a:xfrm>
              <a:off x="672316" y="610273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4" name="pt434"/>
            <p:cNvSpPr/>
            <p:nvPr/>
          </p:nvSpPr>
          <p:spPr>
            <a:xfrm>
              <a:off x="2203633" y="451015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5" name="pt435"/>
            <p:cNvSpPr/>
            <p:nvPr/>
          </p:nvSpPr>
          <p:spPr>
            <a:xfrm>
              <a:off x="672316" y="605519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6" name="pt436"/>
            <p:cNvSpPr/>
            <p:nvPr/>
          </p:nvSpPr>
          <p:spPr>
            <a:xfrm>
              <a:off x="1131711" y="455769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7" name="pt437"/>
            <p:cNvSpPr/>
            <p:nvPr/>
          </p:nvSpPr>
          <p:spPr>
            <a:xfrm>
              <a:off x="1897370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8" name="pt438"/>
            <p:cNvSpPr/>
            <p:nvPr/>
          </p:nvSpPr>
          <p:spPr>
            <a:xfrm>
              <a:off x="2765117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9" name="pt439"/>
            <p:cNvSpPr/>
            <p:nvPr/>
          </p:nvSpPr>
          <p:spPr>
            <a:xfrm>
              <a:off x="1489018" y="557979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0" name="pt440"/>
            <p:cNvSpPr/>
            <p:nvPr/>
          </p:nvSpPr>
          <p:spPr>
            <a:xfrm>
              <a:off x="672316" y="557979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1" name="pt441"/>
            <p:cNvSpPr/>
            <p:nvPr/>
          </p:nvSpPr>
          <p:spPr>
            <a:xfrm>
              <a:off x="1437975" y="481916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2" name="pt442"/>
            <p:cNvSpPr/>
            <p:nvPr/>
          </p:nvSpPr>
          <p:spPr>
            <a:xfrm>
              <a:off x="2254677" y="500931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3" name="pt443"/>
            <p:cNvSpPr/>
            <p:nvPr/>
          </p:nvSpPr>
          <p:spPr>
            <a:xfrm>
              <a:off x="2050502" y="508062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4" name="pt444"/>
            <p:cNvSpPr/>
            <p:nvPr/>
          </p:nvSpPr>
          <p:spPr>
            <a:xfrm>
              <a:off x="2356765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5" name="pt445"/>
            <p:cNvSpPr/>
            <p:nvPr/>
          </p:nvSpPr>
          <p:spPr>
            <a:xfrm>
              <a:off x="3173468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6" name="pt446"/>
            <p:cNvSpPr/>
            <p:nvPr/>
          </p:nvSpPr>
          <p:spPr>
            <a:xfrm>
              <a:off x="2203633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7" name="pt447"/>
            <p:cNvSpPr/>
            <p:nvPr/>
          </p:nvSpPr>
          <p:spPr>
            <a:xfrm>
              <a:off x="2714073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8" name="pt448"/>
            <p:cNvSpPr/>
            <p:nvPr/>
          </p:nvSpPr>
          <p:spPr>
            <a:xfrm>
              <a:off x="3122424" y="377328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9" name="pt449"/>
            <p:cNvSpPr/>
            <p:nvPr/>
          </p:nvSpPr>
          <p:spPr>
            <a:xfrm>
              <a:off x="1233799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0" name="pt450"/>
            <p:cNvSpPr/>
            <p:nvPr/>
          </p:nvSpPr>
          <p:spPr>
            <a:xfrm>
              <a:off x="3122424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1" name="pt451"/>
            <p:cNvSpPr/>
            <p:nvPr/>
          </p:nvSpPr>
          <p:spPr>
            <a:xfrm>
              <a:off x="2101546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2" name="pt452"/>
            <p:cNvSpPr/>
            <p:nvPr/>
          </p:nvSpPr>
          <p:spPr>
            <a:xfrm>
              <a:off x="2407809" y="427245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3" name="pt453"/>
            <p:cNvSpPr/>
            <p:nvPr/>
          </p:nvSpPr>
          <p:spPr>
            <a:xfrm>
              <a:off x="2867205" y="384459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4" name="pt454"/>
            <p:cNvSpPr/>
            <p:nvPr/>
          </p:nvSpPr>
          <p:spPr>
            <a:xfrm>
              <a:off x="1437975" y="562733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5" name="pt455"/>
            <p:cNvSpPr/>
            <p:nvPr/>
          </p:nvSpPr>
          <p:spPr>
            <a:xfrm>
              <a:off x="2611985" y="44863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6" name="pt456"/>
            <p:cNvSpPr/>
            <p:nvPr/>
          </p:nvSpPr>
          <p:spPr>
            <a:xfrm>
              <a:off x="2714073" y="40109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7" name="pt457"/>
            <p:cNvSpPr/>
            <p:nvPr/>
          </p:nvSpPr>
          <p:spPr>
            <a:xfrm>
              <a:off x="1591106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8" name="pt458"/>
            <p:cNvSpPr/>
            <p:nvPr/>
          </p:nvSpPr>
          <p:spPr>
            <a:xfrm>
              <a:off x="1897370" y="43437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9" name="pt459"/>
            <p:cNvSpPr/>
            <p:nvPr/>
          </p:nvSpPr>
          <p:spPr>
            <a:xfrm>
              <a:off x="2458853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0" name="pt460"/>
            <p:cNvSpPr/>
            <p:nvPr/>
          </p:nvSpPr>
          <p:spPr>
            <a:xfrm>
              <a:off x="1999458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1" name="pt461"/>
            <p:cNvSpPr/>
            <p:nvPr/>
          </p:nvSpPr>
          <p:spPr>
            <a:xfrm>
              <a:off x="1846326" y="427245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2" name="pt462"/>
            <p:cNvSpPr/>
            <p:nvPr/>
          </p:nvSpPr>
          <p:spPr>
            <a:xfrm>
              <a:off x="2305721" y="377328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3" name="pt463"/>
            <p:cNvSpPr/>
            <p:nvPr/>
          </p:nvSpPr>
          <p:spPr>
            <a:xfrm>
              <a:off x="2509897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4" name="pt464"/>
            <p:cNvSpPr/>
            <p:nvPr/>
          </p:nvSpPr>
          <p:spPr>
            <a:xfrm>
              <a:off x="1386931" y="510439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5" name="pt465"/>
            <p:cNvSpPr/>
            <p:nvPr/>
          </p:nvSpPr>
          <p:spPr>
            <a:xfrm>
              <a:off x="3020336" y="40585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6" name="pt466"/>
            <p:cNvSpPr/>
            <p:nvPr/>
          </p:nvSpPr>
          <p:spPr>
            <a:xfrm>
              <a:off x="2254677" y="43437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7" name="pt467"/>
            <p:cNvSpPr/>
            <p:nvPr/>
          </p:nvSpPr>
          <p:spPr>
            <a:xfrm>
              <a:off x="1489018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8" name="pt468"/>
            <p:cNvSpPr/>
            <p:nvPr/>
          </p:nvSpPr>
          <p:spPr>
            <a:xfrm>
              <a:off x="1591106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9" name="pt469"/>
            <p:cNvSpPr/>
            <p:nvPr/>
          </p:nvSpPr>
          <p:spPr>
            <a:xfrm>
              <a:off x="2407809" y="44863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0" name="pt470"/>
            <p:cNvSpPr/>
            <p:nvPr/>
          </p:nvSpPr>
          <p:spPr>
            <a:xfrm>
              <a:off x="3071380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1" name="pt471"/>
            <p:cNvSpPr/>
            <p:nvPr/>
          </p:nvSpPr>
          <p:spPr>
            <a:xfrm>
              <a:off x="2407809" y="410606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2" name="pt472"/>
            <p:cNvSpPr/>
            <p:nvPr/>
          </p:nvSpPr>
          <p:spPr>
            <a:xfrm>
              <a:off x="1080667" y="44863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3" name="pt473"/>
            <p:cNvSpPr/>
            <p:nvPr/>
          </p:nvSpPr>
          <p:spPr>
            <a:xfrm>
              <a:off x="1489018" y="427245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4" name="pt474"/>
            <p:cNvSpPr/>
            <p:nvPr/>
          </p:nvSpPr>
          <p:spPr>
            <a:xfrm>
              <a:off x="1795282" y="441507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5" name="pt475"/>
            <p:cNvSpPr/>
            <p:nvPr/>
          </p:nvSpPr>
          <p:spPr>
            <a:xfrm>
              <a:off x="1591106" y="43437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6" name="pt476"/>
            <p:cNvSpPr/>
            <p:nvPr/>
          </p:nvSpPr>
          <p:spPr>
            <a:xfrm>
              <a:off x="2407809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7" name="pt477"/>
            <p:cNvSpPr/>
            <p:nvPr/>
          </p:nvSpPr>
          <p:spPr>
            <a:xfrm>
              <a:off x="2765117" y="377328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8" name="pt478"/>
            <p:cNvSpPr/>
            <p:nvPr/>
          </p:nvSpPr>
          <p:spPr>
            <a:xfrm>
              <a:off x="1386931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9" name="pt479"/>
            <p:cNvSpPr/>
            <p:nvPr/>
          </p:nvSpPr>
          <p:spPr>
            <a:xfrm>
              <a:off x="1846326" y="43437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0" name="pt480"/>
            <p:cNvSpPr/>
            <p:nvPr/>
          </p:nvSpPr>
          <p:spPr>
            <a:xfrm>
              <a:off x="1284843" y="50568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1" name="pt481"/>
            <p:cNvSpPr/>
            <p:nvPr/>
          </p:nvSpPr>
          <p:spPr>
            <a:xfrm>
              <a:off x="2305721" y="431999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2" name="pt482"/>
            <p:cNvSpPr/>
            <p:nvPr/>
          </p:nvSpPr>
          <p:spPr>
            <a:xfrm>
              <a:off x="1897370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3" name="pt483"/>
            <p:cNvSpPr/>
            <p:nvPr/>
          </p:nvSpPr>
          <p:spPr>
            <a:xfrm>
              <a:off x="2407809" y="455769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4" name="pt484"/>
            <p:cNvSpPr/>
            <p:nvPr/>
          </p:nvSpPr>
          <p:spPr>
            <a:xfrm>
              <a:off x="1897370" y="44863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5" name="pt485"/>
            <p:cNvSpPr/>
            <p:nvPr/>
          </p:nvSpPr>
          <p:spPr>
            <a:xfrm>
              <a:off x="1897370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6" name="pt486"/>
            <p:cNvSpPr/>
            <p:nvPr/>
          </p:nvSpPr>
          <p:spPr>
            <a:xfrm>
              <a:off x="1999458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7" name="pt487"/>
            <p:cNvSpPr/>
            <p:nvPr/>
          </p:nvSpPr>
          <p:spPr>
            <a:xfrm>
              <a:off x="2509897" y="384459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8" name="pt488"/>
            <p:cNvSpPr/>
            <p:nvPr/>
          </p:nvSpPr>
          <p:spPr>
            <a:xfrm>
              <a:off x="1693194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9" name="pt489"/>
            <p:cNvSpPr/>
            <p:nvPr/>
          </p:nvSpPr>
          <p:spPr>
            <a:xfrm>
              <a:off x="1999458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0" name="pt490"/>
            <p:cNvSpPr/>
            <p:nvPr/>
          </p:nvSpPr>
          <p:spPr>
            <a:xfrm>
              <a:off x="2458853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1" name="pt491"/>
            <p:cNvSpPr/>
            <p:nvPr/>
          </p:nvSpPr>
          <p:spPr>
            <a:xfrm>
              <a:off x="1693194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2" name="pt492"/>
            <p:cNvSpPr/>
            <p:nvPr/>
          </p:nvSpPr>
          <p:spPr>
            <a:xfrm>
              <a:off x="1182755" y="49142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3" name="pt493"/>
            <p:cNvSpPr/>
            <p:nvPr/>
          </p:nvSpPr>
          <p:spPr>
            <a:xfrm>
              <a:off x="1744238" y="467654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4" name="pt494"/>
            <p:cNvSpPr/>
            <p:nvPr/>
          </p:nvSpPr>
          <p:spPr>
            <a:xfrm>
              <a:off x="2101546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5" name="pt495"/>
            <p:cNvSpPr/>
            <p:nvPr/>
          </p:nvSpPr>
          <p:spPr>
            <a:xfrm>
              <a:off x="1540062" y="436753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6" name="pt496"/>
            <p:cNvSpPr/>
            <p:nvPr/>
          </p:nvSpPr>
          <p:spPr>
            <a:xfrm>
              <a:off x="2509897" y="412983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7" name="pt497"/>
            <p:cNvSpPr/>
            <p:nvPr/>
          </p:nvSpPr>
          <p:spPr>
            <a:xfrm>
              <a:off x="1744238" y="441507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8" name="pt498"/>
            <p:cNvSpPr/>
            <p:nvPr/>
          </p:nvSpPr>
          <p:spPr>
            <a:xfrm>
              <a:off x="1489018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9" name="pt499"/>
            <p:cNvSpPr/>
            <p:nvPr/>
          </p:nvSpPr>
          <p:spPr>
            <a:xfrm>
              <a:off x="1999458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0" name="pt500"/>
            <p:cNvSpPr/>
            <p:nvPr/>
          </p:nvSpPr>
          <p:spPr>
            <a:xfrm>
              <a:off x="2867205" y="393967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1" name="pt501"/>
            <p:cNvSpPr/>
            <p:nvPr/>
          </p:nvSpPr>
          <p:spPr>
            <a:xfrm>
              <a:off x="2714073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2" name="pt502"/>
            <p:cNvSpPr/>
            <p:nvPr/>
          </p:nvSpPr>
          <p:spPr>
            <a:xfrm>
              <a:off x="2050502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3" name="pt503"/>
            <p:cNvSpPr/>
            <p:nvPr/>
          </p:nvSpPr>
          <p:spPr>
            <a:xfrm>
              <a:off x="2305721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4" name="pt504"/>
            <p:cNvSpPr/>
            <p:nvPr/>
          </p:nvSpPr>
          <p:spPr>
            <a:xfrm>
              <a:off x="876491" y="53420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5" name="pt505"/>
            <p:cNvSpPr/>
            <p:nvPr/>
          </p:nvSpPr>
          <p:spPr>
            <a:xfrm>
              <a:off x="876491" y="512816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6" name="pt506"/>
            <p:cNvSpPr/>
            <p:nvPr/>
          </p:nvSpPr>
          <p:spPr>
            <a:xfrm>
              <a:off x="1948414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7" name="pt507"/>
            <p:cNvSpPr/>
            <p:nvPr/>
          </p:nvSpPr>
          <p:spPr>
            <a:xfrm>
              <a:off x="1386931" y="508062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8" name="pt508"/>
            <p:cNvSpPr/>
            <p:nvPr/>
          </p:nvSpPr>
          <p:spPr>
            <a:xfrm>
              <a:off x="2560941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9" name="pt509"/>
            <p:cNvSpPr/>
            <p:nvPr/>
          </p:nvSpPr>
          <p:spPr>
            <a:xfrm>
              <a:off x="1591106" y="50568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0" name="pt510"/>
            <p:cNvSpPr/>
            <p:nvPr/>
          </p:nvSpPr>
          <p:spPr>
            <a:xfrm>
              <a:off x="2407809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1" name="pt511"/>
            <p:cNvSpPr/>
            <p:nvPr/>
          </p:nvSpPr>
          <p:spPr>
            <a:xfrm>
              <a:off x="1591106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2" name="pt512"/>
            <p:cNvSpPr/>
            <p:nvPr/>
          </p:nvSpPr>
          <p:spPr>
            <a:xfrm>
              <a:off x="2407809" y="424868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3" name="pt513"/>
            <p:cNvSpPr/>
            <p:nvPr/>
          </p:nvSpPr>
          <p:spPr>
            <a:xfrm>
              <a:off x="978579" y="536586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4" name="pt514"/>
            <p:cNvSpPr/>
            <p:nvPr/>
          </p:nvSpPr>
          <p:spPr>
            <a:xfrm>
              <a:off x="1489018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5" name="pt515"/>
            <p:cNvSpPr/>
            <p:nvPr/>
          </p:nvSpPr>
          <p:spPr>
            <a:xfrm>
              <a:off x="2305721" y="441507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6" name="pt516"/>
            <p:cNvSpPr/>
            <p:nvPr/>
          </p:nvSpPr>
          <p:spPr>
            <a:xfrm>
              <a:off x="2254677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7" name="pt517"/>
            <p:cNvSpPr/>
            <p:nvPr/>
          </p:nvSpPr>
          <p:spPr>
            <a:xfrm>
              <a:off x="978579" y="50568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8" name="pt518"/>
            <p:cNvSpPr/>
            <p:nvPr/>
          </p:nvSpPr>
          <p:spPr>
            <a:xfrm>
              <a:off x="1591106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9" name="pt519"/>
            <p:cNvSpPr/>
            <p:nvPr/>
          </p:nvSpPr>
          <p:spPr>
            <a:xfrm>
              <a:off x="2203633" y="481916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0" name="pt520"/>
            <p:cNvSpPr/>
            <p:nvPr/>
          </p:nvSpPr>
          <p:spPr>
            <a:xfrm>
              <a:off x="1386931" y="503308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1" name="pt521"/>
            <p:cNvSpPr/>
            <p:nvPr/>
          </p:nvSpPr>
          <p:spPr>
            <a:xfrm>
              <a:off x="2714073" y="455769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2" name="pt522"/>
            <p:cNvSpPr/>
            <p:nvPr/>
          </p:nvSpPr>
          <p:spPr>
            <a:xfrm>
              <a:off x="1335887" y="472408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3" name="pt523"/>
            <p:cNvSpPr/>
            <p:nvPr/>
          </p:nvSpPr>
          <p:spPr>
            <a:xfrm>
              <a:off x="774403" y="605519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4" name="pt524"/>
            <p:cNvSpPr/>
            <p:nvPr/>
          </p:nvSpPr>
          <p:spPr>
            <a:xfrm>
              <a:off x="1897370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5" name="pt525"/>
            <p:cNvSpPr/>
            <p:nvPr/>
          </p:nvSpPr>
          <p:spPr>
            <a:xfrm>
              <a:off x="1080667" y="541340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6" name="pt526"/>
            <p:cNvSpPr/>
            <p:nvPr/>
          </p:nvSpPr>
          <p:spPr>
            <a:xfrm>
              <a:off x="1386931" y="441507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7" name="pt527"/>
            <p:cNvSpPr/>
            <p:nvPr/>
          </p:nvSpPr>
          <p:spPr>
            <a:xfrm>
              <a:off x="1080667" y="44863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8" name="pt528"/>
            <p:cNvSpPr/>
            <p:nvPr/>
          </p:nvSpPr>
          <p:spPr>
            <a:xfrm>
              <a:off x="876491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9" name="pt529"/>
            <p:cNvSpPr/>
            <p:nvPr/>
          </p:nvSpPr>
          <p:spPr>
            <a:xfrm>
              <a:off x="1846326" y="474785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0" name="pt530"/>
            <p:cNvSpPr/>
            <p:nvPr/>
          </p:nvSpPr>
          <p:spPr>
            <a:xfrm>
              <a:off x="876491" y="51994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1" name="pt531"/>
            <p:cNvSpPr/>
            <p:nvPr/>
          </p:nvSpPr>
          <p:spPr>
            <a:xfrm>
              <a:off x="2560941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2" name="pt532"/>
            <p:cNvSpPr/>
            <p:nvPr/>
          </p:nvSpPr>
          <p:spPr>
            <a:xfrm>
              <a:off x="1591106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3" name="pt533"/>
            <p:cNvSpPr/>
            <p:nvPr/>
          </p:nvSpPr>
          <p:spPr>
            <a:xfrm>
              <a:off x="1080667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4" name="pt534"/>
            <p:cNvSpPr/>
            <p:nvPr/>
          </p:nvSpPr>
          <p:spPr>
            <a:xfrm>
              <a:off x="1182755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5" name="pt535"/>
            <p:cNvSpPr/>
            <p:nvPr/>
          </p:nvSpPr>
          <p:spPr>
            <a:xfrm>
              <a:off x="1489018" y="44863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6" name="pt536"/>
            <p:cNvSpPr/>
            <p:nvPr/>
          </p:nvSpPr>
          <p:spPr>
            <a:xfrm>
              <a:off x="978579" y="58412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7" name="pt537"/>
            <p:cNvSpPr/>
            <p:nvPr/>
          </p:nvSpPr>
          <p:spPr>
            <a:xfrm>
              <a:off x="672316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8" name="pt538"/>
            <p:cNvSpPr/>
            <p:nvPr/>
          </p:nvSpPr>
          <p:spPr>
            <a:xfrm>
              <a:off x="1846326" y="43437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9" name="pt539"/>
            <p:cNvSpPr/>
            <p:nvPr/>
          </p:nvSpPr>
          <p:spPr>
            <a:xfrm>
              <a:off x="1795282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0" name="pt540"/>
            <p:cNvSpPr/>
            <p:nvPr/>
          </p:nvSpPr>
          <p:spPr>
            <a:xfrm>
              <a:off x="672316" y="562733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1" name="pt541"/>
            <p:cNvSpPr/>
            <p:nvPr/>
          </p:nvSpPr>
          <p:spPr>
            <a:xfrm>
              <a:off x="1284843" y="44863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2" name="pt542"/>
            <p:cNvSpPr/>
            <p:nvPr/>
          </p:nvSpPr>
          <p:spPr>
            <a:xfrm>
              <a:off x="1795282" y="49142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3" name="pt543"/>
            <p:cNvSpPr/>
            <p:nvPr/>
          </p:nvSpPr>
          <p:spPr>
            <a:xfrm>
              <a:off x="1591106" y="50568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4" name="pt544"/>
            <p:cNvSpPr/>
            <p:nvPr/>
          </p:nvSpPr>
          <p:spPr>
            <a:xfrm>
              <a:off x="1284843" y="541340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5" name="pt545"/>
            <p:cNvSpPr/>
            <p:nvPr/>
          </p:nvSpPr>
          <p:spPr>
            <a:xfrm>
              <a:off x="672316" y="512816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6" name="pt546"/>
            <p:cNvSpPr/>
            <p:nvPr/>
          </p:nvSpPr>
          <p:spPr>
            <a:xfrm>
              <a:off x="2203633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7" name="pt547"/>
            <p:cNvSpPr/>
            <p:nvPr/>
          </p:nvSpPr>
          <p:spPr>
            <a:xfrm>
              <a:off x="1795282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8" name="pt548"/>
            <p:cNvSpPr/>
            <p:nvPr/>
          </p:nvSpPr>
          <p:spPr>
            <a:xfrm>
              <a:off x="672316" y="53420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9" name="pt549"/>
            <p:cNvSpPr/>
            <p:nvPr/>
          </p:nvSpPr>
          <p:spPr>
            <a:xfrm>
              <a:off x="1897370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0" name="pt550"/>
            <p:cNvSpPr/>
            <p:nvPr/>
          </p:nvSpPr>
          <p:spPr>
            <a:xfrm>
              <a:off x="1386931" y="51994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1" name="pt551"/>
            <p:cNvSpPr/>
            <p:nvPr/>
          </p:nvSpPr>
          <p:spPr>
            <a:xfrm>
              <a:off x="1795282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2" name="pt552"/>
            <p:cNvSpPr/>
            <p:nvPr/>
          </p:nvSpPr>
          <p:spPr>
            <a:xfrm>
              <a:off x="1744238" y="512816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3" name="pt553"/>
            <p:cNvSpPr/>
            <p:nvPr/>
          </p:nvSpPr>
          <p:spPr>
            <a:xfrm>
              <a:off x="2305721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4" name="pt554"/>
            <p:cNvSpPr/>
            <p:nvPr/>
          </p:nvSpPr>
          <p:spPr>
            <a:xfrm>
              <a:off x="2101546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5" name="pt555"/>
            <p:cNvSpPr/>
            <p:nvPr/>
          </p:nvSpPr>
          <p:spPr>
            <a:xfrm>
              <a:off x="2050502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6" name="pt556"/>
            <p:cNvSpPr/>
            <p:nvPr/>
          </p:nvSpPr>
          <p:spPr>
            <a:xfrm>
              <a:off x="1999458" y="50568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7" name="pt557"/>
            <p:cNvSpPr/>
            <p:nvPr/>
          </p:nvSpPr>
          <p:spPr>
            <a:xfrm>
              <a:off x="1591106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8" name="pt558"/>
            <p:cNvSpPr/>
            <p:nvPr/>
          </p:nvSpPr>
          <p:spPr>
            <a:xfrm>
              <a:off x="1080667" y="50568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9" name="pt559"/>
            <p:cNvSpPr/>
            <p:nvPr/>
          </p:nvSpPr>
          <p:spPr>
            <a:xfrm>
              <a:off x="1489018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0" name="pt560"/>
            <p:cNvSpPr/>
            <p:nvPr/>
          </p:nvSpPr>
          <p:spPr>
            <a:xfrm>
              <a:off x="1795282" y="481916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1" name="pt561"/>
            <p:cNvSpPr/>
            <p:nvPr/>
          </p:nvSpPr>
          <p:spPr>
            <a:xfrm>
              <a:off x="2101546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2" name="pt562"/>
            <p:cNvSpPr/>
            <p:nvPr/>
          </p:nvSpPr>
          <p:spPr>
            <a:xfrm>
              <a:off x="1591106" y="522324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3" name="pt563"/>
            <p:cNvSpPr/>
            <p:nvPr/>
          </p:nvSpPr>
          <p:spPr>
            <a:xfrm>
              <a:off x="1999458" y="472408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4" name="pt564"/>
            <p:cNvSpPr/>
            <p:nvPr/>
          </p:nvSpPr>
          <p:spPr>
            <a:xfrm>
              <a:off x="1489018" y="500931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5" name="pt565"/>
            <p:cNvSpPr/>
            <p:nvPr/>
          </p:nvSpPr>
          <p:spPr>
            <a:xfrm>
              <a:off x="1897370" y="446261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6" name="pt566"/>
            <p:cNvSpPr/>
            <p:nvPr/>
          </p:nvSpPr>
          <p:spPr>
            <a:xfrm>
              <a:off x="1284843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7" name="pt567"/>
            <p:cNvSpPr/>
            <p:nvPr/>
          </p:nvSpPr>
          <p:spPr>
            <a:xfrm>
              <a:off x="2560941" y="441507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8" name="pt568"/>
            <p:cNvSpPr/>
            <p:nvPr/>
          </p:nvSpPr>
          <p:spPr>
            <a:xfrm>
              <a:off x="774403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9" name="pt569"/>
            <p:cNvSpPr/>
            <p:nvPr/>
          </p:nvSpPr>
          <p:spPr>
            <a:xfrm>
              <a:off x="1182755" y="489046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0" name="pt570"/>
            <p:cNvSpPr/>
            <p:nvPr/>
          </p:nvSpPr>
          <p:spPr>
            <a:xfrm>
              <a:off x="672316" y="55560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1" name="pt571"/>
            <p:cNvSpPr/>
            <p:nvPr/>
          </p:nvSpPr>
          <p:spPr>
            <a:xfrm>
              <a:off x="1999458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2" name="pt572"/>
            <p:cNvSpPr/>
            <p:nvPr/>
          </p:nvSpPr>
          <p:spPr>
            <a:xfrm>
              <a:off x="1489018" y="412983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3" name="pt573"/>
            <p:cNvSpPr/>
            <p:nvPr/>
          </p:nvSpPr>
          <p:spPr>
            <a:xfrm>
              <a:off x="2152590" y="441507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4" name="pt574"/>
            <p:cNvSpPr/>
            <p:nvPr/>
          </p:nvSpPr>
          <p:spPr>
            <a:xfrm>
              <a:off x="2356765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5" name="pt575"/>
            <p:cNvSpPr/>
            <p:nvPr/>
          </p:nvSpPr>
          <p:spPr>
            <a:xfrm>
              <a:off x="672316" y="55560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6" name="pt576"/>
            <p:cNvSpPr/>
            <p:nvPr/>
          </p:nvSpPr>
          <p:spPr>
            <a:xfrm>
              <a:off x="1386931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7" name="pt577"/>
            <p:cNvSpPr/>
            <p:nvPr/>
          </p:nvSpPr>
          <p:spPr>
            <a:xfrm>
              <a:off x="876491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8" name="pt578"/>
            <p:cNvSpPr/>
            <p:nvPr/>
          </p:nvSpPr>
          <p:spPr>
            <a:xfrm>
              <a:off x="1591106" y="467654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9" name="pt579"/>
            <p:cNvSpPr/>
            <p:nvPr/>
          </p:nvSpPr>
          <p:spPr>
            <a:xfrm>
              <a:off x="2918248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0" name="pt580"/>
            <p:cNvSpPr/>
            <p:nvPr/>
          </p:nvSpPr>
          <p:spPr>
            <a:xfrm>
              <a:off x="1182755" y="472408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1" name="pt581"/>
            <p:cNvSpPr/>
            <p:nvPr/>
          </p:nvSpPr>
          <p:spPr>
            <a:xfrm>
              <a:off x="978579" y="51994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2" name="pt582"/>
            <p:cNvSpPr/>
            <p:nvPr/>
          </p:nvSpPr>
          <p:spPr>
            <a:xfrm>
              <a:off x="2203633" y="40585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3" name="pt583"/>
            <p:cNvSpPr/>
            <p:nvPr/>
          </p:nvSpPr>
          <p:spPr>
            <a:xfrm>
              <a:off x="2458853" y="377328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4" name="pt584"/>
            <p:cNvSpPr/>
            <p:nvPr/>
          </p:nvSpPr>
          <p:spPr>
            <a:xfrm>
              <a:off x="1182755" y="40585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5" name="pt585"/>
            <p:cNvSpPr/>
            <p:nvPr/>
          </p:nvSpPr>
          <p:spPr>
            <a:xfrm>
              <a:off x="1999458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6" name="pt586"/>
            <p:cNvSpPr/>
            <p:nvPr/>
          </p:nvSpPr>
          <p:spPr>
            <a:xfrm>
              <a:off x="1999458" y="408229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7" name="pt587"/>
            <p:cNvSpPr/>
            <p:nvPr/>
          </p:nvSpPr>
          <p:spPr>
            <a:xfrm>
              <a:off x="1897370" y="44863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8" name="pt588"/>
            <p:cNvSpPr/>
            <p:nvPr/>
          </p:nvSpPr>
          <p:spPr>
            <a:xfrm>
              <a:off x="2050502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9" name="pt589"/>
            <p:cNvSpPr/>
            <p:nvPr/>
          </p:nvSpPr>
          <p:spPr>
            <a:xfrm>
              <a:off x="1591106" y="429622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0" name="pt590"/>
            <p:cNvSpPr/>
            <p:nvPr/>
          </p:nvSpPr>
          <p:spPr>
            <a:xfrm>
              <a:off x="2509897" y="422491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1" name="pt591"/>
            <p:cNvSpPr/>
            <p:nvPr/>
          </p:nvSpPr>
          <p:spPr>
            <a:xfrm>
              <a:off x="3071380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2" name="pt592"/>
            <p:cNvSpPr/>
            <p:nvPr/>
          </p:nvSpPr>
          <p:spPr>
            <a:xfrm>
              <a:off x="2714073" y="384459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3" name="pt593"/>
            <p:cNvSpPr/>
            <p:nvPr/>
          </p:nvSpPr>
          <p:spPr>
            <a:xfrm>
              <a:off x="2714073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4" name="pt594"/>
            <p:cNvSpPr/>
            <p:nvPr/>
          </p:nvSpPr>
          <p:spPr>
            <a:xfrm>
              <a:off x="2305721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5" name="pt595"/>
            <p:cNvSpPr/>
            <p:nvPr/>
          </p:nvSpPr>
          <p:spPr>
            <a:xfrm>
              <a:off x="2305721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6" name="pt596"/>
            <p:cNvSpPr/>
            <p:nvPr/>
          </p:nvSpPr>
          <p:spPr>
            <a:xfrm>
              <a:off x="2407809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7" name="pt597"/>
            <p:cNvSpPr/>
            <p:nvPr/>
          </p:nvSpPr>
          <p:spPr>
            <a:xfrm>
              <a:off x="2407809" y="455769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8" name="pt598"/>
            <p:cNvSpPr/>
            <p:nvPr/>
          </p:nvSpPr>
          <p:spPr>
            <a:xfrm>
              <a:off x="1795282" y="524701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9" name="pt599"/>
            <p:cNvSpPr/>
            <p:nvPr/>
          </p:nvSpPr>
          <p:spPr>
            <a:xfrm>
              <a:off x="2356765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0" name="pt600"/>
            <p:cNvSpPr/>
            <p:nvPr/>
          </p:nvSpPr>
          <p:spPr>
            <a:xfrm>
              <a:off x="2203633" y="55560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1" name="pt601"/>
            <p:cNvSpPr/>
            <p:nvPr/>
          </p:nvSpPr>
          <p:spPr>
            <a:xfrm>
              <a:off x="2714073" y="422491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2" name="pt602"/>
            <p:cNvSpPr/>
            <p:nvPr/>
          </p:nvSpPr>
          <p:spPr>
            <a:xfrm>
              <a:off x="2739595" y="422491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3" name="pt603"/>
            <p:cNvSpPr/>
            <p:nvPr/>
          </p:nvSpPr>
          <p:spPr>
            <a:xfrm>
              <a:off x="2714073" y="412983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4" name="pt604"/>
            <p:cNvSpPr/>
            <p:nvPr/>
          </p:nvSpPr>
          <p:spPr>
            <a:xfrm>
              <a:off x="2509897" y="408229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5" name="pt605"/>
            <p:cNvSpPr/>
            <p:nvPr/>
          </p:nvSpPr>
          <p:spPr>
            <a:xfrm>
              <a:off x="2663029" y="427245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6" name="pt606"/>
            <p:cNvSpPr/>
            <p:nvPr/>
          </p:nvSpPr>
          <p:spPr>
            <a:xfrm>
              <a:off x="1591106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7" name="pt607"/>
            <p:cNvSpPr/>
            <p:nvPr/>
          </p:nvSpPr>
          <p:spPr>
            <a:xfrm>
              <a:off x="825447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8" name="pt608"/>
            <p:cNvSpPr/>
            <p:nvPr/>
          </p:nvSpPr>
          <p:spPr>
            <a:xfrm>
              <a:off x="2203633" y="479539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9" name="pt609"/>
            <p:cNvSpPr/>
            <p:nvPr/>
          </p:nvSpPr>
          <p:spPr>
            <a:xfrm>
              <a:off x="1080667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0" name="pt610"/>
            <p:cNvSpPr/>
            <p:nvPr/>
          </p:nvSpPr>
          <p:spPr>
            <a:xfrm>
              <a:off x="1693194" y="489046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1" name="pt611"/>
            <p:cNvSpPr/>
            <p:nvPr/>
          </p:nvSpPr>
          <p:spPr>
            <a:xfrm>
              <a:off x="1999458" y="384459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2" name="pt612"/>
            <p:cNvSpPr/>
            <p:nvPr/>
          </p:nvSpPr>
          <p:spPr>
            <a:xfrm>
              <a:off x="1489018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3" name="pt613"/>
            <p:cNvSpPr/>
            <p:nvPr/>
          </p:nvSpPr>
          <p:spPr>
            <a:xfrm>
              <a:off x="1897370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4" name="pt614"/>
            <p:cNvSpPr/>
            <p:nvPr/>
          </p:nvSpPr>
          <p:spPr>
            <a:xfrm>
              <a:off x="1284843" y="431999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5" name="pt615"/>
            <p:cNvSpPr/>
            <p:nvPr/>
          </p:nvSpPr>
          <p:spPr>
            <a:xfrm>
              <a:off x="2663029" y="460523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6" name="pt616"/>
            <p:cNvSpPr/>
            <p:nvPr/>
          </p:nvSpPr>
          <p:spPr>
            <a:xfrm>
              <a:off x="978579" y="427245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7" name="pt617"/>
            <p:cNvSpPr/>
            <p:nvPr/>
          </p:nvSpPr>
          <p:spPr>
            <a:xfrm>
              <a:off x="1795282" y="49142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8" name="pt618"/>
            <p:cNvSpPr/>
            <p:nvPr/>
          </p:nvSpPr>
          <p:spPr>
            <a:xfrm>
              <a:off x="1897370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9" name="pt619"/>
            <p:cNvSpPr/>
            <p:nvPr/>
          </p:nvSpPr>
          <p:spPr>
            <a:xfrm>
              <a:off x="1489018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0" name="pt620"/>
            <p:cNvSpPr/>
            <p:nvPr/>
          </p:nvSpPr>
          <p:spPr>
            <a:xfrm>
              <a:off x="2203633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1" name="pt621"/>
            <p:cNvSpPr/>
            <p:nvPr/>
          </p:nvSpPr>
          <p:spPr>
            <a:xfrm>
              <a:off x="1693194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2" name="pt622"/>
            <p:cNvSpPr/>
            <p:nvPr/>
          </p:nvSpPr>
          <p:spPr>
            <a:xfrm>
              <a:off x="1948414" y="51994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3" name="pt623"/>
            <p:cNvSpPr/>
            <p:nvPr/>
          </p:nvSpPr>
          <p:spPr>
            <a:xfrm>
              <a:off x="2356765" y="486670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4" name="pt624"/>
            <p:cNvSpPr/>
            <p:nvPr/>
          </p:nvSpPr>
          <p:spPr>
            <a:xfrm>
              <a:off x="1386931" y="481916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5" name="pt625"/>
            <p:cNvSpPr/>
            <p:nvPr/>
          </p:nvSpPr>
          <p:spPr>
            <a:xfrm>
              <a:off x="1489018" y="481916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6" name="pt626"/>
            <p:cNvSpPr/>
            <p:nvPr/>
          </p:nvSpPr>
          <p:spPr>
            <a:xfrm>
              <a:off x="1080667" y="493800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7" name="pt627"/>
            <p:cNvSpPr/>
            <p:nvPr/>
          </p:nvSpPr>
          <p:spPr>
            <a:xfrm>
              <a:off x="2509897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8" name="pt628"/>
            <p:cNvSpPr/>
            <p:nvPr/>
          </p:nvSpPr>
          <p:spPr>
            <a:xfrm>
              <a:off x="2152590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9" name="pt629"/>
            <p:cNvSpPr/>
            <p:nvPr/>
          </p:nvSpPr>
          <p:spPr>
            <a:xfrm>
              <a:off x="774403" y="53420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0" name="pt630"/>
            <p:cNvSpPr/>
            <p:nvPr/>
          </p:nvSpPr>
          <p:spPr>
            <a:xfrm>
              <a:off x="1489018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1" name="pt631"/>
            <p:cNvSpPr/>
            <p:nvPr/>
          </p:nvSpPr>
          <p:spPr>
            <a:xfrm>
              <a:off x="1386931" y="49142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2" name="pt632"/>
            <p:cNvSpPr/>
            <p:nvPr/>
          </p:nvSpPr>
          <p:spPr>
            <a:xfrm>
              <a:off x="978579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3" name="pt633"/>
            <p:cNvSpPr/>
            <p:nvPr/>
          </p:nvSpPr>
          <p:spPr>
            <a:xfrm>
              <a:off x="876491" y="515193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4" name="pt634"/>
            <p:cNvSpPr/>
            <p:nvPr/>
          </p:nvSpPr>
          <p:spPr>
            <a:xfrm>
              <a:off x="2407809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5" name="pt635"/>
            <p:cNvSpPr/>
            <p:nvPr/>
          </p:nvSpPr>
          <p:spPr>
            <a:xfrm>
              <a:off x="1540062" y="508062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6" name="pt636"/>
            <p:cNvSpPr/>
            <p:nvPr/>
          </p:nvSpPr>
          <p:spPr>
            <a:xfrm>
              <a:off x="1897370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7" name="pt637"/>
            <p:cNvSpPr/>
            <p:nvPr/>
          </p:nvSpPr>
          <p:spPr>
            <a:xfrm>
              <a:off x="978579" y="59838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8" name="pt638"/>
            <p:cNvSpPr/>
            <p:nvPr/>
          </p:nvSpPr>
          <p:spPr>
            <a:xfrm>
              <a:off x="1999458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9" name="pt639"/>
            <p:cNvSpPr/>
            <p:nvPr/>
          </p:nvSpPr>
          <p:spPr>
            <a:xfrm>
              <a:off x="1795282" y="415360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0" name="pt640"/>
            <p:cNvSpPr/>
            <p:nvPr/>
          </p:nvSpPr>
          <p:spPr>
            <a:xfrm>
              <a:off x="1233799" y="474785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1" name="pt641"/>
            <p:cNvSpPr/>
            <p:nvPr/>
          </p:nvSpPr>
          <p:spPr>
            <a:xfrm>
              <a:off x="1642150" y="451015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2" name="pt642"/>
            <p:cNvSpPr/>
            <p:nvPr/>
          </p:nvSpPr>
          <p:spPr>
            <a:xfrm>
              <a:off x="1437975" y="427245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3" name="pt643"/>
            <p:cNvSpPr/>
            <p:nvPr/>
          </p:nvSpPr>
          <p:spPr>
            <a:xfrm>
              <a:off x="1591106" y="40109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4" name="pt644"/>
            <p:cNvSpPr/>
            <p:nvPr/>
          </p:nvSpPr>
          <p:spPr>
            <a:xfrm>
              <a:off x="2101546" y="427245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5" name="pt645"/>
            <p:cNvSpPr/>
            <p:nvPr/>
          </p:nvSpPr>
          <p:spPr>
            <a:xfrm>
              <a:off x="1029623" y="522324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6" name="pt646"/>
            <p:cNvSpPr/>
            <p:nvPr/>
          </p:nvSpPr>
          <p:spPr>
            <a:xfrm>
              <a:off x="2509897" y="455769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7" name="pt647"/>
            <p:cNvSpPr/>
            <p:nvPr/>
          </p:nvSpPr>
          <p:spPr>
            <a:xfrm>
              <a:off x="1744238" y="53420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8" name="pt648"/>
            <p:cNvSpPr/>
            <p:nvPr/>
          </p:nvSpPr>
          <p:spPr>
            <a:xfrm>
              <a:off x="1437975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9" name="pt649"/>
            <p:cNvSpPr/>
            <p:nvPr/>
          </p:nvSpPr>
          <p:spPr>
            <a:xfrm>
              <a:off x="1489018" y="43437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0" name="pt650"/>
            <p:cNvSpPr/>
            <p:nvPr/>
          </p:nvSpPr>
          <p:spPr>
            <a:xfrm>
              <a:off x="2407809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1" name="pt651"/>
            <p:cNvSpPr/>
            <p:nvPr/>
          </p:nvSpPr>
          <p:spPr>
            <a:xfrm>
              <a:off x="978579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2" name="pt652"/>
            <p:cNvSpPr/>
            <p:nvPr/>
          </p:nvSpPr>
          <p:spPr>
            <a:xfrm>
              <a:off x="1029623" y="581749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3" name="pt653"/>
            <p:cNvSpPr/>
            <p:nvPr/>
          </p:nvSpPr>
          <p:spPr>
            <a:xfrm>
              <a:off x="1540062" y="446261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4" name="pt654"/>
            <p:cNvSpPr/>
            <p:nvPr/>
          </p:nvSpPr>
          <p:spPr>
            <a:xfrm>
              <a:off x="2560941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5" name="pt655"/>
            <p:cNvSpPr/>
            <p:nvPr/>
          </p:nvSpPr>
          <p:spPr>
            <a:xfrm>
              <a:off x="1693194" y="508062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6" name="pt656"/>
            <p:cNvSpPr/>
            <p:nvPr/>
          </p:nvSpPr>
          <p:spPr>
            <a:xfrm>
              <a:off x="1335887" y="44863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7" name="pt657"/>
            <p:cNvSpPr/>
            <p:nvPr/>
          </p:nvSpPr>
          <p:spPr>
            <a:xfrm>
              <a:off x="1489018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8" name="pt658"/>
            <p:cNvSpPr/>
            <p:nvPr/>
          </p:nvSpPr>
          <p:spPr>
            <a:xfrm>
              <a:off x="1846326" y="455769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9" name="pt659"/>
            <p:cNvSpPr/>
            <p:nvPr/>
          </p:nvSpPr>
          <p:spPr>
            <a:xfrm>
              <a:off x="1693194" y="40109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0" name="pt660"/>
            <p:cNvSpPr/>
            <p:nvPr/>
          </p:nvSpPr>
          <p:spPr>
            <a:xfrm>
              <a:off x="1948414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1" name="pt661"/>
            <p:cNvSpPr/>
            <p:nvPr/>
          </p:nvSpPr>
          <p:spPr>
            <a:xfrm>
              <a:off x="2407809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2" name="pt662"/>
            <p:cNvSpPr/>
            <p:nvPr/>
          </p:nvSpPr>
          <p:spPr>
            <a:xfrm>
              <a:off x="2714073" y="384459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3" name="pt663"/>
            <p:cNvSpPr/>
            <p:nvPr/>
          </p:nvSpPr>
          <p:spPr>
            <a:xfrm>
              <a:off x="1386931" y="479539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4" name="pt664"/>
            <p:cNvSpPr/>
            <p:nvPr/>
          </p:nvSpPr>
          <p:spPr>
            <a:xfrm>
              <a:off x="1999458" y="515193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5" name="pt665"/>
            <p:cNvSpPr/>
            <p:nvPr/>
          </p:nvSpPr>
          <p:spPr>
            <a:xfrm>
              <a:off x="2407809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6" name="pt666"/>
            <p:cNvSpPr/>
            <p:nvPr/>
          </p:nvSpPr>
          <p:spPr>
            <a:xfrm>
              <a:off x="2203633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7" name="pt667"/>
            <p:cNvSpPr/>
            <p:nvPr/>
          </p:nvSpPr>
          <p:spPr>
            <a:xfrm>
              <a:off x="2203633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8" name="pt668"/>
            <p:cNvSpPr/>
            <p:nvPr/>
          </p:nvSpPr>
          <p:spPr>
            <a:xfrm>
              <a:off x="1591106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9" name="pt669"/>
            <p:cNvSpPr/>
            <p:nvPr/>
          </p:nvSpPr>
          <p:spPr>
            <a:xfrm>
              <a:off x="1489018" y="53420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0" name="pt670"/>
            <p:cNvSpPr/>
            <p:nvPr/>
          </p:nvSpPr>
          <p:spPr>
            <a:xfrm>
              <a:off x="825447" y="522324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1" name="pt671"/>
            <p:cNvSpPr/>
            <p:nvPr/>
          </p:nvSpPr>
          <p:spPr>
            <a:xfrm>
              <a:off x="1948414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2" name="pt672"/>
            <p:cNvSpPr/>
            <p:nvPr/>
          </p:nvSpPr>
          <p:spPr>
            <a:xfrm>
              <a:off x="978579" y="531832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3" name="pt673"/>
            <p:cNvSpPr/>
            <p:nvPr/>
          </p:nvSpPr>
          <p:spPr>
            <a:xfrm>
              <a:off x="774403" y="538963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4" name="pt674"/>
            <p:cNvSpPr/>
            <p:nvPr/>
          </p:nvSpPr>
          <p:spPr>
            <a:xfrm>
              <a:off x="1999458" y="384459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5" name="pt675"/>
            <p:cNvSpPr/>
            <p:nvPr/>
          </p:nvSpPr>
          <p:spPr>
            <a:xfrm>
              <a:off x="1080667" y="579372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6" name="pt676"/>
            <p:cNvSpPr/>
            <p:nvPr/>
          </p:nvSpPr>
          <p:spPr>
            <a:xfrm>
              <a:off x="2254677" y="415360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7" name="pt677"/>
            <p:cNvSpPr/>
            <p:nvPr/>
          </p:nvSpPr>
          <p:spPr>
            <a:xfrm>
              <a:off x="2509897" y="451015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8" name="pt678"/>
            <p:cNvSpPr/>
            <p:nvPr/>
          </p:nvSpPr>
          <p:spPr>
            <a:xfrm>
              <a:off x="1795282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9" name="pt679"/>
            <p:cNvSpPr/>
            <p:nvPr/>
          </p:nvSpPr>
          <p:spPr>
            <a:xfrm>
              <a:off x="1335887" y="517570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0" name="pt680"/>
            <p:cNvSpPr/>
            <p:nvPr/>
          </p:nvSpPr>
          <p:spPr>
            <a:xfrm>
              <a:off x="978579" y="415360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1" name="pt681"/>
            <p:cNvSpPr/>
            <p:nvPr/>
          </p:nvSpPr>
          <p:spPr>
            <a:xfrm>
              <a:off x="1795282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2" name="pt682"/>
            <p:cNvSpPr/>
            <p:nvPr/>
          </p:nvSpPr>
          <p:spPr>
            <a:xfrm>
              <a:off x="1948414" y="44863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3" name="pt683"/>
            <p:cNvSpPr/>
            <p:nvPr/>
          </p:nvSpPr>
          <p:spPr>
            <a:xfrm>
              <a:off x="2050502" y="431999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4" name="pt684"/>
            <p:cNvSpPr/>
            <p:nvPr/>
          </p:nvSpPr>
          <p:spPr>
            <a:xfrm>
              <a:off x="978579" y="576995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5" name="tx685"/>
            <p:cNvSpPr/>
            <p:nvPr/>
          </p:nvSpPr>
          <p:spPr>
            <a:xfrm>
              <a:off x="720757" y="3710652"/>
              <a:ext cx="91715" cy="909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686" name="tx686"/>
            <p:cNvSpPr/>
            <p:nvPr/>
          </p:nvSpPr>
          <p:spPr>
            <a:xfrm>
              <a:off x="826108" y="3675101"/>
              <a:ext cx="49441" cy="63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687" name="tx687"/>
            <p:cNvSpPr/>
            <p:nvPr/>
          </p:nvSpPr>
          <p:spPr>
            <a:xfrm>
              <a:off x="875550" y="3801561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688" name="tx688"/>
            <p:cNvSpPr/>
            <p:nvPr/>
          </p:nvSpPr>
          <p:spPr>
            <a:xfrm>
              <a:off x="910339" y="3763548"/>
              <a:ext cx="74166" cy="380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689" name="tx689"/>
            <p:cNvSpPr/>
            <p:nvPr/>
          </p:nvSpPr>
          <p:spPr>
            <a:xfrm>
              <a:off x="984505" y="3801561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690" name="tx690"/>
            <p:cNvSpPr/>
            <p:nvPr/>
          </p:nvSpPr>
          <p:spPr>
            <a:xfrm>
              <a:off x="1019294" y="3708729"/>
              <a:ext cx="247178" cy="9283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0.46</a:t>
              </a:r>
            </a:p>
          </p:txBody>
        </p:sp>
        <p:sp>
          <p:nvSpPr>
            <p:cNvPr id="691" name="pl691"/>
            <p:cNvSpPr/>
            <p:nvPr/>
          </p:nvSpPr>
          <p:spPr>
            <a:xfrm>
              <a:off x="703912" y="3835098"/>
              <a:ext cx="2501152" cy="1473204"/>
            </a:xfrm>
            <a:custGeom>
              <a:avLst/>
              <a:gdLst/>
              <a:ahLst/>
              <a:cxnLst/>
              <a:rect l="0" t="0" r="0" b="0"/>
              <a:pathLst>
                <a:path w="2501152" h="1473204">
                  <a:moveTo>
                    <a:pt x="0" y="1473204"/>
                  </a:moveTo>
                  <a:lnTo>
                    <a:pt x="31660" y="1454556"/>
                  </a:lnTo>
                  <a:lnTo>
                    <a:pt x="63320" y="1435908"/>
                  </a:lnTo>
                  <a:lnTo>
                    <a:pt x="94980" y="1417260"/>
                  </a:lnTo>
                  <a:lnTo>
                    <a:pt x="126640" y="1398612"/>
                  </a:lnTo>
                  <a:lnTo>
                    <a:pt x="158300" y="1379964"/>
                  </a:lnTo>
                  <a:lnTo>
                    <a:pt x="189960" y="1361315"/>
                  </a:lnTo>
                  <a:lnTo>
                    <a:pt x="221621" y="1342667"/>
                  </a:lnTo>
                  <a:lnTo>
                    <a:pt x="253281" y="1324019"/>
                  </a:lnTo>
                  <a:lnTo>
                    <a:pt x="284941" y="1305371"/>
                  </a:lnTo>
                  <a:lnTo>
                    <a:pt x="316601" y="1286723"/>
                  </a:lnTo>
                  <a:lnTo>
                    <a:pt x="348261" y="1268075"/>
                  </a:lnTo>
                  <a:lnTo>
                    <a:pt x="379921" y="1249426"/>
                  </a:lnTo>
                  <a:lnTo>
                    <a:pt x="411582" y="1230778"/>
                  </a:lnTo>
                  <a:lnTo>
                    <a:pt x="443242" y="1212130"/>
                  </a:lnTo>
                  <a:lnTo>
                    <a:pt x="474902" y="1193482"/>
                  </a:lnTo>
                  <a:lnTo>
                    <a:pt x="506562" y="1174834"/>
                  </a:lnTo>
                  <a:lnTo>
                    <a:pt x="538222" y="1156186"/>
                  </a:lnTo>
                  <a:lnTo>
                    <a:pt x="569882" y="1137537"/>
                  </a:lnTo>
                  <a:lnTo>
                    <a:pt x="601542" y="1118889"/>
                  </a:lnTo>
                  <a:lnTo>
                    <a:pt x="633203" y="1100241"/>
                  </a:lnTo>
                  <a:lnTo>
                    <a:pt x="664863" y="1081593"/>
                  </a:lnTo>
                  <a:lnTo>
                    <a:pt x="696523" y="1062945"/>
                  </a:lnTo>
                  <a:lnTo>
                    <a:pt x="728183" y="1044297"/>
                  </a:lnTo>
                  <a:lnTo>
                    <a:pt x="759843" y="1025648"/>
                  </a:lnTo>
                  <a:lnTo>
                    <a:pt x="791503" y="1007000"/>
                  </a:lnTo>
                  <a:lnTo>
                    <a:pt x="823164" y="988352"/>
                  </a:lnTo>
                  <a:lnTo>
                    <a:pt x="854824" y="969704"/>
                  </a:lnTo>
                  <a:lnTo>
                    <a:pt x="886484" y="951056"/>
                  </a:lnTo>
                  <a:lnTo>
                    <a:pt x="918144" y="932408"/>
                  </a:lnTo>
                  <a:lnTo>
                    <a:pt x="949804" y="913759"/>
                  </a:lnTo>
                  <a:lnTo>
                    <a:pt x="981464" y="895111"/>
                  </a:lnTo>
                  <a:lnTo>
                    <a:pt x="1013125" y="876463"/>
                  </a:lnTo>
                  <a:lnTo>
                    <a:pt x="1044785" y="857815"/>
                  </a:lnTo>
                  <a:lnTo>
                    <a:pt x="1076445" y="839167"/>
                  </a:lnTo>
                  <a:lnTo>
                    <a:pt x="1108105" y="820519"/>
                  </a:lnTo>
                  <a:lnTo>
                    <a:pt x="1139765" y="801870"/>
                  </a:lnTo>
                  <a:lnTo>
                    <a:pt x="1171425" y="783222"/>
                  </a:lnTo>
                  <a:lnTo>
                    <a:pt x="1203085" y="764574"/>
                  </a:lnTo>
                  <a:lnTo>
                    <a:pt x="1234746" y="745926"/>
                  </a:lnTo>
                  <a:lnTo>
                    <a:pt x="1266406" y="727278"/>
                  </a:lnTo>
                  <a:lnTo>
                    <a:pt x="1298066" y="708630"/>
                  </a:lnTo>
                  <a:lnTo>
                    <a:pt x="1329726" y="689982"/>
                  </a:lnTo>
                  <a:lnTo>
                    <a:pt x="1361386" y="671333"/>
                  </a:lnTo>
                  <a:lnTo>
                    <a:pt x="1393046" y="652685"/>
                  </a:lnTo>
                  <a:lnTo>
                    <a:pt x="1424707" y="634037"/>
                  </a:lnTo>
                  <a:lnTo>
                    <a:pt x="1456367" y="615389"/>
                  </a:lnTo>
                  <a:lnTo>
                    <a:pt x="1488027" y="596741"/>
                  </a:lnTo>
                  <a:lnTo>
                    <a:pt x="1519687" y="578093"/>
                  </a:lnTo>
                  <a:lnTo>
                    <a:pt x="1551347" y="559444"/>
                  </a:lnTo>
                  <a:lnTo>
                    <a:pt x="1583007" y="540796"/>
                  </a:lnTo>
                  <a:lnTo>
                    <a:pt x="1614668" y="522148"/>
                  </a:lnTo>
                  <a:lnTo>
                    <a:pt x="1646328" y="503500"/>
                  </a:lnTo>
                  <a:lnTo>
                    <a:pt x="1677988" y="484852"/>
                  </a:lnTo>
                  <a:lnTo>
                    <a:pt x="1709648" y="466204"/>
                  </a:lnTo>
                  <a:lnTo>
                    <a:pt x="1741308" y="447555"/>
                  </a:lnTo>
                  <a:lnTo>
                    <a:pt x="1772968" y="428907"/>
                  </a:lnTo>
                  <a:lnTo>
                    <a:pt x="1804628" y="410259"/>
                  </a:lnTo>
                  <a:lnTo>
                    <a:pt x="1836289" y="391611"/>
                  </a:lnTo>
                  <a:lnTo>
                    <a:pt x="1867949" y="372963"/>
                  </a:lnTo>
                  <a:lnTo>
                    <a:pt x="1899609" y="354315"/>
                  </a:lnTo>
                  <a:lnTo>
                    <a:pt x="1931269" y="335666"/>
                  </a:lnTo>
                  <a:lnTo>
                    <a:pt x="1962929" y="317018"/>
                  </a:lnTo>
                  <a:lnTo>
                    <a:pt x="1994589" y="298370"/>
                  </a:lnTo>
                  <a:lnTo>
                    <a:pt x="2026250" y="279722"/>
                  </a:lnTo>
                  <a:lnTo>
                    <a:pt x="2057910" y="261074"/>
                  </a:lnTo>
                  <a:lnTo>
                    <a:pt x="2089570" y="242426"/>
                  </a:lnTo>
                  <a:lnTo>
                    <a:pt x="2121230" y="223777"/>
                  </a:lnTo>
                  <a:lnTo>
                    <a:pt x="2152890" y="205129"/>
                  </a:lnTo>
                  <a:lnTo>
                    <a:pt x="2184550" y="186481"/>
                  </a:lnTo>
                  <a:lnTo>
                    <a:pt x="2216211" y="167833"/>
                  </a:lnTo>
                  <a:lnTo>
                    <a:pt x="2247871" y="149185"/>
                  </a:lnTo>
                  <a:lnTo>
                    <a:pt x="2279531" y="130537"/>
                  </a:lnTo>
                  <a:lnTo>
                    <a:pt x="2311191" y="111888"/>
                  </a:lnTo>
                  <a:lnTo>
                    <a:pt x="2342851" y="93240"/>
                  </a:lnTo>
                  <a:lnTo>
                    <a:pt x="2374511" y="74592"/>
                  </a:lnTo>
                  <a:lnTo>
                    <a:pt x="2406171" y="55944"/>
                  </a:lnTo>
                  <a:lnTo>
                    <a:pt x="2437832" y="37296"/>
                  </a:lnTo>
                  <a:lnTo>
                    <a:pt x="2469492" y="18648"/>
                  </a:lnTo>
                  <a:lnTo>
                    <a:pt x="2501152" y="0"/>
                  </a:lnTo>
                </a:path>
              </a:pathLst>
            </a:custGeom>
            <a:ln w="34492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2" name="pl692"/>
            <p:cNvSpPr/>
            <p:nvPr/>
          </p:nvSpPr>
          <p:spPr>
            <a:xfrm>
              <a:off x="4329824" y="2960435"/>
              <a:ext cx="3705789" cy="0"/>
            </a:xfrm>
            <a:custGeom>
              <a:avLst/>
              <a:gdLst/>
              <a:ahLst/>
              <a:cxnLst/>
              <a:rect l="0" t="0" r="0" b="0"/>
              <a:pathLst>
                <a:path w="3705789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3" name="pl693"/>
            <p:cNvSpPr/>
            <p:nvPr/>
          </p:nvSpPr>
          <p:spPr>
            <a:xfrm>
              <a:off x="4329824" y="2247340"/>
              <a:ext cx="3705789" cy="0"/>
            </a:xfrm>
            <a:custGeom>
              <a:avLst/>
              <a:gdLst/>
              <a:ahLst/>
              <a:cxnLst/>
              <a:rect l="0" t="0" r="0" b="0"/>
              <a:pathLst>
                <a:path w="3705789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4" name="pl694"/>
            <p:cNvSpPr/>
            <p:nvPr/>
          </p:nvSpPr>
          <p:spPr>
            <a:xfrm>
              <a:off x="4329824" y="1534245"/>
              <a:ext cx="3705789" cy="0"/>
            </a:xfrm>
            <a:custGeom>
              <a:avLst/>
              <a:gdLst/>
              <a:ahLst/>
              <a:cxnLst/>
              <a:rect l="0" t="0" r="0" b="0"/>
              <a:pathLst>
                <a:path w="3705789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5" name="pl695"/>
            <p:cNvSpPr/>
            <p:nvPr/>
          </p:nvSpPr>
          <p:spPr>
            <a:xfrm>
              <a:off x="4329824" y="821150"/>
              <a:ext cx="3705789" cy="0"/>
            </a:xfrm>
            <a:custGeom>
              <a:avLst/>
              <a:gdLst/>
              <a:ahLst/>
              <a:cxnLst/>
              <a:rect l="0" t="0" r="0" b="0"/>
              <a:pathLst>
                <a:path w="3705789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6" name="pl696"/>
            <p:cNvSpPr/>
            <p:nvPr/>
          </p:nvSpPr>
          <p:spPr>
            <a:xfrm>
              <a:off x="4953526" y="621484"/>
              <a:ext cx="0" cy="2823856"/>
            </a:xfrm>
            <a:custGeom>
              <a:avLst/>
              <a:gdLst/>
              <a:ahLst/>
              <a:cxnLst/>
              <a:rect l="0" t="0" r="0" b="0"/>
              <a:pathLst>
                <a:path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7" name="pl697"/>
            <p:cNvSpPr/>
            <p:nvPr/>
          </p:nvSpPr>
          <p:spPr>
            <a:xfrm>
              <a:off x="5864039" y="621484"/>
              <a:ext cx="0" cy="2823856"/>
            </a:xfrm>
            <a:custGeom>
              <a:avLst/>
              <a:gdLst/>
              <a:ahLst/>
              <a:cxnLst/>
              <a:rect l="0" t="0" r="0" b="0"/>
              <a:pathLst>
                <a:path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8" name="pl698"/>
            <p:cNvSpPr/>
            <p:nvPr/>
          </p:nvSpPr>
          <p:spPr>
            <a:xfrm>
              <a:off x="6774553" y="621484"/>
              <a:ext cx="0" cy="2823856"/>
            </a:xfrm>
            <a:custGeom>
              <a:avLst/>
              <a:gdLst/>
              <a:ahLst/>
              <a:cxnLst/>
              <a:rect l="0" t="0" r="0" b="0"/>
              <a:pathLst>
                <a:path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9" name="pl699"/>
            <p:cNvSpPr/>
            <p:nvPr/>
          </p:nvSpPr>
          <p:spPr>
            <a:xfrm>
              <a:off x="7685066" y="621484"/>
              <a:ext cx="0" cy="2823856"/>
            </a:xfrm>
            <a:custGeom>
              <a:avLst/>
              <a:gdLst/>
              <a:ahLst/>
              <a:cxnLst/>
              <a:rect l="0" t="0" r="0" b="0"/>
              <a:pathLst>
                <a:path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0" name="pl700"/>
            <p:cNvSpPr/>
            <p:nvPr/>
          </p:nvSpPr>
          <p:spPr>
            <a:xfrm>
              <a:off x="4329824" y="3316983"/>
              <a:ext cx="3705789" cy="0"/>
            </a:xfrm>
            <a:custGeom>
              <a:avLst/>
              <a:gdLst/>
              <a:ahLst/>
              <a:cxnLst/>
              <a:rect l="0" t="0" r="0" b="0"/>
              <a:pathLst>
                <a:path w="3705789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1" name="pl701"/>
            <p:cNvSpPr/>
            <p:nvPr/>
          </p:nvSpPr>
          <p:spPr>
            <a:xfrm>
              <a:off x="4329824" y="2603888"/>
              <a:ext cx="3705789" cy="0"/>
            </a:xfrm>
            <a:custGeom>
              <a:avLst/>
              <a:gdLst/>
              <a:ahLst/>
              <a:cxnLst/>
              <a:rect l="0" t="0" r="0" b="0"/>
              <a:pathLst>
                <a:path w="3705789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2" name="pl702"/>
            <p:cNvSpPr/>
            <p:nvPr/>
          </p:nvSpPr>
          <p:spPr>
            <a:xfrm>
              <a:off x="4329824" y="1890793"/>
              <a:ext cx="3705789" cy="0"/>
            </a:xfrm>
            <a:custGeom>
              <a:avLst/>
              <a:gdLst/>
              <a:ahLst/>
              <a:cxnLst/>
              <a:rect l="0" t="0" r="0" b="0"/>
              <a:pathLst>
                <a:path w="3705789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3" name="pl703"/>
            <p:cNvSpPr/>
            <p:nvPr/>
          </p:nvSpPr>
          <p:spPr>
            <a:xfrm>
              <a:off x="4329824" y="1177698"/>
              <a:ext cx="3705789" cy="0"/>
            </a:xfrm>
            <a:custGeom>
              <a:avLst/>
              <a:gdLst/>
              <a:ahLst/>
              <a:cxnLst/>
              <a:rect l="0" t="0" r="0" b="0"/>
              <a:pathLst>
                <a:path w="3705789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4" name="pl704"/>
            <p:cNvSpPr/>
            <p:nvPr/>
          </p:nvSpPr>
          <p:spPr>
            <a:xfrm>
              <a:off x="4498269" y="621484"/>
              <a:ext cx="0" cy="2823856"/>
            </a:xfrm>
            <a:custGeom>
              <a:avLst/>
              <a:gdLst/>
              <a:ahLst/>
              <a:cxnLst/>
              <a:rect l="0" t="0" r="0" b="0"/>
              <a:pathLst>
                <a:path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5" name="pl705"/>
            <p:cNvSpPr/>
            <p:nvPr/>
          </p:nvSpPr>
          <p:spPr>
            <a:xfrm>
              <a:off x="5408783" y="621484"/>
              <a:ext cx="0" cy="2823856"/>
            </a:xfrm>
            <a:custGeom>
              <a:avLst/>
              <a:gdLst/>
              <a:ahLst/>
              <a:cxnLst/>
              <a:rect l="0" t="0" r="0" b="0"/>
              <a:pathLst>
                <a:path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6" name="pl706"/>
            <p:cNvSpPr/>
            <p:nvPr/>
          </p:nvSpPr>
          <p:spPr>
            <a:xfrm>
              <a:off x="6319296" y="621484"/>
              <a:ext cx="0" cy="2823856"/>
            </a:xfrm>
            <a:custGeom>
              <a:avLst/>
              <a:gdLst/>
              <a:ahLst/>
              <a:cxnLst/>
              <a:rect l="0" t="0" r="0" b="0"/>
              <a:pathLst>
                <a:path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7" name="pl707"/>
            <p:cNvSpPr/>
            <p:nvPr/>
          </p:nvSpPr>
          <p:spPr>
            <a:xfrm>
              <a:off x="7229809" y="621484"/>
              <a:ext cx="0" cy="2823856"/>
            </a:xfrm>
            <a:custGeom>
              <a:avLst/>
              <a:gdLst/>
              <a:ahLst/>
              <a:cxnLst/>
              <a:rect l="0" t="0" r="0" b="0"/>
              <a:pathLst>
                <a:path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8" name="pt708"/>
            <p:cNvSpPr/>
            <p:nvPr/>
          </p:nvSpPr>
          <p:spPr>
            <a:xfrm>
              <a:off x="6333225" y="12887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9" name="pt709"/>
            <p:cNvSpPr/>
            <p:nvPr/>
          </p:nvSpPr>
          <p:spPr>
            <a:xfrm>
              <a:off x="6970584" y="860863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0" name="pt710"/>
            <p:cNvSpPr/>
            <p:nvPr/>
          </p:nvSpPr>
          <p:spPr>
            <a:xfrm>
              <a:off x="6014545" y="140756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1" name="pt711"/>
            <p:cNvSpPr/>
            <p:nvPr/>
          </p:nvSpPr>
          <p:spPr>
            <a:xfrm>
              <a:off x="5513763" y="26436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2" name="pt712"/>
            <p:cNvSpPr/>
            <p:nvPr/>
          </p:nvSpPr>
          <p:spPr>
            <a:xfrm>
              <a:off x="5923494" y="181165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3" name="pt713"/>
            <p:cNvSpPr/>
            <p:nvPr/>
          </p:nvSpPr>
          <p:spPr>
            <a:xfrm>
              <a:off x="5513763" y="273868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4" name="pt714"/>
            <p:cNvSpPr/>
            <p:nvPr/>
          </p:nvSpPr>
          <p:spPr>
            <a:xfrm>
              <a:off x="5559289" y="204935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5" name="pt715"/>
            <p:cNvSpPr/>
            <p:nvPr/>
          </p:nvSpPr>
          <p:spPr>
            <a:xfrm>
              <a:off x="6287699" y="15026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6" name="pt716"/>
            <p:cNvSpPr/>
            <p:nvPr/>
          </p:nvSpPr>
          <p:spPr>
            <a:xfrm>
              <a:off x="5650340" y="23583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7" name="pt717"/>
            <p:cNvSpPr/>
            <p:nvPr/>
          </p:nvSpPr>
          <p:spPr>
            <a:xfrm>
              <a:off x="6014545" y="15739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8" name="pt718"/>
            <p:cNvSpPr/>
            <p:nvPr/>
          </p:nvSpPr>
          <p:spPr>
            <a:xfrm>
              <a:off x="5786917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9" name="pt719"/>
            <p:cNvSpPr/>
            <p:nvPr/>
          </p:nvSpPr>
          <p:spPr>
            <a:xfrm>
              <a:off x="5149558" y="18591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0" name="pt720"/>
            <p:cNvSpPr/>
            <p:nvPr/>
          </p:nvSpPr>
          <p:spPr>
            <a:xfrm>
              <a:off x="6697430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1" name="pt721"/>
            <p:cNvSpPr/>
            <p:nvPr/>
          </p:nvSpPr>
          <p:spPr>
            <a:xfrm>
              <a:off x="5969020" y="18591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2" name="pt722"/>
            <p:cNvSpPr/>
            <p:nvPr/>
          </p:nvSpPr>
          <p:spPr>
            <a:xfrm>
              <a:off x="6515328" y="12887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3" name="pt723"/>
            <p:cNvSpPr/>
            <p:nvPr/>
          </p:nvSpPr>
          <p:spPr>
            <a:xfrm>
              <a:off x="6515328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4" name="pt724"/>
            <p:cNvSpPr/>
            <p:nvPr/>
          </p:nvSpPr>
          <p:spPr>
            <a:xfrm>
              <a:off x="5012981" y="309522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5" name="pt725"/>
            <p:cNvSpPr/>
            <p:nvPr/>
          </p:nvSpPr>
          <p:spPr>
            <a:xfrm>
              <a:off x="5741391" y="15739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6" name="pt726"/>
            <p:cNvSpPr/>
            <p:nvPr/>
          </p:nvSpPr>
          <p:spPr>
            <a:xfrm>
              <a:off x="4967455" y="254852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7" name="pt727"/>
            <p:cNvSpPr/>
            <p:nvPr/>
          </p:nvSpPr>
          <p:spPr>
            <a:xfrm>
              <a:off x="6560853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8" name="pt728"/>
            <p:cNvSpPr/>
            <p:nvPr/>
          </p:nvSpPr>
          <p:spPr>
            <a:xfrm>
              <a:off x="5377186" y="269114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9" name="pt729"/>
            <p:cNvSpPr/>
            <p:nvPr/>
          </p:nvSpPr>
          <p:spPr>
            <a:xfrm>
              <a:off x="5741391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0" name="pt730"/>
            <p:cNvSpPr/>
            <p:nvPr/>
          </p:nvSpPr>
          <p:spPr>
            <a:xfrm>
              <a:off x="6606379" y="102725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1" name="pt731"/>
            <p:cNvSpPr/>
            <p:nvPr/>
          </p:nvSpPr>
          <p:spPr>
            <a:xfrm>
              <a:off x="4876404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2" name="pt732"/>
            <p:cNvSpPr/>
            <p:nvPr/>
          </p:nvSpPr>
          <p:spPr>
            <a:xfrm>
              <a:off x="6879533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3" name="pt733"/>
            <p:cNvSpPr/>
            <p:nvPr/>
          </p:nvSpPr>
          <p:spPr>
            <a:xfrm>
              <a:off x="5377186" y="223951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4" name="pt734"/>
            <p:cNvSpPr/>
            <p:nvPr/>
          </p:nvSpPr>
          <p:spPr>
            <a:xfrm>
              <a:off x="5104032" y="285752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5" name="pt735"/>
            <p:cNvSpPr/>
            <p:nvPr/>
          </p:nvSpPr>
          <p:spPr>
            <a:xfrm>
              <a:off x="6060071" y="11461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6" name="pt736"/>
            <p:cNvSpPr/>
            <p:nvPr/>
          </p:nvSpPr>
          <p:spPr>
            <a:xfrm>
              <a:off x="4648775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7" name="pt737"/>
            <p:cNvSpPr/>
            <p:nvPr/>
          </p:nvSpPr>
          <p:spPr>
            <a:xfrm>
              <a:off x="5240609" y="193050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8" name="pt738"/>
            <p:cNvSpPr/>
            <p:nvPr/>
          </p:nvSpPr>
          <p:spPr>
            <a:xfrm>
              <a:off x="6515328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9" name="pt739"/>
            <p:cNvSpPr/>
            <p:nvPr/>
          </p:nvSpPr>
          <p:spPr>
            <a:xfrm>
              <a:off x="5149558" y="231082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0" name="pt740"/>
            <p:cNvSpPr/>
            <p:nvPr/>
          </p:nvSpPr>
          <p:spPr>
            <a:xfrm>
              <a:off x="4648775" y="32140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1" name="pt741"/>
            <p:cNvSpPr/>
            <p:nvPr/>
          </p:nvSpPr>
          <p:spPr>
            <a:xfrm>
              <a:off x="4785352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2" name="pt742"/>
            <p:cNvSpPr/>
            <p:nvPr/>
          </p:nvSpPr>
          <p:spPr>
            <a:xfrm>
              <a:off x="4785352" y="30714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3" name="pt743"/>
            <p:cNvSpPr/>
            <p:nvPr/>
          </p:nvSpPr>
          <p:spPr>
            <a:xfrm>
              <a:off x="5468237" y="209689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4" name="pt744"/>
            <p:cNvSpPr/>
            <p:nvPr/>
          </p:nvSpPr>
          <p:spPr>
            <a:xfrm>
              <a:off x="4967455" y="228705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5" name="pt745"/>
            <p:cNvSpPr/>
            <p:nvPr/>
          </p:nvSpPr>
          <p:spPr>
            <a:xfrm>
              <a:off x="6287699" y="162149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6" name="pt746"/>
            <p:cNvSpPr/>
            <p:nvPr/>
          </p:nvSpPr>
          <p:spPr>
            <a:xfrm>
              <a:off x="5923494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7" name="pt747"/>
            <p:cNvSpPr/>
            <p:nvPr/>
          </p:nvSpPr>
          <p:spPr>
            <a:xfrm>
              <a:off x="5559289" y="204935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8" name="pt748"/>
            <p:cNvSpPr/>
            <p:nvPr/>
          </p:nvSpPr>
          <p:spPr>
            <a:xfrm>
              <a:off x="7016110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9" name="pt749"/>
            <p:cNvSpPr/>
            <p:nvPr/>
          </p:nvSpPr>
          <p:spPr>
            <a:xfrm>
              <a:off x="6925059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0" name="pt750"/>
            <p:cNvSpPr/>
            <p:nvPr/>
          </p:nvSpPr>
          <p:spPr>
            <a:xfrm>
              <a:off x="5695866" y="214443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1" name="pt751"/>
            <p:cNvSpPr/>
            <p:nvPr/>
          </p:nvSpPr>
          <p:spPr>
            <a:xfrm>
              <a:off x="5058506" y="257229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2" name="pt752"/>
            <p:cNvSpPr/>
            <p:nvPr/>
          </p:nvSpPr>
          <p:spPr>
            <a:xfrm>
              <a:off x="5513763" y="202558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3" name="pt753"/>
            <p:cNvSpPr/>
            <p:nvPr/>
          </p:nvSpPr>
          <p:spPr>
            <a:xfrm>
              <a:off x="6196648" y="228705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4" name="pt754"/>
            <p:cNvSpPr/>
            <p:nvPr/>
          </p:nvSpPr>
          <p:spPr>
            <a:xfrm>
              <a:off x="5422712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5" name="pt755"/>
            <p:cNvSpPr/>
            <p:nvPr/>
          </p:nvSpPr>
          <p:spPr>
            <a:xfrm>
              <a:off x="6651905" y="102725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6" name="pt756"/>
            <p:cNvSpPr/>
            <p:nvPr/>
          </p:nvSpPr>
          <p:spPr>
            <a:xfrm>
              <a:off x="6242174" y="223951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7" name="pt757"/>
            <p:cNvSpPr/>
            <p:nvPr/>
          </p:nvSpPr>
          <p:spPr>
            <a:xfrm>
              <a:off x="7152687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8" name="pt758"/>
            <p:cNvSpPr/>
            <p:nvPr/>
          </p:nvSpPr>
          <p:spPr>
            <a:xfrm>
              <a:off x="4876404" y="269114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9" name="pt759"/>
            <p:cNvSpPr/>
            <p:nvPr/>
          </p:nvSpPr>
          <p:spPr>
            <a:xfrm>
              <a:off x="5650340" y="212066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0" name="pt760"/>
            <p:cNvSpPr/>
            <p:nvPr/>
          </p:nvSpPr>
          <p:spPr>
            <a:xfrm>
              <a:off x="6651905" y="932173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1" name="pt761"/>
            <p:cNvSpPr/>
            <p:nvPr/>
          </p:nvSpPr>
          <p:spPr>
            <a:xfrm>
              <a:off x="5468237" y="193050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2" name="pt762"/>
            <p:cNvSpPr/>
            <p:nvPr/>
          </p:nvSpPr>
          <p:spPr>
            <a:xfrm>
              <a:off x="5832443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3" name="pt763"/>
            <p:cNvSpPr/>
            <p:nvPr/>
          </p:nvSpPr>
          <p:spPr>
            <a:xfrm>
              <a:off x="6196648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4" name="pt764"/>
            <p:cNvSpPr/>
            <p:nvPr/>
          </p:nvSpPr>
          <p:spPr>
            <a:xfrm>
              <a:off x="5149558" y="228705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5" name="pt765"/>
            <p:cNvSpPr/>
            <p:nvPr/>
          </p:nvSpPr>
          <p:spPr>
            <a:xfrm>
              <a:off x="6697430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6" name="pt766"/>
            <p:cNvSpPr/>
            <p:nvPr/>
          </p:nvSpPr>
          <p:spPr>
            <a:xfrm>
              <a:off x="5104032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7" name="pt767"/>
            <p:cNvSpPr/>
            <p:nvPr/>
          </p:nvSpPr>
          <p:spPr>
            <a:xfrm>
              <a:off x="5012981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8" name="pt768"/>
            <p:cNvSpPr/>
            <p:nvPr/>
          </p:nvSpPr>
          <p:spPr>
            <a:xfrm>
              <a:off x="4694301" y="302391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9" name="pt769"/>
            <p:cNvSpPr/>
            <p:nvPr/>
          </p:nvSpPr>
          <p:spPr>
            <a:xfrm>
              <a:off x="4876404" y="219197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0" name="pt770"/>
            <p:cNvSpPr/>
            <p:nvPr/>
          </p:nvSpPr>
          <p:spPr>
            <a:xfrm>
              <a:off x="4648775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1" name="pt771"/>
            <p:cNvSpPr/>
            <p:nvPr/>
          </p:nvSpPr>
          <p:spPr>
            <a:xfrm>
              <a:off x="5923494" y="212066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2" name="pt772"/>
            <p:cNvSpPr/>
            <p:nvPr/>
          </p:nvSpPr>
          <p:spPr>
            <a:xfrm>
              <a:off x="6105597" y="176411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3" name="pt773"/>
            <p:cNvSpPr/>
            <p:nvPr/>
          </p:nvSpPr>
          <p:spPr>
            <a:xfrm>
              <a:off x="4830878" y="314276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4" name="pt774"/>
            <p:cNvSpPr/>
            <p:nvPr/>
          </p:nvSpPr>
          <p:spPr>
            <a:xfrm>
              <a:off x="5969020" y="14313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5" name="pt775"/>
            <p:cNvSpPr/>
            <p:nvPr/>
          </p:nvSpPr>
          <p:spPr>
            <a:xfrm>
              <a:off x="5149558" y="261983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6" name="pt776"/>
            <p:cNvSpPr/>
            <p:nvPr/>
          </p:nvSpPr>
          <p:spPr>
            <a:xfrm>
              <a:off x="5786917" y="23583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7" name="pt777"/>
            <p:cNvSpPr/>
            <p:nvPr/>
          </p:nvSpPr>
          <p:spPr>
            <a:xfrm>
              <a:off x="5468237" y="15026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8" name="pt778"/>
            <p:cNvSpPr/>
            <p:nvPr/>
          </p:nvSpPr>
          <p:spPr>
            <a:xfrm>
              <a:off x="5104032" y="204935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9" name="pt779"/>
            <p:cNvSpPr/>
            <p:nvPr/>
          </p:nvSpPr>
          <p:spPr>
            <a:xfrm>
              <a:off x="5240609" y="240590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0" name="pt780"/>
            <p:cNvSpPr/>
            <p:nvPr/>
          </p:nvSpPr>
          <p:spPr>
            <a:xfrm>
              <a:off x="5012981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1" name="pt781"/>
            <p:cNvSpPr/>
            <p:nvPr/>
          </p:nvSpPr>
          <p:spPr>
            <a:xfrm>
              <a:off x="4967455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2" name="pt782"/>
            <p:cNvSpPr/>
            <p:nvPr/>
          </p:nvSpPr>
          <p:spPr>
            <a:xfrm>
              <a:off x="4466673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3" name="pt783"/>
            <p:cNvSpPr/>
            <p:nvPr/>
          </p:nvSpPr>
          <p:spPr>
            <a:xfrm>
              <a:off x="5741391" y="119364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4" name="pt784"/>
            <p:cNvSpPr/>
            <p:nvPr/>
          </p:nvSpPr>
          <p:spPr>
            <a:xfrm>
              <a:off x="5923494" y="164526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5" name="pt785"/>
            <p:cNvSpPr/>
            <p:nvPr/>
          </p:nvSpPr>
          <p:spPr>
            <a:xfrm>
              <a:off x="5923494" y="23583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6" name="pt786"/>
            <p:cNvSpPr/>
            <p:nvPr/>
          </p:nvSpPr>
          <p:spPr>
            <a:xfrm>
              <a:off x="4876404" y="247721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7" name="pt787"/>
            <p:cNvSpPr/>
            <p:nvPr/>
          </p:nvSpPr>
          <p:spPr>
            <a:xfrm>
              <a:off x="5012981" y="269114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8" name="pt788"/>
            <p:cNvSpPr/>
            <p:nvPr/>
          </p:nvSpPr>
          <p:spPr>
            <a:xfrm>
              <a:off x="4557724" y="319030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9" name="pt789"/>
            <p:cNvSpPr/>
            <p:nvPr/>
          </p:nvSpPr>
          <p:spPr>
            <a:xfrm>
              <a:off x="5695866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0" name="pt790"/>
            <p:cNvSpPr/>
            <p:nvPr/>
          </p:nvSpPr>
          <p:spPr>
            <a:xfrm>
              <a:off x="4830878" y="32140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1" name="pt791"/>
            <p:cNvSpPr/>
            <p:nvPr/>
          </p:nvSpPr>
          <p:spPr>
            <a:xfrm>
              <a:off x="5149558" y="280998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2" name="pt792"/>
            <p:cNvSpPr/>
            <p:nvPr/>
          </p:nvSpPr>
          <p:spPr>
            <a:xfrm>
              <a:off x="6014545" y="124118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3" name="pt793"/>
            <p:cNvSpPr/>
            <p:nvPr/>
          </p:nvSpPr>
          <p:spPr>
            <a:xfrm>
              <a:off x="5650340" y="188296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4" name="pt794"/>
            <p:cNvSpPr/>
            <p:nvPr/>
          </p:nvSpPr>
          <p:spPr>
            <a:xfrm>
              <a:off x="6469802" y="116987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5" name="pt795"/>
            <p:cNvSpPr/>
            <p:nvPr/>
          </p:nvSpPr>
          <p:spPr>
            <a:xfrm>
              <a:off x="5741391" y="18591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6" name="pt796"/>
            <p:cNvSpPr/>
            <p:nvPr/>
          </p:nvSpPr>
          <p:spPr>
            <a:xfrm>
              <a:off x="5969020" y="23583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7" name="pt797"/>
            <p:cNvSpPr/>
            <p:nvPr/>
          </p:nvSpPr>
          <p:spPr>
            <a:xfrm>
              <a:off x="4739827" y="314276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8" name="pt798"/>
            <p:cNvSpPr/>
            <p:nvPr/>
          </p:nvSpPr>
          <p:spPr>
            <a:xfrm>
              <a:off x="5650340" y="197804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9" name="pt799"/>
            <p:cNvSpPr/>
            <p:nvPr/>
          </p:nvSpPr>
          <p:spPr>
            <a:xfrm>
              <a:off x="6560853" y="214443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0" name="pt800"/>
            <p:cNvSpPr/>
            <p:nvPr/>
          </p:nvSpPr>
          <p:spPr>
            <a:xfrm>
              <a:off x="5149558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1" name="pt801"/>
            <p:cNvSpPr/>
            <p:nvPr/>
          </p:nvSpPr>
          <p:spPr>
            <a:xfrm>
              <a:off x="4967455" y="26436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2" name="pt802"/>
            <p:cNvSpPr/>
            <p:nvPr/>
          </p:nvSpPr>
          <p:spPr>
            <a:xfrm>
              <a:off x="5012981" y="295260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3" name="pt803"/>
            <p:cNvSpPr/>
            <p:nvPr/>
          </p:nvSpPr>
          <p:spPr>
            <a:xfrm>
              <a:off x="7016110" y="932173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4" name="pt804"/>
            <p:cNvSpPr/>
            <p:nvPr/>
          </p:nvSpPr>
          <p:spPr>
            <a:xfrm>
              <a:off x="5969020" y="140756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5" name="pt805"/>
            <p:cNvSpPr/>
            <p:nvPr/>
          </p:nvSpPr>
          <p:spPr>
            <a:xfrm>
              <a:off x="5240609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6" name="pt806"/>
            <p:cNvSpPr/>
            <p:nvPr/>
          </p:nvSpPr>
          <p:spPr>
            <a:xfrm>
              <a:off x="4648775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7" name="pt807"/>
            <p:cNvSpPr/>
            <p:nvPr/>
          </p:nvSpPr>
          <p:spPr>
            <a:xfrm>
              <a:off x="5422712" y="193050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8" name="pt808"/>
            <p:cNvSpPr/>
            <p:nvPr/>
          </p:nvSpPr>
          <p:spPr>
            <a:xfrm>
              <a:off x="5468237" y="280998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9" name="pt809"/>
            <p:cNvSpPr/>
            <p:nvPr/>
          </p:nvSpPr>
          <p:spPr>
            <a:xfrm>
              <a:off x="5877968" y="223951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0" name="pt810"/>
            <p:cNvSpPr/>
            <p:nvPr/>
          </p:nvSpPr>
          <p:spPr>
            <a:xfrm>
              <a:off x="5195083" y="245344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1" name="pt811"/>
            <p:cNvSpPr/>
            <p:nvPr/>
          </p:nvSpPr>
          <p:spPr>
            <a:xfrm>
              <a:off x="5832443" y="145510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2" name="pt812"/>
            <p:cNvSpPr/>
            <p:nvPr/>
          </p:nvSpPr>
          <p:spPr>
            <a:xfrm>
              <a:off x="6242174" y="107479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3" name="pt813"/>
            <p:cNvSpPr/>
            <p:nvPr/>
          </p:nvSpPr>
          <p:spPr>
            <a:xfrm>
              <a:off x="5923494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4" name="pt814"/>
            <p:cNvSpPr/>
            <p:nvPr/>
          </p:nvSpPr>
          <p:spPr>
            <a:xfrm>
              <a:off x="4648775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5" name="pt815"/>
            <p:cNvSpPr/>
            <p:nvPr/>
          </p:nvSpPr>
          <p:spPr>
            <a:xfrm>
              <a:off x="5832443" y="14313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6" name="pt816"/>
            <p:cNvSpPr/>
            <p:nvPr/>
          </p:nvSpPr>
          <p:spPr>
            <a:xfrm>
              <a:off x="5012981" y="188296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7" name="pt817"/>
            <p:cNvSpPr/>
            <p:nvPr/>
          </p:nvSpPr>
          <p:spPr>
            <a:xfrm>
              <a:off x="6105597" y="107479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8" name="pt818"/>
            <p:cNvSpPr/>
            <p:nvPr/>
          </p:nvSpPr>
          <p:spPr>
            <a:xfrm>
              <a:off x="4921929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9" name="pt819"/>
            <p:cNvSpPr/>
            <p:nvPr/>
          </p:nvSpPr>
          <p:spPr>
            <a:xfrm>
              <a:off x="5286135" y="18591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0" name="pt820"/>
            <p:cNvSpPr/>
            <p:nvPr/>
          </p:nvSpPr>
          <p:spPr>
            <a:xfrm>
              <a:off x="6560853" y="932173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1" name="pt821"/>
            <p:cNvSpPr/>
            <p:nvPr/>
          </p:nvSpPr>
          <p:spPr>
            <a:xfrm>
              <a:off x="4921929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2" name="pt822"/>
            <p:cNvSpPr/>
            <p:nvPr/>
          </p:nvSpPr>
          <p:spPr>
            <a:xfrm>
              <a:off x="6151122" y="107479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3" name="pt823"/>
            <p:cNvSpPr/>
            <p:nvPr/>
          </p:nvSpPr>
          <p:spPr>
            <a:xfrm>
              <a:off x="7835572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4" name="pt824"/>
            <p:cNvSpPr/>
            <p:nvPr/>
          </p:nvSpPr>
          <p:spPr>
            <a:xfrm>
              <a:off x="4921929" y="29288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5" name="pt825"/>
            <p:cNvSpPr/>
            <p:nvPr/>
          </p:nvSpPr>
          <p:spPr>
            <a:xfrm>
              <a:off x="5104032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6" name="pt826"/>
            <p:cNvSpPr/>
            <p:nvPr/>
          </p:nvSpPr>
          <p:spPr>
            <a:xfrm>
              <a:off x="5195083" y="18591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7" name="pt827"/>
            <p:cNvSpPr/>
            <p:nvPr/>
          </p:nvSpPr>
          <p:spPr>
            <a:xfrm>
              <a:off x="5195083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8" name="pt828"/>
            <p:cNvSpPr/>
            <p:nvPr/>
          </p:nvSpPr>
          <p:spPr>
            <a:xfrm>
              <a:off x="5377186" y="15739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9" name="pt829"/>
            <p:cNvSpPr/>
            <p:nvPr/>
          </p:nvSpPr>
          <p:spPr>
            <a:xfrm>
              <a:off x="5468237" y="178788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0" name="pt830"/>
            <p:cNvSpPr/>
            <p:nvPr/>
          </p:nvSpPr>
          <p:spPr>
            <a:xfrm>
              <a:off x="4694301" y="285752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1" name="pt831"/>
            <p:cNvSpPr/>
            <p:nvPr/>
          </p:nvSpPr>
          <p:spPr>
            <a:xfrm>
              <a:off x="5559289" y="17165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2" name="pt832"/>
            <p:cNvSpPr/>
            <p:nvPr/>
          </p:nvSpPr>
          <p:spPr>
            <a:xfrm>
              <a:off x="5741391" y="164526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3" name="pt833"/>
            <p:cNvSpPr/>
            <p:nvPr/>
          </p:nvSpPr>
          <p:spPr>
            <a:xfrm>
              <a:off x="5104032" y="29288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4" name="pt834"/>
            <p:cNvSpPr/>
            <p:nvPr/>
          </p:nvSpPr>
          <p:spPr>
            <a:xfrm>
              <a:off x="4648775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5" name="pt835"/>
            <p:cNvSpPr/>
            <p:nvPr/>
          </p:nvSpPr>
          <p:spPr>
            <a:xfrm>
              <a:off x="4466673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6" name="pt836"/>
            <p:cNvSpPr/>
            <p:nvPr/>
          </p:nvSpPr>
          <p:spPr>
            <a:xfrm>
              <a:off x="4876404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7" name="pt837"/>
            <p:cNvSpPr/>
            <p:nvPr/>
          </p:nvSpPr>
          <p:spPr>
            <a:xfrm>
              <a:off x="5786917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8" name="pt838"/>
            <p:cNvSpPr/>
            <p:nvPr/>
          </p:nvSpPr>
          <p:spPr>
            <a:xfrm>
              <a:off x="5195083" y="214443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9" name="pt839"/>
            <p:cNvSpPr/>
            <p:nvPr/>
          </p:nvSpPr>
          <p:spPr>
            <a:xfrm>
              <a:off x="5422712" y="178788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0" name="pt840"/>
            <p:cNvSpPr/>
            <p:nvPr/>
          </p:nvSpPr>
          <p:spPr>
            <a:xfrm>
              <a:off x="4921929" y="26436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1" name="pt841"/>
            <p:cNvSpPr/>
            <p:nvPr/>
          </p:nvSpPr>
          <p:spPr>
            <a:xfrm>
              <a:off x="4967455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2" name="pt842"/>
            <p:cNvSpPr/>
            <p:nvPr/>
          </p:nvSpPr>
          <p:spPr>
            <a:xfrm>
              <a:off x="5058506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3" name="pt843"/>
            <p:cNvSpPr/>
            <p:nvPr/>
          </p:nvSpPr>
          <p:spPr>
            <a:xfrm>
              <a:off x="4694301" y="314276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4" name="pt844"/>
            <p:cNvSpPr/>
            <p:nvPr/>
          </p:nvSpPr>
          <p:spPr>
            <a:xfrm>
              <a:off x="4512198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5" name="pt845"/>
            <p:cNvSpPr/>
            <p:nvPr/>
          </p:nvSpPr>
          <p:spPr>
            <a:xfrm>
              <a:off x="5559289" y="15026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6" name="pt846"/>
            <p:cNvSpPr/>
            <p:nvPr/>
          </p:nvSpPr>
          <p:spPr>
            <a:xfrm>
              <a:off x="5422712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7" name="pt847"/>
            <p:cNvSpPr/>
            <p:nvPr/>
          </p:nvSpPr>
          <p:spPr>
            <a:xfrm>
              <a:off x="4603250" y="29288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8" name="pt848"/>
            <p:cNvSpPr/>
            <p:nvPr/>
          </p:nvSpPr>
          <p:spPr>
            <a:xfrm>
              <a:off x="5923494" y="13600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9" name="pt849"/>
            <p:cNvSpPr/>
            <p:nvPr/>
          </p:nvSpPr>
          <p:spPr>
            <a:xfrm>
              <a:off x="4876404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0" name="pt850"/>
            <p:cNvSpPr/>
            <p:nvPr/>
          </p:nvSpPr>
          <p:spPr>
            <a:xfrm>
              <a:off x="4648775" y="26436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1" name="pt851"/>
            <p:cNvSpPr/>
            <p:nvPr/>
          </p:nvSpPr>
          <p:spPr>
            <a:xfrm>
              <a:off x="5559289" y="12174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2" name="pt852"/>
            <p:cNvSpPr/>
            <p:nvPr/>
          </p:nvSpPr>
          <p:spPr>
            <a:xfrm>
              <a:off x="5104032" y="23583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3" name="pt853"/>
            <p:cNvSpPr/>
            <p:nvPr/>
          </p:nvSpPr>
          <p:spPr>
            <a:xfrm>
              <a:off x="5513763" y="178788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4" name="pt854"/>
            <p:cNvSpPr/>
            <p:nvPr/>
          </p:nvSpPr>
          <p:spPr>
            <a:xfrm>
              <a:off x="5468237" y="164526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5" name="pt855"/>
            <p:cNvSpPr/>
            <p:nvPr/>
          </p:nvSpPr>
          <p:spPr>
            <a:xfrm>
              <a:off x="5604814" y="12887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6" name="pt856"/>
            <p:cNvSpPr/>
            <p:nvPr/>
          </p:nvSpPr>
          <p:spPr>
            <a:xfrm>
              <a:off x="4466673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7" name="pt857"/>
            <p:cNvSpPr/>
            <p:nvPr/>
          </p:nvSpPr>
          <p:spPr>
            <a:xfrm>
              <a:off x="4603250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8" name="pt858"/>
            <p:cNvSpPr/>
            <p:nvPr/>
          </p:nvSpPr>
          <p:spPr>
            <a:xfrm>
              <a:off x="4694301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9" name="pt859"/>
            <p:cNvSpPr/>
            <p:nvPr/>
          </p:nvSpPr>
          <p:spPr>
            <a:xfrm>
              <a:off x="5650340" y="14313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0" name="pt860"/>
            <p:cNvSpPr/>
            <p:nvPr/>
          </p:nvSpPr>
          <p:spPr>
            <a:xfrm>
              <a:off x="4785352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1" name="pt861"/>
            <p:cNvSpPr/>
            <p:nvPr/>
          </p:nvSpPr>
          <p:spPr>
            <a:xfrm>
              <a:off x="4967455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2" name="pt862"/>
            <p:cNvSpPr/>
            <p:nvPr/>
          </p:nvSpPr>
          <p:spPr>
            <a:xfrm>
              <a:off x="5149558" y="193050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3" name="pt863"/>
            <p:cNvSpPr/>
            <p:nvPr/>
          </p:nvSpPr>
          <p:spPr>
            <a:xfrm>
              <a:off x="4739827" y="314276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4" name="pt864"/>
            <p:cNvSpPr/>
            <p:nvPr/>
          </p:nvSpPr>
          <p:spPr>
            <a:xfrm>
              <a:off x="5331660" y="15026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5" name="pt865"/>
            <p:cNvSpPr/>
            <p:nvPr/>
          </p:nvSpPr>
          <p:spPr>
            <a:xfrm>
              <a:off x="6287699" y="107479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6" name="pt866"/>
            <p:cNvSpPr/>
            <p:nvPr/>
          </p:nvSpPr>
          <p:spPr>
            <a:xfrm>
              <a:off x="4466673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7" name="pt867"/>
            <p:cNvSpPr/>
            <p:nvPr/>
          </p:nvSpPr>
          <p:spPr>
            <a:xfrm>
              <a:off x="5240609" y="11461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8" name="pt868"/>
            <p:cNvSpPr/>
            <p:nvPr/>
          </p:nvSpPr>
          <p:spPr>
            <a:xfrm>
              <a:off x="5832443" y="15026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9" name="pt869"/>
            <p:cNvSpPr/>
            <p:nvPr/>
          </p:nvSpPr>
          <p:spPr>
            <a:xfrm>
              <a:off x="5422712" y="15739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0" name="pt870"/>
            <p:cNvSpPr/>
            <p:nvPr/>
          </p:nvSpPr>
          <p:spPr>
            <a:xfrm>
              <a:off x="4557724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1" name="pt871"/>
            <p:cNvSpPr/>
            <p:nvPr/>
          </p:nvSpPr>
          <p:spPr>
            <a:xfrm>
              <a:off x="4466673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2" name="pt872"/>
            <p:cNvSpPr/>
            <p:nvPr/>
          </p:nvSpPr>
          <p:spPr>
            <a:xfrm>
              <a:off x="5741391" y="15026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3" name="pt873"/>
            <p:cNvSpPr/>
            <p:nvPr/>
          </p:nvSpPr>
          <p:spPr>
            <a:xfrm>
              <a:off x="5559289" y="228705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4" name="pt874"/>
            <p:cNvSpPr/>
            <p:nvPr/>
          </p:nvSpPr>
          <p:spPr>
            <a:xfrm>
              <a:off x="5012981" y="238213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5" name="pt875"/>
            <p:cNvSpPr/>
            <p:nvPr/>
          </p:nvSpPr>
          <p:spPr>
            <a:xfrm>
              <a:off x="6014545" y="164526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6" name="pt876"/>
            <p:cNvSpPr/>
            <p:nvPr/>
          </p:nvSpPr>
          <p:spPr>
            <a:xfrm>
              <a:off x="4648775" y="26436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7" name="pt877"/>
            <p:cNvSpPr/>
            <p:nvPr/>
          </p:nvSpPr>
          <p:spPr>
            <a:xfrm>
              <a:off x="4557724" y="302391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8" name="pt878"/>
            <p:cNvSpPr/>
            <p:nvPr/>
          </p:nvSpPr>
          <p:spPr>
            <a:xfrm>
              <a:off x="4512198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9" name="pt879"/>
            <p:cNvSpPr/>
            <p:nvPr/>
          </p:nvSpPr>
          <p:spPr>
            <a:xfrm>
              <a:off x="6606379" y="860863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0" name="pt880"/>
            <p:cNvSpPr/>
            <p:nvPr/>
          </p:nvSpPr>
          <p:spPr>
            <a:xfrm>
              <a:off x="5604814" y="23583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1" name="pt881"/>
            <p:cNvSpPr/>
            <p:nvPr/>
          </p:nvSpPr>
          <p:spPr>
            <a:xfrm>
              <a:off x="4967455" y="226328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2" name="pt882"/>
            <p:cNvSpPr/>
            <p:nvPr/>
          </p:nvSpPr>
          <p:spPr>
            <a:xfrm>
              <a:off x="4466673" y="319030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3" name="pt883"/>
            <p:cNvSpPr/>
            <p:nvPr/>
          </p:nvSpPr>
          <p:spPr>
            <a:xfrm>
              <a:off x="4603250" y="304768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4" name="pt884"/>
            <p:cNvSpPr/>
            <p:nvPr/>
          </p:nvSpPr>
          <p:spPr>
            <a:xfrm>
              <a:off x="5377186" y="314276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5" name="pt885"/>
            <p:cNvSpPr/>
            <p:nvPr/>
          </p:nvSpPr>
          <p:spPr>
            <a:xfrm>
              <a:off x="5695866" y="257229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6" name="pt886"/>
            <p:cNvSpPr/>
            <p:nvPr/>
          </p:nvSpPr>
          <p:spPr>
            <a:xfrm>
              <a:off x="5377186" y="228705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7" name="pt887"/>
            <p:cNvSpPr/>
            <p:nvPr/>
          </p:nvSpPr>
          <p:spPr>
            <a:xfrm>
              <a:off x="4921929" y="300014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8" name="pt888"/>
            <p:cNvSpPr/>
            <p:nvPr/>
          </p:nvSpPr>
          <p:spPr>
            <a:xfrm>
              <a:off x="6424276" y="164526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9" name="pt889"/>
            <p:cNvSpPr/>
            <p:nvPr/>
          </p:nvSpPr>
          <p:spPr>
            <a:xfrm>
              <a:off x="5786917" y="159772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0" name="pt890"/>
            <p:cNvSpPr/>
            <p:nvPr/>
          </p:nvSpPr>
          <p:spPr>
            <a:xfrm>
              <a:off x="6151122" y="13600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1" name="pt891"/>
            <p:cNvSpPr/>
            <p:nvPr/>
          </p:nvSpPr>
          <p:spPr>
            <a:xfrm>
              <a:off x="5012981" y="204935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2" name="pt892"/>
            <p:cNvSpPr/>
            <p:nvPr/>
          </p:nvSpPr>
          <p:spPr>
            <a:xfrm>
              <a:off x="5331660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3" name="pt893"/>
            <p:cNvSpPr/>
            <p:nvPr/>
          </p:nvSpPr>
          <p:spPr>
            <a:xfrm>
              <a:off x="4557724" y="300014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4" name="pt894"/>
            <p:cNvSpPr/>
            <p:nvPr/>
          </p:nvSpPr>
          <p:spPr>
            <a:xfrm>
              <a:off x="5149558" y="23583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5" name="pt895"/>
            <p:cNvSpPr/>
            <p:nvPr/>
          </p:nvSpPr>
          <p:spPr>
            <a:xfrm>
              <a:off x="4967455" y="238213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6" name="pt896"/>
            <p:cNvSpPr/>
            <p:nvPr/>
          </p:nvSpPr>
          <p:spPr>
            <a:xfrm>
              <a:off x="5149558" y="216820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7" name="pt897"/>
            <p:cNvSpPr/>
            <p:nvPr/>
          </p:nvSpPr>
          <p:spPr>
            <a:xfrm>
              <a:off x="4967455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8" name="pt898"/>
            <p:cNvSpPr/>
            <p:nvPr/>
          </p:nvSpPr>
          <p:spPr>
            <a:xfrm>
              <a:off x="6060071" y="12174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9" name="pt899"/>
            <p:cNvSpPr/>
            <p:nvPr/>
          </p:nvSpPr>
          <p:spPr>
            <a:xfrm>
              <a:off x="5923494" y="164526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0" name="pt900"/>
            <p:cNvSpPr/>
            <p:nvPr/>
          </p:nvSpPr>
          <p:spPr>
            <a:xfrm>
              <a:off x="5650340" y="14313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1" name="pt901"/>
            <p:cNvSpPr/>
            <p:nvPr/>
          </p:nvSpPr>
          <p:spPr>
            <a:xfrm>
              <a:off x="4466673" y="311899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2" name="pt902"/>
            <p:cNvSpPr/>
            <p:nvPr/>
          </p:nvSpPr>
          <p:spPr>
            <a:xfrm>
              <a:off x="4830878" y="300014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3" name="pt903"/>
            <p:cNvSpPr/>
            <p:nvPr/>
          </p:nvSpPr>
          <p:spPr>
            <a:xfrm>
              <a:off x="6560853" y="131249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4" name="pt904"/>
            <p:cNvSpPr/>
            <p:nvPr/>
          </p:nvSpPr>
          <p:spPr>
            <a:xfrm>
              <a:off x="4648775" y="27862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5" name="pt905"/>
            <p:cNvSpPr/>
            <p:nvPr/>
          </p:nvSpPr>
          <p:spPr>
            <a:xfrm>
              <a:off x="5559289" y="245344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6" name="pt906"/>
            <p:cNvSpPr/>
            <p:nvPr/>
          </p:nvSpPr>
          <p:spPr>
            <a:xfrm>
              <a:off x="6242174" y="174034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7" name="pt907"/>
            <p:cNvSpPr/>
            <p:nvPr/>
          </p:nvSpPr>
          <p:spPr>
            <a:xfrm>
              <a:off x="5240609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8" name="pt908"/>
            <p:cNvSpPr/>
            <p:nvPr/>
          </p:nvSpPr>
          <p:spPr>
            <a:xfrm>
              <a:off x="6651905" y="131249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9" name="pt909"/>
            <p:cNvSpPr/>
            <p:nvPr/>
          </p:nvSpPr>
          <p:spPr>
            <a:xfrm>
              <a:off x="4466673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0" name="pt910"/>
            <p:cNvSpPr/>
            <p:nvPr/>
          </p:nvSpPr>
          <p:spPr>
            <a:xfrm>
              <a:off x="4967455" y="297637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1" name="pt911"/>
            <p:cNvSpPr/>
            <p:nvPr/>
          </p:nvSpPr>
          <p:spPr>
            <a:xfrm>
              <a:off x="4557724" y="285752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2" name="pt912"/>
            <p:cNvSpPr/>
            <p:nvPr/>
          </p:nvSpPr>
          <p:spPr>
            <a:xfrm>
              <a:off x="5240609" y="240590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3" name="pt913"/>
            <p:cNvSpPr/>
            <p:nvPr/>
          </p:nvSpPr>
          <p:spPr>
            <a:xfrm>
              <a:off x="5377186" y="214443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4" name="pt914"/>
            <p:cNvSpPr/>
            <p:nvPr/>
          </p:nvSpPr>
          <p:spPr>
            <a:xfrm>
              <a:off x="5104032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5" name="pt915"/>
            <p:cNvSpPr/>
            <p:nvPr/>
          </p:nvSpPr>
          <p:spPr>
            <a:xfrm>
              <a:off x="5286135" y="216820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6" name="pt916"/>
            <p:cNvSpPr/>
            <p:nvPr/>
          </p:nvSpPr>
          <p:spPr>
            <a:xfrm>
              <a:off x="5195083" y="204935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7" name="pt917"/>
            <p:cNvSpPr/>
            <p:nvPr/>
          </p:nvSpPr>
          <p:spPr>
            <a:xfrm>
              <a:off x="5559289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8" name="pt918"/>
            <p:cNvSpPr/>
            <p:nvPr/>
          </p:nvSpPr>
          <p:spPr>
            <a:xfrm>
              <a:off x="5104032" y="259606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9" name="pt919"/>
            <p:cNvSpPr/>
            <p:nvPr/>
          </p:nvSpPr>
          <p:spPr>
            <a:xfrm>
              <a:off x="6697430" y="932173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0" name="pt920"/>
            <p:cNvSpPr/>
            <p:nvPr/>
          </p:nvSpPr>
          <p:spPr>
            <a:xfrm>
              <a:off x="4466673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1" name="pt921"/>
            <p:cNvSpPr/>
            <p:nvPr/>
          </p:nvSpPr>
          <p:spPr>
            <a:xfrm>
              <a:off x="4466673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2" name="pt922"/>
            <p:cNvSpPr/>
            <p:nvPr/>
          </p:nvSpPr>
          <p:spPr>
            <a:xfrm>
              <a:off x="6287699" y="102725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3" name="pt923"/>
            <p:cNvSpPr/>
            <p:nvPr/>
          </p:nvSpPr>
          <p:spPr>
            <a:xfrm>
              <a:off x="5559289" y="190673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4" name="pt924"/>
            <p:cNvSpPr/>
            <p:nvPr/>
          </p:nvSpPr>
          <p:spPr>
            <a:xfrm>
              <a:off x="5923494" y="18591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5" name="pt925"/>
            <p:cNvSpPr/>
            <p:nvPr/>
          </p:nvSpPr>
          <p:spPr>
            <a:xfrm>
              <a:off x="5468237" y="228705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6" name="pt926"/>
            <p:cNvSpPr/>
            <p:nvPr/>
          </p:nvSpPr>
          <p:spPr>
            <a:xfrm>
              <a:off x="5786917" y="145510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7" name="pt927"/>
            <p:cNvSpPr/>
            <p:nvPr/>
          </p:nvSpPr>
          <p:spPr>
            <a:xfrm>
              <a:off x="5650340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8" name="pt928"/>
            <p:cNvSpPr/>
            <p:nvPr/>
          </p:nvSpPr>
          <p:spPr>
            <a:xfrm>
              <a:off x="5286135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9" name="pt929"/>
            <p:cNvSpPr/>
            <p:nvPr/>
          </p:nvSpPr>
          <p:spPr>
            <a:xfrm>
              <a:off x="5058506" y="271491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0" name="pt930"/>
            <p:cNvSpPr/>
            <p:nvPr/>
          </p:nvSpPr>
          <p:spPr>
            <a:xfrm>
              <a:off x="5877968" y="14313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1" name="pt931"/>
            <p:cNvSpPr/>
            <p:nvPr/>
          </p:nvSpPr>
          <p:spPr>
            <a:xfrm>
              <a:off x="6242174" y="159772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2" name="pt932"/>
            <p:cNvSpPr/>
            <p:nvPr/>
          </p:nvSpPr>
          <p:spPr>
            <a:xfrm>
              <a:off x="6378751" y="107479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3" name="pt933"/>
            <p:cNvSpPr/>
            <p:nvPr/>
          </p:nvSpPr>
          <p:spPr>
            <a:xfrm>
              <a:off x="5104032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4" name="pt934"/>
            <p:cNvSpPr/>
            <p:nvPr/>
          </p:nvSpPr>
          <p:spPr>
            <a:xfrm>
              <a:off x="5786917" y="190673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5" name="pt935"/>
            <p:cNvSpPr/>
            <p:nvPr/>
          </p:nvSpPr>
          <p:spPr>
            <a:xfrm>
              <a:off x="4694301" y="314276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6" name="pt936"/>
            <p:cNvSpPr/>
            <p:nvPr/>
          </p:nvSpPr>
          <p:spPr>
            <a:xfrm>
              <a:off x="6378751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7" name="pt937"/>
            <p:cNvSpPr/>
            <p:nvPr/>
          </p:nvSpPr>
          <p:spPr>
            <a:xfrm>
              <a:off x="5377186" y="197804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8" name="pt938"/>
            <p:cNvSpPr/>
            <p:nvPr/>
          </p:nvSpPr>
          <p:spPr>
            <a:xfrm>
              <a:off x="5513763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9" name="pt939"/>
            <p:cNvSpPr/>
            <p:nvPr/>
          </p:nvSpPr>
          <p:spPr>
            <a:xfrm>
              <a:off x="6879533" y="12887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0" name="pt940"/>
            <p:cNvSpPr/>
            <p:nvPr/>
          </p:nvSpPr>
          <p:spPr>
            <a:xfrm>
              <a:off x="5513763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1" name="pt941"/>
            <p:cNvSpPr/>
            <p:nvPr/>
          </p:nvSpPr>
          <p:spPr>
            <a:xfrm>
              <a:off x="4876404" y="259606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2" name="pt942"/>
            <p:cNvSpPr/>
            <p:nvPr/>
          </p:nvSpPr>
          <p:spPr>
            <a:xfrm>
              <a:off x="5786917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3" name="pt943"/>
            <p:cNvSpPr/>
            <p:nvPr/>
          </p:nvSpPr>
          <p:spPr>
            <a:xfrm>
              <a:off x="5286135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4" name="pt944"/>
            <p:cNvSpPr/>
            <p:nvPr/>
          </p:nvSpPr>
          <p:spPr>
            <a:xfrm>
              <a:off x="5468237" y="18591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5" name="pt945"/>
            <p:cNvSpPr/>
            <p:nvPr/>
          </p:nvSpPr>
          <p:spPr>
            <a:xfrm>
              <a:off x="4876404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6" name="pt946"/>
            <p:cNvSpPr/>
            <p:nvPr/>
          </p:nvSpPr>
          <p:spPr>
            <a:xfrm>
              <a:off x="4785352" y="27862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7" name="pt947"/>
            <p:cNvSpPr/>
            <p:nvPr/>
          </p:nvSpPr>
          <p:spPr>
            <a:xfrm>
              <a:off x="5741391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8" name="pt948"/>
            <p:cNvSpPr/>
            <p:nvPr/>
          </p:nvSpPr>
          <p:spPr>
            <a:xfrm>
              <a:off x="5877968" y="193050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9" name="pt949"/>
            <p:cNvSpPr/>
            <p:nvPr/>
          </p:nvSpPr>
          <p:spPr>
            <a:xfrm>
              <a:off x="5786917" y="193050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0" name="pt950"/>
            <p:cNvSpPr/>
            <p:nvPr/>
          </p:nvSpPr>
          <p:spPr>
            <a:xfrm>
              <a:off x="5377186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1" name="pt951"/>
            <p:cNvSpPr/>
            <p:nvPr/>
          </p:nvSpPr>
          <p:spPr>
            <a:xfrm>
              <a:off x="5286135" y="266737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2" name="pt952"/>
            <p:cNvSpPr/>
            <p:nvPr/>
          </p:nvSpPr>
          <p:spPr>
            <a:xfrm>
              <a:off x="5650340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3" name="pt953"/>
            <p:cNvSpPr/>
            <p:nvPr/>
          </p:nvSpPr>
          <p:spPr>
            <a:xfrm>
              <a:off x="6151122" y="13600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4" name="pt954"/>
            <p:cNvSpPr/>
            <p:nvPr/>
          </p:nvSpPr>
          <p:spPr>
            <a:xfrm>
              <a:off x="5331660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5" name="pt955"/>
            <p:cNvSpPr/>
            <p:nvPr/>
          </p:nvSpPr>
          <p:spPr>
            <a:xfrm>
              <a:off x="5786917" y="162149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6" name="pt956"/>
            <p:cNvSpPr/>
            <p:nvPr/>
          </p:nvSpPr>
          <p:spPr>
            <a:xfrm>
              <a:off x="5513763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7" name="pt957"/>
            <p:cNvSpPr/>
            <p:nvPr/>
          </p:nvSpPr>
          <p:spPr>
            <a:xfrm>
              <a:off x="5877968" y="145510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8" name="pt958"/>
            <p:cNvSpPr/>
            <p:nvPr/>
          </p:nvSpPr>
          <p:spPr>
            <a:xfrm>
              <a:off x="5240609" y="233459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9" name="pt959"/>
            <p:cNvSpPr/>
            <p:nvPr/>
          </p:nvSpPr>
          <p:spPr>
            <a:xfrm>
              <a:off x="6515328" y="14313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0" name="pt960"/>
            <p:cNvSpPr/>
            <p:nvPr/>
          </p:nvSpPr>
          <p:spPr>
            <a:xfrm>
              <a:off x="5969020" y="214443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1" name="pt961"/>
            <p:cNvSpPr/>
            <p:nvPr/>
          </p:nvSpPr>
          <p:spPr>
            <a:xfrm>
              <a:off x="5331660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2" name="pt962"/>
            <p:cNvSpPr/>
            <p:nvPr/>
          </p:nvSpPr>
          <p:spPr>
            <a:xfrm>
              <a:off x="5240609" y="254852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3" name="pt963"/>
            <p:cNvSpPr/>
            <p:nvPr/>
          </p:nvSpPr>
          <p:spPr>
            <a:xfrm>
              <a:off x="5240609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4" name="pt964"/>
            <p:cNvSpPr/>
            <p:nvPr/>
          </p:nvSpPr>
          <p:spPr>
            <a:xfrm>
              <a:off x="4921929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5" name="pt965"/>
            <p:cNvSpPr/>
            <p:nvPr/>
          </p:nvSpPr>
          <p:spPr>
            <a:xfrm>
              <a:off x="5695866" y="18591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6" name="pt966"/>
            <p:cNvSpPr/>
            <p:nvPr/>
          </p:nvSpPr>
          <p:spPr>
            <a:xfrm>
              <a:off x="4921929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7" name="pt967"/>
            <p:cNvSpPr/>
            <p:nvPr/>
          </p:nvSpPr>
          <p:spPr>
            <a:xfrm>
              <a:off x="5058506" y="266737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8" name="pt968"/>
            <p:cNvSpPr/>
            <p:nvPr/>
          </p:nvSpPr>
          <p:spPr>
            <a:xfrm>
              <a:off x="4603250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9" name="pt969"/>
            <p:cNvSpPr/>
            <p:nvPr/>
          </p:nvSpPr>
          <p:spPr>
            <a:xfrm>
              <a:off x="5286135" y="247721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0" name="pt970"/>
            <p:cNvSpPr/>
            <p:nvPr/>
          </p:nvSpPr>
          <p:spPr>
            <a:xfrm>
              <a:off x="6560853" y="107479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1" name="pt971"/>
            <p:cNvSpPr/>
            <p:nvPr/>
          </p:nvSpPr>
          <p:spPr>
            <a:xfrm>
              <a:off x="5513763" y="183542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2" name="pt972"/>
            <p:cNvSpPr/>
            <p:nvPr/>
          </p:nvSpPr>
          <p:spPr>
            <a:xfrm>
              <a:off x="4921929" y="290506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3" name="pt973"/>
            <p:cNvSpPr/>
            <p:nvPr/>
          </p:nvSpPr>
          <p:spPr>
            <a:xfrm>
              <a:off x="4557724" y="285752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4" name="pt974"/>
            <p:cNvSpPr/>
            <p:nvPr/>
          </p:nvSpPr>
          <p:spPr>
            <a:xfrm>
              <a:off x="4466673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5" name="pt975"/>
            <p:cNvSpPr/>
            <p:nvPr/>
          </p:nvSpPr>
          <p:spPr>
            <a:xfrm>
              <a:off x="4557724" y="30714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6" name="pt976"/>
            <p:cNvSpPr/>
            <p:nvPr/>
          </p:nvSpPr>
          <p:spPr>
            <a:xfrm>
              <a:off x="5468237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7" name="pt977"/>
            <p:cNvSpPr/>
            <p:nvPr/>
          </p:nvSpPr>
          <p:spPr>
            <a:xfrm>
              <a:off x="6060071" y="166903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8" name="pt978"/>
            <p:cNvSpPr/>
            <p:nvPr/>
          </p:nvSpPr>
          <p:spPr>
            <a:xfrm>
              <a:off x="5058506" y="266737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9" name="pt979"/>
            <p:cNvSpPr/>
            <p:nvPr/>
          </p:nvSpPr>
          <p:spPr>
            <a:xfrm>
              <a:off x="4648775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0" name="pt980"/>
            <p:cNvSpPr/>
            <p:nvPr/>
          </p:nvSpPr>
          <p:spPr>
            <a:xfrm>
              <a:off x="4967455" y="297637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1" name="pt981"/>
            <p:cNvSpPr/>
            <p:nvPr/>
          </p:nvSpPr>
          <p:spPr>
            <a:xfrm>
              <a:off x="4557724" y="32140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2" name="pt982"/>
            <p:cNvSpPr/>
            <p:nvPr/>
          </p:nvSpPr>
          <p:spPr>
            <a:xfrm>
              <a:off x="4466673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3" name="pt983"/>
            <p:cNvSpPr/>
            <p:nvPr/>
          </p:nvSpPr>
          <p:spPr>
            <a:xfrm>
              <a:off x="5149558" y="27862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4" name="pt984"/>
            <p:cNvSpPr/>
            <p:nvPr/>
          </p:nvSpPr>
          <p:spPr>
            <a:xfrm>
              <a:off x="5422712" y="216820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5" name="pt985"/>
            <p:cNvSpPr/>
            <p:nvPr/>
          </p:nvSpPr>
          <p:spPr>
            <a:xfrm>
              <a:off x="4739827" y="26436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6" name="pt986"/>
            <p:cNvSpPr/>
            <p:nvPr/>
          </p:nvSpPr>
          <p:spPr>
            <a:xfrm>
              <a:off x="4557724" y="290506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7" name="pt987"/>
            <p:cNvSpPr/>
            <p:nvPr/>
          </p:nvSpPr>
          <p:spPr>
            <a:xfrm>
              <a:off x="5559289" y="166903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8" name="pt988"/>
            <p:cNvSpPr/>
            <p:nvPr/>
          </p:nvSpPr>
          <p:spPr>
            <a:xfrm>
              <a:off x="7380315" y="860863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9" name="pt989"/>
            <p:cNvSpPr/>
            <p:nvPr/>
          </p:nvSpPr>
          <p:spPr>
            <a:xfrm>
              <a:off x="5604814" y="138379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0" name="pt990"/>
            <p:cNvSpPr/>
            <p:nvPr/>
          </p:nvSpPr>
          <p:spPr>
            <a:xfrm>
              <a:off x="5195083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1" name="pt991"/>
            <p:cNvSpPr/>
            <p:nvPr/>
          </p:nvSpPr>
          <p:spPr>
            <a:xfrm>
              <a:off x="4557724" y="295260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2" name="pt992"/>
            <p:cNvSpPr/>
            <p:nvPr/>
          </p:nvSpPr>
          <p:spPr>
            <a:xfrm>
              <a:off x="5559289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3" name="pt993"/>
            <p:cNvSpPr/>
            <p:nvPr/>
          </p:nvSpPr>
          <p:spPr>
            <a:xfrm>
              <a:off x="5286135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4" name="pt994"/>
            <p:cNvSpPr/>
            <p:nvPr/>
          </p:nvSpPr>
          <p:spPr>
            <a:xfrm>
              <a:off x="5832443" y="183542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5" name="pt995"/>
            <p:cNvSpPr/>
            <p:nvPr/>
          </p:nvSpPr>
          <p:spPr>
            <a:xfrm>
              <a:off x="5650340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6" name="pt996"/>
            <p:cNvSpPr/>
            <p:nvPr/>
          </p:nvSpPr>
          <p:spPr>
            <a:xfrm>
              <a:off x="5149558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7" name="pt997"/>
            <p:cNvSpPr/>
            <p:nvPr/>
          </p:nvSpPr>
          <p:spPr>
            <a:xfrm>
              <a:off x="4694301" y="266737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8" name="pt998"/>
            <p:cNvSpPr/>
            <p:nvPr/>
          </p:nvSpPr>
          <p:spPr>
            <a:xfrm>
              <a:off x="5650340" y="12887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9" name="pt999"/>
            <p:cNvSpPr/>
            <p:nvPr/>
          </p:nvSpPr>
          <p:spPr>
            <a:xfrm>
              <a:off x="5877968" y="228705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0" name="pt1000"/>
            <p:cNvSpPr/>
            <p:nvPr/>
          </p:nvSpPr>
          <p:spPr>
            <a:xfrm>
              <a:off x="6196648" y="13600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1" name="pt1001"/>
            <p:cNvSpPr/>
            <p:nvPr/>
          </p:nvSpPr>
          <p:spPr>
            <a:xfrm>
              <a:off x="5969020" y="166903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2" name="pt1002"/>
            <p:cNvSpPr/>
            <p:nvPr/>
          </p:nvSpPr>
          <p:spPr>
            <a:xfrm>
              <a:off x="6196648" y="15739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3" name="pt1003"/>
            <p:cNvSpPr/>
            <p:nvPr/>
          </p:nvSpPr>
          <p:spPr>
            <a:xfrm>
              <a:off x="4967455" y="280998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4" name="pt1004"/>
            <p:cNvSpPr/>
            <p:nvPr/>
          </p:nvSpPr>
          <p:spPr>
            <a:xfrm>
              <a:off x="5513763" y="178788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5" name="pt1005"/>
            <p:cNvSpPr/>
            <p:nvPr/>
          </p:nvSpPr>
          <p:spPr>
            <a:xfrm>
              <a:off x="5513763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6" name="pt1006"/>
            <p:cNvSpPr/>
            <p:nvPr/>
          </p:nvSpPr>
          <p:spPr>
            <a:xfrm>
              <a:off x="6333225" y="119364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7" name="pt1007"/>
            <p:cNvSpPr/>
            <p:nvPr/>
          </p:nvSpPr>
          <p:spPr>
            <a:xfrm>
              <a:off x="6014545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8" name="pt1008"/>
            <p:cNvSpPr/>
            <p:nvPr/>
          </p:nvSpPr>
          <p:spPr>
            <a:xfrm>
              <a:off x="5377186" y="233459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9" name="pt1009"/>
            <p:cNvSpPr/>
            <p:nvPr/>
          </p:nvSpPr>
          <p:spPr>
            <a:xfrm>
              <a:off x="6742956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0" name="pt1010"/>
            <p:cNvSpPr/>
            <p:nvPr/>
          </p:nvSpPr>
          <p:spPr>
            <a:xfrm>
              <a:off x="4739827" y="252475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1" name="pt1011"/>
            <p:cNvSpPr/>
            <p:nvPr/>
          </p:nvSpPr>
          <p:spPr>
            <a:xfrm>
              <a:off x="5012981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2" name="pt1012"/>
            <p:cNvSpPr/>
            <p:nvPr/>
          </p:nvSpPr>
          <p:spPr>
            <a:xfrm>
              <a:off x="6287699" y="12887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3" name="pt1013"/>
            <p:cNvSpPr/>
            <p:nvPr/>
          </p:nvSpPr>
          <p:spPr>
            <a:xfrm>
              <a:off x="5058506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4" name="pt1014"/>
            <p:cNvSpPr/>
            <p:nvPr/>
          </p:nvSpPr>
          <p:spPr>
            <a:xfrm>
              <a:off x="6060071" y="13600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5" name="pt1015"/>
            <p:cNvSpPr/>
            <p:nvPr/>
          </p:nvSpPr>
          <p:spPr>
            <a:xfrm>
              <a:off x="4876404" y="280998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6" name="pt1016"/>
            <p:cNvSpPr/>
            <p:nvPr/>
          </p:nvSpPr>
          <p:spPr>
            <a:xfrm>
              <a:off x="4921929" y="290506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7" name="pt1017"/>
            <p:cNvSpPr/>
            <p:nvPr/>
          </p:nvSpPr>
          <p:spPr>
            <a:xfrm>
              <a:off x="4648775" y="316653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8" name="pt1018"/>
            <p:cNvSpPr/>
            <p:nvPr/>
          </p:nvSpPr>
          <p:spPr>
            <a:xfrm>
              <a:off x="4466673" y="314276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9" name="pt1019"/>
            <p:cNvSpPr/>
            <p:nvPr/>
          </p:nvSpPr>
          <p:spPr>
            <a:xfrm>
              <a:off x="5286135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0" name="pt1020"/>
            <p:cNvSpPr/>
            <p:nvPr/>
          </p:nvSpPr>
          <p:spPr>
            <a:xfrm>
              <a:off x="5559289" y="202558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1" name="pt1021"/>
            <p:cNvSpPr/>
            <p:nvPr/>
          </p:nvSpPr>
          <p:spPr>
            <a:xfrm>
              <a:off x="5559289" y="14313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2" name="pt1022"/>
            <p:cNvSpPr/>
            <p:nvPr/>
          </p:nvSpPr>
          <p:spPr>
            <a:xfrm>
              <a:off x="4648775" y="252475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3" name="pt1023"/>
            <p:cNvSpPr/>
            <p:nvPr/>
          </p:nvSpPr>
          <p:spPr>
            <a:xfrm>
              <a:off x="5377186" y="178788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4" name="pt1024"/>
            <p:cNvSpPr/>
            <p:nvPr/>
          </p:nvSpPr>
          <p:spPr>
            <a:xfrm>
              <a:off x="5422712" y="17165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5" name="pt1025"/>
            <p:cNvSpPr/>
            <p:nvPr/>
          </p:nvSpPr>
          <p:spPr>
            <a:xfrm>
              <a:off x="4694301" y="285752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6" name="pt1026"/>
            <p:cNvSpPr/>
            <p:nvPr/>
          </p:nvSpPr>
          <p:spPr>
            <a:xfrm>
              <a:off x="4921929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7" name="pt1027"/>
            <p:cNvSpPr/>
            <p:nvPr/>
          </p:nvSpPr>
          <p:spPr>
            <a:xfrm>
              <a:off x="4921929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8" name="pt1028"/>
            <p:cNvSpPr/>
            <p:nvPr/>
          </p:nvSpPr>
          <p:spPr>
            <a:xfrm>
              <a:off x="5377186" y="18591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9" name="pt1029"/>
            <p:cNvSpPr/>
            <p:nvPr/>
          </p:nvSpPr>
          <p:spPr>
            <a:xfrm>
              <a:off x="4466673" y="326161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0" name="pt1030"/>
            <p:cNvSpPr/>
            <p:nvPr/>
          </p:nvSpPr>
          <p:spPr>
            <a:xfrm>
              <a:off x="5377186" y="181165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1" name="pt1031"/>
            <p:cNvSpPr/>
            <p:nvPr/>
          </p:nvSpPr>
          <p:spPr>
            <a:xfrm>
              <a:off x="4967455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2" name="pt1032"/>
            <p:cNvSpPr/>
            <p:nvPr/>
          </p:nvSpPr>
          <p:spPr>
            <a:xfrm>
              <a:off x="5468237" y="209689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3" name="pt1033"/>
            <p:cNvSpPr/>
            <p:nvPr/>
          </p:nvSpPr>
          <p:spPr>
            <a:xfrm>
              <a:off x="5240609" y="23583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4" name="pt1034"/>
            <p:cNvSpPr/>
            <p:nvPr/>
          </p:nvSpPr>
          <p:spPr>
            <a:xfrm>
              <a:off x="5104032" y="257229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5" name="pt1035"/>
            <p:cNvSpPr/>
            <p:nvPr/>
          </p:nvSpPr>
          <p:spPr>
            <a:xfrm>
              <a:off x="5422712" y="178788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6" name="pt1036"/>
            <p:cNvSpPr/>
            <p:nvPr/>
          </p:nvSpPr>
          <p:spPr>
            <a:xfrm>
              <a:off x="6742956" y="102725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7" name="pt1037"/>
            <p:cNvSpPr/>
            <p:nvPr/>
          </p:nvSpPr>
          <p:spPr>
            <a:xfrm>
              <a:off x="6697430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8" name="pt1038"/>
            <p:cNvSpPr/>
            <p:nvPr/>
          </p:nvSpPr>
          <p:spPr>
            <a:xfrm>
              <a:off x="6105597" y="12887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9" name="pt1039"/>
            <p:cNvSpPr/>
            <p:nvPr/>
          </p:nvSpPr>
          <p:spPr>
            <a:xfrm>
              <a:off x="6287699" y="13600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0" name="pt1040"/>
            <p:cNvSpPr/>
            <p:nvPr/>
          </p:nvSpPr>
          <p:spPr>
            <a:xfrm>
              <a:off x="6196648" y="159772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1" name="pt1041"/>
            <p:cNvSpPr/>
            <p:nvPr/>
          </p:nvSpPr>
          <p:spPr>
            <a:xfrm>
              <a:off x="4557724" y="32140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2" name="pt1042"/>
            <p:cNvSpPr/>
            <p:nvPr/>
          </p:nvSpPr>
          <p:spPr>
            <a:xfrm>
              <a:off x="5923494" y="228705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3" name="pt1043"/>
            <p:cNvSpPr/>
            <p:nvPr/>
          </p:nvSpPr>
          <p:spPr>
            <a:xfrm>
              <a:off x="5832443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4" name="pt1044"/>
            <p:cNvSpPr/>
            <p:nvPr/>
          </p:nvSpPr>
          <p:spPr>
            <a:xfrm>
              <a:off x="4967455" y="214443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5" name="pt1045"/>
            <p:cNvSpPr/>
            <p:nvPr/>
          </p:nvSpPr>
          <p:spPr>
            <a:xfrm>
              <a:off x="4921929" y="231082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6" name="pt1046"/>
            <p:cNvSpPr/>
            <p:nvPr/>
          </p:nvSpPr>
          <p:spPr>
            <a:xfrm>
              <a:off x="4512198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7" name="pt1047"/>
            <p:cNvSpPr/>
            <p:nvPr/>
          </p:nvSpPr>
          <p:spPr>
            <a:xfrm>
              <a:off x="4785352" y="259606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8" name="pt1048"/>
            <p:cNvSpPr/>
            <p:nvPr/>
          </p:nvSpPr>
          <p:spPr>
            <a:xfrm>
              <a:off x="4466673" y="309522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9" name="pt1049"/>
            <p:cNvSpPr/>
            <p:nvPr/>
          </p:nvSpPr>
          <p:spPr>
            <a:xfrm>
              <a:off x="5377186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0" name="pt1050"/>
            <p:cNvSpPr/>
            <p:nvPr/>
          </p:nvSpPr>
          <p:spPr>
            <a:xfrm>
              <a:off x="5240609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1" name="pt1051"/>
            <p:cNvSpPr/>
            <p:nvPr/>
          </p:nvSpPr>
          <p:spPr>
            <a:xfrm>
              <a:off x="4557724" y="297637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2" name="pt1052"/>
            <p:cNvSpPr/>
            <p:nvPr/>
          </p:nvSpPr>
          <p:spPr>
            <a:xfrm>
              <a:off x="5969020" y="12887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3" name="pt1053"/>
            <p:cNvSpPr/>
            <p:nvPr/>
          </p:nvSpPr>
          <p:spPr>
            <a:xfrm>
              <a:off x="4648775" y="297637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4" name="pt1054"/>
            <p:cNvSpPr/>
            <p:nvPr/>
          </p:nvSpPr>
          <p:spPr>
            <a:xfrm>
              <a:off x="4466673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5" name="pt1055"/>
            <p:cNvSpPr/>
            <p:nvPr/>
          </p:nvSpPr>
          <p:spPr>
            <a:xfrm>
              <a:off x="5104032" y="245344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6" name="tx1056"/>
            <p:cNvSpPr/>
            <p:nvPr/>
          </p:nvSpPr>
          <p:spPr>
            <a:xfrm>
              <a:off x="4515114" y="798228"/>
              <a:ext cx="91715" cy="909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1057" name="tx1057"/>
            <p:cNvSpPr/>
            <p:nvPr/>
          </p:nvSpPr>
          <p:spPr>
            <a:xfrm>
              <a:off x="4620465" y="762676"/>
              <a:ext cx="49441" cy="63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058" name="tx1058"/>
            <p:cNvSpPr/>
            <p:nvPr/>
          </p:nvSpPr>
          <p:spPr>
            <a:xfrm>
              <a:off x="4669907" y="889137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059" name="tx1059"/>
            <p:cNvSpPr/>
            <p:nvPr/>
          </p:nvSpPr>
          <p:spPr>
            <a:xfrm>
              <a:off x="4704696" y="851124"/>
              <a:ext cx="74166" cy="380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1060" name="tx1060"/>
            <p:cNvSpPr/>
            <p:nvPr/>
          </p:nvSpPr>
          <p:spPr>
            <a:xfrm>
              <a:off x="4778862" y="889137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061" name="tx1061"/>
            <p:cNvSpPr/>
            <p:nvPr/>
          </p:nvSpPr>
          <p:spPr>
            <a:xfrm>
              <a:off x="4813651" y="796243"/>
              <a:ext cx="247178" cy="9289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0.73</a:t>
              </a:r>
            </a:p>
          </p:txBody>
        </p:sp>
        <p:sp>
          <p:nvSpPr>
            <p:cNvPr id="1062" name="pl1062"/>
            <p:cNvSpPr/>
            <p:nvPr/>
          </p:nvSpPr>
          <p:spPr>
            <a:xfrm>
              <a:off x="4498269" y="621484"/>
              <a:ext cx="2747946" cy="2405218"/>
            </a:xfrm>
            <a:custGeom>
              <a:avLst/>
              <a:gdLst/>
              <a:ahLst/>
              <a:cxnLst/>
              <a:rect l="0" t="0" r="0" b="0"/>
              <a:pathLst>
                <a:path w="2747946" h="2405218">
                  <a:moveTo>
                    <a:pt x="0" y="2405218"/>
                  </a:moveTo>
                  <a:lnTo>
                    <a:pt x="42644" y="2367892"/>
                  </a:lnTo>
                  <a:lnTo>
                    <a:pt x="85288" y="2330566"/>
                  </a:lnTo>
                  <a:lnTo>
                    <a:pt x="127932" y="2293241"/>
                  </a:lnTo>
                  <a:lnTo>
                    <a:pt x="170577" y="2255915"/>
                  </a:lnTo>
                  <a:lnTo>
                    <a:pt x="213221" y="2218590"/>
                  </a:lnTo>
                  <a:lnTo>
                    <a:pt x="255865" y="2181264"/>
                  </a:lnTo>
                  <a:lnTo>
                    <a:pt x="298510" y="2143938"/>
                  </a:lnTo>
                  <a:lnTo>
                    <a:pt x="341154" y="2106613"/>
                  </a:lnTo>
                  <a:lnTo>
                    <a:pt x="383798" y="2069287"/>
                  </a:lnTo>
                  <a:lnTo>
                    <a:pt x="426442" y="2031961"/>
                  </a:lnTo>
                  <a:lnTo>
                    <a:pt x="469087" y="1994636"/>
                  </a:lnTo>
                  <a:lnTo>
                    <a:pt x="511731" y="1957310"/>
                  </a:lnTo>
                  <a:lnTo>
                    <a:pt x="554375" y="1919984"/>
                  </a:lnTo>
                  <a:lnTo>
                    <a:pt x="597020" y="1882659"/>
                  </a:lnTo>
                  <a:lnTo>
                    <a:pt x="639664" y="1845333"/>
                  </a:lnTo>
                  <a:lnTo>
                    <a:pt x="682308" y="1808008"/>
                  </a:lnTo>
                  <a:lnTo>
                    <a:pt x="724952" y="1770682"/>
                  </a:lnTo>
                  <a:lnTo>
                    <a:pt x="767597" y="1733356"/>
                  </a:lnTo>
                  <a:lnTo>
                    <a:pt x="810241" y="1696031"/>
                  </a:lnTo>
                  <a:lnTo>
                    <a:pt x="852885" y="1658705"/>
                  </a:lnTo>
                  <a:lnTo>
                    <a:pt x="895530" y="1621379"/>
                  </a:lnTo>
                  <a:lnTo>
                    <a:pt x="938174" y="1584054"/>
                  </a:lnTo>
                  <a:lnTo>
                    <a:pt x="980818" y="1546728"/>
                  </a:lnTo>
                  <a:lnTo>
                    <a:pt x="1023463" y="1509402"/>
                  </a:lnTo>
                  <a:lnTo>
                    <a:pt x="1066107" y="1472077"/>
                  </a:lnTo>
                  <a:lnTo>
                    <a:pt x="1108751" y="1434751"/>
                  </a:lnTo>
                  <a:lnTo>
                    <a:pt x="1151395" y="1397426"/>
                  </a:lnTo>
                  <a:lnTo>
                    <a:pt x="1194040" y="1360100"/>
                  </a:lnTo>
                  <a:lnTo>
                    <a:pt x="1236684" y="1322774"/>
                  </a:lnTo>
                  <a:lnTo>
                    <a:pt x="1279328" y="1285449"/>
                  </a:lnTo>
                  <a:lnTo>
                    <a:pt x="1321973" y="1248123"/>
                  </a:lnTo>
                  <a:lnTo>
                    <a:pt x="1364617" y="1210797"/>
                  </a:lnTo>
                  <a:lnTo>
                    <a:pt x="1407261" y="1173472"/>
                  </a:lnTo>
                  <a:lnTo>
                    <a:pt x="1449905" y="1136146"/>
                  </a:lnTo>
                  <a:lnTo>
                    <a:pt x="1492550" y="1098820"/>
                  </a:lnTo>
                  <a:lnTo>
                    <a:pt x="1535194" y="1061495"/>
                  </a:lnTo>
                  <a:lnTo>
                    <a:pt x="1577838" y="1024169"/>
                  </a:lnTo>
                  <a:lnTo>
                    <a:pt x="1620483" y="986844"/>
                  </a:lnTo>
                  <a:lnTo>
                    <a:pt x="1663127" y="949518"/>
                  </a:lnTo>
                  <a:lnTo>
                    <a:pt x="1705771" y="912192"/>
                  </a:lnTo>
                  <a:lnTo>
                    <a:pt x="1748416" y="874867"/>
                  </a:lnTo>
                  <a:lnTo>
                    <a:pt x="1791060" y="837541"/>
                  </a:lnTo>
                  <a:lnTo>
                    <a:pt x="1833704" y="800215"/>
                  </a:lnTo>
                  <a:lnTo>
                    <a:pt x="1876348" y="762890"/>
                  </a:lnTo>
                  <a:lnTo>
                    <a:pt x="1918993" y="725564"/>
                  </a:lnTo>
                  <a:lnTo>
                    <a:pt x="1961637" y="688238"/>
                  </a:lnTo>
                  <a:lnTo>
                    <a:pt x="2004281" y="650913"/>
                  </a:lnTo>
                  <a:lnTo>
                    <a:pt x="2046926" y="613587"/>
                  </a:lnTo>
                  <a:lnTo>
                    <a:pt x="2089570" y="576262"/>
                  </a:lnTo>
                  <a:lnTo>
                    <a:pt x="2132214" y="538936"/>
                  </a:lnTo>
                  <a:lnTo>
                    <a:pt x="2174858" y="501610"/>
                  </a:lnTo>
                  <a:lnTo>
                    <a:pt x="2217503" y="464285"/>
                  </a:lnTo>
                  <a:lnTo>
                    <a:pt x="2260147" y="426959"/>
                  </a:lnTo>
                  <a:lnTo>
                    <a:pt x="2302791" y="389633"/>
                  </a:lnTo>
                  <a:lnTo>
                    <a:pt x="2345436" y="352308"/>
                  </a:lnTo>
                  <a:lnTo>
                    <a:pt x="2388080" y="314982"/>
                  </a:lnTo>
                  <a:lnTo>
                    <a:pt x="2430724" y="277656"/>
                  </a:lnTo>
                  <a:lnTo>
                    <a:pt x="2473369" y="240331"/>
                  </a:lnTo>
                  <a:lnTo>
                    <a:pt x="2516013" y="203005"/>
                  </a:lnTo>
                  <a:lnTo>
                    <a:pt x="2558657" y="165680"/>
                  </a:lnTo>
                  <a:lnTo>
                    <a:pt x="2601301" y="128354"/>
                  </a:lnTo>
                  <a:lnTo>
                    <a:pt x="2643946" y="91028"/>
                  </a:lnTo>
                  <a:lnTo>
                    <a:pt x="2686590" y="53703"/>
                  </a:lnTo>
                  <a:lnTo>
                    <a:pt x="2729234" y="16377"/>
                  </a:lnTo>
                  <a:lnTo>
                    <a:pt x="2747946" y="0"/>
                  </a:lnTo>
                </a:path>
              </a:pathLst>
            </a:custGeom>
            <a:ln w="34492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3" name="pl1063"/>
            <p:cNvSpPr/>
            <p:nvPr/>
          </p:nvSpPr>
          <p:spPr>
            <a:xfrm>
              <a:off x="4329824" y="5872859"/>
              <a:ext cx="3705789" cy="0"/>
            </a:xfrm>
            <a:custGeom>
              <a:avLst/>
              <a:gdLst/>
              <a:ahLst/>
              <a:cxnLst/>
              <a:rect l="0" t="0" r="0" b="0"/>
              <a:pathLst>
                <a:path w="3705789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4" name="pl1064"/>
            <p:cNvSpPr/>
            <p:nvPr/>
          </p:nvSpPr>
          <p:spPr>
            <a:xfrm>
              <a:off x="4329824" y="5159764"/>
              <a:ext cx="3705789" cy="0"/>
            </a:xfrm>
            <a:custGeom>
              <a:avLst/>
              <a:gdLst/>
              <a:ahLst/>
              <a:cxnLst/>
              <a:rect l="0" t="0" r="0" b="0"/>
              <a:pathLst>
                <a:path w="3705789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5" name="pl1065"/>
            <p:cNvSpPr/>
            <p:nvPr/>
          </p:nvSpPr>
          <p:spPr>
            <a:xfrm>
              <a:off x="4329824" y="4446669"/>
              <a:ext cx="3705789" cy="0"/>
            </a:xfrm>
            <a:custGeom>
              <a:avLst/>
              <a:gdLst/>
              <a:ahLst/>
              <a:cxnLst/>
              <a:rect l="0" t="0" r="0" b="0"/>
              <a:pathLst>
                <a:path w="3705789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6" name="pl1066"/>
            <p:cNvSpPr/>
            <p:nvPr/>
          </p:nvSpPr>
          <p:spPr>
            <a:xfrm>
              <a:off x="4329824" y="3733574"/>
              <a:ext cx="3705789" cy="0"/>
            </a:xfrm>
            <a:custGeom>
              <a:avLst/>
              <a:gdLst/>
              <a:ahLst/>
              <a:cxnLst/>
              <a:rect l="0" t="0" r="0" b="0"/>
              <a:pathLst>
                <a:path w="3705789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7" name="pl1067"/>
            <p:cNvSpPr/>
            <p:nvPr/>
          </p:nvSpPr>
          <p:spPr>
            <a:xfrm>
              <a:off x="4953526" y="3533908"/>
              <a:ext cx="0" cy="2823856"/>
            </a:xfrm>
            <a:custGeom>
              <a:avLst/>
              <a:gdLst/>
              <a:ahLst/>
              <a:cxnLst/>
              <a:rect l="0" t="0" r="0" b="0"/>
              <a:pathLst>
                <a:path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8" name="pl1068"/>
            <p:cNvSpPr/>
            <p:nvPr/>
          </p:nvSpPr>
          <p:spPr>
            <a:xfrm>
              <a:off x="5864039" y="3533908"/>
              <a:ext cx="0" cy="2823856"/>
            </a:xfrm>
            <a:custGeom>
              <a:avLst/>
              <a:gdLst/>
              <a:ahLst/>
              <a:cxnLst/>
              <a:rect l="0" t="0" r="0" b="0"/>
              <a:pathLst>
                <a:path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9" name="pl1069"/>
            <p:cNvSpPr/>
            <p:nvPr/>
          </p:nvSpPr>
          <p:spPr>
            <a:xfrm>
              <a:off x="6774553" y="3533908"/>
              <a:ext cx="0" cy="2823856"/>
            </a:xfrm>
            <a:custGeom>
              <a:avLst/>
              <a:gdLst/>
              <a:ahLst/>
              <a:cxnLst/>
              <a:rect l="0" t="0" r="0" b="0"/>
              <a:pathLst>
                <a:path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0" name="pl1070"/>
            <p:cNvSpPr/>
            <p:nvPr/>
          </p:nvSpPr>
          <p:spPr>
            <a:xfrm>
              <a:off x="7685066" y="3533908"/>
              <a:ext cx="0" cy="2823856"/>
            </a:xfrm>
            <a:custGeom>
              <a:avLst/>
              <a:gdLst/>
              <a:ahLst/>
              <a:cxnLst/>
              <a:rect l="0" t="0" r="0" b="0"/>
              <a:pathLst>
                <a:path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1" name="pl1071"/>
            <p:cNvSpPr/>
            <p:nvPr/>
          </p:nvSpPr>
          <p:spPr>
            <a:xfrm>
              <a:off x="4329824" y="6229407"/>
              <a:ext cx="3705789" cy="0"/>
            </a:xfrm>
            <a:custGeom>
              <a:avLst/>
              <a:gdLst/>
              <a:ahLst/>
              <a:cxnLst/>
              <a:rect l="0" t="0" r="0" b="0"/>
              <a:pathLst>
                <a:path w="3705789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2" name="pl1072"/>
            <p:cNvSpPr/>
            <p:nvPr/>
          </p:nvSpPr>
          <p:spPr>
            <a:xfrm>
              <a:off x="4329824" y="5516312"/>
              <a:ext cx="3705789" cy="0"/>
            </a:xfrm>
            <a:custGeom>
              <a:avLst/>
              <a:gdLst/>
              <a:ahLst/>
              <a:cxnLst/>
              <a:rect l="0" t="0" r="0" b="0"/>
              <a:pathLst>
                <a:path w="3705789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3" name="pl1073"/>
            <p:cNvSpPr/>
            <p:nvPr/>
          </p:nvSpPr>
          <p:spPr>
            <a:xfrm>
              <a:off x="4329824" y="4803217"/>
              <a:ext cx="3705789" cy="0"/>
            </a:xfrm>
            <a:custGeom>
              <a:avLst/>
              <a:gdLst/>
              <a:ahLst/>
              <a:cxnLst/>
              <a:rect l="0" t="0" r="0" b="0"/>
              <a:pathLst>
                <a:path w="3705789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4" name="pl1074"/>
            <p:cNvSpPr/>
            <p:nvPr/>
          </p:nvSpPr>
          <p:spPr>
            <a:xfrm>
              <a:off x="4329824" y="4090122"/>
              <a:ext cx="3705789" cy="0"/>
            </a:xfrm>
            <a:custGeom>
              <a:avLst/>
              <a:gdLst/>
              <a:ahLst/>
              <a:cxnLst/>
              <a:rect l="0" t="0" r="0" b="0"/>
              <a:pathLst>
                <a:path w="3705789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5" name="pl1075"/>
            <p:cNvSpPr/>
            <p:nvPr/>
          </p:nvSpPr>
          <p:spPr>
            <a:xfrm>
              <a:off x="4498269" y="3533908"/>
              <a:ext cx="0" cy="2823856"/>
            </a:xfrm>
            <a:custGeom>
              <a:avLst/>
              <a:gdLst/>
              <a:ahLst/>
              <a:cxnLst/>
              <a:rect l="0" t="0" r="0" b="0"/>
              <a:pathLst>
                <a:path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6" name="pl1076"/>
            <p:cNvSpPr/>
            <p:nvPr/>
          </p:nvSpPr>
          <p:spPr>
            <a:xfrm>
              <a:off x="5408783" y="3533908"/>
              <a:ext cx="0" cy="2823856"/>
            </a:xfrm>
            <a:custGeom>
              <a:avLst/>
              <a:gdLst/>
              <a:ahLst/>
              <a:cxnLst/>
              <a:rect l="0" t="0" r="0" b="0"/>
              <a:pathLst>
                <a:path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7" name="pl1077"/>
            <p:cNvSpPr/>
            <p:nvPr/>
          </p:nvSpPr>
          <p:spPr>
            <a:xfrm>
              <a:off x="6319296" y="3533908"/>
              <a:ext cx="0" cy="2823856"/>
            </a:xfrm>
            <a:custGeom>
              <a:avLst/>
              <a:gdLst/>
              <a:ahLst/>
              <a:cxnLst/>
              <a:rect l="0" t="0" r="0" b="0"/>
              <a:pathLst>
                <a:path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8" name="pl1078"/>
            <p:cNvSpPr/>
            <p:nvPr/>
          </p:nvSpPr>
          <p:spPr>
            <a:xfrm>
              <a:off x="7229809" y="3533908"/>
              <a:ext cx="0" cy="2823856"/>
            </a:xfrm>
            <a:custGeom>
              <a:avLst/>
              <a:gdLst/>
              <a:ahLst/>
              <a:cxnLst/>
              <a:rect l="0" t="0" r="0" b="0"/>
              <a:pathLst>
                <a:path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9" name="pt1079"/>
            <p:cNvSpPr/>
            <p:nvPr/>
          </p:nvSpPr>
          <p:spPr>
            <a:xfrm>
              <a:off x="6014545" y="51994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0" name="pt1080"/>
            <p:cNvSpPr/>
            <p:nvPr/>
          </p:nvSpPr>
          <p:spPr>
            <a:xfrm>
              <a:off x="6697430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1" name="pt1081"/>
            <p:cNvSpPr/>
            <p:nvPr/>
          </p:nvSpPr>
          <p:spPr>
            <a:xfrm>
              <a:off x="6196648" y="422491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2" name="pt1082"/>
            <p:cNvSpPr/>
            <p:nvPr/>
          </p:nvSpPr>
          <p:spPr>
            <a:xfrm>
              <a:off x="5786917" y="453392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3" name="pt1083"/>
            <p:cNvSpPr/>
            <p:nvPr/>
          </p:nvSpPr>
          <p:spPr>
            <a:xfrm>
              <a:off x="6879533" y="384459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4" name="pt1084"/>
            <p:cNvSpPr/>
            <p:nvPr/>
          </p:nvSpPr>
          <p:spPr>
            <a:xfrm>
              <a:off x="5969020" y="40585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5" name="pt1085"/>
            <p:cNvSpPr/>
            <p:nvPr/>
          </p:nvSpPr>
          <p:spPr>
            <a:xfrm>
              <a:off x="5650340" y="436753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6" name="pt1086"/>
            <p:cNvSpPr/>
            <p:nvPr/>
          </p:nvSpPr>
          <p:spPr>
            <a:xfrm>
              <a:off x="5832443" y="49142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7" name="pt1087"/>
            <p:cNvSpPr/>
            <p:nvPr/>
          </p:nvSpPr>
          <p:spPr>
            <a:xfrm>
              <a:off x="5422712" y="481916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8" name="pt1088"/>
            <p:cNvSpPr/>
            <p:nvPr/>
          </p:nvSpPr>
          <p:spPr>
            <a:xfrm>
              <a:off x="5969020" y="40109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9" name="pt1089"/>
            <p:cNvSpPr/>
            <p:nvPr/>
          </p:nvSpPr>
          <p:spPr>
            <a:xfrm>
              <a:off x="5331660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0" name="pt1090"/>
            <p:cNvSpPr/>
            <p:nvPr/>
          </p:nvSpPr>
          <p:spPr>
            <a:xfrm>
              <a:off x="5786917" y="486670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1" name="pt1091"/>
            <p:cNvSpPr/>
            <p:nvPr/>
          </p:nvSpPr>
          <p:spPr>
            <a:xfrm>
              <a:off x="6378751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2" name="pt1092"/>
            <p:cNvSpPr/>
            <p:nvPr/>
          </p:nvSpPr>
          <p:spPr>
            <a:xfrm>
              <a:off x="5832443" y="458146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3" name="pt1093"/>
            <p:cNvSpPr/>
            <p:nvPr/>
          </p:nvSpPr>
          <p:spPr>
            <a:xfrm>
              <a:off x="5923494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4" name="pt1094"/>
            <p:cNvSpPr/>
            <p:nvPr/>
          </p:nvSpPr>
          <p:spPr>
            <a:xfrm>
              <a:off x="6606379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5" name="pt1095"/>
            <p:cNvSpPr/>
            <p:nvPr/>
          </p:nvSpPr>
          <p:spPr>
            <a:xfrm>
              <a:off x="5377186" y="50568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6" name="pt1096"/>
            <p:cNvSpPr/>
            <p:nvPr/>
          </p:nvSpPr>
          <p:spPr>
            <a:xfrm>
              <a:off x="6879533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7" name="pt1097"/>
            <p:cNvSpPr/>
            <p:nvPr/>
          </p:nvSpPr>
          <p:spPr>
            <a:xfrm>
              <a:off x="6287699" y="441507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8" name="pt1098"/>
            <p:cNvSpPr/>
            <p:nvPr/>
          </p:nvSpPr>
          <p:spPr>
            <a:xfrm>
              <a:off x="6105597" y="408229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9" name="pt1099"/>
            <p:cNvSpPr/>
            <p:nvPr/>
          </p:nvSpPr>
          <p:spPr>
            <a:xfrm>
              <a:off x="6378751" y="527078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0" name="pt1100"/>
            <p:cNvSpPr/>
            <p:nvPr/>
          </p:nvSpPr>
          <p:spPr>
            <a:xfrm>
              <a:off x="6014545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1" name="pt1101"/>
            <p:cNvSpPr/>
            <p:nvPr/>
          </p:nvSpPr>
          <p:spPr>
            <a:xfrm>
              <a:off x="7061636" y="377328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2" name="pt1102"/>
            <p:cNvSpPr/>
            <p:nvPr/>
          </p:nvSpPr>
          <p:spPr>
            <a:xfrm>
              <a:off x="5923494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3" name="pt1103"/>
            <p:cNvSpPr/>
            <p:nvPr/>
          </p:nvSpPr>
          <p:spPr>
            <a:xfrm>
              <a:off x="6469802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4" name="pt1104"/>
            <p:cNvSpPr/>
            <p:nvPr/>
          </p:nvSpPr>
          <p:spPr>
            <a:xfrm>
              <a:off x="5969020" y="43437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5" name="pt1105"/>
            <p:cNvSpPr/>
            <p:nvPr/>
          </p:nvSpPr>
          <p:spPr>
            <a:xfrm>
              <a:off x="5786917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6" name="pt1106"/>
            <p:cNvSpPr/>
            <p:nvPr/>
          </p:nvSpPr>
          <p:spPr>
            <a:xfrm>
              <a:off x="5877968" y="427245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7" name="pt1107"/>
            <p:cNvSpPr/>
            <p:nvPr/>
          </p:nvSpPr>
          <p:spPr>
            <a:xfrm>
              <a:off x="6196648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8" name="pt1108"/>
            <p:cNvSpPr/>
            <p:nvPr/>
          </p:nvSpPr>
          <p:spPr>
            <a:xfrm>
              <a:off x="6060071" y="427245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9" name="pt1109"/>
            <p:cNvSpPr/>
            <p:nvPr/>
          </p:nvSpPr>
          <p:spPr>
            <a:xfrm>
              <a:off x="5422712" y="479539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0" name="pt1110"/>
            <p:cNvSpPr/>
            <p:nvPr/>
          </p:nvSpPr>
          <p:spPr>
            <a:xfrm>
              <a:off x="5786917" y="422491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1" name="pt1111"/>
            <p:cNvSpPr/>
            <p:nvPr/>
          </p:nvSpPr>
          <p:spPr>
            <a:xfrm>
              <a:off x="6105597" y="427245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2" name="pt1112"/>
            <p:cNvSpPr/>
            <p:nvPr/>
          </p:nvSpPr>
          <p:spPr>
            <a:xfrm>
              <a:off x="6424276" y="417737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3" name="pt1113"/>
            <p:cNvSpPr/>
            <p:nvPr/>
          </p:nvSpPr>
          <p:spPr>
            <a:xfrm>
              <a:off x="6560853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4" name="pt1114"/>
            <p:cNvSpPr/>
            <p:nvPr/>
          </p:nvSpPr>
          <p:spPr>
            <a:xfrm>
              <a:off x="4921929" y="541340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5" name="pt1115"/>
            <p:cNvSpPr/>
            <p:nvPr/>
          </p:nvSpPr>
          <p:spPr>
            <a:xfrm>
              <a:off x="6060071" y="455769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6" name="pt1116"/>
            <p:cNvSpPr/>
            <p:nvPr/>
          </p:nvSpPr>
          <p:spPr>
            <a:xfrm>
              <a:off x="5468237" y="486670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7" name="pt1117"/>
            <p:cNvSpPr/>
            <p:nvPr/>
          </p:nvSpPr>
          <p:spPr>
            <a:xfrm>
              <a:off x="6014545" y="40585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8" name="pt1118"/>
            <p:cNvSpPr/>
            <p:nvPr/>
          </p:nvSpPr>
          <p:spPr>
            <a:xfrm>
              <a:off x="5240609" y="536586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9" name="pt1119"/>
            <p:cNvSpPr/>
            <p:nvPr/>
          </p:nvSpPr>
          <p:spPr>
            <a:xfrm>
              <a:off x="4967455" y="553225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0" name="pt1120"/>
            <p:cNvSpPr/>
            <p:nvPr/>
          </p:nvSpPr>
          <p:spPr>
            <a:xfrm>
              <a:off x="5286135" y="493800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1" name="pt1121"/>
            <p:cNvSpPr/>
            <p:nvPr/>
          </p:nvSpPr>
          <p:spPr>
            <a:xfrm>
              <a:off x="4466673" y="6197810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2" name="pt1122"/>
            <p:cNvSpPr/>
            <p:nvPr/>
          </p:nvSpPr>
          <p:spPr>
            <a:xfrm>
              <a:off x="4466673" y="615027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3" name="pt1123"/>
            <p:cNvSpPr/>
            <p:nvPr/>
          </p:nvSpPr>
          <p:spPr>
            <a:xfrm>
              <a:off x="4466673" y="6197810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4" name="pt1124"/>
            <p:cNvSpPr/>
            <p:nvPr/>
          </p:nvSpPr>
          <p:spPr>
            <a:xfrm>
              <a:off x="4466673" y="6197810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5" name="pt1125"/>
            <p:cNvSpPr/>
            <p:nvPr/>
          </p:nvSpPr>
          <p:spPr>
            <a:xfrm>
              <a:off x="5832443" y="429622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6" name="pt1126"/>
            <p:cNvSpPr/>
            <p:nvPr/>
          </p:nvSpPr>
          <p:spPr>
            <a:xfrm>
              <a:off x="5195083" y="503308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7" name="pt1127"/>
            <p:cNvSpPr/>
            <p:nvPr/>
          </p:nvSpPr>
          <p:spPr>
            <a:xfrm>
              <a:off x="5650340" y="453392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8" name="pt1128"/>
            <p:cNvSpPr/>
            <p:nvPr/>
          </p:nvSpPr>
          <p:spPr>
            <a:xfrm>
              <a:off x="6424276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9" name="pt1129"/>
            <p:cNvSpPr/>
            <p:nvPr/>
          </p:nvSpPr>
          <p:spPr>
            <a:xfrm>
              <a:off x="4466673" y="610273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0" name="pt1130"/>
            <p:cNvSpPr/>
            <p:nvPr/>
          </p:nvSpPr>
          <p:spPr>
            <a:xfrm>
              <a:off x="5650340" y="451015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1" name="pt1131"/>
            <p:cNvSpPr/>
            <p:nvPr/>
          </p:nvSpPr>
          <p:spPr>
            <a:xfrm>
              <a:off x="4512198" y="605519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2" name="pt1132"/>
            <p:cNvSpPr/>
            <p:nvPr/>
          </p:nvSpPr>
          <p:spPr>
            <a:xfrm>
              <a:off x="5559289" y="455769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3" name="pt1133"/>
            <p:cNvSpPr/>
            <p:nvPr/>
          </p:nvSpPr>
          <p:spPr>
            <a:xfrm>
              <a:off x="5877968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4" name="pt1134"/>
            <p:cNvSpPr/>
            <p:nvPr/>
          </p:nvSpPr>
          <p:spPr>
            <a:xfrm>
              <a:off x="6742956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5" name="pt1135"/>
            <p:cNvSpPr/>
            <p:nvPr/>
          </p:nvSpPr>
          <p:spPr>
            <a:xfrm>
              <a:off x="5012981" y="557979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6" name="pt1136"/>
            <p:cNvSpPr/>
            <p:nvPr/>
          </p:nvSpPr>
          <p:spPr>
            <a:xfrm>
              <a:off x="4466673" y="557979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7" name="pt1137"/>
            <p:cNvSpPr/>
            <p:nvPr/>
          </p:nvSpPr>
          <p:spPr>
            <a:xfrm>
              <a:off x="5650340" y="481916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8" name="pt1138"/>
            <p:cNvSpPr/>
            <p:nvPr/>
          </p:nvSpPr>
          <p:spPr>
            <a:xfrm>
              <a:off x="5559289" y="500931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9" name="pt1139"/>
            <p:cNvSpPr/>
            <p:nvPr/>
          </p:nvSpPr>
          <p:spPr>
            <a:xfrm>
              <a:off x="5240609" y="508062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0" name="pt1140"/>
            <p:cNvSpPr/>
            <p:nvPr/>
          </p:nvSpPr>
          <p:spPr>
            <a:xfrm>
              <a:off x="6424276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1" name="pt1141"/>
            <p:cNvSpPr/>
            <p:nvPr/>
          </p:nvSpPr>
          <p:spPr>
            <a:xfrm>
              <a:off x="6378751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2" name="pt1142"/>
            <p:cNvSpPr/>
            <p:nvPr/>
          </p:nvSpPr>
          <p:spPr>
            <a:xfrm>
              <a:off x="5559289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3" name="pt1143"/>
            <p:cNvSpPr/>
            <p:nvPr/>
          </p:nvSpPr>
          <p:spPr>
            <a:xfrm>
              <a:off x="6469802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4" name="pt1144"/>
            <p:cNvSpPr/>
            <p:nvPr/>
          </p:nvSpPr>
          <p:spPr>
            <a:xfrm>
              <a:off x="7380315" y="377328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5" name="pt1145"/>
            <p:cNvSpPr/>
            <p:nvPr/>
          </p:nvSpPr>
          <p:spPr>
            <a:xfrm>
              <a:off x="6879533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6" name="pt1146"/>
            <p:cNvSpPr/>
            <p:nvPr/>
          </p:nvSpPr>
          <p:spPr>
            <a:xfrm>
              <a:off x="7061636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7" name="pt1147"/>
            <p:cNvSpPr/>
            <p:nvPr/>
          </p:nvSpPr>
          <p:spPr>
            <a:xfrm>
              <a:off x="6651905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8" name="pt1148"/>
            <p:cNvSpPr/>
            <p:nvPr/>
          </p:nvSpPr>
          <p:spPr>
            <a:xfrm>
              <a:off x="6014545" y="427245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9" name="pt1149"/>
            <p:cNvSpPr/>
            <p:nvPr/>
          </p:nvSpPr>
          <p:spPr>
            <a:xfrm>
              <a:off x="7107161" y="384459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0" name="pt1150"/>
            <p:cNvSpPr/>
            <p:nvPr/>
          </p:nvSpPr>
          <p:spPr>
            <a:xfrm>
              <a:off x="5331660" y="562733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1" name="pt1151"/>
            <p:cNvSpPr/>
            <p:nvPr/>
          </p:nvSpPr>
          <p:spPr>
            <a:xfrm>
              <a:off x="6105597" y="44863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2" name="pt1152"/>
            <p:cNvSpPr/>
            <p:nvPr/>
          </p:nvSpPr>
          <p:spPr>
            <a:xfrm>
              <a:off x="6196648" y="40109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3" name="pt1153"/>
            <p:cNvSpPr/>
            <p:nvPr/>
          </p:nvSpPr>
          <p:spPr>
            <a:xfrm>
              <a:off x="6515328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4" name="pt1154"/>
            <p:cNvSpPr/>
            <p:nvPr/>
          </p:nvSpPr>
          <p:spPr>
            <a:xfrm>
              <a:off x="5741391" y="43437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5" name="pt1155"/>
            <p:cNvSpPr/>
            <p:nvPr/>
          </p:nvSpPr>
          <p:spPr>
            <a:xfrm>
              <a:off x="6697430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6" name="pt1156"/>
            <p:cNvSpPr/>
            <p:nvPr/>
          </p:nvSpPr>
          <p:spPr>
            <a:xfrm>
              <a:off x="6788482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7" name="pt1157"/>
            <p:cNvSpPr/>
            <p:nvPr/>
          </p:nvSpPr>
          <p:spPr>
            <a:xfrm>
              <a:off x="5923494" y="427245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8" name="pt1158"/>
            <p:cNvSpPr/>
            <p:nvPr/>
          </p:nvSpPr>
          <p:spPr>
            <a:xfrm>
              <a:off x="6697430" y="377328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9" name="pt1159"/>
            <p:cNvSpPr/>
            <p:nvPr/>
          </p:nvSpPr>
          <p:spPr>
            <a:xfrm>
              <a:off x="6469802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0" name="pt1160"/>
            <p:cNvSpPr/>
            <p:nvPr/>
          </p:nvSpPr>
          <p:spPr>
            <a:xfrm>
              <a:off x="5422712" y="510439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1" name="pt1161"/>
            <p:cNvSpPr/>
            <p:nvPr/>
          </p:nvSpPr>
          <p:spPr>
            <a:xfrm>
              <a:off x="7016110" y="40585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2" name="pt1162"/>
            <p:cNvSpPr/>
            <p:nvPr/>
          </p:nvSpPr>
          <p:spPr>
            <a:xfrm>
              <a:off x="5786917" y="43437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3" name="pt1163"/>
            <p:cNvSpPr/>
            <p:nvPr/>
          </p:nvSpPr>
          <p:spPr>
            <a:xfrm>
              <a:off x="5877968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4" name="pt1164"/>
            <p:cNvSpPr/>
            <p:nvPr/>
          </p:nvSpPr>
          <p:spPr>
            <a:xfrm>
              <a:off x="5331660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5" name="pt1165"/>
            <p:cNvSpPr/>
            <p:nvPr/>
          </p:nvSpPr>
          <p:spPr>
            <a:xfrm>
              <a:off x="6378751" y="44863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6" name="pt1166"/>
            <p:cNvSpPr/>
            <p:nvPr/>
          </p:nvSpPr>
          <p:spPr>
            <a:xfrm>
              <a:off x="6788482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7" name="pt1167"/>
            <p:cNvSpPr/>
            <p:nvPr/>
          </p:nvSpPr>
          <p:spPr>
            <a:xfrm>
              <a:off x="6378751" y="410606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8" name="pt1168"/>
            <p:cNvSpPr/>
            <p:nvPr/>
          </p:nvSpPr>
          <p:spPr>
            <a:xfrm>
              <a:off x="4830878" y="44863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9" name="pt1169"/>
            <p:cNvSpPr/>
            <p:nvPr/>
          </p:nvSpPr>
          <p:spPr>
            <a:xfrm>
              <a:off x="5832443" y="427245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0" name="pt1170"/>
            <p:cNvSpPr/>
            <p:nvPr/>
          </p:nvSpPr>
          <p:spPr>
            <a:xfrm>
              <a:off x="5104032" y="441507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1" name="pt1171"/>
            <p:cNvSpPr/>
            <p:nvPr/>
          </p:nvSpPr>
          <p:spPr>
            <a:xfrm>
              <a:off x="4557724" y="603142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2" name="pt1172"/>
            <p:cNvSpPr/>
            <p:nvPr/>
          </p:nvSpPr>
          <p:spPr>
            <a:xfrm>
              <a:off x="5422712" y="43437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3" name="pt1173"/>
            <p:cNvSpPr/>
            <p:nvPr/>
          </p:nvSpPr>
          <p:spPr>
            <a:xfrm>
              <a:off x="6333225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4" name="pt1174"/>
            <p:cNvSpPr/>
            <p:nvPr/>
          </p:nvSpPr>
          <p:spPr>
            <a:xfrm>
              <a:off x="7471367" y="377328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5" name="pt1175"/>
            <p:cNvSpPr/>
            <p:nvPr/>
          </p:nvSpPr>
          <p:spPr>
            <a:xfrm>
              <a:off x="5240609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6" name="pt1176"/>
            <p:cNvSpPr/>
            <p:nvPr/>
          </p:nvSpPr>
          <p:spPr>
            <a:xfrm>
              <a:off x="6196648" y="43437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7" name="pt1177"/>
            <p:cNvSpPr/>
            <p:nvPr/>
          </p:nvSpPr>
          <p:spPr>
            <a:xfrm>
              <a:off x="5058506" y="50568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8" name="pt1178"/>
            <p:cNvSpPr/>
            <p:nvPr/>
          </p:nvSpPr>
          <p:spPr>
            <a:xfrm>
              <a:off x="6333225" y="431999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9" name="pt1179"/>
            <p:cNvSpPr/>
            <p:nvPr/>
          </p:nvSpPr>
          <p:spPr>
            <a:xfrm>
              <a:off x="5877968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0" name="pt1180"/>
            <p:cNvSpPr/>
            <p:nvPr/>
          </p:nvSpPr>
          <p:spPr>
            <a:xfrm>
              <a:off x="6242174" y="455769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1" name="pt1181"/>
            <p:cNvSpPr/>
            <p:nvPr/>
          </p:nvSpPr>
          <p:spPr>
            <a:xfrm>
              <a:off x="5695866" y="44863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2" name="pt1182"/>
            <p:cNvSpPr/>
            <p:nvPr/>
          </p:nvSpPr>
          <p:spPr>
            <a:xfrm>
              <a:off x="6606379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3" name="pt1183"/>
            <p:cNvSpPr/>
            <p:nvPr/>
          </p:nvSpPr>
          <p:spPr>
            <a:xfrm>
              <a:off x="5650340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4" name="pt1184"/>
            <p:cNvSpPr/>
            <p:nvPr/>
          </p:nvSpPr>
          <p:spPr>
            <a:xfrm>
              <a:off x="7061636" y="384459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5" name="pt1185"/>
            <p:cNvSpPr/>
            <p:nvPr/>
          </p:nvSpPr>
          <p:spPr>
            <a:xfrm>
              <a:off x="5877968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6" name="pt1186"/>
            <p:cNvSpPr/>
            <p:nvPr/>
          </p:nvSpPr>
          <p:spPr>
            <a:xfrm>
              <a:off x="5559289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7" name="pt1187"/>
            <p:cNvSpPr/>
            <p:nvPr/>
          </p:nvSpPr>
          <p:spPr>
            <a:xfrm>
              <a:off x="6060071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8" name="pt1188"/>
            <p:cNvSpPr/>
            <p:nvPr/>
          </p:nvSpPr>
          <p:spPr>
            <a:xfrm>
              <a:off x="5786917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9" name="pt1189"/>
            <p:cNvSpPr/>
            <p:nvPr/>
          </p:nvSpPr>
          <p:spPr>
            <a:xfrm>
              <a:off x="5104032" y="49142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0" name="pt1190"/>
            <p:cNvSpPr/>
            <p:nvPr/>
          </p:nvSpPr>
          <p:spPr>
            <a:xfrm>
              <a:off x="5604814" y="467654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1" name="pt1191"/>
            <p:cNvSpPr/>
            <p:nvPr/>
          </p:nvSpPr>
          <p:spPr>
            <a:xfrm>
              <a:off x="6378751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2" name="pt1192"/>
            <p:cNvSpPr/>
            <p:nvPr/>
          </p:nvSpPr>
          <p:spPr>
            <a:xfrm>
              <a:off x="5559289" y="436753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3" name="pt1193"/>
            <p:cNvSpPr/>
            <p:nvPr/>
          </p:nvSpPr>
          <p:spPr>
            <a:xfrm>
              <a:off x="5741391" y="412983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4" name="pt1194"/>
            <p:cNvSpPr/>
            <p:nvPr/>
          </p:nvSpPr>
          <p:spPr>
            <a:xfrm>
              <a:off x="5786917" y="441507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5" name="pt1195"/>
            <p:cNvSpPr/>
            <p:nvPr/>
          </p:nvSpPr>
          <p:spPr>
            <a:xfrm>
              <a:off x="5741391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6" name="pt1196"/>
            <p:cNvSpPr/>
            <p:nvPr/>
          </p:nvSpPr>
          <p:spPr>
            <a:xfrm>
              <a:off x="6560853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7" name="pt1197"/>
            <p:cNvSpPr/>
            <p:nvPr/>
          </p:nvSpPr>
          <p:spPr>
            <a:xfrm>
              <a:off x="6515328" y="393967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8" name="pt1198"/>
            <p:cNvSpPr/>
            <p:nvPr/>
          </p:nvSpPr>
          <p:spPr>
            <a:xfrm>
              <a:off x="6333225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9" name="pt1199"/>
            <p:cNvSpPr/>
            <p:nvPr/>
          </p:nvSpPr>
          <p:spPr>
            <a:xfrm>
              <a:off x="5513763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0" name="pt1200"/>
            <p:cNvSpPr/>
            <p:nvPr/>
          </p:nvSpPr>
          <p:spPr>
            <a:xfrm>
              <a:off x="5695866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1" name="pt1201"/>
            <p:cNvSpPr/>
            <p:nvPr/>
          </p:nvSpPr>
          <p:spPr>
            <a:xfrm>
              <a:off x="5104032" y="53420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2" name="pt1202"/>
            <p:cNvSpPr/>
            <p:nvPr/>
          </p:nvSpPr>
          <p:spPr>
            <a:xfrm>
              <a:off x="5195083" y="512816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3" name="pt1203"/>
            <p:cNvSpPr/>
            <p:nvPr/>
          </p:nvSpPr>
          <p:spPr>
            <a:xfrm>
              <a:off x="5786917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4" name="pt1204"/>
            <p:cNvSpPr/>
            <p:nvPr/>
          </p:nvSpPr>
          <p:spPr>
            <a:xfrm>
              <a:off x="5604814" y="508062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5" name="pt1205"/>
            <p:cNvSpPr/>
            <p:nvPr/>
          </p:nvSpPr>
          <p:spPr>
            <a:xfrm>
              <a:off x="6196648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6" name="pt1206"/>
            <p:cNvSpPr/>
            <p:nvPr/>
          </p:nvSpPr>
          <p:spPr>
            <a:xfrm>
              <a:off x="5513763" y="50568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7" name="pt1207"/>
            <p:cNvSpPr/>
            <p:nvPr/>
          </p:nvSpPr>
          <p:spPr>
            <a:xfrm>
              <a:off x="6834007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8" name="pt1208"/>
            <p:cNvSpPr/>
            <p:nvPr/>
          </p:nvSpPr>
          <p:spPr>
            <a:xfrm>
              <a:off x="5331660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9" name="pt1209"/>
            <p:cNvSpPr/>
            <p:nvPr/>
          </p:nvSpPr>
          <p:spPr>
            <a:xfrm>
              <a:off x="5832443" y="424868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0" name="pt1210"/>
            <p:cNvSpPr/>
            <p:nvPr/>
          </p:nvSpPr>
          <p:spPr>
            <a:xfrm>
              <a:off x="4967455" y="536586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1" name="pt1211"/>
            <p:cNvSpPr/>
            <p:nvPr/>
          </p:nvSpPr>
          <p:spPr>
            <a:xfrm>
              <a:off x="5559289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2" name="pt1212"/>
            <p:cNvSpPr/>
            <p:nvPr/>
          </p:nvSpPr>
          <p:spPr>
            <a:xfrm>
              <a:off x="5604814" y="441507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3" name="pt1213"/>
            <p:cNvSpPr/>
            <p:nvPr/>
          </p:nvSpPr>
          <p:spPr>
            <a:xfrm>
              <a:off x="6151122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4" name="pt1214"/>
            <p:cNvSpPr/>
            <p:nvPr/>
          </p:nvSpPr>
          <p:spPr>
            <a:xfrm>
              <a:off x="5331660" y="50568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5" name="pt1215"/>
            <p:cNvSpPr/>
            <p:nvPr/>
          </p:nvSpPr>
          <p:spPr>
            <a:xfrm>
              <a:off x="5195083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6" name="pt1216"/>
            <p:cNvSpPr/>
            <p:nvPr/>
          </p:nvSpPr>
          <p:spPr>
            <a:xfrm>
              <a:off x="5923494" y="481916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7" name="pt1217"/>
            <p:cNvSpPr/>
            <p:nvPr/>
          </p:nvSpPr>
          <p:spPr>
            <a:xfrm>
              <a:off x="5058506" y="503308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8" name="pt1218"/>
            <p:cNvSpPr/>
            <p:nvPr/>
          </p:nvSpPr>
          <p:spPr>
            <a:xfrm>
              <a:off x="6060071" y="455769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9" name="pt1219"/>
            <p:cNvSpPr/>
            <p:nvPr/>
          </p:nvSpPr>
          <p:spPr>
            <a:xfrm>
              <a:off x="5422712" y="472408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0" name="pt1220"/>
            <p:cNvSpPr/>
            <p:nvPr/>
          </p:nvSpPr>
          <p:spPr>
            <a:xfrm>
              <a:off x="4603250" y="605519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1" name="pt1221"/>
            <p:cNvSpPr/>
            <p:nvPr/>
          </p:nvSpPr>
          <p:spPr>
            <a:xfrm>
              <a:off x="5559289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2" name="pt1222"/>
            <p:cNvSpPr/>
            <p:nvPr/>
          </p:nvSpPr>
          <p:spPr>
            <a:xfrm>
              <a:off x="4694301" y="541340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3" name="pt1223"/>
            <p:cNvSpPr/>
            <p:nvPr/>
          </p:nvSpPr>
          <p:spPr>
            <a:xfrm>
              <a:off x="5104032" y="441507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4" name="pt1224"/>
            <p:cNvSpPr/>
            <p:nvPr/>
          </p:nvSpPr>
          <p:spPr>
            <a:xfrm>
              <a:off x="5422712" y="44863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5" name="pt1225"/>
            <p:cNvSpPr/>
            <p:nvPr/>
          </p:nvSpPr>
          <p:spPr>
            <a:xfrm>
              <a:off x="5195083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6" name="pt1226"/>
            <p:cNvSpPr/>
            <p:nvPr/>
          </p:nvSpPr>
          <p:spPr>
            <a:xfrm>
              <a:off x="5149558" y="474785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7" name="pt1227"/>
            <p:cNvSpPr/>
            <p:nvPr/>
          </p:nvSpPr>
          <p:spPr>
            <a:xfrm>
              <a:off x="5012981" y="51994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8" name="pt1228"/>
            <p:cNvSpPr/>
            <p:nvPr/>
          </p:nvSpPr>
          <p:spPr>
            <a:xfrm>
              <a:off x="6196648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9" name="pt1229"/>
            <p:cNvSpPr/>
            <p:nvPr/>
          </p:nvSpPr>
          <p:spPr>
            <a:xfrm>
              <a:off x="5286135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0" name="pt1230"/>
            <p:cNvSpPr/>
            <p:nvPr/>
          </p:nvSpPr>
          <p:spPr>
            <a:xfrm>
              <a:off x="5149558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1" name="pt1231"/>
            <p:cNvSpPr/>
            <p:nvPr/>
          </p:nvSpPr>
          <p:spPr>
            <a:xfrm>
              <a:off x="5104032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2" name="pt1232"/>
            <p:cNvSpPr/>
            <p:nvPr/>
          </p:nvSpPr>
          <p:spPr>
            <a:xfrm>
              <a:off x="5559289" y="44863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3" name="pt1233"/>
            <p:cNvSpPr/>
            <p:nvPr/>
          </p:nvSpPr>
          <p:spPr>
            <a:xfrm>
              <a:off x="4876404" y="58412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4" name="pt1234"/>
            <p:cNvSpPr/>
            <p:nvPr/>
          </p:nvSpPr>
          <p:spPr>
            <a:xfrm>
              <a:off x="5058506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5" name="pt1235"/>
            <p:cNvSpPr/>
            <p:nvPr/>
          </p:nvSpPr>
          <p:spPr>
            <a:xfrm>
              <a:off x="5832443" y="43437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6" name="pt1236"/>
            <p:cNvSpPr/>
            <p:nvPr/>
          </p:nvSpPr>
          <p:spPr>
            <a:xfrm>
              <a:off x="5240609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7" name="pt1237"/>
            <p:cNvSpPr/>
            <p:nvPr/>
          </p:nvSpPr>
          <p:spPr>
            <a:xfrm>
              <a:off x="4603250" y="562733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8" name="pt1238"/>
            <p:cNvSpPr/>
            <p:nvPr/>
          </p:nvSpPr>
          <p:spPr>
            <a:xfrm>
              <a:off x="5559289" y="44863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9" name="pt1239"/>
            <p:cNvSpPr/>
            <p:nvPr/>
          </p:nvSpPr>
          <p:spPr>
            <a:xfrm>
              <a:off x="5149558" y="49142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0" name="pt1240"/>
            <p:cNvSpPr/>
            <p:nvPr/>
          </p:nvSpPr>
          <p:spPr>
            <a:xfrm>
              <a:off x="5240609" y="50568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1" name="pt1241"/>
            <p:cNvSpPr/>
            <p:nvPr/>
          </p:nvSpPr>
          <p:spPr>
            <a:xfrm>
              <a:off x="5058506" y="541340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2" name="pt1242"/>
            <p:cNvSpPr/>
            <p:nvPr/>
          </p:nvSpPr>
          <p:spPr>
            <a:xfrm>
              <a:off x="5012981" y="512816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3" name="pt1243"/>
            <p:cNvSpPr/>
            <p:nvPr/>
          </p:nvSpPr>
          <p:spPr>
            <a:xfrm>
              <a:off x="5195083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4" name="pt1244"/>
            <p:cNvSpPr/>
            <p:nvPr/>
          </p:nvSpPr>
          <p:spPr>
            <a:xfrm>
              <a:off x="5240609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5" name="pt1245"/>
            <p:cNvSpPr/>
            <p:nvPr/>
          </p:nvSpPr>
          <p:spPr>
            <a:xfrm>
              <a:off x="4830878" y="53420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6" name="pt1246"/>
            <p:cNvSpPr/>
            <p:nvPr/>
          </p:nvSpPr>
          <p:spPr>
            <a:xfrm>
              <a:off x="5559289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7" name="pt1247"/>
            <p:cNvSpPr/>
            <p:nvPr/>
          </p:nvSpPr>
          <p:spPr>
            <a:xfrm>
              <a:off x="5377186" y="51994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8" name="pt1248"/>
            <p:cNvSpPr/>
            <p:nvPr/>
          </p:nvSpPr>
          <p:spPr>
            <a:xfrm>
              <a:off x="5877968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9" name="pt1249"/>
            <p:cNvSpPr/>
            <p:nvPr/>
          </p:nvSpPr>
          <p:spPr>
            <a:xfrm>
              <a:off x="5104032" y="512816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0" name="pt1250"/>
            <p:cNvSpPr/>
            <p:nvPr/>
          </p:nvSpPr>
          <p:spPr>
            <a:xfrm>
              <a:off x="6014545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1" name="pt1251"/>
            <p:cNvSpPr/>
            <p:nvPr/>
          </p:nvSpPr>
          <p:spPr>
            <a:xfrm>
              <a:off x="6697430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2" name="pt1252"/>
            <p:cNvSpPr/>
            <p:nvPr/>
          </p:nvSpPr>
          <p:spPr>
            <a:xfrm>
              <a:off x="5240609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3" name="pt1253"/>
            <p:cNvSpPr/>
            <p:nvPr/>
          </p:nvSpPr>
          <p:spPr>
            <a:xfrm>
              <a:off x="5741391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4" name="pt1254"/>
            <p:cNvSpPr/>
            <p:nvPr/>
          </p:nvSpPr>
          <p:spPr>
            <a:xfrm>
              <a:off x="5331660" y="50568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5" name="pt1255"/>
            <p:cNvSpPr/>
            <p:nvPr/>
          </p:nvSpPr>
          <p:spPr>
            <a:xfrm>
              <a:off x="5650340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6" name="pt1256"/>
            <p:cNvSpPr/>
            <p:nvPr/>
          </p:nvSpPr>
          <p:spPr>
            <a:xfrm>
              <a:off x="5331660" y="50568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7" name="pt1257"/>
            <p:cNvSpPr/>
            <p:nvPr/>
          </p:nvSpPr>
          <p:spPr>
            <a:xfrm>
              <a:off x="5422712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8" name="pt1258"/>
            <p:cNvSpPr/>
            <p:nvPr/>
          </p:nvSpPr>
          <p:spPr>
            <a:xfrm>
              <a:off x="5832443" y="481916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9" name="pt1259"/>
            <p:cNvSpPr/>
            <p:nvPr/>
          </p:nvSpPr>
          <p:spPr>
            <a:xfrm>
              <a:off x="6469802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0" name="pt1260"/>
            <p:cNvSpPr/>
            <p:nvPr/>
          </p:nvSpPr>
          <p:spPr>
            <a:xfrm>
              <a:off x="5786917" y="522324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1" name="pt1261"/>
            <p:cNvSpPr/>
            <p:nvPr/>
          </p:nvSpPr>
          <p:spPr>
            <a:xfrm>
              <a:off x="5286135" y="472408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2" name="pt1262"/>
            <p:cNvSpPr/>
            <p:nvPr/>
          </p:nvSpPr>
          <p:spPr>
            <a:xfrm>
              <a:off x="5240609" y="500931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3" name="pt1263"/>
            <p:cNvSpPr/>
            <p:nvPr/>
          </p:nvSpPr>
          <p:spPr>
            <a:xfrm>
              <a:off x="5923494" y="446261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4" name="pt1264"/>
            <p:cNvSpPr/>
            <p:nvPr/>
          </p:nvSpPr>
          <p:spPr>
            <a:xfrm>
              <a:off x="4830878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5" name="pt1265"/>
            <p:cNvSpPr/>
            <p:nvPr/>
          </p:nvSpPr>
          <p:spPr>
            <a:xfrm>
              <a:off x="5923494" y="441507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6" name="pt1266"/>
            <p:cNvSpPr/>
            <p:nvPr/>
          </p:nvSpPr>
          <p:spPr>
            <a:xfrm>
              <a:off x="5012981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7" name="pt1267"/>
            <p:cNvSpPr/>
            <p:nvPr/>
          </p:nvSpPr>
          <p:spPr>
            <a:xfrm>
              <a:off x="5331660" y="489046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8" name="pt1268"/>
            <p:cNvSpPr/>
            <p:nvPr/>
          </p:nvSpPr>
          <p:spPr>
            <a:xfrm>
              <a:off x="4512198" y="55560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9" name="pt1269"/>
            <p:cNvSpPr/>
            <p:nvPr/>
          </p:nvSpPr>
          <p:spPr>
            <a:xfrm>
              <a:off x="5786917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0" name="pt1270"/>
            <p:cNvSpPr/>
            <p:nvPr/>
          </p:nvSpPr>
          <p:spPr>
            <a:xfrm>
              <a:off x="6287699" y="412983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1" name="pt1271"/>
            <p:cNvSpPr/>
            <p:nvPr/>
          </p:nvSpPr>
          <p:spPr>
            <a:xfrm>
              <a:off x="5923494" y="441507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2" name="pt1272"/>
            <p:cNvSpPr/>
            <p:nvPr/>
          </p:nvSpPr>
          <p:spPr>
            <a:xfrm>
              <a:off x="6424276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3" name="pt1273"/>
            <p:cNvSpPr/>
            <p:nvPr/>
          </p:nvSpPr>
          <p:spPr>
            <a:xfrm>
              <a:off x="4967455" y="55560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4" name="pt1274"/>
            <p:cNvSpPr/>
            <p:nvPr/>
          </p:nvSpPr>
          <p:spPr>
            <a:xfrm>
              <a:off x="5468237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5" name="pt1275"/>
            <p:cNvSpPr/>
            <p:nvPr/>
          </p:nvSpPr>
          <p:spPr>
            <a:xfrm>
              <a:off x="5149558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6" name="pt1276"/>
            <p:cNvSpPr/>
            <p:nvPr/>
          </p:nvSpPr>
          <p:spPr>
            <a:xfrm>
              <a:off x="5650340" y="467654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7" name="pt1277"/>
            <p:cNvSpPr/>
            <p:nvPr/>
          </p:nvSpPr>
          <p:spPr>
            <a:xfrm>
              <a:off x="6560853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8" name="pt1278"/>
            <p:cNvSpPr/>
            <p:nvPr/>
          </p:nvSpPr>
          <p:spPr>
            <a:xfrm>
              <a:off x="5422712" y="472408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9" name="pt1279"/>
            <p:cNvSpPr/>
            <p:nvPr/>
          </p:nvSpPr>
          <p:spPr>
            <a:xfrm>
              <a:off x="5104032" y="51994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0" name="pt1280"/>
            <p:cNvSpPr/>
            <p:nvPr/>
          </p:nvSpPr>
          <p:spPr>
            <a:xfrm>
              <a:off x="5923494" y="40585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1" name="pt1281"/>
            <p:cNvSpPr/>
            <p:nvPr/>
          </p:nvSpPr>
          <p:spPr>
            <a:xfrm>
              <a:off x="6651905" y="377328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2" name="pt1282"/>
            <p:cNvSpPr/>
            <p:nvPr/>
          </p:nvSpPr>
          <p:spPr>
            <a:xfrm>
              <a:off x="5923494" y="40585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3" name="pt1283"/>
            <p:cNvSpPr/>
            <p:nvPr/>
          </p:nvSpPr>
          <p:spPr>
            <a:xfrm>
              <a:off x="5468237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4" name="pt1284"/>
            <p:cNvSpPr/>
            <p:nvPr/>
          </p:nvSpPr>
          <p:spPr>
            <a:xfrm>
              <a:off x="5786917" y="408229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5" name="pt1285"/>
            <p:cNvSpPr/>
            <p:nvPr/>
          </p:nvSpPr>
          <p:spPr>
            <a:xfrm>
              <a:off x="5286135" y="44863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6" name="pt1286"/>
            <p:cNvSpPr/>
            <p:nvPr/>
          </p:nvSpPr>
          <p:spPr>
            <a:xfrm>
              <a:off x="6060071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7" name="pt1287"/>
            <p:cNvSpPr/>
            <p:nvPr/>
          </p:nvSpPr>
          <p:spPr>
            <a:xfrm>
              <a:off x="5650340" y="429622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8" name="pt1288"/>
            <p:cNvSpPr/>
            <p:nvPr/>
          </p:nvSpPr>
          <p:spPr>
            <a:xfrm>
              <a:off x="6196648" y="422491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9" name="pt1289"/>
            <p:cNvSpPr/>
            <p:nvPr/>
          </p:nvSpPr>
          <p:spPr>
            <a:xfrm>
              <a:off x="6287699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0" name="pt1290"/>
            <p:cNvSpPr/>
            <p:nvPr/>
          </p:nvSpPr>
          <p:spPr>
            <a:xfrm>
              <a:off x="6651905" y="384459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1" name="pt1291"/>
            <p:cNvSpPr/>
            <p:nvPr/>
          </p:nvSpPr>
          <p:spPr>
            <a:xfrm>
              <a:off x="6151122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2" name="pt1292"/>
            <p:cNvSpPr/>
            <p:nvPr/>
          </p:nvSpPr>
          <p:spPr>
            <a:xfrm>
              <a:off x="6014545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3" name="pt1293"/>
            <p:cNvSpPr/>
            <p:nvPr/>
          </p:nvSpPr>
          <p:spPr>
            <a:xfrm>
              <a:off x="6014545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4" name="pt1294"/>
            <p:cNvSpPr/>
            <p:nvPr/>
          </p:nvSpPr>
          <p:spPr>
            <a:xfrm>
              <a:off x="6560853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5" name="pt1295"/>
            <p:cNvSpPr/>
            <p:nvPr/>
          </p:nvSpPr>
          <p:spPr>
            <a:xfrm>
              <a:off x="5832443" y="455769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6" name="pt1296"/>
            <p:cNvSpPr/>
            <p:nvPr/>
          </p:nvSpPr>
          <p:spPr>
            <a:xfrm>
              <a:off x="5286135" y="524701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7" name="pt1297"/>
            <p:cNvSpPr/>
            <p:nvPr/>
          </p:nvSpPr>
          <p:spPr>
            <a:xfrm>
              <a:off x="6651905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8" name="pt1298"/>
            <p:cNvSpPr/>
            <p:nvPr/>
          </p:nvSpPr>
          <p:spPr>
            <a:xfrm>
              <a:off x="5422712" y="55560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9" name="pt1299"/>
            <p:cNvSpPr/>
            <p:nvPr/>
          </p:nvSpPr>
          <p:spPr>
            <a:xfrm>
              <a:off x="6196648" y="422491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0" name="pt1300"/>
            <p:cNvSpPr/>
            <p:nvPr/>
          </p:nvSpPr>
          <p:spPr>
            <a:xfrm>
              <a:off x="6287699" y="422491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1" name="pt1301"/>
            <p:cNvSpPr/>
            <p:nvPr/>
          </p:nvSpPr>
          <p:spPr>
            <a:xfrm>
              <a:off x="6287699" y="412983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2" name="pt1302"/>
            <p:cNvSpPr/>
            <p:nvPr/>
          </p:nvSpPr>
          <p:spPr>
            <a:xfrm>
              <a:off x="6151122" y="408229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3" name="pt1303"/>
            <p:cNvSpPr/>
            <p:nvPr/>
          </p:nvSpPr>
          <p:spPr>
            <a:xfrm>
              <a:off x="6333225" y="427245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4" name="pt1304"/>
            <p:cNvSpPr/>
            <p:nvPr/>
          </p:nvSpPr>
          <p:spPr>
            <a:xfrm>
              <a:off x="5559289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5" name="pt1305"/>
            <p:cNvSpPr/>
            <p:nvPr/>
          </p:nvSpPr>
          <p:spPr>
            <a:xfrm>
              <a:off x="5468237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6" name="pt1306"/>
            <p:cNvSpPr/>
            <p:nvPr/>
          </p:nvSpPr>
          <p:spPr>
            <a:xfrm>
              <a:off x="5104032" y="479539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7" name="pt1307"/>
            <p:cNvSpPr/>
            <p:nvPr/>
          </p:nvSpPr>
          <p:spPr>
            <a:xfrm>
              <a:off x="5604814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8" name="pt1308"/>
            <p:cNvSpPr/>
            <p:nvPr/>
          </p:nvSpPr>
          <p:spPr>
            <a:xfrm>
              <a:off x="5195083" y="489046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9" name="pt1309"/>
            <p:cNvSpPr/>
            <p:nvPr/>
          </p:nvSpPr>
          <p:spPr>
            <a:xfrm>
              <a:off x="6606379" y="384459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0" name="pt1310"/>
            <p:cNvSpPr/>
            <p:nvPr/>
          </p:nvSpPr>
          <p:spPr>
            <a:xfrm>
              <a:off x="5422712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1" name="pt1311"/>
            <p:cNvSpPr/>
            <p:nvPr/>
          </p:nvSpPr>
          <p:spPr>
            <a:xfrm>
              <a:off x="5786917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2" name="pt1312"/>
            <p:cNvSpPr/>
            <p:nvPr/>
          </p:nvSpPr>
          <p:spPr>
            <a:xfrm>
              <a:off x="5832443" y="431999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3" name="pt1313"/>
            <p:cNvSpPr/>
            <p:nvPr/>
          </p:nvSpPr>
          <p:spPr>
            <a:xfrm>
              <a:off x="6105597" y="460523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4" name="pt1314"/>
            <p:cNvSpPr/>
            <p:nvPr/>
          </p:nvSpPr>
          <p:spPr>
            <a:xfrm>
              <a:off x="5468237" y="427245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5" name="pt1315"/>
            <p:cNvSpPr/>
            <p:nvPr/>
          </p:nvSpPr>
          <p:spPr>
            <a:xfrm>
              <a:off x="5240609" y="49142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6" name="pt1316"/>
            <p:cNvSpPr/>
            <p:nvPr/>
          </p:nvSpPr>
          <p:spPr>
            <a:xfrm>
              <a:off x="6105597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7" name="pt1317"/>
            <p:cNvSpPr/>
            <p:nvPr/>
          </p:nvSpPr>
          <p:spPr>
            <a:xfrm>
              <a:off x="5832443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8" name="pt1318"/>
            <p:cNvSpPr/>
            <p:nvPr/>
          </p:nvSpPr>
          <p:spPr>
            <a:xfrm>
              <a:off x="5377186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9" name="pt1319"/>
            <p:cNvSpPr/>
            <p:nvPr/>
          </p:nvSpPr>
          <p:spPr>
            <a:xfrm>
              <a:off x="5422712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0" name="pt1320"/>
            <p:cNvSpPr/>
            <p:nvPr/>
          </p:nvSpPr>
          <p:spPr>
            <a:xfrm>
              <a:off x="5377186" y="51994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1" name="pt1321"/>
            <p:cNvSpPr/>
            <p:nvPr/>
          </p:nvSpPr>
          <p:spPr>
            <a:xfrm>
              <a:off x="5331660" y="486670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2" name="pt1322"/>
            <p:cNvSpPr/>
            <p:nvPr/>
          </p:nvSpPr>
          <p:spPr>
            <a:xfrm>
              <a:off x="5149558" y="481916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3" name="pt1323"/>
            <p:cNvSpPr/>
            <p:nvPr/>
          </p:nvSpPr>
          <p:spPr>
            <a:xfrm>
              <a:off x="5877968" y="481916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4" name="pt1324"/>
            <p:cNvSpPr/>
            <p:nvPr/>
          </p:nvSpPr>
          <p:spPr>
            <a:xfrm>
              <a:off x="5195083" y="493800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5" name="pt1325"/>
            <p:cNvSpPr/>
            <p:nvPr/>
          </p:nvSpPr>
          <p:spPr>
            <a:xfrm>
              <a:off x="6606379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6" name="pt1326"/>
            <p:cNvSpPr/>
            <p:nvPr/>
          </p:nvSpPr>
          <p:spPr>
            <a:xfrm>
              <a:off x="5422712" y="479539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7" name="pt1327"/>
            <p:cNvSpPr/>
            <p:nvPr/>
          </p:nvSpPr>
          <p:spPr>
            <a:xfrm>
              <a:off x="6651905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8" name="pt1328"/>
            <p:cNvSpPr/>
            <p:nvPr/>
          </p:nvSpPr>
          <p:spPr>
            <a:xfrm>
              <a:off x="4921929" y="53420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9" name="pt1329"/>
            <p:cNvSpPr/>
            <p:nvPr/>
          </p:nvSpPr>
          <p:spPr>
            <a:xfrm>
              <a:off x="5377186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0" name="pt1330"/>
            <p:cNvSpPr/>
            <p:nvPr/>
          </p:nvSpPr>
          <p:spPr>
            <a:xfrm>
              <a:off x="5331660" y="49142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1" name="pt1331"/>
            <p:cNvSpPr/>
            <p:nvPr/>
          </p:nvSpPr>
          <p:spPr>
            <a:xfrm>
              <a:off x="5513763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2" name="pt1332"/>
            <p:cNvSpPr/>
            <p:nvPr/>
          </p:nvSpPr>
          <p:spPr>
            <a:xfrm>
              <a:off x="5240609" y="515193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3" name="pt1333"/>
            <p:cNvSpPr/>
            <p:nvPr/>
          </p:nvSpPr>
          <p:spPr>
            <a:xfrm>
              <a:off x="6697430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4" name="pt1334"/>
            <p:cNvSpPr/>
            <p:nvPr/>
          </p:nvSpPr>
          <p:spPr>
            <a:xfrm>
              <a:off x="5377186" y="508062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5" name="pt1335"/>
            <p:cNvSpPr/>
            <p:nvPr/>
          </p:nvSpPr>
          <p:spPr>
            <a:xfrm>
              <a:off x="5650340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6" name="pt1336"/>
            <p:cNvSpPr/>
            <p:nvPr/>
          </p:nvSpPr>
          <p:spPr>
            <a:xfrm>
              <a:off x="5240609" y="59838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7" name="pt1337"/>
            <p:cNvSpPr/>
            <p:nvPr/>
          </p:nvSpPr>
          <p:spPr>
            <a:xfrm>
              <a:off x="5513763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8" name="pt1338"/>
            <p:cNvSpPr/>
            <p:nvPr/>
          </p:nvSpPr>
          <p:spPr>
            <a:xfrm>
              <a:off x="6060071" y="415360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9" name="pt1339"/>
            <p:cNvSpPr/>
            <p:nvPr/>
          </p:nvSpPr>
          <p:spPr>
            <a:xfrm>
              <a:off x="5286135" y="474785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0" name="pt1340"/>
            <p:cNvSpPr/>
            <p:nvPr/>
          </p:nvSpPr>
          <p:spPr>
            <a:xfrm>
              <a:off x="5559289" y="451015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1" name="pt1341"/>
            <p:cNvSpPr/>
            <p:nvPr/>
          </p:nvSpPr>
          <p:spPr>
            <a:xfrm>
              <a:off x="5877968" y="427245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2" name="pt1342"/>
            <p:cNvSpPr/>
            <p:nvPr/>
          </p:nvSpPr>
          <p:spPr>
            <a:xfrm>
              <a:off x="5923494" y="40109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3" name="pt1343"/>
            <p:cNvSpPr/>
            <p:nvPr/>
          </p:nvSpPr>
          <p:spPr>
            <a:xfrm>
              <a:off x="6242174" y="427245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4" name="pt1344"/>
            <p:cNvSpPr/>
            <p:nvPr/>
          </p:nvSpPr>
          <p:spPr>
            <a:xfrm>
              <a:off x="5104032" y="522324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5" name="pt1345"/>
            <p:cNvSpPr/>
            <p:nvPr/>
          </p:nvSpPr>
          <p:spPr>
            <a:xfrm>
              <a:off x="5877968" y="455769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6" name="pt1346"/>
            <p:cNvSpPr/>
            <p:nvPr/>
          </p:nvSpPr>
          <p:spPr>
            <a:xfrm>
              <a:off x="5377186" y="53420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7" name="pt1347"/>
            <p:cNvSpPr/>
            <p:nvPr/>
          </p:nvSpPr>
          <p:spPr>
            <a:xfrm>
              <a:off x="6060071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8" name="pt1348"/>
            <p:cNvSpPr/>
            <p:nvPr/>
          </p:nvSpPr>
          <p:spPr>
            <a:xfrm>
              <a:off x="5559289" y="43437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9" name="pt1349"/>
            <p:cNvSpPr/>
            <p:nvPr/>
          </p:nvSpPr>
          <p:spPr>
            <a:xfrm>
              <a:off x="5468237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0" name="pt1350"/>
            <p:cNvSpPr/>
            <p:nvPr/>
          </p:nvSpPr>
          <p:spPr>
            <a:xfrm>
              <a:off x="5195083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1" name="pt1351"/>
            <p:cNvSpPr/>
            <p:nvPr/>
          </p:nvSpPr>
          <p:spPr>
            <a:xfrm>
              <a:off x="4830878" y="581749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2" name="pt1352"/>
            <p:cNvSpPr/>
            <p:nvPr/>
          </p:nvSpPr>
          <p:spPr>
            <a:xfrm>
              <a:off x="6060071" y="446261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3" name="pt1353"/>
            <p:cNvSpPr/>
            <p:nvPr/>
          </p:nvSpPr>
          <p:spPr>
            <a:xfrm>
              <a:off x="6469802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4" name="pt1354"/>
            <p:cNvSpPr/>
            <p:nvPr/>
          </p:nvSpPr>
          <p:spPr>
            <a:xfrm>
              <a:off x="5377186" y="493800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5" name="pt1355"/>
            <p:cNvSpPr/>
            <p:nvPr/>
          </p:nvSpPr>
          <p:spPr>
            <a:xfrm>
              <a:off x="5422712" y="508062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6" name="pt1356"/>
            <p:cNvSpPr/>
            <p:nvPr/>
          </p:nvSpPr>
          <p:spPr>
            <a:xfrm>
              <a:off x="5877968" y="44863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7" name="pt1357"/>
            <p:cNvSpPr/>
            <p:nvPr/>
          </p:nvSpPr>
          <p:spPr>
            <a:xfrm>
              <a:off x="6287699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8" name="pt1358"/>
            <p:cNvSpPr/>
            <p:nvPr/>
          </p:nvSpPr>
          <p:spPr>
            <a:xfrm>
              <a:off x="6014545" y="455769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9" name="pt1359"/>
            <p:cNvSpPr/>
            <p:nvPr/>
          </p:nvSpPr>
          <p:spPr>
            <a:xfrm>
              <a:off x="6560853" y="40109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0" name="pt1360"/>
            <p:cNvSpPr/>
            <p:nvPr/>
          </p:nvSpPr>
          <p:spPr>
            <a:xfrm>
              <a:off x="5650340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1" name="pt1361"/>
            <p:cNvSpPr/>
            <p:nvPr/>
          </p:nvSpPr>
          <p:spPr>
            <a:xfrm>
              <a:off x="6060071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2" name="pt1362"/>
            <p:cNvSpPr/>
            <p:nvPr/>
          </p:nvSpPr>
          <p:spPr>
            <a:xfrm>
              <a:off x="6879533" y="384459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3" name="pt1363"/>
            <p:cNvSpPr/>
            <p:nvPr/>
          </p:nvSpPr>
          <p:spPr>
            <a:xfrm>
              <a:off x="5695866" y="479539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4" name="pt1364"/>
            <p:cNvSpPr/>
            <p:nvPr/>
          </p:nvSpPr>
          <p:spPr>
            <a:xfrm>
              <a:off x="5195083" y="515193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5" name="pt1365"/>
            <p:cNvSpPr/>
            <p:nvPr/>
          </p:nvSpPr>
          <p:spPr>
            <a:xfrm>
              <a:off x="5741391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6" name="pt1366"/>
            <p:cNvSpPr/>
            <p:nvPr/>
          </p:nvSpPr>
          <p:spPr>
            <a:xfrm>
              <a:off x="5969020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7" name="pt1367"/>
            <p:cNvSpPr/>
            <p:nvPr/>
          </p:nvSpPr>
          <p:spPr>
            <a:xfrm>
              <a:off x="6606379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8" name="pt1368"/>
            <p:cNvSpPr/>
            <p:nvPr/>
          </p:nvSpPr>
          <p:spPr>
            <a:xfrm>
              <a:off x="5331660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9" name="pt1369"/>
            <p:cNvSpPr/>
            <p:nvPr/>
          </p:nvSpPr>
          <p:spPr>
            <a:xfrm>
              <a:off x="5286135" y="53420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0" name="pt1370"/>
            <p:cNvSpPr/>
            <p:nvPr/>
          </p:nvSpPr>
          <p:spPr>
            <a:xfrm>
              <a:off x="5104032" y="522324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1" name="pt1371"/>
            <p:cNvSpPr/>
            <p:nvPr/>
          </p:nvSpPr>
          <p:spPr>
            <a:xfrm>
              <a:off x="6424276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2" name="pt1372"/>
            <p:cNvSpPr/>
            <p:nvPr/>
          </p:nvSpPr>
          <p:spPr>
            <a:xfrm>
              <a:off x="4967455" y="531832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3" name="pt1373"/>
            <p:cNvSpPr/>
            <p:nvPr/>
          </p:nvSpPr>
          <p:spPr>
            <a:xfrm>
              <a:off x="5286135" y="538963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4" name="pt1374"/>
            <p:cNvSpPr/>
            <p:nvPr/>
          </p:nvSpPr>
          <p:spPr>
            <a:xfrm>
              <a:off x="6834007" y="384459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5" name="pt1375"/>
            <p:cNvSpPr/>
            <p:nvPr/>
          </p:nvSpPr>
          <p:spPr>
            <a:xfrm>
              <a:off x="4830878" y="51994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6" name="pt1376"/>
            <p:cNvSpPr/>
            <p:nvPr/>
          </p:nvSpPr>
          <p:spPr>
            <a:xfrm>
              <a:off x="5104032" y="579372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7" name="pt1377"/>
            <p:cNvSpPr/>
            <p:nvPr/>
          </p:nvSpPr>
          <p:spPr>
            <a:xfrm>
              <a:off x="6242174" y="415360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8" name="pt1378"/>
            <p:cNvSpPr/>
            <p:nvPr/>
          </p:nvSpPr>
          <p:spPr>
            <a:xfrm>
              <a:off x="6196648" y="451015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9" name="pt1379"/>
            <p:cNvSpPr/>
            <p:nvPr/>
          </p:nvSpPr>
          <p:spPr>
            <a:xfrm>
              <a:off x="5832443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0" name="pt1380"/>
            <p:cNvSpPr/>
            <p:nvPr/>
          </p:nvSpPr>
          <p:spPr>
            <a:xfrm>
              <a:off x="5058506" y="517570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1" name="pt1381"/>
            <p:cNvSpPr/>
            <p:nvPr/>
          </p:nvSpPr>
          <p:spPr>
            <a:xfrm>
              <a:off x="5832443" y="43437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2" name="pt1382"/>
            <p:cNvSpPr/>
            <p:nvPr/>
          </p:nvSpPr>
          <p:spPr>
            <a:xfrm>
              <a:off x="5741391" y="415360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3" name="pt1383"/>
            <p:cNvSpPr/>
            <p:nvPr/>
          </p:nvSpPr>
          <p:spPr>
            <a:xfrm>
              <a:off x="5604814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4" name="pt1384"/>
            <p:cNvSpPr/>
            <p:nvPr/>
          </p:nvSpPr>
          <p:spPr>
            <a:xfrm>
              <a:off x="6014545" y="44863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5" name="pt1385"/>
            <p:cNvSpPr/>
            <p:nvPr/>
          </p:nvSpPr>
          <p:spPr>
            <a:xfrm>
              <a:off x="5604814" y="431999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6" name="pt1386"/>
            <p:cNvSpPr/>
            <p:nvPr/>
          </p:nvSpPr>
          <p:spPr>
            <a:xfrm>
              <a:off x="5149558" y="576995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7" name="tx1387"/>
            <p:cNvSpPr/>
            <p:nvPr/>
          </p:nvSpPr>
          <p:spPr>
            <a:xfrm>
              <a:off x="4515114" y="3710652"/>
              <a:ext cx="91715" cy="909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1388" name="tx1388"/>
            <p:cNvSpPr/>
            <p:nvPr/>
          </p:nvSpPr>
          <p:spPr>
            <a:xfrm>
              <a:off x="4620465" y="3675101"/>
              <a:ext cx="49441" cy="63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389" name="tx1389"/>
            <p:cNvSpPr/>
            <p:nvPr/>
          </p:nvSpPr>
          <p:spPr>
            <a:xfrm>
              <a:off x="4669907" y="3801561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390" name="tx1390"/>
            <p:cNvSpPr/>
            <p:nvPr/>
          </p:nvSpPr>
          <p:spPr>
            <a:xfrm>
              <a:off x="4704696" y="3763548"/>
              <a:ext cx="74166" cy="380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1391" name="tx1391"/>
            <p:cNvSpPr/>
            <p:nvPr/>
          </p:nvSpPr>
          <p:spPr>
            <a:xfrm>
              <a:off x="4778862" y="3801561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392" name="tx1392"/>
            <p:cNvSpPr/>
            <p:nvPr/>
          </p:nvSpPr>
          <p:spPr>
            <a:xfrm>
              <a:off x="4813651" y="3708667"/>
              <a:ext cx="247178" cy="9289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0.73</a:t>
              </a:r>
            </a:p>
          </p:txBody>
        </p:sp>
        <p:sp>
          <p:nvSpPr>
            <p:cNvPr id="1393" name="pl1393"/>
            <p:cNvSpPr/>
            <p:nvPr/>
          </p:nvSpPr>
          <p:spPr>
            <a:xfrm>
              <a:off x="4498269" y="3533908"/>
              <a:ext cx="2708362" cy="2094008"/>
            </a:xfrm>
            <a:custGeom>
              <a:avLst/>
              <a:gdLst/>
              <a:ahLst/>
              <a:cxnLst/>
              <a:rect l="0" t="0" r="0" b="0"/>
              <a:pathLst>
                <a:path w="2708362" h="2094008">
                  <a:moveTo>
                    <a:pt x="0" y="2094008"/>
                  </a:moveTo>
                  <a:lnTo>
                    <a:pt x="38034" y="2064602"/>
                  </a:lnTo>
                  <a:lnTo>
                    <a:pt x="76068" y="2035195"/>
                  </a:lnTo>
                  <a:lnTo>
                    <a:pt x="114102" y="2005788"/>
                  </a:lnTo>
                  <a:lnTo>
                    <a:pt x="152136" y="1976382"/>
                  </a:lnTo>
                  <a:lnTo>
                    <a:pt x="190170" y="1946975"/>
                  </a:lnTo>
                  <a:lnTo>
                    <a:pt x="228204" y="1917569"/>
                  </a:lnTo>
                  <a:lnTo>
                    <a:pt x="266238" y="1888162"/>
                  </a:lnTo>
                  <a:lnTo>
                    <a:pt x="304272" y="1858755"/>
                  </a:lnTo>
                  <a:lnTo>
                    <a:pt x="342306" y="1829349"/>
                  </a:lnTo>
                  <a:lnTo>
                    <a:pt x="380340" y="1799942"/>
                  </a:lnTo>
                  <a:lnTo>
                    <a:pt x="418375" y="1770536"/>
                  </a:lnTo>
                  <a:lnTo>
                    <a:pt x="456409" y="1741129"/>
                  </a:lnTo>
                  <a:lnTo>
                    <a:pt x="494443" y="1711722"/>
                  </a:lnTo>
                  <a:lnTo>
                    <a:pt x="532477" y="1682316"/>
                  </a:lnTo>
                  <a:lnTo>
                    <a:pt x="570511" y="1652909"/>
                  </a:lnTo>
                  <a:lnTo>
                    <a:pt x="608545" y="1623503"/>
                  </a:lnTo>
                  <a:lnTo>
                    <a:pt x="646579" y="1594096"/>
                  </a:lnTo>
                  <a:lnTo>
                    <a:pt x="684613" y="1564689"/>
                  </a:lnTo>
                  <a:lnTo>
                    <a:pt x="722647" y="1535283"/>
                  </a:lnTo>
                  <a:lnTo>
                    <a:pt x="760681" y="1505876"/>
                  </a:lnTo>
                  <a:lnTo>
                    <a:pt x="798716" y="1476470"/>
                  </a:lnTo>
                  <a:lnTo>
                    <a:pt x="836750" y="1447063"/>
                  </a:lnTo>
                  <a:lnTo>
                    <a:pt x="874784" y="1417656"/>
                  </a:lnTo>
                  <a:lnTo>
                    <a:pt x="912818" y="1388250"/>
                  </a:lnTo>
                  <a:lnTo>
                    <a:pt x="950852" y="1358843"/>
                  </a:lnTo>
                  <a:lnTo>
                    <a:pt x="988886" y="1329437"/>
                  </a:lnTo>
                  <a:lnTo>
                    <a:pt x="1026920" y="1300030"/>
                  </a:lnTo>
                  <a:lnTo>
                    <a:pt x="1064954" y="1270623"/>
                  </a:lnTo>
                  <a:lnTo>
                    <a:pt x="1102988" y="1241217"/>
                  </a:lnTo>
                  <a:lnTo>
                    <a:pt x="1141022" y="1211810"/>
                  </a:lnTo>
                  <a:lnTo>
                    <a:pt x="1179057" y="1182404"/>
                  </a:lnTo>
                  <a:lnTo>
                    <a:pt x="1217091" y="1152997"/>
                  </a:lnTo>
                  <a:lnTo>
                    <a:pt x="1255125" y="1123590"/>
                  </a:lnTo>
                  <a:lnTo>
                    <a:pt x="1293159" y="1094184"/>
                  </a:lnTo>
                  <a:lnTo>
                    <a:pt x="1331193" y="1064777"/>
                  </a:lnTo>
                  <a:lnTo>
                    <a:pt x="1369227" y="1035371"/>
                  </a:lnTo>
                  <a:lnTo>
                    <a:pt x="1407261" y="1005964"/>
                  </a:lnTo>
                  <a:lnTo>
                    <a:pt x="1445295" y="976557"/>
                  </a:lnTo>
                  <a:lnTo>
                    <a:pt x="1483329" y="947151"/>
                  </a:lnTo>
                  <a:lnTo>
                    <a:pt x="1521363" y="917744"/>
                  </a:lnTo>
                  <a:lnTo>
                    <a:pt x="1559398" y="888338"/>
                  </a:lnTo>
                  <a:lnTo>
                    <a:pt x="1597432" y="858931"/>
                  </a:lnTo>
                  <a:lnTo>
                    <a:pt x="1635466" y="829524"/>
                  </a:lnTo>
                  <a:lnTo>
                    <a:pt x="1673500" y="800118"/>
                  </a:lnTo>
                  <a:lnTo>
                    <a:pt x="1711534" y="770711"/>
                  </a:lnTo>
                  <a:lnTo>
                    <a:pt x="1749568" y="741305"/>
                  </a:lnTo>
                  <a:lnTo>
                    <a:pt x="1787602" y="711898"/>
                  </a:lnTo>
                  <a:lnTo>
                    <a:pt x="1825636" y="682491"/>
                  </a:lnTo>
                  <a:lnTo>
                    <a:pt x="1863670" y="653085"/>
                  </a:lnTo>
                  <a:lnTo>
                    <a:pt x="1901704" y="623678"/>
                  </a:lnTo>
                  <a:lnTo>
                    <a:pt x="1939739" y="594272"/>
                  </a:lnTo>
                  <a:lnTo>
                    <a:pt x="1977773" y="564865"/>
                  </a:lnTo>
                  <a:lnTo>
                    <a:pt x="2015807" y="535458"/>
                  </a:lnTo>
                  <a:lnTo>
                    <a:pt x="2053841" y="506052"/>
                  </a:lnTo>
                  <a:lnTo>
                    <a:pt x="2091875" y="476645"/>
                  </a:lnTo>
                  <a:lnTo>
                    <a:pt x="2129909" y="447239"/>
                  </a:lnTo>
                  <a:lnTo>
                    <a:pt x="2167943" y="417832"/>
                  </a:lnTo>
                  <a:lnTo>
                    <a:pt x="2205977" y="388425"/>
                  </a:lnTo>
                  <a:lnTo>
                    <a:pt x="2244011" y="359019"/>
                  </a:lnTo>
                  <a:lnTo>
                    <a:pt x="2282045" y="329612"/>
                  </a:lnTo>
                  <a:lnTo>
                    <a:pt x="2320080" y="300206"/>
                  </a:lnTo>
                  <a:lnTo>
                    <a:pt x="2358114" y="270799"/>
                  </a:lnTo>
                  <a:lnTo>
                    <a:pt x="2396148" y="241392"/>
                  </a:lnTo>
                  <a:lnTo>
                    <a:pt x="2434182" y="211986"/>
                  </a:lnTo>
                  <a:lnTo>
                    <a:pt x="2472216" y="182579"/>
                  </a:lnTo>
                  <a:lnTo>
                    <a:pt x="2510250" y="153173"/>
                  </a:lnTo>
                  <a:lnTo>
                    <a:pt x="2548284" y="123766"/>
                  </a:lnTo>
                  <a:lnTo>
                    <a:pt x="2586318" y="94359"/>
                  </a:lnTo>
                  <a:lnTo>
                    <a:pt x="2624352" y="64953"/>
                  </a:lnTo>
                  <a:lnTo>
                    <a:pt x="2662386" y="35546"/>
                  </a:lnTo>
                  <a:lnTo>
                    <a:pt x="2700421" y="6140"/>
                  </a:lnTo>
                  <a:lnTo>
                    <a:pt x="2708362" y="0"/>
                  </a:lnTo>
                </a:path>
              </a:pathLst>
            </a:custGeom>
            <a:ln w="34492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4" name="pl1394"/>
            <p:cNvSpPr/>
            <p:nvPr/>
          </p:nvSpPr>
          <p:spPr>
            <a:xfrm>
              <a:off x="8124181" y="2960435"/>
              <a:ext cx="3705789" cy="0"/>
            </a:xfrm>
            <a:custGeom>
              <a:avLst/>
              <a:gdLst/>
              <a:ahLst/>
              <a:cxnLst/>
              <a:rect l="0" t="0" r="0" b="0"/>
              <a:pathLst>
                <a:path w="3705789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5" name="pl1395"/>
            <p:cNvSpPr/>
            <p:nvPr/>
          </p:nvSpPr>
          <p:spPr>
            <a:xfrm>
              <a:off x="8124181" y="2247340"/>
              <a:ext cx="3705789" cy="0"/>
            </a:xfrm>
            <a:custGeom>
              <a:avLst/>
              <a:gdLst/>
              <a:ahLst/>
              <a:cxnLst/>
              <a:rect l="0" t="0" r="0" b="0"/>
              <a:pathLst>
                <a:path w="3705789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6" name="pl1396"/>
            <p:cNvSpPr/>
            <p:nvPr/>
          </p:nvSpPr>
          <p:spPr>
            <a:xfrm>
              <a:off x="8124181" y="1534245"/>
              <a:ext cx="3705789" cy="0"/>
            </a:xfrm>
            <a:custGeom>
              <a:avLst/>
              <a:gdLst/>
              <a:ahLst/>
              <a:cxnLst/>
              <a:rect l="0" t="0" r="0" b="0"/>
              <a:pathLst>
                <a:path w="3705789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7" name="pl1397"/>
            <p:cNvSpPr/>
            <p:nvPr/>
          </p:nvSpPr>
          <p:spPr>
            <a:xfrm>
              <a:off x="8124181" y="821150"/>
              <a:ext cx="3705789" cy="0"/>
            </a:xfrm>
            <a:custGeom>
              <a:avLst/>
              <a:gdLst/>
              <a:ahLst/>
              <a:cxnLst/>
              <a:rect l="0" t="0" r="0" b="0"/>
              <a:pathLst>
                <a:path w="3705789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8" name="pl1398"/>
            <p:cNvSpPr/>
            <p:nvPr/>
          </p:nvSpPr>
          <p:spPr>
            <a:xfrm>
              <a:off x="8854109" y="621484"/>
              <a:ext cx="0" cy="2823856"/>
            </a:xfrm>
            <a:custGeom>
              <a:avLst/>
              <a:gdLst/>
              <a:ahLst/>
              <a:cxnLst/>
              <a:rect l="0" t="0" r="0" b="0"/>
              <a:pathLst>
                <a:path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9" name="pl1399"/>
            <p:cNvSpPr/>
            <p:nvPr/>
          </p:nvSpPr>
          <p:spPr>
            <a:xfrm>
              <a:off x="9977076" y="621484"/>
              <a:ext cx="0" cy="2823856"/>
            </a:xfrm>
            <a:custGeom>
              <a:avLst/>
              <a:gdLst/>
              <a:ahLst/>
              <a:cxnLst/>
              <a:rect l="0" t="0" r="0" b="0"/>
              <a:pathLst>
                <a:path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0" name="pl1400"/>
            <p:cNvSpPr/>
            <p:nvPr/>
          </p:nvSpPr>
          <p:spPr>
            <a:xfrm>
              <a:off x="11100042" y="621484"/>
              <a:ext cx="0" cy="2823856"/>
            </a:xfrm>
            <a:custGeom>
              <a:avLst/>
              <a:gdLst/>
              <a:ahLst/>
              <a:cxnLst/>
              <a:rect l="0" t="0" r="0" b="0"/>
              <a:pathLst>
                <a:path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1" name="pl1401"/>
            <p:cNvSpPr/>
            <p:nvPr/>
          </p:nvSpPr>
          <p:spPr>
            <a:xfrm>
              <a:off x="8124181" y="3316983"/>
              <a:ext cx="3705789" cy="0"/>
            </a:xfrm>
            <a:custGeom>
              <a:avLst/>
              <a:gdLst/>
              <a:ahLst/>
              <a:cxnLst/>
              <a:rect l="0" t="0" r="0" b="0"/>
              <a:pathLst>
                <a:path w="3705789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2" name="pl1402"/>
            <p:cNvSpPr/>
            <p:nvPr/>
          </p:nvSpPr>
          <p:spPr>
            <a:xfrm>
              <a:off x="8124181" y="2603888"/>
              <a:ext cx="3705789" cy="0"/>
            </a:xfrm>
            <a:custGeom>
              <a:avLst/>
              <a:gdLst/>
              <a:ahLst/>
              <a:cxnLst/>
              <a:rect l="0" t="0" r="0" b="0"/>
              <a:pathLst>
                <a:path w="3705789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3" name="pl1403"/>
            <p:cNvSpPr/>
            <p:nvPr/>
          </p:nvSpPr>
          <p:spPr>
            <a:xfrm>
              <a:off x="8124181" y="1890793"/>
              <a:ext cx="3705789" cy="0"/>
            </a:xfrm>
            <a:custGeom>
              <a:avLst/>
              <a:gdLst/>
              <a:ahLst/>
              <a:cxnLst/>
              <a:rect l="0" t="0" r="0" b="0"/>
              <a:pathLst>
                <a:path w="3705789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4" name="pl1404"/>
            <p:cNvSpPr/>
            <p:nvPr/>
          </p:nvSpPr>
          <p:spPr>
            <a:xfrm>
              <a:off x="8124181" y="1177698"/>
              <a:ext cx="3705789" cy="0"/>
            </a:xfrm>
            <a:custGeom>
              <a:avLst/>
              <a:gdLst/>
              <a:ahLst/>
              <a:cxnLst/>
              <a:rect l="0" t="0" r="0" b="0"/>
              <a:pathLst>
                <a:path w="3705789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5" name="pl1405"/>
            <p:cNvSpPr/>
            <p:nvPr/>
          </p:nvSpPr>
          <p:spPr>
            <a:xfrm>
              <a:off x="8292626" y="621484"/>
              <a:ext cx="0" cy="2823856"/>
            </a:xfrm>
            <a:custGeom>
              <a:avLst/>
              <a:gdLst/>
              <a:ahLst/>
              <a:cxnLst/>
              <a:rect l="0" t="0" r="0" b="0"/>
              <a:pathLst>
                <a:path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6" name="pl1406"/>
            <p:cNvSpPr/>
            <p:nvPr/>
          </p:nvSpPr>
          <p:spPr>
            <a:xfrm>
              <a:off x="9415593" y="621484"/>
              <a:ext cx="0" cy="2823856"/>
            </a:xfrm>
            <a:custGeom>
              <a:avLst/>
              <a:gdLst/>
              <a:ahLst/>
              <a:cxnLst/>
              <a:rect l="0" t="0" r="0" b="0"/>
              <a:pathLst>
                <a:path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7" name="pl1407"/>
            <p:cNvSpPr/>
            <p:nvPr/>
          </p:nvSpPr>
          <p:spPr>
            <a:xfrm>
              <a:off x="10538559" y="621484"/>
              <a:ext cx="0" cy="2823856"/>
            </a:xfrm>
            <a:custGeom>
              <a:avLst/>
              <a:gdLst/>
              <a:ahLst/>
              <a:cxnLst/>
              <a:rect l="0" t="0" r="0" b="0"/>
              <a:pathLst>
                <a:path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8" name="pl1408"/>
            <p:cNvSpPr/>
            <p:nvPr/>
          </p:nvSpPr>
          <p:spPr>
            <a:xfrm>
              <a:off x="11661525" y="621484"/>
              <a:ext cx="0" cy="2823856"/>
            </a:xfrm>
            <a:custGeom>
              <a:avLst/>
              <a:gdLst/>
              <a:ahLst/>
              <a:cxnLst/>
              <a:rect l="0" t="0" r="0" b="0"/>
              <a:pathLst>
                <a:path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9" name="pt1409"/>
            <p:cNvSpPr/>
            <p:nvPr/>
          </p:nvSpPr>
          <p:spPr>
            <a:xfrm>
              <a:off x="10282369" y="12887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0" name="pt1410"/>
            <p:cNvSpPr/>
            <p:nvPr/>
          </p:nvSpPr>
          <p:spPr>
            <a:xfrm>
              <a:off x="11180742" y="860863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1" name="pt1411"/>
            <p:cNvSpPr/>
            <p:nvPr/>
          </p:nvSpPr>
          <p:spPr>
            <a:xfrm>
              <a:off x="9608589" y="140756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2" name="pt1412"/>
            <p:cNvSpPr/>
            <p:nvPr/>
          </p:nvSpPr>
          <p:spPr>
            <a:xfrm>
              <a:off x="8934809" y="26436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3" name="pt1413"/>
            <p:cNvSpPr/>
            <p:nvPr/>
          </p:nvSpPr>
          <p:spPr>
            <a:xfrm>
              <a:off x="9383996" y="181165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4" name="pt1414"/>
            <p:cNvSpPr/>
            <p:nvPr/>
          </p:nvSpPr>
          <p:spPr>
            <a:xfrm>
              <a:off x="8710216" y="273868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5" name="pt1415"/>
            <p:cNvSpPr/>
            <p:nvPr/>
          </p:nvSpPr>
          <p:spPr>
            <a:xfrm>
              <a:off x="8934809" y="204935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6" name="pt1416"/>
            <p:cNvSpPr/>
            <p:nvPr/>
          </p:nvSpPr>
          <p:spPr>
            <a:xfrm>
              <a:off x="10057776" y="15026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7" name="pt1417"/>
            <p:cNvSpPr/>
            <p:nvPr/>
          </p:nvSpPr>
          <p:spPr>
            <a:xfrm>
              <a:off x="8934809" y="23583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8" name="pt1418"/>
            <p:cNvSpPr/>
            <p:nvPr/>
          </p:nvSpPr>
          <p:spPr>
            <a:xfrm>
              <a:off x="10057776" y="15739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9" name="pt1419"/>
            <p:cNvSpPr/>
            <p:nvPr/>
          </p:nvSpPr>
          <p:spPr>
            <a:xfrm>
              <a:off x="9383996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0" name="pt1420"/>
            <p:cNvSpPr/>
            <p:nvPr/>
          </p:nvSpPr>
          <p:spPr>
            <a:xfrm>
              <a:off x="8934809" y="18591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1" name="pt1421"/>
            <p:cNvSpPr/>
            <p:nvPr/>
          </p:nvSpPr>
          <p:spPr>
            <a:xfrm>
              <a:off x="10506962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2" name="pt1422"/>
            <p:cNvSpPr/>
            <p:nvPr/>
          </p:nvSpPr>
          <p:spPr>
            <a:xfrm>
              <a:off x="9608589" y="18591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3" name="pt1423"/>
            <p:cNvSpPr/>
            <p:nvPr/>
          </p:nvSpPr>
          <p:spPr>
            <a:xfrm>
              <a:off x="10506962" y="12887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4" name="pt1424"/>
            <p:cNvSpPr/>
            <p:nvPr/>
          </p:nvSpPr>
          <p:spPr>
            <a:xfrm>
              <a:off x="10057776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5" name="pt1425"/>
            <p:cNvSpPr/>
            <p:nvPr/>
          </p:nvSpPr>
          <p:spPr>
            <a:xfrm>
              <a:off x="8485623" y="309522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6" name="pt1426"/>
            <p:cNvSpPr/>
            <p:nvPr/>
          </p:nvSpPr>
          <p:spPr>
            <a:xfrm>
              <a:off x="9383996" y="15739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7" name="pt1427"/>
            <p:cNvSpPr/>
            <p:nvPr/>
          </p:nvSpPr>
          <p:spPr>
            <a:xfrm>
              <a:off x="8485623" y="254852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8" name="pt1428"/>
            <p:cNvSpPr/>
            <p:nvPr/>
          </p:nvSpPr>
          <p:spPr>
            <a:xfrm>
              <a:off x="10506962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9" name="pt1429"/>
            <p:cNvSpPr/>
            <p:nvPr/>
          </p:nvSpPr>
          <p:spPr>
            <a:xfrm>
              <a:off x="8934809" y="269114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0" name="pt1430"/>
            <p:cNvSpPr/>
            <p:nvPr/>
          </p:nvSpPr>
          <p:spPr>
            <a:xfrm>
              <a:off x="9159403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1" name="pt1431"/>
            <p:cNvSpPr/>
            <p:nvPr/>
          </p:nvSpPr>
          <p:spPr>
            <a:xfrm>
              <a:off x="10506962" y="102725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2" name="pt1432"/>
            <p:cNvSpPr/>
            <p:nvPr/>
          </p:nvSpPr>
          <p:spPr>
            <a:xfrm>
              <a:off x="8261030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3" name="pt1433"/>
            <p:cNvSpPr/>
            <p:nvPr/>
          </p:nvSpPr>
          <p:spPr>
            <a:xfrm>
              <a:off x="10956149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4" name="pt1434"/>
            <p:cNvSpPr/>
            <p:nvPr/>
          </p:nvSpPr>
          <p:spPr>
            <a:xfrm>
              <a:off x="8934809" y="223951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5" name="pt1435"/>
            <p:cNvSpPr/>
            <p:nvPr/>
          </p:nvSpPr>
          <p:spPr>
            <a:xfrm>
              <a:off x="8485623" y="285752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6" name="pt1436"/>
            <p:cNvSpPr/>
            <p:nvPr/>
          </p:nvSpPr>
          <p:spPr>
            <a:xfrm>
              <a:off x="9833183" y="11461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7" name="pt1437"/>
            <p:cNvSpPr/>
            <p:nvPr/>
          </p:nvSpPr>
          <p:spPr>
            <a:xfrm>
              <a:off x="8261030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8" name="pt1438"/>
            <p:cNvSpPr/>
            <p:nvPr/>
          </p:nvSpPr>
          <p:spPr>
            <a:xfrm>
              <a:off x="8710216" y="193050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9" name="pt1439"/>
            <p:cNvSpPr/>
            <p:nvPr/>
          </p:nvSpPr>
          <p:spPr>
            <a:xfrm>
              <a:off x="10282369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0" name="pt1440"/>
            <p:cNvSpPr/>
            <p:nvPr/>
          </p:nvSpPr>
          <p:spPr>
            <a:xfrm>
              <a:off x="8485623" y="231082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1" name="pt1441"/>
            <p:cNvSpPr/>
            <p:nvPr/>
          </p:nvSpPr>
          <p:spPr>
            <a:xfrm>
              <a:off x="8261030" y="32140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2" name="pt1442"/>
            <p:cNvSpPr/>
            <p:nvPr/>
          </p:nvSpPr>
          <p:spPr>
            <a:xfrm>
              <a:off x="8261030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3" name="pt1443"/>
            <p:cNvSpPr/>
            <p:nvPr/>
          </p:nvSpPr>
          <p:spPr>
            <a:xfrm>
              <a:off x="8485623" y="30714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4" name="pt1444"/>
            <p:cNvSpPr/>
            <p:nvPr/>
          </p:nvSpPr>
          <p:spPr>
            <a:xfrm>
              <a:off x="8934809" y="209689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5" name="pt1445"/>
            <p:cNvSpPr/>
            <p:nvPr/>
          </p:nvSpPr>
          <p:spPr>
            <a:xfrm>
              <a:off x="8485623" y="228705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6" name="pt1446"/>
            <p:cNvSpPr/>
            <p:nvPr/>
          </p:nvSpPr>
          <p:spPr>
            <a:xfrm>
              <a:off x="9833183" y="162149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7" name="pt1447"/>
            <p:cNvSpPr/>
            <p:nvPr/>
          </p:nvSpPr>
          <p:spPr>
            <a:xfrm>
              <a:off x="9383996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8" name="pt1448"/>
            <p:cNvSpPr/>
            <p:nvPr/>
          </p:nvSpPr>
          <p:spPr>
            <a:xfrm>
              <a:off x="9159403" y="204935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9" name="pt1449"/>
            <p:cNvSpPr/>
            <p:nvPr/>
          </p:nvSpPr>
          <p:spPr>
            <a:xfrm>
              <a:off x="10731556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0" name="pt1450"/>
            <p:cNvSpPr/>
            <p:nvPr/>
          </p:nvSpPr>
          <p:spPr>
            <a:xfrm>
              <a:off x="10956149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1" name="pt1451"/>
            <p:cNvSpPr/>
            <p:nvPr/>
          </p:nvSpPr>
          <p:spPr>
            <a:xfrm>
              <a:off x="8934809" y="214443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2" name="pt1452"/>
            <p:cNvSpPr/>
            <p:nvPr/>
          </p:nvSpPr>
          <p:spPr>
            <a:xfrm>
              <a:off x="8485623" y="257229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3" name="pt1453"/>
            <p:cNvSpPr/>
            <p:nvPr/>
          </p:nvSpPr>
          <p:spPr>
            <a:xfrm>
              <a:off x="8710216" y="202558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4" name="pt1454"/>
            <p:cNvSpPr/>
            <p:nvPr/>
          </p:nvSpPr>
          <p:spPr>
            <a:xfrm>
              <a:off x="9383996" y="228705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5" name="pt1455"/>
            <p:cNvSpPr/>
            <p:nvPr/>
          </p:nvSpPr>
          <p:spPr>
            <a:xfrm>
              <a:off x="8710216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6" name="pt1456"/>
            <p:cNvSpPr/>
            <p:nvPr/>
          </p:nvSpPr>
          <p:spPr>
            <a:xfrm>
              <a:off x="10282369" y="102725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7" name="pt1457"/>
            <p:cNvSpPr/>
            <p:nvPr/>
          </p:nvSpPr>
          <p:spPr>
            <a:xfrm>
              <a:off x="9833183" y="223951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8" name="pt1458"/>
            <p:cNvSpPr/>
            <p:nvPr/>
          </p:nvSpPr>
          <p:spPr>
            <a:xfrm>
              <a:off x="10956149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9" name="pt1459"/>
            <p:cNvSpPr/>
            <p:nvPr/>
          </p:nvSpPr>
          <p:spPr>
            <a:xfrm>
              <a:off x="8710216" y="269114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0" name="pt1460"/>
            <p:cNvSpPr/>
            <p:nvPr/>
          </p:nvSpPr>
          <p:spPr>
            <a:xfrm>
              <a:off x="9159403" y="212066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1" name="pt1461"/>
            <p:cNvSpPr/>
            <p:nvPr/>
          </p:nvSpPr>
          <p:spPr>
            <a:xfrm>
              <a:off x="10506962" y="932173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2" name="pt1462"/>
            <p:cNvSpPr/>
            <p:nvPr/>
          </p:nvSpPr>
          <p:spPr>
            <a:xfrm>
              <a:off x="9159403" y="193050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3" name="pt1463"/>
            <p:cNvSpPr/>
            <p:nvPr/>
          </p:nvSpPr>
          <p:spPr>
            <a:xfrm>
              <a:off x="9159403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4" name="pt1464"/>
            <p:cNvSpPr/>
            <p:nvPr/>
          </p:nvSpPr>
          <p:spPr>
            <a:xfrm>
              <a:off x="9608589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5" name="pt1465"/>
            <p:cNvSpPr/>
            <p:nvPr/>
          </p:nvSpPr>
          <p:spPr>
            <a:xfrm>
              <a:off x="8485623" y="228705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6" name="pt1466"/>
            <p:cNvSpPr/>
            <p:nvPr/>
          </p:nvSpPr>
          <p:spPr>
            <a:xfrm>
              <a:off x="10506962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7" name="pt1467"/>
            <p:cNvSpPr/>
            <p:nvPr/>
          </p:nvSpPr>
          <p:spPr>
            <a:xfrm>
              <a:off x="8485623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8" name="pt1468"/>
            <p:cNvSpPr/>
            <p:nvPr/>
          </p:nvSpPr>
          <p:spPr>
            <a:xfrm>
              <a:off x="8934809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9" name="pt1469"/>
            <p:cNvSpPr/>
            <p:nvPr/>
          </p:nvSpPr>
          <p:spPr>
            <a:xfrm>
              <a:off x="8261030" y="302391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0" name="pt1470"/>
            <p:cNvSpPr/>
            <p:nvPr/>
          </p:nvSpPr>
          <p:spPr>
            <a:xfrm>
              <a:off x="8485623" y="219197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1" name="pt1471"/>
            <p:cNvSpPr/>
            <p:nvPr/>
          </p:nvSpPr>
          <p:spPr>
            <a:xfrm>
              <a:off x="8261030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2" name="pt1472"/>
            <p:cNvSpPr/>
            <p:nvPr/>
          </p:nvSpPr>
          <p:spPr>
            <a:xfrm>
              <a:off x="8934809" y="212066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3" name="pt1473"/>
            <p:cNvSpPr/>
            <p:nvPr/>
          </p:nvSpPr>
          <p:spPr>
            <a:xfrm>
              <a:off x="9383996" y="176411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4" name="pt1474"/>
            <p:cNvSpPr/>
            <p:nvPr/>
          </p:nvSpPr>
          <p:spPr>
            <a:xfrm>
              <a:off x="8485623" y="314276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5" name="pt1475"/>
            <p:cNvSpPr/>
            <p:nvPr/>
          </p:nvSpPr>
          <p:spPr>
            <a:xfrm>
              <a:off x="9608589" y="14313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6" name="pt1476"/>
            <p:cNvSpPr/>
            <p:nvPr/>
          </p:nvSpPr>
          <p:spPr>
            <a:xfrm>
              <a:off x="8710216" y="261983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7" name="pt1477"/>
            <p:cNvSpPr/>
            <p:nvPr/>
          </p:nvSpPr>
          <p:spPr>
            <a:xfrm>
              <a:off x="9159403" y="23583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8" name="pt1478"/>
            <p:cNvSpPr/>
            <p:nvPr/>
          </p:nvSpPr>
          <p:spPr>
            <a:xfrm>
              <a:off x="9159403" y="15026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9" name="pt1479"/>
            <p:cNvSpPr/>
            <p:nvPr/>
          </p:nvSpPr>
          <p:spPr>
            <a:xfrm>
              <a:off x="8934809" y="204935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0" name="pt1480"/>
            <p:cNvSpPr/>
            <p:nvPr/>
          </p:nvSpPr>
          <p:spPr>
            <a:xfrm>
              <a:off x="8710216" y="240590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1" name="pt1481"/>
            <p:cNvSpPr/>
            <p:nvPr/>
          </p:nvSpPr>
          <p:spPr>
            <a:xfrm>
              <a:off x="8710216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2" name="pt1482"/>
            <p:cNvSpPr/>
            <p:nvPr/>
          </p:nvSpPr>
          <p:spPr>
            <a:xfrm>
              <a:off x="8485623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3" name="pt1483"/>
            <p:cNvSpPr/>
            <p:nvPr/>
          </p:nvSpPr>
          <p:spPr>
            <a:xfrm>
              <a:off x="8261030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4" name="pt1484"/>
            <p:cNvSpPr/>
            <p:nvPr/>
          </p:nvSpPr>
          <p:spPr>
            <a:xfrm>
              <a:off x="9383996" y="119364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5" name="pt1485"/>
            <p:cNvSpPr/>
            <p:nvPr/>
          </p:nvSpPr>
          <p:spPr>
            <a:xfrm>
              <a:off x="9833183" y="164526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6" name="pt1486"/>
            <p:cNvSpPr/>
            <p:nvPr/>
          </p:nvSpPr>
          <p:spPr>
            <a:xfrm>
              <a:off x="8934809" y="23583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7" name="pt1487"/>
            <p:cNvSpPr/>
            <p:nvPr/>
          </p:nvSpPr>
          <p:spPr>
            <a:xfrm>
              <a:off x="8261030" y="247721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8" name="pt1488"/>
            <p:cNvSpPr/>
            <p:nvPr/>
          </p:nvSpPr>
          <p:spPr>
            <a:xfrm>
              <a:off x="8710216" y="269114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9" name="pt1489"/>
            <p:cNvSpPr/>
            <p:nvPr/>
          </p:nvSpPr>
          <p:spPr>
            <a:xfrm>
              <a:off x="8261030" y="319030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0" name="pt1490"/>
            <p:cNvSpPr/>
            <p:nvPr/>
          </p:nvSpPr>
          <p:spPr>
            <a:xfrm>
              <a:off x="9383996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1" name="pt1491"/>
            <p:cNvSpPr/>
            <p:nvPr/>
          </p:nvSpPr>
          <p:spPr>
            <a:xfrm>
              <a:off x="8485623" y="32140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2" name="pt1492"/>
            <p:cNvSpPr/>
            <p:nvPr/>
          </p:nvSpPr>
          <p:spPr>
            <a:xfrm>
              <a:off x="8710216" y="280998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3" name="pt1493"/>
            <p:cNvSpPr/>
            <p:nvPr/>
          </p:nvSpPr>
          <p:spPr>
            <a:xfrm>
              <a:off x="9383996" y="124118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4" name="pt1494"/>
            <p:cNvSpPr/>
            <p:nvPr/>
          </p:nvSpPr>
          <p:spPr>
            <a:xfrm>
              <a:off x="9159403" y="188296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5" name="pt1495"/>
            <p:cNvSpPr/>
            <p:nvPr/>
          </p:nvSpPr>
          <p:spPr>
            <a:xfrm>
              <a:off x="10057776" y="116987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6" name="pt1496"/>
            <p:cNvSpPr/>
            <p:nvPr/>
          </p:nvSpPr>
          <p:spPr>
            <a:xfrm>
              <a:off x="9383996" y="18591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7" name="pt1497"/>
            <p:cNvSpPr/>
            <p:nvPr/>
          </p:nvSpPr>
          <p:spPr>
            <a:xfrm>
              <a:off x="9608589" y="23583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8" name="pt1498"/>
            <p:cNvSpPr/>
            <p:nvPr/>
          </p:nvSpPr>
          <p:spPr>
            <a:xfrm>
              <a:off x="8261030" y="314276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9" name="pt1499"/>
            <p:cNvSpPr/>
            <p:nvPr/>
          </p:nvSpPr>
          <p:spPr>
            <a:xfrm>
              <a:off x="8934809" y="197804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0" name="pt1500"/>
            <p:cNvSpPr/>
            <p:nvPr/>
          </p:nvSpPr>
          <p:spPr>
            <a:xfrm>
              <a:off x="10282369" y="214443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1" name="pt1501"/>
            <p:cNvSpPr/>
            <p:nvPr/>
          </p:nvSpPr>
          <p:spPr>
            <a:xfrm>
              <a:off x="8485623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2" name="pt1502"/>
            <p:cNvSpPr/>
            <p:nvPr/>
          </p:nvSpPr>
          <p:spPr>
            <a:xfrm>
              <a:off x="8261030" y="26436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3" name="pt1503"/>
            <p:cNvSpPr/>
            <p:nvPr/>
          </p:nvSpPr>
          <p:spPr>
            <a:xfrm>
              <a:off x="8261030" y="295260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4" name="pt1504"/>
            <p:cNvSpPr/>
            <p:nvPr/>
          </p:nvSpPr>
          <p:spPr>
            <a:xfrm>
              <a:off x="10731556" y="932173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5" name="pt1505"/>
            <p:cNvSpPr/>
            <p:nvPr/>
          </p:nvSpPr>
          <p:spPr>
            <a:xfrm>
              <a:off x="9608589" y="140756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6" name="pt1506"/>
            <p:cNvSpPr/>
            <p:nvPr/>
          </p:nvSpPr>
          <p:spPr>
            <a:xfrm>
              <a:off x="8485623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7" name="pt1507"/>
            <p:cNvSpPr/>
            <p:nvPr/>
          </p:nvSpPr>
          <p:spPr>
            <a:xfrm>
              <a:off x="8485623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8" name="pt1508"/>
            <p:cNvSpPr/>
            <p:nvPr/>
          </p:nvSpPr>
          <p:spPr>
            <a:xfrm>
              <a:off x="8934809" y="193050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9" name="pt1509"/>
            <p:cNvSpPr/>
            <p:nvPr/>
          </p:nvSpPr>
          <p:spPr>
            <a:xfrm>
              <a:off x="8934809" y="280998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0" name="pt1510"/>
            <p:cNvSpPr/>
            <p:nvPr/>
          </p:nvSpPr>
          <p:spPr>
            <a:xfrm>
              <a:off x="9383996" y="223951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1" name="pt1511"/>
            <p:cNvSpPr/>
            <p:nvPr/>
          </p:nvSpPr>
          <p:spPr>
            <a:xfrm>
              <a:off x="8710216" y="245344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2" name="pt1512"/>
            <p:cNvSpPr/>
            <p:nvPr/>
          </p:nvSpPr>
          <p:spPr>
            <a:xfrm>
              <a:off x="9383996" y="145510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3" name="pt1513"/>
            <p:cNvSpPr/>
            <p:nvPr/>
          </p:nvSpPr>
          <p:spPr>
            <a:xfrm>
              <a:off x="10506962" y="107479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4" name="pt1514"/>
            <p:cNvSpPr/>
            <p:nvPr/>
          </p:nvSpPr>
          <p:spPr>
            <a:xfrm>
              <a:off x="9833183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5" name="pt1515"/>
            <p:cNvSpPr/>
            <p:nvPr/>
          </p:nvSpPr>
          <p:spPr>
            <a:xfrm>
              <a:off x="8485623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6" name="pt1516"/>
            <p:cNvSpPr/>
            <p:nvPr/>
          </p:nvSpPr>
          <p:spPr>
            <a:xfrm>
              <a:off x="9833183" y="14313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7" name="pt1517"/>
            <p:cNvSpPr/>
            <p:nvPr/>
          </p:nvSpPr>
          <p:spPr>
            <a:xfrm>
              <a:off x="8710216" y="188296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8" name="pt1518"/>
            <p:cNvSpPr/>
            <p:nvPr/>
          </p:nvSpPr>
          <p:spPr>
            <a:xfrm>
              <a:off x="10057776" y="107479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9" name="pt1519"/>
            <p:cNvSpPr/>
            <p:nvPr/>
          </p:nvSpPr>
          <p:spPr>
            <a:xfrm>
              <a:off x="8710216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0" name="pt1520"/>
            <p:cNvSpPr/>
            <p:nvPr/>
          </p:nvSpPr>
          <p:spPr>
            <a:xfrm>
              <a:off x="8934809" y="18591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1" name="pt1521"/>
            <p:cNvSpPr/>
            <p:nvPr/>
          </p:nvSpPr>
          <p:spPr>
            <a:xfrm>
              <a:off x="10956149" y="932173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2" name="pt1522"/>
            <p:cNvSpPr/>
            <p:nvPr/>
          </p:nvSpPr>
          <p:spPr>
            <a:xfrm>
              <a:off x="8261030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3" name="pt1523"/>
            <p:cNvSpPr/>
            <p:nvPr/>
          </p:nvSpPr>
          <p:spPr>
            <a:xfrm>
              <a:off x="10282369" y="107479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4" name="pt1524"/>
            <p:cNvSpPr/>
            <p:nvPr/>
          </p:nvSpPr>
          <p:spPr>
            <a:xfrm>
              <a:off x="11405336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5" name="pt1525"/>
            <p:cNvSpPr/>
            <p:nvPr/>
          </p:nvSpPr>
          <p:spPr>
            <a:xfrm>
              <a:off x="8261030" y="29288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6" name="pt1526"/>
            <p:cNvSpPr/>
            <p:nvPr/>
          </p:nvSpPr>
          <p:spPr>
            <a:xfrm>
              <a:off x="8485623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7" name="pt1527"/>
            <p:cNvSpPr/>
            <p:nvPr/>
          </p:nvSpPr>
          <p:spPr>
            <a:xfrm>
              <a:off x="8710216" y="18591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8" name="pt1528"/>
            <p:cNvSpPr/>
            <p:nvPr/>
          </p:nvSpPr>
          <p:spPr>
            <a:xfrm>
              <a:off x="8934809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9" name="pt1529"/>
            <p:cNvSpPr/>
            <p:nvPr/>
          </p:nvSpPr>
          <p:spPr>
            <a:xfrm>
              <a:off x="8934809" y="15739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0" name="pt1530"/>
            <p:cNvSpPr/>
            <p:nvPr/>
          </p:nvSpPr>
          <p:spPr>
            <a:xfrm>
              <a:off x="9159403" y="178788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1" name="pt1531"/>
            <p:cNvSpPr/>
            <p:nvPr/>
          </p:nvSpPr>
          <p:spPr>
            <a:xfrm>
              <a:off x="8261030" y="285752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2" name="pt1532"/>
            <p:cNvSpPr/>
            <p:nvPr/>
          </p:nvSpPr>
          <p:spPr>
            <a:xfrm>
              <a:off x="9159403" y="17165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3" name="pt1533"/>
            <p:cNvSpPr/>
            <p:nvPr/>
          </p:nvSpPr>
          <p:spPr>
            <a:xfrm>
              <a:off x="9608589" y="164526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4" name="pt1534"/>
            <p:cNvSpPr/>
            <p:nvPr/>
          </p:nvSpPr>
          <p:spPr>
            <a:xfrm>
              <a:off x="8710216" y="29288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5" name="pt1535"/>
            <p:cNvSpPr/>
            <p:nvPr/>
          </p:nvSpPr>
          <p:spPr>
            <a:xfrm>
              <a:off x="8261030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6" name="pt1536"/>
            <p:cNvSpPr/>
            <p:nvPr/>
          </p:nvSpPr>
          <p:spPr>
            <a:xfrm>
              <a:off x="8261030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7" name="pt1537"/>
            <p:cNvSpPr/>
            <p:nvPr/>
          </p:nvSpPr>
          <p:spPr>
            <a:xfrm>
              <a:off x="8485623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8" name="pt1538"/>
            <p:cNvSpPr/>
            <p:nvPr/>
          </p:nvSpPr>
          <p:spPr>
            <a:xfrm>
              <a:off x="9833183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9" name="pt1539"/>
            <p:cNvSpPr/>
            <p:nvPr/>
          </p:nvSpPr>
          <p:spPr>
            <a:xfrm>
              <a:off x="8934809" y="214443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0" name="pt1540"/>
            <p:cNvSpPr/>
            <p:nvPr/>
          </p:nvSpPr>
          <p:spPr>
            <a:xfrm>
              <a:off x="9159403" y="178788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1" name="pt1541"/>
            <p:cNvSpPr/>
            <p:nvPr/>
          </p:nvSpPr>
          <p:spPr>
            <a:xfrm>
              <a:off x="8710216" y="26436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2" name="pt1542"/>
            <p:cNvSpPr/>
            <p:nvPr/>
          </p:nvSpPr>
          <p:spPr>
            <a:xfrm>
              <a:off x="8710216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3" name="pt1543"/>
            <p:cNvSpPr/>
            <p:nvPr/>
          </p:nvSpPr>
          <p:spPr>
            <a:xfrm>
              <a:off x="8934809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4" name="pt1544"/>
            <p:cNvSpPr/>
            <p:nvPr/>
          </p:nvSpPr>
          <p:spPr>
            <a:xfrm>
              <a:off x="8261030" y="314276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5" name="pt1545"/>
            <p:cNvSpPr/>
            <p:nvPr/>
          </p:nvSpPr>
          <p:spPr>
            <a:xfrm>
              <a:off x="8261030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6" name="pt1546"/>
            <p:cNvSpPr/>
            <p:nvPr/>
          </p:nvSpPr>
          <p:spPr>
            <a:xfrm>
              <a:off x="9383996" y="15026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7" name="pt1547"/>
            <p:cNvSpPr/>
            <p:nvPr/>
          </p:nvSpPr>
          <p:spPr>
            <a:xfrm>
              <a:off x="9159403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8" name="pt1548"/>
            <p:cNvSpPr/>
            <p:nvPr/>
          </p:nvSpPr>
          <p:spPr>
            <a:xfrm>
              <a:off x="8261030" y="29288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9" name="pt1549"/>
            <p:cNvSpPr/>
            <p:nvPr/>
          </p:nvSpPr>
          <p:spPr>
            <a:xfrm>
              <a:off x="9833183" y="13600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0" name="pt1550"/>
            <p:cNvSpPr/>
            <p:nvPr/>
          </p:nvSpPr>
          <p:spPr>
            <a:xfrm>
              <a:off x="8485623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1" name="pt1551"/>
            <p:cNvSpPr/>
            <p:nvPr/>
          </p:nvSpPr>
          <p:spPr>
            <a:xfrm>
              <a:off x="8261030" y="26436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2" name="pt1552"/>
            <p:cNvSpPr/>
            <p:nvPr/>
          </p:nvSpPr>
          <p:spPr>
            <a:xfrm>
              <a:off x="9383996" y="12174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3" name="pt1553"/>
            <p:cNvSpPr/>
            <p:nvPr/>
          </p:nvSpPr>
          <p:spPr>
            <a:xfrm>
              <a:off x="8934809" y="23583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4" name="pt1554"/>
            <p:cNvSpPr/>
            <p:nvPr/>
          </p:nvSpPr>
          <p:spPr>
            <a:xfrm>
              <a:off x="8934809" y="178788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5" name="pt1555"/>
            <p:cNvSpPr/>
            <p:nvPr/>
          </p:nvSpPr>
          <p:spPr>
            <a:xfrm>
              <a:off x="9159403" y="164526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6" name="pt1556"/>
            <p:cNvSpPr/>
            <p:nvPr/>
          </p:nvSpPr>
          <p:spPr>
            <a:xfrm>
              <a:off x="9159403" y="12887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7" name="pt1557"/>
            <p:cNvSpPr/>
            <p:nvPr/>
          </p:nvSpPr>
          <p:spPr>
            <a:xfrm>
              <a:off x="8261030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8" name="pt1558"/>
            <p:cNvSpPr/>
            <p:nvPr/>
          </p:nvSpPr>
          <p:spPr>
            <a:xfrm>
              <a:off x="8261030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9" name="pt1559"/>
            <p:cNvSpPr/>
            <p:nvPr/>
          </p:nvSpPr>
          <p:spPr>
            <a:xfrm>
              <a:off x="8261030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0" name="pt1560"/>
            <p:cNvSpPr/>
            <p:nvPr/>
          </p:nvSpPr>
          <p:spPr>
            <a:xfrm>
              <a:off x="9608589" y="14313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1" name="pt1561"/>
            <p:cNvSpPr/>
            <p:nvPr/>
          </p:nvSpPr>
          <p:spPr>
            <a:xfrm>
              <a:off x="8261030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2" name="pt1562"/>
            <p:cNvSpPr/>
            <p:nvPr/>
          </p:nvSpPr>
          <p:spPr>
            <a:xfrm>
              <a:off x="8261030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3" name="pt1563"/>
            <p:cNvSpPr/>
            <p:nvPr/>
          </p:nvSpPr>
          <p:spPr>
            <a:xfrm>
              <a:off x="8934809" y="193050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4" name="pt1564"/>
            <p:cNvSpPr/>
            <p:nvPr/>
          </p:nvSpPr>
          <p:spPr>
            <a:xfrm>
              <a:off x="8261030" y="314276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5" name="pt1565"/>
            <p:cNvSpPr/>
            <p:nvPr/>
          </p:nvSpPr>
          <p:spPr>
            <a:xfrm>
              <a:off x="9159403" y="15026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6" name="pt1566"/>
            <p:cNvSpPr/>
            <p:nvPr/>
          </p:nvSpPr>
          <p:spPr>
            <a:xfrm>
              <a:off x="10506962" y="107479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7" name="pt1567"/>
            <p:cNvSpPr/>
            <p:nvPr/>
          </p:nvSpPr>
          <p:spPr>
            <a:xfrm>
              <a:off x="8261030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8" name="pt1568"/>
            <p:cNvSpPr/>
            <p:nvPr/>
          </p:nvSpPr>
          <p:spPr>
            <a:xfrm>
              <a:off x="9159403" y="11461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9" name="pt1569"/>
            <p:cNvSpPr/>
            <p:nvPr/>
          </p:nvSpPr>
          <p:spPr>
            <a:xfrm>
              <a:off x="9608589" y="15026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0" name="pt1570"/>
            <p:cNvSpPr/>
            <p:nvPr/>
          </p:nvSpPr>
          <p:spPr>
            <a:xfrm>
              <a:off x="8934809" y="15739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1" name="pt1571"/>
            <p:cNvSpPr/>
            <p:nvPr/>
          </p:nvSpPr>
          <p:spPr>
            <a:xfrm>
              <a:off x="8261030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2" name="pt1572"/>
            <p:cNvSpPr/>
            <p:nvPr/>
          </p:nvSpPr>
          <p:spPr>
            <a:xfrm>
              <a:off x="8261030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3" name="pt1573"/>
            <p:cNvSpPr/>
            <p:nvPr/>
          </p:nvSpPr>
          <p:spPr>
            <a:xfrm>
              <a:off x="9159403" y="15026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4" name="pt1574"/>
            <p:cNvSpPr/>
            <p:nvPr/>
          </p:nvSpPr>
          <p:spPr>
            <a:xfrm>
              <a:off x="8934809" y="228705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5" name="pt1575"/>
            <p:cNvSpPr/>
            <p:nvPr/>
          </p:nvSpPr>
          <p:spPr>
            <a:xfrm>
              <a:off x="8710216" y="238213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6" name="pt1576"/>
            <p:cNvSpPr/>
            <p:nvPr/>
          </p:nvSpPr>
          <p:spPr>
            <a:xfrm>
              <a:off x="9383996" y="164526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7" name="pt1577"/>
            <p:cNvSpPr/>
            <p:nvPr/>
          </p:nvSpPr>
          <p:spPr>
            <a:xfrm>
              <a:off x="8261030" y="26436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8" name="pt1578"/>
            <p:cNvSpPr/>
            <p:nvPr/>
          </p:nvSpPr>
          <p:spPr>
            <a:xfrm>
              <a:off x="8261030" y="302391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9" name="pt1579"/>
            <p:cNvSpPr/>
            <p:nvPr/>
          </p:nvSpPr>
          <p:spPr>
            <a:xfrm>
              <a:off x="8261030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0" name="pt1580"/>
            <p:cNvSpPr/>
            <p:nvPr/>
          </p:nvSpPr>
          <p:spPr>
            <a:xfrm>
              <a:off x="10731556" y="860863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1" name="pt1581"/>
            <p:cNvSpPr/>
            <p:nvPr/>
          </p:nvSpPr>
          <p:spPr>
            <a:xfrm>
              <a:off x="8710216" y="23583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2" name="pt1582"/>
            <p:cNvSpPr/>
            <p:nvPr/>
          </p:nvSpPr>
          <p:spPr>
            <a:xfrm>
              <a:off x="8485623" y="226328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3" name="pt1583"/>
            <p:cNvSpPr/>
            <p:nvPr/>
          </p:nvSpPr>
          <p:spPr>
            <a:xfrm>
              <a:off x="8261030" y="319030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4" name="pt1584"/>
            <p:cNvSpPr/>
            <p:nvPr/>
          </p:nvSpPr>
          <p:spPr>
            <a:xfrm>
              <a:off x="8261030" y="304768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5" name="pt1585"/>
            <p:cNvSpPr/>
            <p:nvPr/>
          </p:nvSpPr>
          <p:spPr>
            <a:xfrm>
              <a:off x="8710216" y="314276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6" name="pt1586"/>
            <p:cNvSpPr/>
            <p:nvPr/>
          </p:nvSpPr>
          <p:spPr>
            <a:xfrm>
              <a:off x="9383996" y="257229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7" name="pt1587"/>
            <p:cNvSpPr/>
            <p:nvPr/>
          </p:nvSpPr>
          <p:spPr>
            <a:xfrm>
              <a:off x="9159403" y="228705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8" name="pt1588"/>
            <p:cNvSpPr/>
            <p:nvPr/>
          </p:nvSpPr>
          <p:spPr>
            <a:xfrm>
              <a:off x="8261030" y="300014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9" name="pt1589"/>
            <p:cNvSpPr/>
            <p:nvPr/>
          </p:nvSpPr>
          <p:spPr>
            <a:xfrm>
              <a:off x="10057776" y="164526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0" name="pt1590"/>
            <p:cNvSpPr/>
            <p:nvPr/>
          </p:nvSpPr>
          <p:spPr>
            <a:xfrm>
              <a:off x="9383996" y="159772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1" name="pt1591"/>
            <p:cNvSpPr/>
            <p:nvPr/>
          </p:nvSpPr>
          <p:spPr>
            <a:xfrm>
              <a:off x="9833183" y="13600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2" name="pt1592"/>
            <p:cNvSpPr/>
            <p:nvPr/>
          </p:nvSpPr>
          <p:spPr>
            <a:xfrm>
              <a:off x="8485623" y="204935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3" name="pt1593"/>
            <p:cNvSpPr/>
            <p:nvPr/>
          </p:nvSpPr>
          <p:spPr>
            <a:xfrm>
              <a:off x="8710216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4" name="pt1594"/>
            <p:cNvSpPr/>
            <p:nvPr/>
          </p:nvSpPr>
          <p:spPr>
            <a:xfrm>
              <a:off x="8261030" y="300014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5" name="pt1595"/>
            <p:cNvSpPr/>
            <p:nvPr/>
          </p:nvSpPr>
          <p:spPr>
            <a:xfrm>
              <a:off x="8485623" y="23583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6" name="pt1596"/>
            <p:cNvSpPr/>
            <p:nvPr/>
          </p:nvSpPr>
          <p:spPr>
            <a:xfrm>
              <a:off x="8485623" y="238213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7" name="pt1597"/>
            <p:cNvSpPr/>
            <p:nvPr/>
          </p:nvSpPr>
          <p:spPr>
            <a:xfrm>
              <a:off x="8710216" y="216820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8" name="pt1598"/>
            <p:cNvSpPr/>
            <p:nvPr/>
          </p:nvSpPr>
          <p:spPr>
            <a:xfrm>
              <a:off x="8710216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9" name="pt1599"/>
            <p:cNvSpPr/>
            <p:nvPr/>
          </p:nvSpPr>
          <p:spPr>
            <a:xfrm>
              <a:off x="9833183" y="12174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0" name="pt1600"/>
            <p:cNvSpPr/>
            <p:nvPr/>
          </p:nvSpPr>
          <p:spPr>
            <a:xfrm>
              <a:off x="9159403" y="164526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1" name="pt1601"/>
            <p:cNvSpPr/>
            <p:nvPr/>
          </p:nvSpPr>
          <p:spPr>
            <a:xfrm>
              <a:off x="9159403" y="14313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2" name="pt1602"/>
            <p:cNvSpPr/>
            <p:nvPr/>
          </p:nvSpPr>
          <p:spPr>
            <a:xfrm>
              <a:off x="8261030" y="311899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3" name="pt1603"/>
            <p:cNvSpPr/>
            <p:nvPr/>
          </p:nvSpPr>
          <p:spPr>
            <a:xfrm>
              <a:off x="8485623" y="300014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4" name="pt1604"/>
            <p:cNvSpPr/>
            <p:nvPr/>
          </p:nvSpPr>
          <p:spPr>
            <a:xfrm>
              <a:off x="10282369" y="131249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5" name="pt1605"/>
            <p:cNvSpPr/>
            <p:nvPr/>
          </p:nvSpPr>
          <p:spPr>
            <a:xfrm>
              <a:off x="8261030" y="27862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6" name="pt1606"/>
            <p:cNvSpPr/>
            <p:nvPr/>
          </p:nvSpPr>
          <p:spPr>
            <a:xfrm>
              <a:off x="8934809" y="245344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7" name="pt1607"/>
            <p:cNvSpPr/>
            <p:nvPr/>
          </p:nvSpPr>
          <p:spPr>
            <a:xfrm>
              <a:off x="9608589" y="174034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8" name="pt1608"/>
            <p:cNvSpPr/>
            <p:nvPr/>
          </p:nvSpPr>
          <p:spPr>
            <a:xfrm>
              <a:off x="8485623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9" name="pt1609"/>
            <p:cNvSpPr/>
            <p:nvPr/>
          </p:nvSpPr>
          <p:spPr>
            <a:xfrm>
              <a:off x="9833183" y="131249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0" name="pt1610"/>
            <p:cNvSpPr/>
            <p:nvPr/>
          </p:nvSpPr>
          <p:spPr>
            <a:xfrm>
              <a:off x="8261030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1" name="pt1611"/>
            <p:cNvSpPr/>
            <p:nvPr/>
          </p:nvSpPr>
          <p:spPr>
            <a:xfrm>
              <a:off x="8485623" y="297637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2" name="pt1612"/>
            <p:cNvSpPr/>
            <p:nvPr/>
          </p:nvSpPr>
          <p:spPr>
            <a:xfrm>
              <a:off x="8261030" y="285752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3" name="pt1613"/>
            <p:cNvSpPr/>
            <p:nvPr/>
          </p:nvSpPr>
          <p:spPr>
            <a:xfrm>
              <a:off x="8934809" y="240590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4" name="pt1614"/>
            <p:cNvSpPr/>
            <p:nvPr/>
          </p:nvSpPr>
          <p:spPr>
            <a:xfrm>
              <a:off x="8710216" y="214443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5" name="pt1615"/>
            <p:cNvSpPr/>
            <p:nvPr/>
          </p:nvSpPr>
          <p:spPr>
            <a:xfrm>
              <a:off x="8710216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6" name="pt1616"/>
            <p:cNvSpPr/>
            <p:nvPr/>
          </p:nvSpPr>
          <p:spPr>
            <a:xfrm>
              <a:off x="8710216" y="216820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7" name="pt1617"/>
            <p:cNvSpPr/>
            <p:nvPr/>
          </p:nvSpPr>
          <p:spPr>
            <a:xfrm>
              <a:off x="8934809" y="204935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8" name="pt1618"/>
            <p:cNvSpPr/>
            <p:nvPr/>
          </p:nvSpPr>
          <p:spPr>
            <a:xfrm>
              <a:off x="8934809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9" name="pt1619"/>
            <p:cNvSpPr/>
            <p:nvPr/>
          </p:nvSpPr>
          <p:spPr>
            <a:xfrm>
              <a:off x="8485623" y="259606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0" name="pt1620"/>
            <p:cNvSpPr/>
            <p:nvPr/>
          </p:nvSpPr>
          <p:spPr>
            <a:xfrm>
              <a:off x="10731556" y="932173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1" name="pt1621"/>
            <p:cNvSpPr/>
            <p:nvPr/>
          </p:nvSpPr>
          <p:spPr>
            <a:xfrm>
              <a:off x="8261030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2" name="pt1622"/>
            <p:cNvSpPr/>
            <p:nvPr/>
          </p:nvSpPr>
          <p:spPr>
            <a:xfrm>
              <a:off x="8261030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3" name="pt1623"/>
            <p:cNvSpPr/>
            <p:nvPr/>
          </p:nvSpPr>
          <p:spPr>
            <a:xfrm>
              <a:off x="10282369" y="102725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4" name="pt1624"/>
            <p:cNvSpPr/>
            <p:nvPr/>
          </p:nvSpPr>
          <p:spPr>
            <a:xfrm>
              <a:off x="8934809" y="190673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5" name="pt1625"/>
            <p:cNvSpPr/>
            <p:nvPr/>
          </p:nvSpPr>
          <p:spPr>
            <a:xfrm>
              <a:off x="9383996" y="18591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6" name="pt1626"/>
            <p:cNvSpPr/>
            <p:nvPr/>
          </p:nvSpPr>
          <p:spPr>
            <a:xfrm>
              <a:off x="8934809" y="228705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7" name="pt1627"/>
            <p:cNvSpPr/>
            <p:nvPr/>
          </p:nvSpPr>
          <p:spPr>
            <a:xfrm>
              <a:off x="9383996" y="145510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8" name="pt1628"/>
            <p:cNvSpPr/>
            <p:nvPr/>
          </p:nvSpPr>
          <p:spPr>
            <a:xfrm>
              <a:off x="8934809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9" name="pt1629"/>
            <p:cNvSpPr/>
            <p:nvPr/>
          </p:nvSpPr>
          <p:spPr>
            <a:xfrm>
              <a:off x="8934809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0" name="pt1630"/>
            <p:cNvSpPr/>
            <p:nvPr/>
          </p:nvSpPr>
          <p:spPr>
            <a:xfrm>
              <a:off x="8710216" y="271491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1" name="pt1631"/>
            <p:cNvSpPr/>
            <p:nvPr/>
          </p:nvSpPr>
          <p:spPr>
            <a:xfrm>
              <a:off x="9159403" y="14313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2" name="pt1632"/>
            <p:cNvSpPr/>
            <p:nvPr/>
          </p:nvSpPr>
          <p:spPr>
            <a:xfrm>
              <a:off x="10057776" y="159772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3" name="pt1633"/>
            <p:cNvSpPr/>
            <p:nvPr/>
          </p:nvSpPr>
          <p:spPr>
            <a:xfrm>
              <a:off x="10282369" y="107479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4" name="pt1634"/>
            <p:cNvSpPr/>
            <p:nvPr/>
          </p:nvSpPr>
          <p:spPr>
            <a:xfrm>
              <a:off x="8710216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5" name="pt1635"/>
            <p:cNvSpPr/>
            <p:nvPr/>
          </p:nvSpPr>
          <p:spPr>
            <a:xfrm>
              <a:off x="9608589" y="190673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6" name="pt1636"/>
            <p:cNvSpPr/>
            <p:nvPr/>
          </p:nvSpPr>
          <p:spPr>
            <a:xfrm>
              <a:off x="8261030" y="314276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7" name="pt1637"/>
            <p:cNvSpPr/>
            <p:nvPr/>
          </p:nvSpPr>
          <p:spPr>
            <a:xfrm>
              <a:off x="10506962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8" name="pt1638"/>
            <p:cNvSpPr/>
            <p:nvPr/>
          </p:nvSpPr>
          <p:spPr>
            <a:xfrm>
              <a:off x="8934809" y="197804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9" name="pt1639"/>
            <p:cNvSpPr/>
            <p:nvPr/>
          </p:nvSpPr>
          <p:spPr>
            <a:xfrm>
              <a:off x="8710216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0" name="pt1640"/>
            <p:cNvSpPr/>
            <p:nvPr/>
          </p:nvSpPr>
          <p:spPr>
            <a:xfrm>
              <a:off x="10956149" y="12887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1" name="pt1641"/>
            <p:cNvSpPr/>
            <p:nvPr/>
          </p:nvSpPr>
          <p:spPr>
            <a:xfrm>
              <a:off x="8710216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2" name="pt1642"/>
            <p:cNvSpPr/>
            <p:nvPr/>
          </p:nvSpPr>
          <p:spPr>
            <a:xfrm>
              <a:off x="8485623" y="259606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3" name="pt1643"/>
            <p:cNvSpPr/>
            <p:nvPr/>
          </p:nvSpPr>
          <p:spPr>
            <a:xfrm>
              <a:off x="9608589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4" name="pt1644"/>
            <p:cNvSpPr/>
            <p:nvPr/>
          </p:nvSpPr>
          <p:spPr>
            <a:xfrm>
              <a:off x="8934809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5" name="pt1645"/>
            <p:cNvSpPr/>
            <p:nvPr/>
          </p:nvSpPr>
          <p:spPr>
            <a:xfrm>
              <a:off x="8934809" y="18591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6" name="pt1646"/>
            <p:cNvSpPr/>
            <p:nvPr/>
          </p:nvSpPr>
          <p:spPr>
            <a:xfrm>
              <a:off x="8261030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7" name="pt1647"/>
            <p:cNvSpPr/>
            <p:nvPr/>
          </p:nvSpPr>
          <p:spPr>
            <a:xfrm>
              <a:off x="8261030" y="27862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8" name="pt1648"/>
            <p:cNvSpPr/>
            <p:nvPr/>
          </p:nvSpPr>
          <p:spPr>
            <a:xfrm>
              <a:off x="9159403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9" name="pt1649"/>
            <p:cNvSpPr/>
            <p:nvPr/>
          </p:nvSpPr>
          <p:spPr>
            <a:xfrm>
              <a:off x="9383996" y="193050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0" name="pt1650"/>
            <p:cNvSpPr/>
            <p:nvPr/>
          </p:nvSpPr>
          <p:spPr>
            <a:xfrm>
              <a:off x="9159403" y="193050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1" name="pt1651"/>
            <p:cNvSpPr/>
            <p:nvPr/>
          </p:nvSpPr>
          <p:spPr>
            <a:xfrm>
              <a:off x="8934809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2" name="pt1652"/>
            <p:cNvSpPr/>
            <p:nvPr/>
          </p:nvSpPr>
          <p:spPr>
            <a:xfrm>
              <a:off x="8934809" y="266737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3" name="pt1653"/>
            <p:cNvSpPr/>
            <p:nvPr/>
          </p:nvSpPr>
          <p:spPr>
            <a:xfrm>
              <a:off x="9159403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4" name="pt1654"/>
            <p:cNvSpPr/>
            <p:nvPr/>
          </p:nvSpPr>
          <p:spPr>
            <a:xfrm>
              <a:off x="9608589" y="13600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5" name="pt1655"/>
            <p:cNvSpPr/>
            <p:nvPr/>
          </p:nvSpPr>
          <p:spPr>
            <a:xfrm>
              <a:off x="8710216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6" name="pt1656"/>
            <p:cNvSpPr/>
            <p:nvPr/>
          </p:nvSpPr>
          <p:spPr>
            <a:xfrm>
              <a:off x="9608589" y="162149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7" name="pt1657"/>
            <p:cNvSpPr/>
            <p:nvPr/>
          </p:nvSpPr>
          <p:spPr>
            <a:xfrm>
              <a:off x="8934809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8" name="pt1658"/>
            <p:cNvSpPr/>
            <p:nvPr/>
          </p:nvSpPr>
          <p:spPr>
            <a:xfrm>
              <a:off x="9608589" y="145510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9" name="pt1659"/>
            <p:cNvSpPr/>
            <p:nvPr/>
          </p:nvSpPr>
          <p:spPr>
            <a:xfrm>
              <a:off x="8934809" y="233459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0" name="pt1660"/>
            <p:cNvSpPr/>
            <p:nvPr/>
          </p:nvSpPr>
          <p:spPr>
            <a:xfrm>
              <a:off x="10282369" y="14313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1" name="pt1661"/>
            <p:cNvSpPr/>
            <p:nvPr/>
          </p:nvSpPr>
          <p:spPr>
            <a:xfrm>
              <a:off x="9383996" y="214443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2" name="pt1662"/>
            <p:cNvSpPr/>
            <p:nvPr/>
          </p:nvSpPr>
          <p:spPr>
            <a:xfrm>
              <a:off x="8934809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3" name="pt1663"/>
            <p:cNvSpPr/>
            <p:nvPr/>
          </p:nvSpPr>
          <p:spPr>
            <a:xfrm>
              <a:off x="8934809" y="254852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4" name="pt1664"/>
            <p:cNvSpPr/>
            <p:nvPr/>
          </p:nvSpPr>
          <p:spPr>
            <a:xfrm>
              <a:off x="8934809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5" name="pt1665"/>
            <p:cNvSpPr/>
            <p:nvPr/>
          </p:nvSpPr>
          <p:spPr>
            <a:xfrm>
              <a:off x="8710216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6" name="pt1666"/>
            <p:cNvSpPr/>
            <p:nvPr/>
          </p:nvSpPr>
          <p:spPr>
            <a:xfrm>
              <a:off x="8934809" y="18591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7" name="pt1667"/>
            <p:cNvSpPr/>
            <p:nvPr/>
          </p:nvSpPr>
          <p:spPr>
            <a:xfrm>
              <a:off x="8485623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8" name="pt1668"/>
            <p:cNvSpPr/>
            <p:nvPr/>
          </p:nvSpPr>
          <p:spPr>
            <a:xfrm>
              <a:off x="8485623" y="266737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9" name="pt1669"/>
            <p:cNvSpPr/>
            <p:nvPr/>
          </p:nvSpPr>
          <p:spPr>
            <a:xfrm>
              <a:off x="8261030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0" name="pt1670"/>
            <p:cNvSpPr/>
            <p:nvPr/>
          </p:nvSpPr>
          <p:spPr>
            <a:xfrm>
              <a:off x="8710216" y="247721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1" name="pt1671"/>
            <p:cNvSpPr/>
            <p:nvPr/>
          </p:nvSpPr>
          <p:spPr>
            <a:xfrm>
              <a:off x="10506962" y="107479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2" name="pt1672"/>
            <p:cNvSpPr/>
            <p:nvPr/>
          </p:nvSpPr>
          <p:spPr>
            <a:xfrm>
              <a:off x="9159403" y="183542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3" name="pt1673"/>
            <p:cNvSpPr/>
            <p:nvPr/>
          </p:nvSpPr>
          <p:spPr>
            <a:xfrm>
              <a:off x="8485623" y="290506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4" name="pt1674"/>
            <p:cNvSpPr/>
            <p:nvPr/>
          </p:nvSpPr>
          <p:spPr>
            <a:xfrm>
              <a:off x="8261030" y="285752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5" name="pt1675"/>
            <p:cNvSpPr/>
            <p:nvPr/>
          </p:nvSpPr>
          <p:spPr>
            <a:xfrm>
              <a:off x="8261030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6" name="pt1676"/>
            <p:cNvSpPr/>
            <p:nvPr/>
          </p:nvSpPr>
          <p:spPr>
            <a:xfrm>
              <a:off x="8261030" y="30714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7" name="pt1677"/>
            <p:cNvSpPr/>
            <p:nvPr/>
          </p:nvSpPr>
          <p:spPr>
            <a:xfrm>
              <a:off x="9159403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8" name="pt1678"/>
            <p:cNvSpPr/>
            <p:nvPr/>
          </p:nvSpPr>
          <p:spPr>
            <a:xfrm>
              <a:off x="9833183" y="166903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9" name="pt1679"/>
            <p:cNvSpPr/>
            <p:nvPr/>
          </p:nvSpPr>
          <p:spPr>
            <a:xfrm>
              <a:off x="8485623" y="266737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0" name="pt1680"/>
            <p:cNvSpPr/>
            <p:nvPr/>
          </p:nvSpPr>
          <p:spPr>
            <a:xfrm>
              <a:off x="8261030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1" name="pt1681"/>
            <p:cNvSpPr/>
            <p:nvPr/>
          </p:nvSpPr>
          <p:spPr>
            <a:xfrm>
              <a:off x="8485623" y="297637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2" name="pt1682"/>
            <p:cNvSpPr/>
            <p:nvPr/>
          </p:nvSpPr>
          <p:spPr>
            <a:xfrm>
              <a:off x="8261030" y="32140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3" name="pt1683"/>
            <p:cNvSpPr/>
            <p:nvPr/>
          </p:nvSpPr>
          <p:spPr>
            <a:xfrm>
              <a:off x="8261030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4" name="pt1684"/>
            <p:cNvSpPr/>
            <p:nvPr/>
          </p:nvSpPr>
          <p:spPr>
            <a:xfrm>
              <a:off x="8710216" y="27862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5" name="pt1685"/>
            <p:cNvSpPr/>
            <p:nvPr/>
          </p:nvSpPr>
          <p:spPr>
            <a:xfrm>
              <a:off x="8934809" y="216820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6" name="pt1686"/>
            <p:cNvSpPr/>
            <p:nvPr/>
          </p:nvSpPr>
          <p:spPr>
            <a:xfrm>
              <a:off x="8485623" y="26436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7" name="pt1687"/>
            <p:cNvSpPr/>
            <p:nvPr/>
          </p:nvSpPr>
          <p:spPr>
            <a:xfrm>
              <a:off x="8261030" y="290506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8" name="pt1688"/>
            <p:cNvSpPr/>
            <p:nvPr/>
          </p:nvSpPr>
          <p:spPr>
            <a:xfrm>
              <a:off x="9159403" y="166903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9" name="pt1689"/>
            <p:cNvSpPr/>
            <p:nvPr/>
          </p:nvSpPr>
          <p:spPr>
            <a:xfrm>
              <a:off x="11405336" y="860863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0" name="pt1690"/>
            <p:cNvSpPr/>
            <p:nvPr/>
          </p:nvSpPr>
          <p:spPr>
            <a:xfrm>
              <a:off x="9383996" y="138379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1" name="pt1691"/>
            <p:cNvSpPr/>
            <p:nvPr/>
          </p:nvSpPr>
          <p:spPr>
            <a:xfrm>
              <a:off x="8934809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2" name="pt1692"/>
            <p:cNvSpPr/>
            <p:nvPr/>
          </p:nvSpPr>
          <p:spPr>
            <a:xfrm>
              <a:off x="8261030" y="295260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3" name="pt1693"/>
            <p:cNvSpPr/>
            <p:nvPr/>
          </p:nvSpPr>
          <p:spPr>
            <a:xfrm>
              <a:off x="9159403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4" name="pt1694"/>
            <p:cNvSpPr/>
            <p:nvPr/>
          </p:nvSpPr>
          <p:spPr>
            <a:xfrm>
              <a:off x="9159403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5" name="pt1695"/>
            <p:cNvSpPr/>
            <p:nvPr/>
          </p:nvSpPr>
          <p:spPr>
            <a:xfrm>
              <a:off x="9159403" y="183542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6" name="pt1696"/>
            <p:cNvSpPr/>
            <p:nvPr/>
          </p:nvSpPr>
          <p:spPr>
            <a:xfrm>
              <a:off x="9159403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7" name="pt1697"/>
            <p:cNvSpPr/>
            <p:nvPr/>
          </p:nvSpPr>
          <p:spPr>
            <a:xfrm>
              <a:off x="8710216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8" name="pt1698"/>
            <p:cNvSpPr/>
            <p:nvPr/>
          </p:nvSpPr>
          <p:spPr>
            <a:xfrm>
              <a:off x="8261030" y="266737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9" name="pt1699"/>
            <p:cNvSpPr/>
            <p:nvPr/>
          </p:nvSpPr>
          <p:spPr>
            <a:xfrm>
              <a:off x="9383996" y="12887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0" name="pt1700"/>
            <p:cNvSpPr/>
            <p:nvPr/>
          </p:nvSpPr>
          <p:spPr>
            <a:xfrm>
              <a:off x="9608589" y="228705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1" name="pt1701"/>
            <p:cNvSpPr/>
            <p:nvPr/>
          </p:nvSpPr>
          <p:spPr>
            <a:xfrm>
              <a:off x="10282369" y="13600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2" name="pt1702"/>
            <p:cNvSpPr/>
            <p:nvPr/>
          </p:nvSpPr>
          <p:spPr>
            <a:xfrm>
              <a:off x="9383996" y="166903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3" name="pt1703"/>
            <p:cNvSpPr/>
            <p:nvPr/>
          </p:nvSpPr>
          <p:spPr>
            <a:xfrm>
              <a:off x="9833183" y="15739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4" name="pt1704"/>
            <p:cNvSpPr/>
            <p:nvPr/>
          </p:nvSpPr>
          <p:spPr>
            <a:xfrm>
              <a:off x="8485623" y="280998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5" name="pt1705"/>
            <p:cNvSpPr/>
            <p:nvPr/>
          </p:nvSpPr>
          <p:spPr>
            <a:xfrm>
              <a:off x="8934809" y="178788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6" name="pt1706"/>
            <p:cNvSpPr/>
            <p:nvPr/>
          </p:nvSpPr>
          <p:spPr>
            <a:xfrm>
              <a:off x="8934809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7" name="pt1707"/>
            <p:cNvSpPr/>
            <p:nvPr/>
          </p:nvSpPr>
          <p:spPr>
            <a:xfrm>
              <a:off x="9833183" y="119364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8" name="pt1708"/>
            <p:cNvSpPr/>
            <p:nvPr/>
          </p:nvSpPr>
          <p:spPr>
            <a:xfrm>
              <a:off x="9383996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9" name="pt1709"/>
            <p:cNvSpPr/>
            <p:nvPr/>
          </p:nvSpPr>
          <p:spPr>
            <a:xfrm>
              <a:off x="8934809" y="233459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0" name="pt1710"/>
            <p:cNvSpPr/>
            <p:nvPr/>
          </p:nvSpPr>
          <p:spPr>
            <a:xfrm>
              <a:off x="11180742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1" name="pt1711"/>
            <p:cNvSpPr/>
            <p:nvPr/>
          </p:nvSpPr>
          <p:spPr>
            <a:xfrm>
              <a:off x="8485623" y="252475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2" name="pt1712"/>
            <p:cNvSpPr/>
            <p:nvPr/>
          </p:nvSpPr>
          <p:spPr>
            <a:xfrm>
              <a:off x="8485623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3" name="pt1713"/>
            <p:cNvSpPr/>
            <p:nvPr/>
          </p:nvSpPr>
          <p:spPr>
            <a:xfrm>
              <a:off x="10282369" y="12887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4" name="pt1714"/>
            <p:cNvSpPr/>
            <p:nvPr/>
          </p:nvSpPr>
          <p:spPr>
            <a:xfrm>
              <a:off x="8485623" y="25009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5" name="pt1715"/>
            <p:cNvSpPr/>
            <p:nvPr/>
          </p:nvSpPr>
          <p:spPr>
            <a:xfrm>
              <a:off x="9608589" y="13600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6" name="pt1716"/>
            <p:cNvSpPr/>
            <p:nvPr/>
          </p:nvSpPr>
          <p:spPr>
            <a:xfrm>
              <a:off x="8261030" y="280998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7" name="pt1717"/>
            <p:cNvSpPr/>
            <p:nvPr/>
          </p:nvSpPr>
          <p:spPr>
            <a:xfrm>
              <a:off x="8261030" y="290506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8" name="pt1718"/>
            <p:cNvSpPr/>
            <p:nvPr/>
          </p:nvSpPr>
          <p:spPr>
            <a:xfrm>
              <a:off x="8261030" y="316653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9" name="pt1719"/>
            <p:cNvSpPr/>
            <p:nvPr/>
          </p:nvSpPr>
          <p:spPr>
            <a:xfrm>
              <a:off x="8261030" y="314276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0" name="pt1720"/>
            <p:cNvSpPr/>
            <p:nvPr/>
          </p:nvSpPr>
          <p:spPr>
            <a:xfrm>
              <a:off x="8485623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1" name="pt1721"/>
            <p:cNvSpPr/>
            <p:nvPr/>
          </p:nvSpPr>
          <p:spPr>
            <a:xfrm>
              <a:off x="9159403" y="202558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2" name="pt1722"/>
            <p:cNvSpPr/>
            <p:nvPr/>
          </p:nvSpPr>
          <p:spPr>
            <a:xfrm>
              <a:off x="9159403" y="14313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3" name="pt1723"/>
            <p:cNvSpPr/>
            <p:nvPr/>
          </p:nvSpPr>
          <p:spPr>
            <a:xfrm>
              <a:off x="8261030" y="252475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4" name="pt1724"/>
            <p:cNvSpPr/>
            <p:nvPr/>
          </p:nvSpPr>
          <p:spPr>
            <a:xfrm>
              <a:off x="8934809" y="178788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5" name="pt1725"/>
            <p:cNvSpPr/>
            <p:nvPr/>
          </p:nvSpPr>
          <p:spPr>
            <a:xfrm>
              <a:off x="8934809" y="17165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6" name="pt1726"/>
            <p:cNvSpPr/>
            <p:nvPr/>
          </p:nvSpPr>
          <p:spPr>
            <a:xfrm>
              <a:off x="8485623" y="285752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7" name="pt1727"/>
            <p:cNvSpPr/>
            <p:nvPr/>
          </p:nvSpPr>
          <p:spPr>
            <a:xfrm>
              <a:off x="8485623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8" name="pt1728"/>
            <p:cNvSpPr/>
            <p:nvPr/>
          </p:nvSpPr>
          <p:spPr>
            <a:xfrm>
              <a:off x="8485623" y="22157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9" name="pt1729"/>
            <p:cNvSpPr/>
            <p:nvPr/>
          </p:nvSpPr>
          <p:spPr>
            <a:xfrm>
              <a:off x="8710216" y="18591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0" name="pt1730"/>
            <p:cNvSpPr/>
            <p:nvPr/>
          </p:nvSpPr>
          <p:spPr>
            <a:xfrm>
              <a:off x="8261030" y="326161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1" name="pt1731"/>
            <p:cNvSpPr/>
            <p:nvPr/>
          </p:nvSpPr>
          <p:spPr>
            <a:xfrm>
              <a:off x="8710216" y="181165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2" name="pt1732"/>
            <p:cNvSpPr/>
            <p:nvPr/>
          </p:nvSpPr>
          <p:spPr>
            <a:xfrm>
              <a:off x="8485623" y="242967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3" name="pt1733"/>
            <p:cNvSpPr/>
            <p:nvPr/>
          </p:nvSpPr>
          <p:spPr>
            <a:xfrm>
              <a:off x="8934809" y="209689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4" name="pt1734"/>
            <p:cNvSpPr/>
            <p:nvPr/>
          </p:nvSpPr>
          <p:spPr>
            <a:xfrm>
              <a:off x="8710216" y="23583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5" name="pt1735"/>
            <p:cNvSpPr/>
            <p:nvPr/>
          </p:nvSpPr>
          <p:spPr>
            <a:xfrm>
              <a:off x="8710216" y="257229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6" name="pt1736"/>
            <p:cNvSpPr/>
            <p:nvPr/>
          </p:nvSpPr>
          <p:spPr>
            <a:xfrm>
              <a:off x="8934809" y="178788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7" name="pt1737"/>
            <p:cNvSpPr/>
            <p:nvPr/>
          </p:nvSpPr>
          <p:spPr>
            <a:xfrm>
              <a:off x="10731556" y="102725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8" name="pt1738"/>
            <p:cNvSpPr/>
            <p:nvPr/>
          </p:nvSpPr>
          <p:spPr>
            <a:xfrm>
              <a:off x="10506962" y="1003482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9" name="pt1739"/>
            <p:cNvSpPr/>
            <p:nvPr/>
          </p:nvSpPr>
          <p:spPr>
            <a:xfrm>
              <a:off x="10057776" y="12887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0" name="pt1740"/>
            <p:cNvSpPr/>
            <p:nvPr/>
          </p:nvSpPr>
          <p:spPr>
            <a:xfrm>
              <a:off x="10057776" y="13600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1" name="pt1741"/>
            <p:cNvSpPr/>
            <p:nvPr/>
          </p:nvSpPr>
          <p:spPr>
            <a:xfrm>
              <a:off x="9833183" y="159772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2" name="pt1742"/>
            <p:cNvSpPr/>
            <p:nvPr/>
          </p:nvSpPr>
          <p:spPr>
            <a:xfrm>
              <a:off x="8261030" y="32140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3" name="pt1743"/>
            <p:cNvSpPr/>
            <p:nvPr/>
          </p:nvSpPr>
          <p:spPr>
            <a:xfrm>
              <a:off x="9159403" y="228705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4" name="pt1744"/>
            <p:cNvSpPr/>
            <p:nvPr/>
          </p:nvSpPr>
          <p:spPr>
            <a:xfrm>
              <a:off x="9383996" y="200181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5" name="pt1745"/>
            <p:cNvSpPr/>
            <p:nvPr/>
          </p:nvSpPr>
          <p:spPr>
            <a:xfrm>
              <a:off x="8485623" y="214443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6" name="pt1746"/>
            <p:cNvSpPr/>
            <p:nvPr/>
          </p:nvSpPr>
          <p:spPr>
            <a:xfrm>
              <a:off x="8710216" y="231082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7" name="pt1747"/>
            <p:cNvSpPr/>
            <p:nvPr/>
          </p:nvSpPr>
          <p:spPr>
            <a:xfrm>
              <a:off x="8261030" y="32853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8" name="pt1748"/>
            <p:cNvSpPr/>
            <p:nvPr/>
          </p:nvSpPr>
          <p:spPr>
            <a:xfrm>
              <a:off x="8485623" y="259606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9" name="pt1749"/>
            <p:cNvSpPr/>
            <p:nvPr/>
          </p:nvSpPr>
          <p:spPr>
            <a:xfrm>
              <a:off x="8261030" y="309522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0" name="pt1750"/>
            <p:cNvSpPr/>
            <p:nvPr/>
          </p:nvSpPr>
          <p:spPr>
            <a:xfrm>
              <a:off x="8934809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1" name="pt1751"/>
            <p:cNvSpPr/>
            <p:nvPr/>
          </p:nvSpPr>
          <p:spPr>
            <a:xfrm>
              <a:off x="8934809" y="20731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2" name="pt1752"/>
            <p:cNvSpPr/>
            <p:nvPr/>
          </p:nvSpPr>
          <p:spPr>
            <a:xfrm>
              <a:off x="8261030" y="297637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3" name="pt1753"/>
            <p:cNvSpPr/>
            <p:nvPr/>
          </p:nvSpPr>
          <p:spPr>
            <a:xfrm>
              <a:off x="9383996" y="12887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4" name="pt1754"/>
            <p:cNvSpPr/>
            <p:nvPr/>
          </p:nvSpPr>
          <p:spPr>
            <a:xfrm>
              <a:off x="8261030" y="297637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5" name="pt1755"/>
            <p:cNvSpPr/>
            <p:nvPr/>
          </p:nvSpPr>
          <p:spPr>
            <a:xfrm>
              <a:off x="8261030" y="3285386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6" name="pt1756"/>
            <p:cNvSpPr/>
            <p:nvPr/>
          </p:nvSpPr>
          <p:spPr>
            <a:xfrm>
              <a:off x="8485623" y="245344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7" name="tx1757"/>
            <p:cNvSpPr/>
            <p:nvPr/>
          </p:nvSpPr>
          <p:spPr>
            <a:xfrm>
              <a:off x="8309471" y="798228"/>
              <a:ext cx="91715" cy="909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1758" name="tx1758"/>
            <p:cNvSpPr/>
            <p:nvPr/>
          </p:nvSpPr>
          <p:spPr>
            <a:xfrm>
              <a:off x="8414822" y="762676"/>
              <a:ext cx="49441" cy="63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759" name="tx1759"/>
            <p:cNvSpPr/>
            <p:nvPr/>
          </p:nvSpPr>
          <p:spPr>
            <a:xfrm>
              <a:off x="8464264" y="889137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760" name="tx1760"/>
            <p:cNvSpPr/>
            <p:nvPr/>
          </p:nvSpPr>
          <p:spPr>
            <a:xfrm>
              <a:off x="8499053" y="851124"/>
              <a:ext cx="74166" cy="380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1761" name="tx1761"/>
            <p:cNvSpPr/>
            <p:nvPr/>
          </p:nvSpPr>
          <p:spPr>
            <a:xfrm>
              <a:off x="8573219" y="889137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762" name="tx1762"/>
            <p:cNvSpPr/>
            <p:nvPr/>
          </p:nvSpPr>
          <p:spPr>
            <a:xfrm>
              <a:off x="8608008" y="796305"/>
              <a:ext cx="247178" cy="9283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0.74</a:t>
              </a:r>
            </a:p>
          </p:txBody>
        </p:sp>
        <p:sp>
          <p:nvSpPr>
            <p:cNvPr id="1763" name="pl1763"/>
            <p:cNvSpPr/>
            <p:nvPr/>
          </p:nvSpPr>
          <p:spPr>
            <a:xfrm>
              <a:off x="8292626" y="621484"/>
              <a:ext cx="2788193" cy="2162819"/>
            </a:xfrm>
            <a:custGeom>
              <a:avLst/>
              <a:gdLst/>
              <a:ahLst/>
              <a:cxnLst/>
              <a:rect l="0" t="0" r="0" b="0"/>
              <a:pathLst>
                <a:path w="2788193" h="2162819">
                  <a:moveTo>
                    <a:pt x="0" y="2162819"/>
                  </a:moveTo>
                  <a:lnTo>
                    <a:pt x="39801" y="2131945"/>
                  </a:lnTo>
                  <a:lnTo>
                    <a:pt x="79602" y="2101070"/>
                  </a:lnTo>
                  <a:lnTo>
                    <a:pt x="119404" y="2070196"/>
                  </a:lnTo>
                  <a:lnTo>
                    <a:pt x="159205" y="2039322"/>
                  </a:lnTo>
                  <a:lnTo>
                    <a:pt x="199006" y="2008448"/>
                  </a:lnTo>
                  <a:lnTo>
                    <a:pt x="238808" y="1977574"/>
                  </a:lnTo>
                  <a:lnTo>
                    <a:pt x="278609" y="1946700"/>
                  </a:lnTo>
                  <a:lnTo>
                    <a:pt x="318410" y="1915825"/>
                  </a:lnTo>
                  <a:lnTo>
                    <a:pt x="358212" y="1884951"/>
                  </a:lnTo>
                  <a:lnTo>
                    <a:pt x="398013" y="1854077"/>
                  </a:lnTo>
                  <a:lnTo>
                    <a:pt x="437814" y="1823203"/>
                  </a:lnTo>
                  <a:lnTo>
                    <a:pt x="477616" y="1792329"/>
                  </a:lnTo>
                  <a:lnTo>
                    <a:pt x="517417" y="1761455"/>
                  </a:lnTo>
                  <a:lnTo>
                    <a:pt x="557218" y="1730581"/>
                  </a:lnTo>
                  <a:lnTo>
                    <a:pt x="597020" y="1699706"/>
                  </a:lnTo>
                  <a:lnTo>
                    <a:pt x="636821" y="1668832"/>
                  </a:lnTo>
                  <a:lnTo>
                    <a:pt x="676622" y="1637958"/>
                  </a:lnTo>
                  <a:lnTo>
                    <a:pt x="716424" y="1607084"/>
                  </a:lnTo>
                  <a:lnTo>
                    <a:pt x="756225" y="1576210"/>
                  </a:lnTo>
                  <a:lnTo>
                    <a:pt x="796026" y="1545336"/>
                  </a:lnTo>
                  <a:lnTo>
                    <a:pt x="835828" y="1514461"/>
                  </a:lnTo>
                  <a:lnTo>
                    <a:pt x="875629" y="1483587"/>
                  </a:lnTo>
                  <a:lnTo>
                    <a:pt x="915430" y="1452713"/>
                  </a:lnTo>
                  <a:lnTo>
                    <a:pt x="955232" y="1421839"/>
                  </a:lnTo>
                  <a:lnTo>
                    <a:pt x="995033" y="1390965"/>
                  </a:lnTo>
                  <a:lnTo>
                    <a:pt x="1034834" y="1360091"/>
                  </a:lnTo>
                  <a:lnTo>
                    <a:pt x="1074636" y="1329217"/>
                  </a:lnTo>
                  <a:lnTo>
                    <a:pt x="1114437" y="1298342"/>
                  </a:lnTo>
                  <a:lnTo>
                    <a:pt x="1154238" y="1267468"/>
                  </a:lnTo>
                  <a:lnTo>
                    <a:pt x="1194040" y="1236594"/>
                  </a:lnTo>
                  <a:lnTo>
                    <a:pt x="1233841" y="1205720"/>
                  </a:lnTo>
                  <a:lnTo>
                    <a:pt x="1273642" y="1174846"/>
                  </a:lnTo>
                  <a:lnTo>
                    <a:pt x="1313444" y="1143972"/>
                  </a:lnTo>
                  <a:lnTo>
                    <a:pt x="1353245" y="1113098"/>
                  </a:lnTo>
                  <a:lnTo>
                    <a:pt x="1393046" y="1082223"/>
                  </a:lnTo>
                  <a:lnTo>
                    <a:pt x="1432848" y="1051349"/>
                  </a:lnTo>
                  <a:lnTo>
                    <a:pt x="1472649" y="1020475"/>
                  </a:lnTo>
                  <a:lnTo>
                    <a:pt x="1512450" y="989601"/>
                  </a:lnTo>
                  <a:lnTo>
                    <a:pt x="1552252" y="958727"/>
                  </a:lnTo>
                  <a:lnTo>
                    <a:pt x="1592053" y="927853"/>
                  </a:lnTo>
                  <a:lnTo>
                    <a:pt x="1631854" y="896978"/>
                  </a:lnTo>
                  <a:lnTo>
                    <a:pt x="1671656" y="866104"/>
                  </a:lnTo>
                  <a:lnTo>
                    <a:pt x="1711457" y="835230"/>
                  </a:lnTo>
                  <a:lnTo>
                    <a:pt x="1751258" y="804356"/>
                  </a:lnTo>
                  <a:lnTo>
                    <a:pt x="1791060" y="773482"/>
                  </a:lnTo>
                  <a:lnTo>
                    <a:pt x="1830861" y="742608"/>
                  </a:lnTo>
                  <a:lnTo>
                    <a:pt x="1870663" y="711734"/>
                  </a:lnTo>
                  <a:lnTo>
                    <a:pt x="1910464" y="680859"/>
                  </a:lnTo>
                  <a:lnTo>
                    <a:pt x="1950265" y="649985"/>
                  </a:lnTo>
                  <a:lnTo>
                    <a:pt x="1990067" y="619111"/>
                  </a:lnTo>
                  <a:lnTo>
                    <a:pt x="2029868" y="588237"/>
                  </a:lnTo>
                  <a:lnTo>
                    <a:pt x="2069669" y="557363"/>
                  </a:lnTo>
                  <a:lnTo>
                    <a:pt x="2109471" y="526489"/>
                  </a:lnTo>
                  <a:lnTo>
                    <a:pt x="2149272" y="495614"/>
                  </a:lnTo>
                  <a:lnTo>
                    <a:pt x="2189073" y="464740"/>
                  </a:lnTo>
                  <a:lnTo>
                    <a:pt x="2228875" y="433866"/>
                  </a:lnTo>
                  <a:lnTo>
                    <a:pt x="2268676" y="402992"/>
                  </a:lnTo>
                  <a:lnTo>
                    <a:pt x="2308477" y="372118"/>
                  </a:lnTo>
                  <a:lnTo>
                    <a:pt x="2348279" y="341244"/>
                  </a:lnTo>
                  <a:lnTo>
                    <a:pt x="2388080" y="310370"/>
                  </a:lnTo>
                  <a:lnTo>
                    <a:pt x="2427881" y="279495"/>
                  </a:lnTo>
                  <a:lnTo>
                    <a:pt x="2467683" y="248621"/>
                  </a:lnTo>
                  <a:lnTo>
                    <a:pt x="2507484" y="217747"/>
                  </a:lnTo>
                  <a:lnTo>
                    <a:pt x="2547285" y="186873"/>
                  </a:lnTo>
                  <a:lnTo>
                    <a:pt x="2587087" y="155999"/>
                  </a:lnTo>
                  <a:lnTo>
                    <a:pt x="2626888" y="125125"/>
                  </a:lnTo>
                  <a:lnTo>
                    <a:pt x="2666689" y="94251"/>
                  </a:lnTo>
                  <a:lnTo>
                    <a:pt x="2706491" y="63376"/>
                  </a:lnTo>
                  <a:lnTo>
                    <a:pt x="2746292" y="32502"/>
                  </a:lnTo>
                  <a:lnTo>
                    <a:pt x="2786093" y="1628"/>
                  </a:lnTo>
                  <a:lnTo>
                    <a:pt x="2788193" y="0"/>
                  </a:lnTo>
                </a:path>
              </a:pathLst>
            </a:custGeom>
            <a:ln w="34492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4" name="pl1764"/>
            <p:cNvSpPr/>
            <p:nvPr/>
          </p:nvSpPr>
          <p:spPr>
            <a:xfrm>
              <a:off x="8124181" y="5872859"/>
              <a:ext cx="3705789" cy="0"/>
            </a:xfrm>
            <a:custGeom>
              <a:avLst/>
              <a:gdLst/>
              <a:ahLst/>
              <a:cxnLst/>
              <a:rect l="0" t="0" r="0" b="0"/>
              <a:pathLst>
                <a:path w="3705789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5" name="pl1765"/>
            <p:cNvSpPr/>
            <p:nvPr/>
          </p:nvSpPr>
          <p:spPr>
            <a:xfrm>
              <a:off x="8124181" y="5159764"/>
              <a:ext cx="3705789" cy="0"/>
            </a:xfrm>
            <a:custGeom>
              <a:avLst/>
              <a:gdLst/>
              <a:ahLst/>
              <a:cxnLst/>
              <a:rect l="0" t="0" r="0" b="0"/>
              <a:pathLst>
                <a:path w="3705789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6" name="pl1766"/>
            <p:cNvSpPr/>
            <p:nvPr/>
          </p:nvSpPr>
          <p:spPr>
            <a:xfrm>
              <a:off x="8124181" y="4446669"/>
              <a:ext cx="3705789" cy="0"/>
            </a:xfrm>
            <a:custGeom>
              <a:avLst/>
              <a:gdLst/>
              <a:ahLst/>
              <a:cxnLst/>
              <a:rect l="0" t="0" r="0" b="0"/>
              <a:pathLst>
                <a:path w="3705789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7" name="pl1767"/>
            <p:cNvSpPr/>
            <p:nvPr/>
          </p:nvSpPr>
          <p:spPr>
            <a:xfrm>
              <a:off x="8124181" y="3733574"/>
              <a:ext cx="3705789" cy="0"/>
            </a:xfrm>
            <a:custGeom>
              <a:avLst/>
              <a:gdLst/>
              <a:ahLst/>
              <a:cxnLst/>
              <a:rect l="0" t="0" r="0" b="0"/>
              <a:pathLst>
                <a:path w="3705789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8" name="pl1768"/>
            <p:cNvSpPr/>
            <p:nvPr/>
          </p:nvSpPr>
          <p:spPr>
            <a:xfrm>
              <a:off x="8854109" y="3533908"/>
              <a:ext cx="0" cy="2823856"/>
            </a:xfrm>
            <a:custGeom>
              <a:avLst/>
              <a:gdLst/>
              <a:ahLst/>
              <a:cxnLst/>
              <a:rect l="0" t="0" r="0" b="0"/>
              <a:pathLst>
                <a:path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9" name="pl1769"/>
            <p:cNvSpPr/>
            <p:nvPr/>
          </p:nvSpPr>
          <p:spPr>
            <a:xfrm>
              <a:off x="9977076" y="3533908"/>
              <a:ext cx="0" cy="2823856"/>
            </a:xfrm>
            <a:custGeom>
              <a:avLst/>
              <a:gdLst/>
              <a:ahLst/>
              <a:cxnLst/>
              <a:rect l="0" t="0" r="0" b="0"/>
              <a:pathLst>
                <a:path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0" name="pl1770"/>
            <p:cNvSpPr/>
            <p:nvPr/>
          </p:nvSpPr>
          <p:spPr>
            <a:xfrm>
              <a:off x="11100042" y="3533908"/>
              <a:ext cx="0" cy="2823856"/>
            </a:xfrm>
            <a:custGeom>
              <a:avLst/>
              <a:gdLst/>
              <a:ahLst/>
              <a:cxnLst/>
              <a:rect l="0" t="0" r="0" b="0"/>
              <a:pathLst>
                <a:path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1" name="pl1771"/>
            <p:cNvSpPr/>
            <p:nvPr/>
          </p:nvSpPr>
          <p:spPr>
            <a:xfrm>
              <a:off x="8124181" y="6229407"/>
              <a:ext cx="3705789" cy="0"/>
            </a:xfrm>
            <a:custGeom>
              <a:avLst/>
              <a:gdLst/>
              <a:ahLst/>
              <a:cxnLst/>
              <a:rect l="0" t="0" r="0" b="0"/>
              <a:pathLst>
                <a:path w="3705789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2" name="pl1772"/>
            <p:cNvSpPr/>
            <p:nvPr/>
          </p:nvSpPr>
          <p:spPr>
            <a:xfrm>
              <a:off x="8124181" y="5516312"/>
              <a:ext cx="3705789" cy="0"/>
            </a:xfrm>
            <a:custGeom>
              <a:avLst/>
              <a:gdLst/>
              <a:ahLst/>
              <a:cxnLst/>
              <a:rect l="0" t="0" r="0" b="0"/>
              <a:pathLst>
                <a:path w="3705789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3" name="pl1773"/>
            <p:cNvSpPr/>
            <p:nvPr/>
          </p:nvSpPr>
          <p:spPr>
            <a:xfrm>
              <a:off x="8124181" y="4803217"/>
              <a:ext cx="3705789" cy="0"/>
            </a:xfrm>
            <a:custGeom>
              <a:avLst/>
              <a:gdLst/>
              <a:ahLst/>
              <a:cxnLst/>
              <a:rect l="0" t="0" r="0" b="0"/>
              <a:pathLst>
                <a:path w="3705789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4" name="pl1774"/>
            <p:cNvSpPr/>
            <p:nvPr/>
          </p:nvSpPr>
          <p:spPr>
            <a:xfrm>
              <a:off x="8124181" y="4090122"/>
              <a:ext cx="3705789" cy="0"/>
            </a:xfrm>
            <a:custGeom>
              <a:avLst/>
              <a:gdLst/>
              <a:ahLst/>
              <a:cxnLst/>
              <a:rect l="0" t="0" r="0" b="0"/>
              <a:pathLst>
                <a:path w="3705789">
                  <a:moveTo>
                    <a:pt x="0" y="0"/>
                  </a:moveTo>
                  <a:lnTo>
                    <a:pt x="3705789" y="0"/>
                  </a:lnTo>
                  <a:lnTo>
                    <a:pt x="3705789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5" name="pl1775"/>
            <p:cNvSpPr/>
            <p:nvPr/>
          </p:nvSpPr>
          <p:spPr>
            <a:xfrm>
              <a:off x="8292626" y="3533908"/>
              <a:ext cx="0" cy="2823856"/>
            </a:xfrm>
            <a:custGeom>
              <a:avLst/>
              <a:gdLst/>
              <a:ahLst/>
              <a:cxnLst/>
              <a:rect l="0" t="0" r="0" b="0"/>
              <a:pathLst>
                <a:path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6" name="pl1776"/>
            <p:cNvSpPr/>
            <p:nvPr/>
          </p:nvSpPr>
          <p:spPr>
            <a:xfrm>
              <a:off x="9415593" y="3533908"/>
              <a:ext cx="0" cy="2823856"/>
            </a:xfrm>
            <a:custGeom>
              <a:avLst/>
              <a:gdLst/>
              <a:ahLst/>
              <a:cxnLst/>
              <a:rect l="0" t="0" r="0" b="0"/>
              <a:pathLst>
                <a:path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7" name="pl1777"/>
            <p:cNvSpPr/>
            <p:nvPr/>
          </p:nvSpPr>
          <p:spPr>
            <a:xfrm>
              <a:off x="10538559" y="3533908"/>
              <a:ext cx="0" cy="2823856"/>
            </a:xfrm>
            <a:custGeom>
              <a:avLst/>
              <a:gdLst/>
              <a:ahLst/>
              <a:cxnLst/>
              <a:rect l="0" t="0" r="0" b="0"/>
              <a:pathLst>
                <a:path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8" name="pl1778"/>
            <p:cNvSpPr/>
            <p:nvPr/>
          </p:nvSpPr>
          <p:spPr>
            <a:xfrm>
              <a:off x="11661525" y="3533908"/>
              <a:ext cx="0" cy="2823856"/>
            </a:xfrm>
            <a:custGeom>
              <a:avLst/>
              <a:gdLst/>
              <a:ahLst/>
              <a:cxnLst/>
              <a:rect l="0" t="0" r="0" b="0"/>
              <a:pathLst>
                <a:path h="2823856">
                  <a:moveTo>
                    <a:pt x="0" y="2823856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9" name="pt1779"/>
            <p:cNvSpPr/>
            <p:nvPr/>
          </p:nvSpPr>
          <p:spPr>
            <a:xfrm>
              <a:off x="9383996" y="51994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0" name="pt1780"/>
            <p:cNvSpPr/>
            <p:nvPr/>
          </p:nvSpPr>
          <p:spPr>
            <a:xfrm>
              <a:off x="10731556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1" name="pt1781"/>
            <p:cNvSpPr/>
            <p:nvPr/>
          </p:nvSpPr>
          <p:spPr>
            <a:xfrm>
              <a:off x="9833183" y="422491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2" name="pt1782"/>
            <p:cNvSpPr/>
            <p:nvPr/>
          </p:nvSpPr>
          <p:spPr>
            <a:xfrm>
              <a:off x="9383996" y="453392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3" name="pt1783"/>
            <p:cNvSpPr/>
            <p:nvPr/>
          </p:nvSpPr>
          <p:spPr>
            <a:xfrm>
              <a:off x="10956149" y="384459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4" name="pt1784"/>
            <p:cNvSpPr/>
            <p:nvPr/>
          </p:nvSpPr>
          <p:spPr>
            <a:xfrm>
              <a:off x="9833183" y="40585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5" name="pt1785"/>
            <p:cNvSpPr/>
            <p:nvPr/>
          </p:nvSpPr>
          <p:spPr>
            <a:xfrm>
              <a:off x="9159403" y="436753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6" name="pt1786"/>
            <p:cNvSpPr/>
            <p:nvPr/>
          </p:nvSpPr>
          <p:spPr>
            <a:xfrm>
              <a:off x="9383996" y="49142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7" name="pt1787"/>
            <p:cNvSpPr/>
            <p:nvPr/>
          </p:nvSpPr>
          <p:spPr>
            <a:xfrm>
              <a:off x="8710216" y="481916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8" name="pt1788"/>
            <p:cNvSpPr/>
            <p:nvPr/>
          </p:nvSpPr>
          <p:spPr>
            <a:xfrm>
              <a:off x="9608589" y="40109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9" name="pt1789"/>
            <p:cNvSpPr/>
            <p:nvPr/>
          </p:nvSpPr>
          <p:spPr>
            <a:xfrm>
              <a:off x="8710216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0" name="pt1790"/>
            <p:cNvSpPr/>
            <p:nvPr/>
          </p:nvSpPr>
          <p:spPr>
            <a:xfrm>
              <a:off x="9159403" y="486670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1" name="pt1791"/>
            <p:cNvSpPr/>
            <p:nvPr/>
          </p:nvSpPr>
          <p:spPr>
            <a:xfrm>
              <a:off x="10057776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2" name="pt1792"/>
            <p:cNvSpPr/>
            <p:nvPr/>
          </p:nvSpPr>
          <p:spPr>
            <a:xfrm>
              <a:off x="9383996" y="458146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3" name="pt1793"/>
            <p:cNvSpPr/>
            <p:nvPr/>
          </p:nvSpPr>
          <p:spPr>
            <a:xfrm>
              <a:off x="9608589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4" name="pt1794"/>
            <p:cNvSpPr/>
            <p:nvPr/>
          </p:nvSpPr>
          <p:spPr>
            <a:xfrm>
              <a:off x="10506962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5" name="pt1795"/>
            <p:cNvSpPr/>
            <p:nvPr/>
          </p:nvSpPr>
          <p:spPr>
            <a:xfrm>
              <a:off x="8934809" y="50568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6" name="pt1796"/>
            <p:cNvSpPr/>
            <p:nvPr/>
          </p:nvSpPr>
          <p:spPr>
            <a:xfrm>
              <a:off x="10731556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7" name="pt1797"/>
            <p:cNvSpPr/>
            <p:nvPr/>
          </p:nvSpPr>
          <p:spPr>
            <a:xfrm>
              <a:off x="10057776" y="441507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8" name="pt1798"/>
            <p:cNvSpPr/>
            <p:nvPr/>
          </p:nvSpPr>
          <p:spPr>
            <a:xfrm>
              <a:off x="9833183" y="408229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9" name="pt1799"/>
            <p:cNvSpPr/>
            <p:nvPr/>
          </p:nvSpPr>
          <p:spPr>
            <a:xfrm>
              <a:off x="10057776" y="527078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0" name="pt1800"/>
            <p:cNvSpPr/>
            <p:nvPr/>
          </p:nvSpPr>
          <p:spPr>
            <a:xfrm>
              <a:off x="10057776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1" name="pt1801"/>
            <p:cNvSpPr/>
            <p:nvPr/>
          </p:nvSpPr>
          <p:spPr>
            <a:xfrm>
              <a:off x="11180742" y="377328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2" name="pt1802"/>
            <p:cNvSpPr/>
            <p:nvPr/>
          </p:nvSpPr>
          <p:spPr>
            <a:xfrm>
              <a:off x="9833183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3" name="pt1803"/>
            <p:cNvSpPr/>
            <p:nvPr/>
          </p:nvSpPr>
          <p:spPr>
            <a:xfrm>
              <a:off x="10057776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4" name="pt1804"/>
            <p:cNvSpPr/>
            <p:nvPr/>
          </p:nvSpPr>
          <p:spPr>
            <a:xfrm>
              <a:off x="9608589" y="43437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5" name="pt1805"/>
            <p:cNvSpPr/>
            <p:nvPr/>
          </p:nvSpPr>
          <p:spPr>
            <a:xfrm>
              <a:off x="9159403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6" name="pt1806"/>
            <p:cNvSpPr/>
            <p:nvPr/>
          </p:nvSpPr>
          <p:spPr>
            <a:xfrm>
              <a:off x="9608589" y="427245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7" name="pt1807"/>
            <p:cNvSpPr/>
            <p:nvPr/>
          </p:nvSpPr>
          <p:spPr>
            <a:xfrm>
              <a:off x="10282369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8" name="pt1808"/>
            <p:cNvSpPr/>
            <p:nvPr/>
          </p:nvSpPr>
          <p:spPr>
            <a:xfrm>
              <a:off x="9608589" y="427245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9" name="pt1809"/>
            <p:cNvSpPr/>
            <p:nvPr/>
          </p:nvSpPr>
          <p:spPr>
            <a:xfrm>
              <a:off x="8710216" y="479539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0" name="pt1810"/>
            <p:cNvSpPr/>
            <p:nvPr/>
          </p:nvSpPr>
          <p:spPr>
            <a:xfrm>
              <a:off x="9833183" y="422491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1" name="pt1811"/>
            <p:cNvSpPr/>
            <p:nvPr/>
          </p:nvSpPr>
          <p:spPr>
            <a:xfrm>
              <a:off x="9383996" y="427245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2" name="pt1812"/>
            <p:cNvSpPr/>
            <p:nvPr/>
          </p:nvSpPr>
          <p:spPr>
            <a:xfrm>
              <a:off x="10057776" y="417737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3" name="pt1813"/>
            <p:cNvSpPr/>
            <p:nvPr/>
          </p:nvSpPr>
          <p:spPr>
            <a:xfrm>
              <a:off x="10506962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4" name="pt1814"/>
            <p:cNvSpPr/>
            <p:nvPr/>
          </p:nvSpPr>
          <p:spPr>
            <a:xfrm>
              <a:off x="8261030" y="541340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5" name="pt1815"/>
            <p:cNvSpPr/>
            <p:nvPr/>
          </p:nvSpPr>
          <p:spPr>
            <a:xfrm>
              <a:off x="10057776" y="455769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6" name="pt1816"/>
            <p:cNvSpPr/>
            <p:nvPr/>
          </p:nvSpPr>
          <p:spPr>
            <a:xfrm>
              <a:off x="8710216" y="486670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7" name="pt1817"/>
            <p:cNvSpPr/>
            <p:nvPr/>
          </p:nvSpPr>
          <p:spPr>
            <a:xfrm>
              <a:off x="9608589" y="40585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8" name="pt1818"/>
            <p:cNvSpPr/>
            <p:nvPr/>
          </p:nvSpPr>
          <p:spPr>
            <a:xfrm>
              <a:off x="8710216" y="536586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9" name="pt1819"/>
            <p:cNvSpPr/>
            <p:nvPr/>
          </p:nvSpPr>
          <p:spPr>
            <a:xfrm>
              <a:off x="8485623" y="553225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0" name="pt1820"/>
            <p:cNvSpPr/>
            <p:nvPr/>
          </p:nvSpPr>
          <p:spPr>
            <a:xfrm>
              <a:off x="8934809" y="493800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1" name="pt1821"/>
            <p:cNvSpPr/>
            <p:nvPr/>
          </p:nvSpPr>
          <p:spPr>
            <a:xfrm>
              <a:off x="8261030" y="6197810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2" name="pt1822"/>
            <p:cNvSpPr/>
            <p:nvPr/>
          </p:nvSpPr>
          <p:spPr>
            <a:xfrm>
              <a:off x="8261030" y="615027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3" name="pt1823"/>
            <p:cNvSpPr/>
            <p:nvPr/>
          </p:nvSpPr>
          <p:spPr>
            <a:xfrm>
              <a:off x="8261030" y="6197810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4" name="pt1824"/>
            <p:cNvSpPr/>
            <p:nvPr/>
          </p:nvSpPr>
          <p:spPr>
            <a:xfrm>
              <a:off x="8261030" y="6197810"/>
              <a:ext cx="63193" cy="63193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1454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5" name="pt1825"/>
            <p:cNvSpPr/>
            <p:nvPr/>
          </p:nvSpPr>
          <p:spPr>
            <a:xfrm>
              <a:off x="9159403" y="429622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6" name="pt1826"/>
            <p:cNvSpPr/>
            <p:nvPr/>
          </p:nvSpPr>
          <p:spPr>
            <a:xfrm>
              <a:off x="8261030" y="503308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7" name="pt1827"/>
            <p:cNvSpPr/>
            <p:nvPr/>
          </p:nvSpPr>
          <p:spPr>
            <a:xfrm>
              <a:off x="9383996" y="453392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8" name="pt1828"/>
            <p:cNvSpPr/>
            <p:nvPr/>
          </p:nvSpPr>
          <p:spPr>
            <a:xfrm>
              <a:off x="9608589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9" name="pt1829"/>
            <p:cNvSpPr/>
            <p:nvPr/>
          </p:nvSpPr>
          <p:spPr>
            <a:xfrm>
              <a:off x="8261030" y="610273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0" name="pt1830"/>
            <p:cNvSpPr/>
            <p:nvPr/>
          </p:nvSpPr>
          <p:spPr>
            <a:xfrm>
              <a:off x="9383996" y="451015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1" name="pt1831"/>
            <p:cNvSpPr/>
            <p:nvPr/>
          </p:nvSpPr>
          <p:spPr>
            <a:xfrm>
              <a:off x="8261030" y="605519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2" name="pt1832"/>
            <p:cNvSpPr/>
            <p:nvPr/>
          </p:nvSpPr>
          <p:spPr>
            <a:xfrm>
              <a:off x="8934809" y="455769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3" name="pt1833"/>
            <p:cNvSpPr/>
            <p:nvPr/>
          </p:nvSpPr>
          <p:spPr>
            <a:xfrm>
              <a:off x="9383996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4" name="pt1834"/>
            <p:cNvSpPr/>
            <p:nvPr/>
          </p:nvSpPr>
          <p:spPr>
            <a:xfrm>
              <a:off x="10731556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5" name="pt1835"/>
            <p:cNvSpPr/>
            <p:nvPr/>
          </p:nvSpPr>
          <p:spPr>
            <a:xfrm>
              <a:off x="8261030" y="557979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6" name="pt1836"/>
            <p:cNvSpPr/>
            <p:nvPr/>
          </p:nvSpPr>
          <p:spPr>
            <a:xfrm>
              <a:off x="8261030" y="557979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7" name="pt1837"/>
            <p:cNvSpPr/>
            <p:nvPr/>
          </p:nvSpPr>
          <p:spPr>
            <a:xfrm>
              <a:off x="8934809" y="481916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8" name="pt1838"/>
            <p:cNvSpPr/>
            <p:nvPr/>
          </p:nvSpPr>
          <p:spPr>
            <a:xfrm>
              <a:off x="8934809" y="500931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9" name="pt1839"/>
            <p:cNvSpPr/>
            <p:nvPr/>
          </p:nvSpPr>
          <p:spPr>
            <a:xfrm>
              <a:off x="8485623" y="508062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0" name="pt1840"/>
            <p:cNvSpPr/>
            <p:nvPr/>
          </p:nvSpPr>
          <p:spPr>
            <a:xfrm>
              <a:off x="10057776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1" name="pt1841"/>
            <p:cNvSpPr/>
            <p:nvPr/>
          </p:nvSpPr>
          <p:spPr>
            <a:xfrm>
              <a:off x="10282369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2" name="pt1842"/>
            <p:cNvSpPr/>
            <p:nvPr/>
          </p:nvSpPr>
          <p:spPr>
            <a:xfrm>
              <a:off x="9159403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3" name="pt1843"/>
            <p:cNvSpPr/>
            <p:nvPr/>
          </p:nvSpPr>
          <p:spPr>
            <a:xfrm>
              <a:off x="10282369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4" name="pt1844"/>
            <p:cNvSpPr/>
            <p:nvPr/>
          </p:nvSpPr>
          <p:spPr>
            <a:xfrm>
              <a:off x="11629929" y="377328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5" name="pt1845"/>
            <p:cNvSpPr/>
            <p:nvPr/>
          </p:nvSpPr>
          <p:spPr>
            <a:xfrm>
              <a:off x="10282369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6" name="pt1846"/>
            <p:cNvSpPr/>
            <p:nvPr/>
          </p:nvSpPr>
          <p:spPr>
            <a:xfrm>
              <a:off x="10956149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7" name="pt1847"/>
            <p:cNvSpPr/>
            <p:nvPr/>
          </p:nvSpPr>
          <p:spPr>
            <a:xfrm>
              <a:off x="10731556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8" name="pt1848"/>
            <p:cNvSpPr/>
            <p:nvPr/>
          </p:nvSpPr>
          <p:spPr>
            <a:xfrm>
              <a:off x="9383996" y="427245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9" name="pt1849"/>
            <p:cNvSpPr/>
            <p:nvPr/>
          </p:nvSpPr>
          <p:spPr>
            <a:xfrm>
              <a:off x="11180742" y="384459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0" name="pt1850"/>
            <p:cNvSpPr/>
            <p:nvPr/>
          </p:nvSpPr>
          <p:spPr>
            <a:xfrm>
              <a:off x="8934809" y="562733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1" name="pt1851"/>
            <p:cNvSpPr/>
            <p:nvPr/>
          </p:nvSpPr>
          <p:spPr>
            <a:xfrm>
              <a:off x="9833183" y="44863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2" name="pt1852"/>
            <p:cNvSpPr/>
            <p:nvPr/>
          </p:nvSpPr>
          <p:spPr>
            <a:xfrm>
              <a:off x="10057776" y="40109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3" name="pt1853"/>
            <p:cNvSpPr/>
            <p:nvPr/>
          </p:nvSpPr>
          <p:spPr>
            <a:xfrm>
              <a:off x="10506962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4" name="pt1854"/>
            <p:cNvSpPr/>
            <p:nvPr/>
          </p:nvSpPr>
          <p:spPr>
            <a:xfrm>
              <a:off x="9159403" y="43437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5" name="pt1855"/>
            <p:cNvSpPr/>
            <p:nvPr/>
          </p:nvSpPr>
          <p:spPr>
            <a:xfrm>
              <a:off x="10731556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6" name="pt1856"/>
            <p:cNvSpPr/>
            <p:nvPr/>
          </p:nvSpPr>
          <p:spPr>
            <a:xfrm>
              <a:off x="10731556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7" name="pt1857"/>
            <p:cNvSpPr/>
            <p:nvPr/>
          </p:nvSpPr>
          <p:spPr>
            <a:xfrm>
              <a:off x="9608589" y="427245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8" name="pt1858"/>
            <p:cNvSpPr/>
            <p:nvPr/>
          </p:nvSpPr>
          <p:spPr>
            <a:xfrm>
              <a:off x="10731556" y="377328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9" name="pt1859"/>
            <p:cNvSpPr/>
            <p:nvPr/>
          </p:nvSpPr>
          <p:spPr>
            <a:xfrm>
              <a:off x="10282369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0" name="pt1860"/>
            <p:cNvSpPr/>
            <p:nvPr/>
          </p:nvSpPr>
          <p:spPr>
            <a:xfrm>
              <a:off x="8710216" y="510439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1" name="pt1861"/>
            <p:cNvSpPr/>
            <p:nvPr/>
          </p:nvSpPr>
          <p:spPr>
            <a:xfrm>
              <a:off x="10956149" y="40585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2" name="pt1862"/>
            <p:cNvSpPr/>
            <p:nvPr/>
          </p:nvSpPr>
          <p:spPr>
            <a:xfrm>
              <a:off x="9608589" y="43437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3" name="pt1863"/>
            <p:cNvSpPr/>
            <p:nvPr/>
          </p:nvSpPr>
          <p:spPr>
            <a:xfrm>
              <a:off x="9383996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4" name="pt1864"/>
            <p:cNvSpPr/>
            <p:nvPr/>
          </p:nvSpPr>
          <p:spPr>
            <a:xfrm>
              <a:off x="8934809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5" name="pt1865"/>
            <p:cNvSpPr/>
            <p:nvPr/>
          </p:nvSpPr>
          <p:spPr>
            <a:xfrm>
              <a:off x="10506962" y="44863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6" name="pt1866"/>
            <p:cNvSpPr/>
            <p:nvPr/>
          </p:nvSpPr>
          <p:spPr>
            <a:xfrm>
              <a:off x="10956149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7" name="pt1867"/>
            <p:cNvSpPr/>
            <p:nvPr/>
          </p:nvSpPr>
          <p:spPr>
            <a:xfrm>
              <a:off x="10282369" y="410606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8" name="pt1868"/>
            <p:cNvSpPr/>
            <p:nvPr/>
          </p:nvSpPr>
          <p:spPr>
            <a:xfrm>
              <a:off x="8485623" y="44863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9" name="pt1869"/>
            <p:cNvSpPr/>
            <p:nvPr/>
          </p:nvSpPr>
          <p:spPr>
            <a:xfrm>
              <a:off x="9833183" y="427245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0" name="pt1870"/>
            <p:cNvSpPr/>
            <p:nvPr/>
          </p:nvSpPr>
          <p:spPr>
            <a:xfrm>
              <a:off x="8934809" y="441507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1" name="pt1871"/>
            <p:cNvSpPr/>
            <p:nvPr/>
          </p:nvSpPr>
          <p:spPr>
            <a:xfrm>
              <a:off x="8261030" y="603142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2" name="pt1872"/>
            <p:cNvSpPr/>
            <p:nvPr/>
          </p:nvSpPr>
          <p:spPr>
            <a:xfrm>
              <a:off x="9159403" y="43437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3" name="pt1873"/>
            <p:cNvSpPr/>
            <p:nvPr/>
          </p:nvSpPr>
          <p:spPr>
            <a:xfrm>
              <a:off x="10731556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4" name="pt1874"/>
            <p:cNvSpPr/>
            <p:nvPr/>
          </p:nvSpPr>
          <p:spPr>
            <a:xfrm>
              <a:off x="11629929" y="377328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5" name="pt1875"/>
            <p:cNvSpPr/>
            <p:nvPr/>
          </p:nvSpPr>
          <p:spPr>
            <a:xfrm>
              <a:off x="8934809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6" name="pt1876"/>
            <p:cNvSpPr/>
            <p:nvPr/>
          </p:nvSpPr>
          <p:spPr>
            <a:xfrm>
              <a:off x="10506962" y="43437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7" name="pt1877"/>
            <p:cNvSpPr/>
            <p:nvPr/>
          </p:nvSpPr>
          <p:spPr>
            <a:xfrm>
              <a:off x="8710216" y="50568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8" name="pt1878"/>
            <p:cNvSpPr/>
            <p:nvPr/>
          </p:nvSpPr>
          <p:spPr>
            <a:xfrm>
              <a:off x="10057776" y="431999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9" name="pt1879"/>
            <p:cNvSpPr/>
            <p:nvPr/>
          </p:nvSpPr>
          <p:spPr>
            <a:xfrm>
              <a:off x="9159403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0" name="pt1880"/>
            <p:cNvSpPr/>
            <p:nvPr/>
          </p:nvSpPr>
          <p:spPr>
            <a:xfrm>
              <a:off x="9608589" y="455769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1" name="pt1881"/>
            <p:cNvSpPr/>
            <p:nvPr/>
          </p:nvSpPr>
          <p:spPr>
            <a:xfrm>
              <a:off x="9383996" y="44863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2" name="pt1882"/>
            <p:cNvSpPr/>
            <p:nvPr/>
          </p:nvSpPr>
          <p:spPr>
            <a:xfrm>
              <a:off x="10282369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3" name="pt1883"/>
            <p:cNvSpPr/>
            <p:nvPr/>
          </p:nvSpPr>
          <p:spPr>
            <a:xfrm>
              <a:off x="8934809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4" name="pt1884"/>
            <p:cNvSpPr/>
            <p:nvPr/>
          </p:nvSpPr>
          <p:spPr>
            <a:xfrm>
              <a:off x="11180742" y="384459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5" name="pt1885"/>
            <p:cNvSpPr/>
            <p:nvPr/>
          </p:nvSpPr>
          <p:spPr>
            <a:xfrm>
              <a:off x="9383996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6" name="pt1886"/>
            <p:cNvSpPr/>
            <p:nvPr/>
          </p:nvSpPr>
          <p:spPr>
            <a:xfrm>
              <a:off x="8934809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7" name="pt1887"/>
            <p:cNvSpPr/>
            <p:nvPr/>
          </p:nvSpPr>
          <p:spPr>
            <a:xfrm>
              <a:off x="9833183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8" name="pt1888"/>
            <p:cNvSpPr/>
            <p:nvPr/>
          </p:nvSpPr>
          <p:spPr>
            <a:xfrm>
              <a:off x="9159403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9" name="pt1889"/>
            <p:cNvSpPr/>
            <p:nvPr/>
          </p:nvSpPr>
          <p:spPr>
            <a:xfrm>
              <a:off x="8261030" y="49142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0" name="pt1890"/>
            <p:cNvSpPr/>
            <p:nvPr/>
          </p:nvSpPr>
          <p:spPr>
            <a:xfrm>
              <a:off x="8934809" y="467654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1" name="pt1891"/>
            <p:cNvSpPr/>
            <p:nvPr/>
          </p:nvSpPr>
          <p:spPr>
            <a:xfrm>
              <a:off x="10506962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2" name="pt1892"/>
            <p:cNvSpPr/>
            <p:nvPr/>
          </p:nvSpPr>
          <p:spPr>
            <a:xfrm>
              <a:off x="8934809" y="436753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3" name="pt1893"/>
            <p:cNvSpPr/>
            <p:nvPr/>
          </p:nvSpPr>
          <p:spPr>
            <a:xfrm>
              <a:off x="9159403" y="412983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4" name="pt1894"/>
            <p:cNvSpPr/>
            <p:nvPr/>
          </p:nvSpPr>
          <p:spPr>
            <a:xfrm>
              <a:off x="9383996" y="441507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5" name="pt1895"/>
            <p:cNvSpPr/>
            <p:nvPr/>
          </p:nvSpPr>
          <p:spPr>
            <a:xfrm>
              <a:off x="9159403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6" name="pt1896"/>
            <p:cNvSpPr/>
            <p:nvPr/>
          </p:nvSpPr>
          <p:spPr>
            <a:xfrm>
              <a:off x="10731556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7" name="pt1897"/>
            <p:cNvSpPr/>
            <p:nvPr/>
          </p:nvSpPr>
          <p:spPr>
            <a:xfrm>
              <a:off x="10506962" y="393967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8" name="pt1898"/>
            <p:cNvSpPr/>
            <p:nvPr/>
          </p:nvSpPr>
          <p:spPr>
            <a:xfrm>
              <a:off x="10057776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9" name="pt1899"/>
            <p:cNvSpPr/>
            <p:nvPr/>
          </p:nvSpPr>
          <p:spPr>
            <a:xfrm>
              <a:off x="9159403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0" name="pt1900"/>
            <p:cNvSpPr/>
            <p:nvPr/>
          </p:nvSpPr>
          <p:spPr>
            <a:xfrm>
              <a:off x="9159403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1" name="pt1901"/>
            <p:cNvSpPr/>
            <p:nvPr/>
          </p:nvSpPr>
          <p:spPr>
            <a:xfrm>
              <a:off x="8485623" y="53420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2" name="pt1902"/>
            <p:cNvSpPr/>
            <p:nvPr/>
          </p:nvSpPr>
          <p:spPr>
            <a:xfrm>
              <a:off x="8485623" y="512816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3" name="pt1903"/>
            <p:cNvSpPr/>
            <p:nvPr/>
          </p:nvSpPr>
          <p:spPr>
            <a:xfrm>
              <a:off x="9833183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4" name="pt1904"/>
            <p:cNvSpPr/>
            <p:nvPr/>
          </p:nvSpPr>
          <p:spPr>
            <a:xfrm>
              <a:off x="9159403" y="508062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5" name="pt1905"/>
            <p:cNvSpPr/>
            <p:nvPr/>
          </p:nvSpPr>
          <p:spPr>
            <a:xfrm>
              <a:off x="9833183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6" name="pt1906"/>
            <p:cNvSpPr/>
            <p:nvPr/>
          </p:nvSpPr>
          <p:spPr>
            <a:xfrm>
              <a:off x="8934809" y="50568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7" name="pt1907"/>
            <p:cNvSpPr/>
            <p:nvPr/>
          </p:nvSpPr>
          <p:spPr>
            <a:xfrm>
              <a:off x="10731556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8" name="pt1908"/>
            <p:cNvSpPr/>
            <p:nvPr/>
          </p:nvSpPr>
          <p:spPr>
            <a:xfrm>
              <a:off x="8710216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9" name="pt1909"/>
            <p:cNvSpPr/>
            <p:nvPr/>
          </p:nvSpPr>
          <p:spPr>
            <a:xfrm>
              <a:off x="9383996" y="424868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0" name="pt1910"/>
            <p:cNvSpPr/>
            <p:nvPr/>
          </p:nvSpPr>
          <p:spPr>
            <a:xfrm>
              <a:off x="8710216" y="536586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1" name="pt1911"/>
            <p:cNvSpPr/>
            <p:nvPr/>
          </p:nvSpPr>
          <p:spPr>
            <a:xfrm>
              <a:off x="8934809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2" name="pt1912"/>
            <p:cNvSpPr/>
            <p:nvPr/>
          </p:nvSpPr>
          <p:spPr>
            <a:xfrm>
              <a:off x="8710216" y="441507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3" name="pt1913"/>
            <p:cNvSpPr/>
            <p:nvPr/>
          </p:nvSpPr>
          <p:spPr>
            <a:xfrm>
              <a:off x="9833183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4" name="pt1914"/>
            <p:cNvSpPr/>
            <p:nvPr/>
          </p:nvSpPr>
          <p:spPr>
            <a:xfrm>
              <a:off x="8710216" y="50568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5" name="pt1915"/>
            <p:cNvSpPr/>
            <p:nvPr/>
          </p:nvSpPr>
          <p:spPr>
            <a:xfrm>
              <a:off x="8485623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6" name="pt1916"/>
            <p:cNvSpPr/>
            <p:nvPr/>
          </p:nvSpPr>
          <p:spPr>
            <a:xfrm>
              <a:off x="9608589" y="481916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7" name="pt1917"/>
            <p:cNvSpPr/>
            <p:nvPr/>
          </p:nvSpPr>
          <p:spPr>
            <a:xfrm>
              <a:off x="8485623" y="503308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8" name="pt1918"/>
            <p:cNvSpPr/>
            <p:nvPr/>
          </p:nvSpPr>
          <p:spPr>
            <a:xfrm>
              <a:off x="9608589" y="455769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9" name="pt1919"/>
            <p:cNvSpPr/>
            <p:nvPr/>
          </p:nvSpPr>
          <p:spPr>
            <a:xfrm>
              <a:off x="8934809" y="472408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0" name="pt1920"/>
            <p:cNvSpPr/>
            <p:nvPr/>
          </p:nvSpPr>
          <p:spPr>
            <a:xfrm>
              <a:off x="8261030" y="605519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1" name="pt1921"/>
            <p:cNvSpPr/>
            <p:nvPr/>
          </p:nvSpPr>
          <p:spPr>
            <a:xfrm>
              <a:off x="8934809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2" name="pt1922"/>
            <p:cNvSpPr/>
            <p:nvPr/>
          </p:nvSpPr>
          <p:spPr>
            <a:xfrm>
              <a:off x="8261030" y="541340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3" name="pt1923"/>
            <p:cNvSpPr/>
            <p:nvPr/>
          </p:nvSpPr>
          <p:spPr>
            <a:xfrm>
              <a:off x="8710216" y="441507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4" name="pt1924"/>
            <p:cNvSpPr/>
            <p:nvPr/>
          </p:nvSpPr>
          <p:spPr>
            <a:xfrm>
              <a:off x="8934809" y="44863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5" name="pt1925"/>
            <p:cNvSpPr/>
            <p:nvPr/>
          </p:nvSpPr>
          <p:spPr>
            <a:xfrm>
              <a:off x="8710216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6" name="pt1926"/>
            <p:cNvSpPr/>
            <p:nvPr/>
          </p:nvSpPr>
          <p:spPr>
            <a:xfrm>
              <a:off x="8710216" y="474785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7" name="pt1927"/>
            <p:cNvSpPr/>
            <p:nvPr/>
          </p:nvSpPr>
          <p:spPr>
            <a:xfrm>
              <a:off x="8485623" y="51994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8" name="pt1928"/>
            <p:cNvSpPr/>
            <p:nvPr/>
          </p:nvSpPr>
          <p:spPr>
            <a:xfrm>
              <a:off x="9833183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9" name="pt1929"/>
            <p:cNvSpPr/>
            <p:nvPr/>
          </p:nvSpPr>
          <p:spPr>
            <a:xfrm>
              <a:off x="8710216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0" name="pt1930"/>
            <p:cNvSpPr/>
            <p:nvPr/>
          </p:nvSpPr>
          <p:spPr>
            <a:xfrm>
              <a:off x="8710216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1" name="pt1931"/>
            <p:cNvSpPr/>
            <p:nvPr/>
          </p:nvSpPr>
          <p:spPr>
            <a:xfrm>
              <a:off x="8710216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2" name="pt1932"/>
            <p:cNvSpPr/>
            <p:nvPr/>
          </p:nvSpPr>
          <p:spPr>
            <a:xfrm>
              <a:off x="8934809" y="44863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3" name="pt1933"/>
            <p:cNvSpPr/>
            <p:nvPr/>
          </p:nvSpPr>
          <p:spPr>
            <a:xfrm>
              <a:off x="8485623" y="58412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4" name="pt1934"/>
            <p:cNvSpPr/>
            <p:nvPr/>
          </p:nvSpPr>
          <p:spPr>
            <a:xfrm>
              <a:off x="8485623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5" name="pt1935"/>
            <p:cNvSpPr/>
            <p:nvPr/>
          </p:nvSpPr>
          <p:spPr>
            <a:xfrm>
              <a:off x="9383996" y="43437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6" name="pt1936"/>
            <p:cNvSpPr/>
            <p:nvPr/>
          </p:nvSpPr>
          <p:spPr>
            <a:xfrm>
              <a:off x="8710216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7" name="pt1937"/>
            <p:cNvSpPr/>
            <p:nvPr/>
          </p:nvSpPr>
          <p:spPr>
            <a:xfrm>
              <a:off x="8261030" y="562733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8" name="pt1938"/>
            <p:cNvSpPr/>
            <p:nvPr/>
          </p:nvSpPr>
          <p:spPr>
            <a:xfrm>
              <a:off x="8934809" y="44863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9" name="pt1939"/>
            <p:cNvSpPr/>
            <p:nvPr/>
          </p:nvSpPr>
          <p:spPr>
            <a:xfrm>
              <a:off x="8485623" y="49142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0" name="pt1940"/>
            <p:cNvSpPr/>
            <p:nvPr/>
          </p:nvSpPr>
          <p:spPr>
            <a:xfrm>
              <a:off x="8485623" y="50568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1" name="pt1941"/>
            <p:cNvSpPr/>
            <p:nvPr/>
          </p:nvSpPr>
          <p:spPr>
            <a:xfrm>
              <a:off x="8261030" y="541340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2" name="pt1942"/>
            <p:cNvSpPr/>
            <p:nvPr/>
          </p:nvSpPr>
          <p:spPr>
            <a:xfrm>
              <a:off x="8261030" y="512816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3" name="pt1943"/>
            <p:cNvSpPr/>
            <p:nvPr/>
          </p:nvSpPr>
          <p:spPr>
            <a:xfrm>
              <a:off x="8710216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4" name="pt1944"/>
            <p:cNvSpPr/>
            <p:nvPr/>
          </p:nvSpPr>
          <p:spPr>
            <a:xfrm>
              <a:off x="8485623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5" name="pt1945"/>
            <p:cNvSpPr/>
            <p:nvPr/>
          </p:nvSpPr>
          <p:spPr>
            <a:xfrm>
              <a:off x="8485623" y="53420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6" name="pt1946"/>
            <p:cNvSpPr/>
            <p:nvPr/>
          </p:nvSpPr>
          <p:spPr>
            <a:xfrm>
              <a:off x="8934809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7" name="pt1947"/>
            <p:cNvSpPr/>
            <p:nvPr/>
          </p:nvSpPr>
          <p:spPr>
            <a:xfrm>
              <a:off x="8710216" y="51994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8" name="pt1948"/>
            <p:cNvSpPr/>
            <p:nvPr/>
          </p:nvSpPr>
          <p:spPr>
            <a:xfrm>
              <a:off x="9159403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9" name="pt1949"/>
            <p:cNvSpPr/>
            <p:nvPr/>
          </p:nvSpPr>
          <p:spPr>
            <a:xfrm>
              <a:off x="8710216" y="512816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0" name="pt1950"/>
            <p:cNvSpPr/>
            <p:nvPr/>
          </p:nvSpPr>
          <p:spPr>
            <a:xfrm>
              <a:off x="9159403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1" name="pt1951"/>
            <p:cNvSpPr/>
            <p:nvPr/>
          </p:nvSpPr>
          <p:spPr>
            <a:xfrm>
              <a:off x="10506962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2" name="pt1952"/>
            <p:cNvSpPr/>
            <p:nvPr/>
          </p:nvSpPr>
          <p:spPr>
            <a:xfrm>
              <a:off x="8710216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3" name="pt1953"/>
            <p:cNvSpPr/>
            <p:nvPr/>
          </p:nvSpPr>
          <p:spPr>
            <a:xfrm>
              <a:off x="8934809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4" name="pt1954"/>
            <p:cNvSpPr/>
            <p:nvPr/>
          </p:nvSpPr>
          <p:spPr>
            <a:xfrm>
              <a:off x="8710216" y="50568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5" name="pt1955"/>
            <p:cNvSpPr/>
            <p:nvPr/>
          </p:nvSpPr>
          <p:spPr>
            <a:xfrm>
              <a:off x="8934809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6" name="pt1956"/>
            <p:cNvSpPr/>
            <p:nvPr/>
          </p:nvSpPr>
          <p:spPr>
            <a:xfrm>
              <a:off x="8710216" y="505685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7" name="pt1957"/>
            <p:cNvSpPr/>
            <p:nvPr/>
          </p:nvSpPr>
          <p:spPr>
            <a:xfrm>
              <a:off x="8485623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8" name="pt1958"/>
            <p:cNvSpPr/>
            <p:nvPr/>
          </p:nvSpPr>
          <p:spPr>
            <a:xfrm>
              <a:off x="8934809" y="481916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9" name="pt1959"/>
            <p:cNvSpPr/>
            <p:nvPr/>
          </p:nvSpPr>
          <p:spPr>
            <a:xfrm>
              <a:off x="10057776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0" name="pt1960"/>
            <p:cNvSpPr/>
            <p:nvPr/>
          </p:nvSpPr>
          <p:spPr>
            <a:xfrm>
              <a:off x="8934809" y="522324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1" name="pt1961"/>
            <p:cNvSpPr/>
            <p:nvPr/>
          </p:nvSpPr>
          <p:spPr>
            <a:xfrm>
              <a:off x="8485623" y="472408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2" name="pt1962"/>
            <p:cNvSpPr/>
            <p:nvPr/>
          </p:nvSpPr>
          <p:spPr>
            <a:xfrm>
              <a:off x="8710216" y="500931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3" name="pt1963"/>
            <p:cNvSpPr/>
            <p:nvPr/>
          </p:nvSpPr>
          <p:spPr>
            <a:xfrm>
              <a:off x="8934809" y="446261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4" name="pt1964"/>
            <p:cNvSpPr/>
            <p:nvPr/>
          </p:nvSpPr>
          <p:spPr>
            <a:xfrm>
              <a:off x="8261030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5" name="pt1965"/>
            <p:cNvSpPr/>
            <p:nvPr/>
          </p:nvSpPr>
          <p:spPr>
            <a:xfrm>
              <a:off x="9383996" y="441507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6" name="pt1966"/>
            <p:cNvSpPr/>
            <p:nvPr/>
          </p:nvSpPr>
          <p:spPr>
            <a:xfrm>
              <a:off x="8261030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7" name="pt1967"/>
            <p:cNvSpPr/>
            <p:nvPr/>
          </p:nvSpPr>
          <p:spPr>
            <a:xfrm>
              <a:off x="8485623" y="489046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8" name="pt1968"/>
            <p:cNvSpPr/>
            <p:nvPr/>
          </p:nvSpPr>
          <p:spPr>
            <a:xfrm>
              <a:off x="8261030" y="55560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9" name="pt1969"/>
            <p:cNvSpPr/>
            <p:nvPr/>
          </p:nvSpPr>
          <p:spPr>
            <a:xfrm>
              <a:off x="8934809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0" name="pt1970"/>
            <p:cNvSpPr/>
            <p:nvPr/>
          </p:nvSpPr>
          <p:spPr>
            <a:xfrm>
              <a:off x="9608589" y="412983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1" name="pt1971"/>
            <p:cNvSpPr/>
            <p:nvPr/>
          </p:nvSpPr>
          <p:spPr>
            <a:xfrm>
              <a:off x="9159403" y="441507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2" name="pt1972"/>
            <p:cNvSpPr/>
            <p:nvPr/>
          </p:nvSpPr>
          <p:spPr>
            <a:xfrm>
              <a:off x="10506962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3" name="pt1973"/>
            <p:cNvSpPr/>
            <p:nvPr/>
          </p:nvSpPr>
          <p:spPr>
            <a:xfrm>
              <a:off x="8261030" y="55560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4" name="pt1974"/>
            <p:cNvSpPr/>
            <p:nvPr/>
          </p:nvSpPr>
          <p:spPr>
            <a:xfrm>
              <a:off x="8934809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5" name="pt1975"/>
            <p:cNvSpPr/>
            <p:nvPr/>
          </p:nvSpPr>
          <p:spPr>
            <a:xfrm>
              <a:off x="8710216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6" name="pt1976"/>
            <p:cNvSpPr/>
            <p:nvPr/>
          </p:nvSpPr>
          <p:spPr>
            <a:xfrm>
              <a:off x="8934809" y="467654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7" name="pt1977"/>
            <p:cNvSpPr/>
            <p:nvPr/>
          </p:nvSpPr>
          <p:spPr>
            <a:xfrm>
              <a:off x="10057776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8" name="pt1978"/>
            <p:cNvSpPr/>
            <p:nvPr/>
          </p:nvSpPr>
          <p:spPr>
            <a:xfrm>
              <a:off x="8710216" y="472408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9" name="pt1979"/>
            <p:cNvSpPr/>
            <p:nvPr/>
          </p:nvSpPr>
          <p:spPr>
            <a:xfrm>
              <a:off x="8485623" y="51994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0" name="pt1980"/>
            <p:cNvSpPr/>
            <p:nvPr/>
          </p:nvSpPr>
          <p:spPr>
            <a:xfrm>
              <a:off x="9833183" y="40585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1" name="pt1981"/>
            <p:cNvSpPr/>
            <p:nvPr/>
          </p:nvSpPr>
          <p:spPr>
            <a:xfrm>
              <a:off x="11180742" y="377328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2" name="pt1982"/>
            <p:cNvSpPr/>
            <p:nvPr/>
          </p:nvSpPr>
          <p:spPr>
            <a:xfrm>
              <a:off x="9383996" y="40585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3" name="pt1983"/>
            <p:cNvSpPr/>
            <p:nvPr/>
          </p:nvSpPr>
          <p:spPr>
            <a:xfrm>
              <a:off x="8710216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4" name="pt1984"/>
            <p:cNvSpPr/>
            <p:nvPr/>
          </p:nvSpPr>
          <p:spPr>
            <a:xfrm>
              <a:off x="9383996" y="408229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5" name="pt1985"/>
            <p:cNvSpPr/>
            <p:nvPr/>
          </p:nvSpPr>
          <p:spPr>
            <a:xfrm>
              <a:off x="8934809" y="44863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6" name="pt1986"/>
            <p:cNvSpPr/>
            <p:nvPr/>
          </p:nvSpPr>
          <p:spPr>
            <a:xfrm>
              <a:off x="9833183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7" name="pt1987"/>
            <p:cNvSpPr/>
            <p:nvPr/>
          </p:nvSpPr>
          <p:spPr>
            <a:xfrm>
              <a:off x="9383996" y="429622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8" name="pt1988"/>
            <p:cNvSpPr/>
            <p:nvPr/>
          </p:nvSpPr>
          <p:spPr>
            <a:xfrm>
              <a:off x="10057776" y="422491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9" name="pt1989"/>
            <p:cNvSpPr/>
            <p:nvPr/>
          </p:nvSpPr>
          <p:spPr>
            <a:xfrm>
              <a:off x="10282369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0" name="pt1990"/>
            <p:cNvSpPr/>
            <p:nvPr/>
          </p:nvSpPr>
          <p:spPr>
            <a:xfrm>
              <a:off x="10956149" y="384459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1" name="pt1991"/>
            <p:cNvSpPr/>
            <p:nvPr/>
          </p:nvSpPr>
          <p:spPr>
            <a:xfrm>
              <a:off x="9833183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2" name="pt1992"/>
            <p:cNvSpPr/>
            <p:nvPr/>
          </p:nvSpPr>
          <p:spPr>
            <a:xfrm>
              <a:off x="9833183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3" name="pt1993"/>
            <p:cNvSpPr/>
            <p:nvPr/>
          </p:nvSpPr>
          <p:spPr>
            <a:xfrm>
              <a:off x="9608589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4" name="pt1994"/>
            <p:cNvSpPr/>
            <p:nvPr/>
          </p:nvSpPr>
          <p:spPr>
            <a:xfrm>
              <a:off x="10282369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5" name="pt1995"/>
            <p:cNvSpPr/>
            <p:nvPr/>
          </p:nvSpPr>
          <p:spPr>
            <a:xfrm>
              <a:off x="9383996" y="455769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6" name="pt1996"/>
            <p:cNvSpPr/>
            <p:nvPr/>
          </p:nvSpPr>
          <p:spPr>
            <a:xfrm>
              <a:off x="8485623" y="524701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7" name="pt1997"/>
            <p:cNvSpPr/>
            <p:nvPr/>
          </p:nvSpPr>
          <p:spPr>
            <a:xfrm>
              <a:off x="10731556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8" name="pt1998"/>
            <p:cNvSpPr/>
            <p:nvPr/>
          </p:nvSpPr>
          <p:spPr>
            <a:xfrm>
              <a:off x="8934809" y="555602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9" name="pt1999"/>
            <p:cNvSpPr/>
            <p:nvPr/>
          </p:nvSpPr>
          <p:spPr>
            <a:xfrm>
              <a:off x="9833183" y="422491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0" name="pt2000"/>
            <p:cNvSpPr/>
            <p:nvPr/>
          </p:nvSpPr>
          <p:spPr>
            <a:xfrm>
              <a:off x="10057776" y="422491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1" name="pt2001"/>
            <p:cNvSpPr/>
            <p:nvPr/>
          </p:nvSpPr>
          <p:spPr>
            <a:xfrm>
              <a:off x="10057776" y="412983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2" name="pt2002"/>
            <p:cNvSpPr/>
            <p:nvPr/>
          </p:nvSpPr>
          <p:spPr>
            <a:xfrm>
              <a:off x="9833183" y="408229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3" name="pt2003"/>
            <p:cNvSpPr/>
            <p:nvPr/>
          </p:nvSpPr>
          <p:spPr>
            <a:xfrm>
              <a:off x="9608589" y="427245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4" name="pt2004"/>
            <p:cNvSpPr/>
            <p:nvPr/>
          </p:nvSpPr>
          <p:spPr>
            <a:xfrm>
              <a:off x="8710216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5" name="pt2005"/>
            <p:cNvSpPr/>
            <p:nvPr/>
          </p:nvSpPr>
          <p:spPr>
            <a:xfrm>
              <a:off x="8710216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6" name="pt2006"/>
            <p:cNvSpPr/>
            <p:nvPr/>
          </p:nvSpPr>
          <p:spPr>
            <a:xfrm>
              <a:off x="8710216" y="479539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7" name="pt2007"/>
            <p:cNvSpPr/>
            <p:nvPr/>
          </p:nvSpPr>
          <p:spPr>
            <a:xfrm>
              <a:off x="9159403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8" name="pt2008"/>
            <p:cNvSpPr/>
            <p:nvPr/>
          </p:nvSpPr>
          <p:spPr>
            <a:xfrm>
              <a:off x="8710216" y="489046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9" name="pt2009"/>
            <p:cNvSpPr/>
            <p:nvPr/>
          </p:nvSpPr>
          <p:spPr>
            <a:xfrm>
              <a:off x="10731556" y="384459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0" name="pt2010"/>
            <p:cNvSpPr/>
            <p:nvPr/>
          </p:nvSpPr>
          <p:spPr>
            <a:xfrm>
              <a:off x="8710216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1" name="pt2011"/>
            <p:cNvSpPr/>
            <p:nvPr/>
          </p:nvSpPr>
          <p:spPr>
            <a:xfrm>
              <a:off x="9608589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2" name="pt2012"/>
            <p:cNvSpPr/>
            <p:nvPr/>
          </p:nvSpPr>
          <p:spPr>
            <a:xfrm>
              <a:off x="8934809" y="431999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3" name="pt2013"/>
            <p:cNvSpPr/>
            <p:nvPr/>
          </p:nvSpPr>
          <p:spPr>
            <a:xfrm>
              <a:off x="9383996" y="460523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4" name="pt2014"/>
            <p:cNvSpPr/>
            <p:nvPr/>
          </p:nvSpPr>
          <p:spPr>
            <a:xfrm>
              <a:off x="9383996" y="427245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5" name="pt2015"/>
            <p:cNvSpPr/>
            <p:nvPr/>
          </p:nvSpPr>
          <p:spPr>
            <a:xfrm>
              <a:off x="8710216" y="49142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6" name="pt2016"/>
            <p:cNvSpPr/>
            <p:nvPr/>
          </p:nvSpPr>
          <p:spPr>
            <a:xfrm>
              <a:off x="9833183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7" name="pt2017"/>
            <p:cNvSpPr/>
            <p:nvPr/>
          </p:nvSpPr>
          <p:spPr>
            <a:xfrm>
              <a:off x="9159403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8" name="pt2018"/>
            <p:cNvSpPr/>
            <p:nvPr/>
          </p:nvSpPr>
          <p:spPr>
            <a:xfrm>
              <a:off x="8934809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9" name="pt2019"/>
            <p:cNvSpPr/>
            <p:nvPr/>
          </p:nvSpPr>
          <p:spPr>
            <a:xfrm>
              <a:off x="8934809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0" name="pt2020"/>
            <p:cNvSpPr/>
            <p:nvPr/>
          </p:nvSpPr>
          <p:spPr>
            <a:xfrm>
              <a:off x="8710216" y="51994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1" name="pt2021"/>
            <p:cNvSpPr/>
            <p:nvPr/>
          </p:nvSpPr>
          <p:spPr>
            <a:xfrm>
              <a:off x="8710216" y="486670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2" name="pt2022"/>
            <p:cNvSpPr/>
            <p:nvPr/>
          </p:nvSpPr>
          <p:spPr>
            <a:xfrm>
              <a:off x="8485623" y="481916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3" name="pt2023"/>
            <p:cNvSpPr/>
            <p:nvPr/>
          </p:nvSpPr>
          <p:spPr>
            <a:xfrm>
              <a:off x="9159403" y="481916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4" name="pt2024"/>
            <p:cNvSpPr/>
            <p:nvPr/>
          </p:nvSpPr>
          <p:spPr>
            <a:xfrm>
              <a:off x="8710216" y="493800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5" name="pt2025"/>
            <p:cNvSpPr/>
            <p:nvPr/>
          </p:nvSpPr>
          <p:spPr>
            <a:xfrm>
              <a:off x="10506962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6" name="pt2026"/>
            <p:cNvSpPr/>
            <p:nvPr/>
          </p:nvSpPr>
          <p:spPr>
            <a:xfrm>
              <a:off x="8485623" y="479539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7" name="pt2027"/>
            <p:cNvSpPr/>
            <p:nvPr/>
          </p:nvSpPr>
          <p:spPr>
            <a:xfrm>
              <a:off x="10282369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8" name="pt2028"/>
            <p:cNvSpPr/>
            <p:nvPr/>
          </p:nvSpPr>
          <p:spPr>
            <a:xfrm>
              <a:off x="8261030" y="53420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9" name="pt2029"/>
            <p:cNvSpPr/>
            <p:nvPr/>
          </p:nvSpPr>
          <p:spPr>
            <a:xfrm>
              <a:off x="8485623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0" name="pt2030"/>
            <p:cNvSpPr/>
            <p:nvPr/>
          </p:nvSpPr>
          <p:spPr>
            <a:xfrm>
              <a:off x="8710216" y="491423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1" name="pt2031"/>
            <p:cNvSpPr/>
            <p:nvPr/>
          </p:nvSpPr>
          <p:spPr>
            <a:xfrm>
              <a:off x="8710216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2" name="pt2032"/>
            <p:cNvSpPr/>
            <p:nvPr/>
          </p:nvSpPr>
          <p:spPr>
            <a:xfrm>
              <a:off x="8485623" y="515193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3" name="pt2033"/>
            <p:cNvSpPr/>
            <p:nvPr/>
          </p:nvSpPr>
          <p:spPr>
            <a:xfrm>
              <a:off x="10506962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4" name="pt2034"/>
            <p:cNvSpPr/>
            <p:nvPr/>
          </p:nvSpPr>
          <p:spPr>
            <a:xfrm>
              <a:off x="8934809" y="508062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5" name="pt2035"/>
            <p:cNvSpPr/>
            <p:nvPr/>
          </p:nvSpPr>
          <p:spPr>
            <a:xfrm>
              <a:off x="9159403" y="462900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6" name="pt2036"/>
            <p:cNvSpPr/>
            <p:nvPr/>
          </p:nvSpPr>
          <p:spPr>
            <a:xfrm>
              <a:off x="8485623" y="59838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7" name="pt2037"/>
            <p:cNvSpPr/>
            <p:nvPr/>
          </p:nvSpPr>
          <p:spPr>
            <a:xfrm>
              <a:off x="8934809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8" name="pt2038"/>
            <p:cNvSpPr/>
            <p:nvPr/>
          </p:nvSpPr>
          <p:spPr>
            <a:xfrm>
              <a:off x="10057776" y="415360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9" name="pt2039"/>
            <p:cNvSpPr/>
            <p:nvPr/>
          </p:nvSpPr>
          <p:spPr>
            <a:xfrm>
              <a:off x="8934809" y="474785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0" name="pt2040"/>
            <p:cNvSpPr/>
            <p:nvPr/>
          </p:nvSpPr>
          <p:spPr>
            <a:xfrm>
              <a:off x="8710216" y="451015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1" name="pt2041"/>
            <p:cNvSpPr/>
            <p:nvPr/>
          </p:nvSpPr>
          <p:spPr>
            <a:xfrm>
              <a:off x="9833183" y="427245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2" name="pt2042"/>
            <p:cNvSpPr/>
            <p:nvPr/>
          </p:nvSpPr>
          <p:spPr>
            <a:xfrm>
              <a:off x="9159403" y="40109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3" name="pt2043"/>
            <p:cNvSpPr/>
            <p:nvPr/>
          </p:nvSpPr>
          <p:spPr>
            <a:xfrm>
              <a:off x="10057776" y="427245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4" name="pt2044"/>
            <p:cNvSpPr/>
            <p:nvPr/>
          </p:nvSpPr>
          <p:spPr>
            <a:xfrm>
              <a:off x="8485623" y="522324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5" name="pt2045"/>
            <p:cNvSpPr/>
            <p:nvPr/>
          </p:nvSpPr>
          <p:spPr>
            <a:xfrm>
              <a:off x="9383996" y="455769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6" name="pt2046"/>
            <p:cNvSpPr/>
            <p:nvPr/>
          </p:nvSpPr>
          <p:spPr>
            <a:xfrm>
              <a:off x="9159403" y="53420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7" name="pt2047"/>
            <p:cNvSpPr/>
            <p:nvPr/>
          </p:nvSpPr>
          <p:spPr>
            <a:xfrm>
              <a:off x="9833183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8" name="pt2048"/>
            <p:cNvSpPr/>
            <p:nvPr/>
          </p:nvSpPr>
          <p:spPr>
            <a:xfrm>
              <a:off x="8485623" y="43437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9" name="pt2049"/>
            <p:cNvSpPr/>
            <p:nvPr/>
          </p:nvSpPr>
          <p:spPr>
            <a:xfrm>
              <a:off x="8485623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0" name="pt2050"/>
            <p:cNvSpPr/>
            <p:nvPr/>
          </p:nvSpPr>
          <p:spPr>
            <a:xfrm>
              <a:off x="8710216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1" name="pt2051"/>
            <p:cNvSpPr/>
            <p:nvPr/>
          </p:nvSpPr>
          <p:spPr>
            <a:xfrm>
              <a:off x="8261030" y="581749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2" name="pt2052"/>
            <p:cNvSpPr/>
            <p:nvPr/>
          </p:nvSpPr>
          <p:spPr>
            <a:xfrm>
              <a:off x="9608589" y="446261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3" name="pt2053"/>
            <p:cNvSpPr/>
            <p:nvPr/>
          </p:nvSpPr>
          <p:spPr>
            <a:xfrm>
              <a:off x="10057776" y="398721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4" name="pt2054"/>
            <p:cNvSpPr/>
            <p:nvPr/>
          </p:nvSpPr>
          <p:spPr>
            <a:xfrm>
              <a:off x="8710216" y="493800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5" name="pt2055"/>
            <p:cNvSpPr/>
            <p:nvPr/>
          </p:nvSpPr>
          <p:spPr>
            <a:xfrm>
              <a:off x="8710216" y="508062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6" name="pt2056"/>
            <p:cNvSpPr/>
            <p:nvPr/>
          </p:nvSpPr>
          <p:spPr>
            <a:xfrm>
              <a:off x="8934809" y="44863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7" name="pt2057"/>
            <p:cNvSpPr/>
            <p:nvPr/>
          </p:nvSpPr>
          <p:spPr>
            <a:xfrm>
              <a:off x="10057776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8" name="pt2058"/>
            <p:cNvSpPr/>
            <p:nvPr/>
          </p:nvSpPr>
          <p:spPr>
            <a:xfrm>
              <a:off x="10282369" y="455769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9" name="pt2059"/>
            <p:cNvSpPr/>
            <p:nvPr/>
          </p:nvSpPr>
          <p:spPr>
            <a:xfrm>
              <a:off x="10282369" y="401098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0" name="pt2060"/>
            <p:cNvSpPr/>
            <p:nvPr/>
          </p:nvSpPr>
          <p:spPr>
            <a:xfrm>
              <a:off x="8934809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1" name="pt2061"/>
            <p:cNvSpPr/>
            <p:nvPr/>
          </p:nvSpPr>
          <p:spPr>
            <a:xfrm>
              <a:off x="9383996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2" name="pt2062"/>
            <p:cNvSpPr/>
            <p:nvPr/>
          </p:nvSpPr>
          <p:spPr>
            <a:xfrm>
              <a:off x="10731556" y="384459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3" name="pt2063"/>
            <p:cNvSpPr/>
            <p:nvPr/>
          </p:nvSpPr>
          <p:spPr>
            <a:xfrm>
              <a:off x="9159403" y="479539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4" name="pt2064"/>
            <p:cNvSpPr/>
            <p:nvPr/>
          </p:nvSpPr>
          <p:spPr>
            <a:xfrm>
              <a:off x="8710216" y="5151938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5" name="pt2065"/>
            <p:cNvSpPr/>
            <p:nvPr/>
          </p:nvSpPr>
          <p:spPr>
            <a:xfrm>
              <a:off x="9383996" y="484293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6" name="pt2066"/>
            <p:cNvSpPr/>
            <p:nvPr/>
          </p:nvSpPr>
          <p:spPr>
            <a:xfrm>
              <a:off x="9833183" y="4201144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7" name="pt2067"/>
            <p:cNvSpPr/>
            <p:nvPr/>
          </p:nvSpPr>
          <p:spPr>
            <a:xfrm>
              <a:off x="10282369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8" name="pt2068"/>
            <p:cNvSpPr/>
            <p:nvPr/>
          </p:nvSpPr>
          <p:spPr>
            <a:xfrm>
              <a:off x="8710216" y="4985549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9" name="pt2069"/>
            <p:cNvSpPr/>
            <p:nvPr/>
          </p:nvSpPr>
          <p:spPr>
            <a:xfrm>
              <a:off x="8934809" y="534209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0" name="pt2070"/>
            <p:cNvSpPr/>
            <p:nvPr/>
          </p:nvSpPr>
          <p:spPr>
            <a:xfrm>
              <a:off x="8485623" y="522324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1" name="pt2071"/>
            <p:cNvSpPr/>
            <p:nvPr/>
          </p:nvSpPr>
          <p:spPr>
            <a:xfrm>
              <a:off x="10057776" y="3915906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2" name="pt2072"/>
            <p:cNvSpPr/>
            <p:nvPr/>
          </p:nvSpPr>
          <p:spPr>
            <a:xfrm>
              <a:off x="8485623" y="531832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3" name="pt2073"/>
            <p:cNvSpPr/>
            <p:nvPr/>
          </p:nvSpPr>
          <p:spPr>
            <a:xfrm>
              <a:off x="8485623" y="5389636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4" name="pt2074"/>
            <p:cNvSpPr/>
            <p:nvPr/>
          </p:nvSpPr>
          <p:spPr>
            <a:xfrm>
              <a:off x="10731556" y="3844597"/>
              <a:ext cx="63193" cy="63193"/>
            </a:xfrm>
            <a:prstGeom prst="ellipse">
              <a:avLst/>
            </a:prstGeom>
            <a:solidFill>
              <a:srgbClr val="1F77B4">
                <a:alpha val="54901"/>
              </a:srgbClr>
            </a:solidFill>
            <a:ln w="11454" cap="rnd">
              <a:solidFill>
                <a:srgbClr val="1F77B4">
                  <a:alpha val="54901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5" name="pt2075"/>
            <p:cNvSpPr/>
            <p:nvPr/>
          </p:nvSpPr>
          <p:spPr>
            <a:xfrm>
              <a:off x="8710216" y="519947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6" name="pt2076"/>
            <p:cNvSpPr/>
            <p:nvPr/>
          </p:nvSpPr>
          <p:spPr>
            <a:xfrm>
              <a:off x="8485623" y="579372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7" name="pt2077"/>
            <p:cNvSpPr/>
            <p:nvPr/>
          </p:nvSpPr>
          <p:spPr>
            <a:xfrm>
              <a:off x="9833183" y="415360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8" name="pt2078"/>
            <p:cNvSpPr/>
            <p:nvPr/>
          </p:nvSpPr>
          <p:spPr>
            <a:xfrm>
              <a:off x="9833183" y="451015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9" name="pt2079"/>
            <p:cNvSpPr/>
            <p:nvPr/>
          </p:nvSpPr>
          <p:spPr>
            <a:xfrm>
              <a:off x="9159403" y="4700311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0" name="pt2080"/>
            <p:cNvSpPr/>
            <p:nvPr/>
          </p:nvSpPr>
          <p:spPr>
            <a:xfrm>
              <a:off x="8485623" y="5175707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1" name="pt2081"/>
            <p:cNvSpPr/>
            <p:nvPr/>
          </p:nvSpPr>
          <p:spPr>
            <a:xfrm>
              <a:off x="9383996" y="434376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2" name="pt2082"/>
            <p:cNvSpPr/>
            <p:nvPr/>
          </p:nvSpPr>
          <p:spPr>
            <a:xfrm>
              <a:off x="9159403" y="4153605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3" name="pt2083"/>
            <p:cNvSpPr/>
            <p:nvPr/>
          </p:nvSpPr>
          <p:spPr>
            <a:xfrm>
              <a:off x="8934809" y="4771620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4" name="pt2084"/>
            <p:cNvSpPr/>
            <p:nvPr/>
          </p:nvSpPr>
          <p:spPr>
            <a:xfrm>
              <a:off x="9159403" y="4486382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5" name="pt2085"/>
            <p:cNvSpPr/>
            <p:nvPr/>
          </p:nvSpPr>
          <p:spPr>
            <a:xfrm>
              <a:off x="9159403" y="431999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6" name="pt2086"/>
            <p:cNvSpPr/>
            <p:nvPr/>
          </p:nvSpPr>
          <p:spPr>
            <a:xfrm>
              <a:off x="8710216" y="5769953"/>
              <a:ext cx="63193" cy="63193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1454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7" name="tx2087"/>
            <p:cNvSpPr/>
            <p:nvPr/>
          </p:nvSpPr>
          <p:spPr>
            <a:xfrm>
              <a:off x="8309471" y="3710652"/>
              <a:ext cx="91715" cy="909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2088" name="tx2088"/>
            <p:cNvSpPr/>
            <p:nvPr/>
          </p:nvSpPr>
          <p:spPr>
            <a:xfrm>
              <a:off x="8414822" y="3675101"/>
              <a:ext cx="49441" cy="63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089" name="tx2089"/>
            <p:cNvSpPr/>
            <p:nvPr/>
          </p:nvSpPr>
          <p:spPr>
            <a:xfrm>
              <a:off x="8464264" y="3801561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2090" name="tx2090"/>
            <p:cNvSpPr/>
            <p:nvPr/>
          </p:nvSpPr>
          <p:spPr>
            <a:xfrm>
              <a:off x="8499053" y="3763548"/>
              <a:ext cx="74166" cy="380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2091" name="tx2091"/>
            <p:cNvSpPr/>
            <p:nvPr/>
          </p:nvSpPr>
          <p:spPr>
            <a:xfrm>
              <a:off x="8573219" y="3801561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2092" name="tx2092"/>
            <p:cNvSpPr/>
            <p:nvPr/>
          </p:nvSpPr>
          <p:spPr>
            <a:xfrm>
              <a:off x="8608008" y="3708729"/>
              <a:ext cx="247178" cy="9283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0.68</a:t>
              </a:r>
            </a:p>
          </p:txBody>
        </p:sp>
        <p:sp>
          <p:nvSpPr>
            <p:cNvPr id="2093" name="pl2093"/>
            <p:cNvSpPr/>
            <p:nvPr/>
          </p:nvSpPr>
          <p:spPr>
            <a:xfrm>
              <a:off x="8292626" y="3533908"/>
              <a:ext cx="3001675" cy="1701653"/>
            </a:xfrm>
            <a:custGeom>
              <a:avLst/>
              <a:gdLst/>
              <a:ahLst/>
              <a:cxnLst/>
              <a:rect l="0" t="0" r="0" b="0"/>
              <a:pathLst>
                <a:path w="3001675" h="1701653">
                  <a:moveTo>
                    <a:pt x="0" y="1701653"/>
                  </a:moveTo>
                  <a:lnTo>
                    <a:pt x="42644" y="1677478"/>
                  </a:lnTo>
                  <a:lnTo>
                    <a:pt x="85288" y="1653303"/>
                  </a:lnTo>
                  <a:lnTo>
                    <a:pt x="127932" y="1629128"/>
                  </a:lnTo>
                  <a:lnTo>
                    <a:pt x="170577" y="1604953"/>
                  </a:lnTo>
                  <a:lnTo>
                    <a:pt x="213221" y="1580778"/>
                  </a:lnTo>
                  <a:lnTo>
                    <a:pt x="255865" y="1556603"/>
                  </a:lnTo>
                  <a:lnTo>
                    <a:pt x="298510" y="1532428"/>
                  </a:lnTo>
                  <a:lnTo>
                    <a:pt x="341154" y="1508253"/>
                  </a:lnTo>
                  <a:lnTo>
                    <a:pt x="383798" y="1484077"/>
                  </a:lnTo>
                  <a:lnTo>
                    <a:pt x="426442" y="1459902"/>
                  </a:lnTo>
                  <a:lnTo>
                    <a:pt x="469087" y="1435727"/>
                  </a:lnTo>
                  <a:lnTo>
                    <a:pt x="511731" y="1411552"/>
                  </a:lnTo>
                  <a:lnTo>
                    <a:pt x="554375" y="1387377"/>
                  </a:lnTo>
                  <a:lnTo>
                    <a:pt x="597020" y="1363202"/>
                  </a:lnTo>
                  <a:lnTo>
                    <a:pt x="639664" y="1339027"/>
                  </a:lnTo>
                  <a:lnTo>
                    <a:pt x="682308" y="1314852"/>
                  </a:lnTo>
                  <a:lnTo>
                    <a:pt x="724952" y="1290677"/>
                  </a:lnTo>
                  <a:lnTo>
                    <a:pt x="767597" y="1266501"/>
                  </a:lnTo>
                  <a:lnTo>
                    <a:pt x="810241" y="1242326"/>
                  </a:lnTo>
                  <a:lnTo>
                    <a:pt x="852885" y="1218151"/>
                  </a:lnTo>
                  <a:lnTo>
                    <a:pt x="895530" y="1193976"/>
                  </a:lnTo>
                  <a:lnTo>
                    <a:pt x="938174" y="1169801"/>
                  </a:lnTo>
                  <a:lnTo>
                    <a:pt x="980818" y="1145626"/>
                  </a:lnTo>
                  <a:lnTo>
                    <a:pt x="1023463" y="1121451"/>
                  </a:lnTo>
                  <a:lnTo>
                    <a:pt x="1066107" y="1097276"/>
                  </a:lnTo>
                  <a:lnTo>
                    <a:pt x="1108751" y="1073101"/>
                  </a:lnTo>
                  <a:lnTo>
                    <a:pt x="1151395" y="1048925"/>
                  </a:lnTo>
                  <a:lnTo>
                    <a:pt x="1194040" y="1024750"/>
                  </a:lnTo>
                  <a:lnTo>
                    <a:pt x="1236684" y="1000575"/>
                  </a:lnTo>
                  <a:lnTo>
                    <a:pt x="1279328" y="976400"/>
                  </a:lnTo>
                  <a:lnTo>
                    <a:pt x="1321973" y="952225"/>
                  </a:lnTo>
                  <a:lnTo>
                    <a:pt x="1364617" y="928050"/>
                  </a:lnTo>
                  <a:lnTo>
                    <a:pt x="1407261" y="903875"/>
                  </a:lnTo>
                  <a:lnTo>
                    <a:pt x="1449905" y="879700"/>
                  </a:lnTo>
                  <a:lnTo>
                    <a:pt x="1492550" y="855525"/>
                  </a:lnTo>
                  <a:lnTo>
                    <a:pt x="1535194" y="831350"/>
                  </a:lnTo>
                  <a:lnTo>
                    <a:pt x="1577838" y="807174"/>
                  </a:lnTo>
                  <a:lnTo>
                    <a:pt x="1620483" y="782999"/>
                  </a:lnTo>
                  <a:lnTo>
                    <a:pt x="1663127" y="758824"/>
                  </a:lnTo>
                  <a:lnTo>
                    <a:pt x="1705771" y="734649"/>
                  </a:lnTo>
                  <a:lnTo>
                    <a:pt x="1748416" y="710474"/>
                  </a:lnTo>
                  <a:lnTo>
                    <a:pt x="1791060" y="686299"/>
                  </a:lnTo>
                  <a:lnTo>
                    <a:pt x="1833704" y="662124"/>
                  </a:lnTo>
                  <a:lnTo>
                    <a:pt x="1876348" y="637949"/>
                  </a:lnTo>
                  <a:lnTo>
                    <a:pt x="1918993" y="613774"/>
                  </a:lnTo>
                  <a:lnTo>
                    <a:pt x="1961637" y="589598"/>
                  </a:lnTo>
                  <a:lnTo>
                    <a:pt x="2004281" y="565423"/>
                  </a:lnTo>
                  <a:lnTo>
                    <a:pt x="2046926" y="541248"/>
                  </a:lnTo>
                  <a:lnTo>
                    <a:pt x="2089570" y="517073"/>
                  </a:lnTo>
                  <a:lnTo>
                    <a:pt x="2132214" y="492898"/>
                  </a:lnTo>
                  <a:lnTo>
                    <a:pt x="2174858" y="468723"/>
                  </a:lnTo>
                  <a:lnTo>
                    <a:pt x="2217503" y="444548"/>
                  </a:lnTo>
                  <a:lnTo>
                    <a:pt x="2260147" y="420373"/>
                  </a:lnTo>
                  <a:lnTo>
                    <a:pt x="2302791" y="396198"/>
                  </a:lnTo>
                  <a:lnTo>
                    <a:pt x="2345436" y="372022"/>
                  </a:lnTo>
                  <a:lnTo>
                    <a:pt x="2388080" y="347847"/>
                  </a:lnTo>
                  <a:lnTo>
                    <a:pt x="2430724" y="323672"/>
                  </a:lnTo>
                  <a:lnTo>
                    <a:pt x="2473369" y="299497"/>
                  </a:lnTo>
                  <a:lnTo>
                    <a:pt x="2516013" y="275322"/>
                  </a:lnTo>
                  <a:lnTo>
                    <a:pt x="2558657" y="251147"/>
                  </a:lnTo>
                  <a:lnTo>
                    <a:pt x="2601301" y="226972"/>
                  </a:lnTo>
                  <a:lnTo>
                    <a:pt x="2643946" y="202797"/>
                  </a:lnTo>
                  <a:lnTo>
                    <a:pt x="2686590" y="178622"/>
                  </a:lnTo>
                  <a:lnTo>
                    <a:pt x="2729234" y="154446"/>
                  </a:lnTo>
                  <a:lnTo>
                    <a:pt x="2771879" y="130271"/>
                  </a:lnTo>
                  <a:lnTo>
                    <a:pt x="2814523" y="106096"/>
                  </a:lnTo>
                  <a:lnTo>
                    <a:pt x="2857167" y="81921"/>
                  </a:lnTo>
                  <a:lnTo>
                    <a:pt x="2899811" y="57746"/>
                  </a:lnTo>
                  <a:lnTo>
                    <a:pt x="2942456" y="33571"/>
                  </a:lnTo>
                  <a:lnTo>
                    <a:pt x="2985100" y="9396"/>
                  </a:lnTo>
                  <a:lnTo>
                    <a:pt x="3001675" y="0"/>
                  </a:lnTo>
                </a:path>
              </a:pathLst>
            </a:custGeom>
            <a:ln w="34492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4" name="tx2094"/>
            <p:cNvSpPr/>
            <p:nvPr/>
          </p:nvSpPr>
          <p:spPr>
            <a:xfrm>
              <a:off x="2250011" y="433844"/>
              <a:ext cx="276701" cy="10181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ADL</a:t>
              </a:r>
            </a:p>
          </p:txBody>
        </p:sp>
        <p:sp>
          <p:nvSpPr>
            <p:cNvPr id="2095" name="tx2095"/>
            <p:cNvSpPr/>
            <p:nvPr/>
          </p:nvSpPr>
          <p:spPr>
            <a:xfrm>
              <a:off x="5989049" y="430371"/>
              <a:ext cx="387340" cy="10529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SARA</a:t>
              </a:r>
            </a:p>
          </p:txBody>
        </p:sp>
        <p:sp>
          <p:nvSpPr>
            <p:cNvPr id="2096" name="tx2096"/>
            <p:cNvSpPr/>
            <p:nvPr/>
          </p:nvSpPr>
          <p:spPr>
            <a:xfrm>
              <a:off x="9763646" y="430371"/>
              <a:ext cx="426858" cy="10529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fSARA</a:t>
              </a:r>
            </a:p>
          </p:txBody>
        </p:sp>
        <p:sp>
          <p:nvSpPr>
            <p:cNvPr id="2097" name="tx2097"/>
            <p:cNvSpPr/>
            <p:nvPr/>
          </p:nvSpPr>
          <p:spPr>
            <a:xfrm rot="5400000">
              <a:off x="11668122" y="1980766"/>
              <a:ext cx="600630" cy="10529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CRCSCA</a:t>
              </a:r>
            </a:p>
          </p:txBody>
        </p:sp>
        <p:sp>
          <p:nvSpPr>
            <p:cNvPr id="2098" name="tx2098"/>
            <p:cNvSpPr/>
            <p:nvPr/>
          </p:nvSpPr>
          <p:spPr>
            <a:xfrm rot="5400000">
              <a:off x="11734450" y="4894059"/>
              <a:ext cx="466238" cy="10355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UNIFAI</a:t>
              </a:r>
            </a:p>
          </p:txBody>
        </p:sp>
        <p:sp>
          <p:nvSpPr>
            <p:cNvPr id="2099" name="tx2099"/>
            <p:cNvSpPr/>
            <p:nvPr/>
          </p:nvSpPr>
          <p:spPr>
            <a:xfrm>
              <a:off x="664359" y="6435322"/>
              <a:ext cx="79107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100" name="tx2100"/>
            <p:cNvSpPr/>
            <p:nvPr/>
          </p:nvSpPr>
          <p:spPr>
            <a:xfrm>
              <a:off x="1645684" y="6435322"/>
              <a:ext cx="158214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101" name="tx2101"/>
            <p:cNvSpPr/>
            <p:nvPr/>
          </p:nvSpPr>
          <p:spPr>
            <a:xfrm>
              <a:off x="2666562" y="6435322"/>
              <a:ext cx="158214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102" name="tx2102"/>
            <p:cNvSpPr/>
            <p:nvPr/>
          </p:nvSpPr>
          <p:spPr>
            <a:xfrm>
              <a:off x="3687441" y="6435253"/>
              <a:ext cx="158214" cy="1040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2103" name="tx2103"/>
            <p:cNvSpPr/>
            <p:nvPr/>
          </p:nvSpPr>
          <p:spPr>
            <a:xfrm>
              <a:off x="4458716" y="6435322"/>
              <a:ext cx="79107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104" name="tx2104"/>
            <p:cNvSpPr/>
            <p:nvPr/>
          </p:nvSpPr>
          <p:spPr>
            <a:xfrm>
              <a:off x="5329675" y="6435322"/>
              <a:ext cx="158214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105" name="tx2105"/>
            <p:cNvSpPr/>
            <p:nvPr/>
          </p:nvSpPr>
          <p:spPr>
            <a:xfrm>
              <a:off x="6240189" y="6435322"/>
              <a:ext cx="158214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106" name="tx2106"/>
            <p:cNvSpPr/>
            <p:nvPr/>
          </p:nvSpPr>
          <p:spPr>
            <a:xfrm>
              <a:off x="7150702" y="6435253"/>
              <a:ext cx="158214" cy="1040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2107" name="tx2107"/>
            <p:cNvSpPr/>
            <p:nvPr/>
          </p:nvSpPr>
          <p:spPr>
            <a:xfrm>
              <a:off x="8253073" y="6435322"/>
              <a:ext cx="79107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108" name="tx2108"/>
            <p:cNvSpPr/>
            <p:nvPr/>
          </p:nvSpPr>
          <p:spPr>
            <a:xfrm>
              <a:off x="9376039" y="6437128"/>
              <a:ext cx="79107" cy="10216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109" name="tx2109"/>
            <p:cNvSpPr/>
            <p:nvPr/>
          </p:nvSpPr>
          <p:spPr>
            <a:xfrm>
              <a:off x="10459452" y="6435322"/>
              <a:ext cx="158214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110" name="tx2110"/>
            <p:cNvSpPr/>
            <p:nvPr/>
          </p:nvSpPr>
          <p:spPr>
            <a:xfrm>
              <a:off x="11582418" y="6435322"/>
              <a:ext cx="158214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2111" name="tx2111"/>
            <p:cNvSpPr/>
            <p:nvPr/>
          </p:nvSpPr>
          <p:spPr>
            <a:xfrm>
              <a:off x="376649" y="3263921"/>
              <a:ext cx="79107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112" name="tx2112"/>
            <p:cNvSpPr/>
            <p:nvPr/>
          </p:nvSpPr>
          <p:spPr>
            <a:xfrm>
              <a:off x="297542" y="2550826"/>
              <a:ext cx="158214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113" name="tx2113"/>
            <p:cNvSpPr/>
            <p:nvPr/>
          </p:nvSpPr>
          <p:spPr>
            <a:xfrm>
              <a:off x="297542" y="1837731"/>
              <a:ext cx="158214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114" name="tx2114"/>
            <p:cNvSpPr/>
            <p:nvPr/>
          </p:nvSpPr>
          <p:spPr>
            <a:xfrm>
              <a:off x="297542" y="1124566"/>
              <a:ext cx="158214" cy="1040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2115" name="tx2115"/>
            <p:cNvSpPr/>
            <p:nvPr/>
          </p:nvSpPr>
          <p:spPr>
            <a:xfrm>
              <a:off x="376649" y="6176345"/>
              <a:ext cx="79107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116" name="tx2116"/>
            <p:cNvSpPr/>
            <p:nvPr/>
          </p:nvSpPr>
          <p:spPr>
            <a:xfrm>
              <a:off x="297542" y="5463250"/>
              <a:ext cx="158214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117" name="tx2117"/>
            <p:cNvSpPr/>
            <p:nvPr/>
          </p:nvSpPr>
          <p:spPr>
            <a:xfrm>
              <a:off x="297542" y="4750155"/>
              <a:ext cx="158214" cy="10397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118" name="tx2118"/>
            <p:cNvSpPr/>
            <p:nvPr/>
          </p:nvSpPr>
          <p:spPr>
            <a:xfrm>
              <a:off x="297542" y="4036990"/>
              <a:ext cx="158214" cy="10404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2119" name="tx2119"/>
            <p:cNvSpPr/>
            <p:nvPr/>
          </p:nvSpPr>
          <p:spPr>
            <a:xfrm rot="-5400000">
              <a:off x="-747083" y="3406193"/>
              <a:ext cx="1758987" cy="16686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Upright Stability Score</a:t>
              </a:r>
            </a:p>
          </p:txBody>
        </p:sp>
      </p:grpSp>
      <p:sp>
        <p:nvSpPr>
          <p:cNvPr id="2120" name="Title 1"/>
          <p:cNvSpPr>
            <a:spLocks noGrp="1"/>
          </p:cNvSpPr>
          <p:nvPr>
            <p:ph type="title"/>
          </p:nvPr>
        </p:nvSpPr>
        <p:spPr>
          <a:xfrm>
            <a:off x="9607379" y="0"/>
            <a:ext cx="2584622" cy="259492"/>
          </a:xfrm>
        </p:spPr>
        <p:txBody>
          <a:bodyPr>
            <a:normAutofit/>
          </a:bodyPr>
          <a:lstStyle/>
          <a:p>
            <a:r>
              <a:rPr sz="1200" dirty="0"/>
              <a:t>Figure 2: USS vs ADL, SARA, f-SARA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ontent Placeholder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12191999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" name="pl5"/>
            <p:cNvSpPr/>
            <p:nvPr/>
          </p:nvSpPr>
          <p:spPr>
            <a:xfrm>
              <a:off x="611963" y="2977614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" name="pl6"/>
            <p:cNvSpPr/>
            <p:nvPr/>
          </p:nvSpPr>
          <p:spPr>
            <a:xfrm>
              <a:off x="611963" y="2286350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" name="pl7"/>
            <p:cNvSpPr/>
            <p:nvPr/>
          </p:nvSpPr>
          <p:spPr>
            <a:xfrm>
              <a:off x="611963" y="1595086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" name="pl8"/>
            <p:cNvSpPr/>
            <p:nvPr/>
          </p:nvSpPr>
          <p:spPr>
            <a:xfrm>
              <a:off x="611963" y="903821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" name="pl9"/>
            <p:cNvSpPr/>
            <p:nvPr/>
          </p:nvSpPr>
          <p:spPr>
            <a:xfrm>
              <a:off x="1281472" y="710267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" name="pl10"/>
            <p:cNvSpPr/>
            <p:nvPr/>
          </p:nvSpPr>
          <p:spPr>
            <a:xfrm>
              <a:off x="2288254" y="710267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" name="pl11"/>
            <p:cNvSpPr/>
            <p:nvPr/>
          </p:nvSpPr>
          <p:spPr>
            <a:xfrm>
              <a:off x="3295035" y="710267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" name="pl12"/>
            <p:cNvSpPr/>
            <p:nvPr/>
          </p:nvSpPr>
          <p:spPr>
            <a:xfrm>
              <a:off x="611963" y="3323247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" name="pl13"/>
            <p:cNvSpPr/>
            <p:nvPr/>
          </p:nvSpPr>
          <p:spPr>
            <a:xfrm>
              <a:off x="611963" y="2631982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" name="pl14"/>
            <p:cNvSpPr/>
            <p:nvPr/>
          </p:nvSpPr>
          <p:spPr>
            <a:xfrm>
              <a:off x="611963" y="1940718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" name="pl15"/>
            <p:cNvSpPr/>
            <p:nvPr/>
          </p:nvSpPr>
          <p:spPr>
            <a:xfrm>
              <a:off x="611963" y="1249453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" name="pl16"/>
            <p:cNvSpPr/>
            <p:nvPr/>
          </p:nvSpPr>
          <p:spPr>
            <a:xfrm>
              <a:off x="778082" y="710267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" name="pl17"/>
            <p:cNvSpPr/>
            <p:nvPr/>
          </p:nvSpPr>
          <p:spPr>
            <a:xfrm>
              <a:off x="1784863" y="710267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" name="pl18"/>
            <p:cNvSpPr/>
            <p:nvPr/>
          </p:nvSpPr>
          <p:spPr>
            <a:xfrm>
              <a:off x="2791644" y="710267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" name="pl19"/>
            <p:cNvSpPr/>
            <p:nvPr/>
          </p:nvSpPr>
          <p:spPr>
            <a:xfrm>
              <a:off x="3798426" y="710267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" name="pt20"/>
            <p:cNvSpPr/>
            <p:nvPr/>
          </p:nvSpPr>
          <p:spPr>
            <a:xfrm>
              <a:off x="2252143" y="135159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" name="pt21"/>
            <p:cNvSpPr/>
            <p:nvPr/>
          </p:nvSpPr>
          <p:spPr>
            <a:xfrm>
              <a:off x="2906551" y="146680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" name="pt22"/>
            <p:cNvSpPr/>
            <p:nvPr/>
          </p:nvSpPr>
          <p:spPr>
            <a:xfrm>
              <a:off x="3359603" y="79858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" name="pt23"/>
            <p:cNvSpPr/>
            <p:nvPr/>
          </p:nvSpPr>
          <p:spPr>
            <a:xfrm>
              <a:off x="1346040" y="266499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" name="pt24"/>
            <p:cNvSpPr/>
            <p:nvPr/>
          </p:nvSpPr>
          <p:spPr>
            <a:xfrm>
              <a:off x="2252143" y="18585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" name="pt25"/>
            <p:cNvSpPr/>
            <p:nvPr/>
          </p:nvSpPr>
          <p:spPr>
            <a:xfrm>
              <a:off x="2050787" y="275716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" name="pt26"/>
            <p:cNvSpPr/>
            <p:nvPr/>
          </p:nvSpPr>
          <p:spPr>
            <a:xfrm>
              <a:off x="1295701" y="208894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" name="pt27"/>
            <p:cNvSpPr/>
            <p:nvPr/>
          </p:nvSpPr>
          <p:spPr>
            <a:xfrm>
              <a:off x="1698413" y="155897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" name="pt28"/>
            <p:cNvSpPr/>
            <p:nvPr/>
          </p:nvSpPr>
          <p:spPr>
            <a:xfrm>
              <a:off x="2252143" y="162810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9" name="pt29"/>
            <p:cNvSpPr/>
            <p:nvPr/>
          </p:nvSpPr>
          <p:spPr>
            <a:xfrm>
              <a:off x="1849431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0" name="pt30"/>
            <p:cNvSpPr/>
            <p:nvPr/>
          </p:nvSpPr>
          <p:spPr>
            <a:xfrm>
              <a:off x="2604517" y="190460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1" name="pt31"/>
            <p:cNvSpPr/>
            <p:nvPr/>
          </p:nvSpPr>
          <p:spPr>
            <a:xfrm>
              <a:off x="2755534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2" name="pt32"/>
            <p:cNvSpPr/>
            <p:nvPr/>
          </p:nvSpPr>
          <p:spPr>
            <a:xfrm>
              <a:off x="842649" y="190460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3" name="pt33"/>
            <p:cNvSpPr/>
            <p:nvPr/>
          </p:nvSpPr>
          <p:spPr>
            <a:xfrm>
              <a:off x="2956890" y="135159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4" name="pt34"/>
            <p:cNvSpPr/>
            <p:nvPr/>
          </p:nvSpPr>
          <p:spPr>
            <a:xfrm>
              <a:off x="2604517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5" name="pt35"/>
            <p:cNvSpPr/>
            <p:nvPr/>
          </p:nvSpPr>
          <p:spPr>
            <a:xfrm>
              <a:off x="1044006" y="310279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6" name="pt36"/>
            <p:cNvSpPr/>
            <p:nvPr/>
          </p:nvSpPr>
          <p:spPr>
            <a:xfrm>
              <a:off x="2554178" y="936837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7" name="pt37"/>
            <p:cNvSpPr/>
            <p:nvPr/>
          </p:nvSpPr>
          <p:spPr>
            <a:xfrm>
              <a:off x="1899770" y="162810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8" name="pt38"/>
            <p:cNvSpPr/>
            <p:nvPr/>
          </p:nvSpPr>
          <p:spPr>
            <a:xfrm>
              <a:off x="1849431" y="257283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9" name="pt39"/>
            <p:cNvSpPr/>
            <p:nvPr/>
          </p:nvSpPr>
          <p:spPr>
            <a:xfrm>
              <a:off x="2352821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0" name="pt40"/>
            <p:cNvSpPr/>
            <p:nvPr/>
          </p:nvSpPr>
          <p:spPr>
            <a:xfrm>
              <a:off x="1698413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1" name="pt41"/>
            <p:cNvSpPr/>
            <p:nvPr/>
          </p:nvSpPr>
          <p:spPr>
            <a:xfrm>
              <a:off x="3107907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2" name="pt42"/>
            <p:cNvSpPr/>
            <p:nvPr/>
          </p:nvSpPr>
          <p:spPr>
            <a:xfrm>
              <a:off x="943327" y="22732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3" name="pt43"/>
            <p:cNvSpPr/>
            <p:nvPr/>
          </p:nvSpPr>
          <p:spPr>
            <a:xfrm>
              <a:off x="741971" y="28723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4" name="pt44"/>
            <p:cNvSpPr/>
            <p:nvPr/>
          </p:nvSpPr>
          <p:spPr>
            <a:xfrm>
              <a:off x="1849431" y="121334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5" name="pt45"/>
            <p:cNvSpPr/>
            <p:nvPr/>
          </p:nvSpPr>
          <p:spPr>
            <a:xfrm>
              <a:off x="741971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6" name="pt46"/>
            <p:cNvSpPr/>
            <p:nvPr/>
          </p:nvSpPr>
          <p:spPr>
            <a:xfrm>
              <a:off x="1144684" y="197373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7" name="pt47"/>
            <p:cNvSpPr/>
            <p:nvPr/>
          </p:nvSpPr>
          <p:spPr>
            <a:xfrm>
              <a:off x="3007229" y="100596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8" name="pt48"/>
            <p:cNvSpPr/>
            <p:nvPr/>
          </p:nvSpPr>
          <p:spPr>
            <a:xfrm>
              <a:off x="1497057" y="23424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9" name="pt49"/>
            <p:cNvSpPr/>
            <p:nvPr/>
          </p:nvSpPr>
          <p:spPr>
            <a:xfrm>
              <a:off x="1346040" y="321801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0" name="pt50"/>
            <p:cNvSpPr/>
            <p:nvPr/>
          </p:nvSpPr>
          <p:spPr>
            <a:xfrm>
              <a:off x="943327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1" name="pt51"/>
            <p:cNvSpPr/>
            <p:nvPr/>
          </p:nvSpPr>
          <p:spPr>
            <a:xfrm>
              <a:off x="1547396" y="307975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2" name="pt52"/>
            <p:cNvSpPr/>
            <p:nvPr/>
          </p:nvSpPr>
          <p:spPr>
            <a:xfrm>
              <a:off x="1748753" y="21350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3" name="pt53"/>
            <p:cNvSpPr/>
            <p:nvPr/>
          </p:nvSpPr>
          <p:spPr>
            <a:xfrm>
              <a:off x="1648074" y="231936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4" name="pt54"/>
            <p:cNvSpPr/>
            <p:nvPr/>
          </p:nvSpPr>
          <p:spPr>
            <a:xfrm>
              <a:off x="3460281" y="86771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5" name="pt55"/>
            <p:cNvSpPr/>
            <p:nvPr/>
          </p:nvSpPr>
          <p:spPr>
            <a:xfrm>
              <a:off x="1849431" y="167418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6" name="pt56"/>
            <p:cNvSpPr/>
            <p:nvPr/>
          </p:nvSpPr>
          <p:spPr>
            <a:xfrm>
              <a:off x="3762315" y="100596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7" name="pt57"/>
            <p:cNvSpPr/>
            <p:nvPr/>
          </p:nvSpPr>
          <p:spPr>
            <a:xfrm>
              <a:off x="1648074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8" name="pt58"/>
            <p:cNvSpPr/>
            <p:nvPr/>
          </p:nvSpPr>
          <p:spPr>
            <a:xfrm>
              <a:off x="3359603" y="100596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9" name="pt59"/>
            <p:cNvSpPr/>
            <p:nvPr/>
          </p:nvSpPr>
          <p:spPr>
            <a:xfrm>
              <a:off x="3460281" y="100596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0" name="pt60"/>
            <p:cNvSpPr/>
            <p:nvPr/>
          </p:nvSpPr>
          <p:spPr>
            <a:xfrm>
              <a:off x="1849431" y="208894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1" name="pt61"/>
            <p:cNvSpPr/>
            <p:nvPr/>
          </p:nvSpPr>
          <p:spPr>
            <a:xfrm>
              <a:off x="2352821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2" name="pt62"/>
            <p:cNvSpPr/>
            <p:nvPr/>
          </p:nvSpPr>
          <p:spPr>
            <a:xfrm>
              <a:off x="2554178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3" name="pt63"/>
            <p:cNvSpPr/>
            <p:nvPr/>
          </p:nvSpPr>
          <p:spPr>
            <a:xfrm>
              <a:off x="1346040" y="21811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4" name="pt64"/>
            <p:cNvSpPr/>
            <p:nvPr/>
          </p:nvSpPr>
          <p:spPr>
            <a:xfrm>
              <a:off x="943327" y="259587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5" name="pt65"/>
            <p:cNvSpPr/>
            <p:nvPr/>
          </p:nvSpPr>
          <p:spPr>
            <a:xfrm>
              <a:off x="2050787" y="206590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6" name="pt66"/>
            <p:cNvSpPr/>
            <p:nvPr/>
          </p:nvSpPr>
          <p:spPr>
            <a:xfrm>
              <a:off x="2000448" y="231936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7" name="pt67"/>
            <p:cNvSpPr/>
            <p:nvPr/>
          </p:nvSpPr>
          <p:spPr>
            <a:xfrm>
              <a:off x="1497057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8" name="pt68"/>
            <p:cNvSpPr/>
            <p:nvPr/>
          </p:nvSpPr>
          <p:spPr>
            <a:xfrm>
              <a:off x="2654856" y="1098132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9" name="pt69"/>
            <p:cNvSpPr/>
            <p:nvPr/>
          </p:nvSpPr>
          <p:spPr>
            <a:xfrm>
              <a:off x="2654856" y="22732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0" name="pt70"/>
            <p:cNvSpPr/>
            <p:nvPr/>
          </p:nvSpPr>
          <p:spPr>
            <a:xfrm>
              <a:off x="2654856" y="86771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1" name="pt71"/>
            <p:cNvSpPr/>
            <p:nvPr/>
          </p:nvSpPr>
          <p:spPr>
            <a:xfrm>
              <a:off x="2654856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2" name="pt72"/>
            <p:cNvSpPr/>
            <p:nvPr/>
          </p:nvSpPr>
          <p:spPr>
            <a:xfrm>
              <a:off x="741971" y="27110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3" name="pt73"/>
            <p:cNvSpPr/>
            <p:nvPr/>
          </p:nvSpPr>
          <p:spPr>
            <a:xfrm>
              <a:off x="2252143" y="215807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4" name="pt74"/>
            <p:cNvSpPr/>
            <p:nvPr/>
          </p:nvSpPr>
          <p:spPr>
            <a:xfrm>
              <a:off x="2050787" y="100596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5" name="pt75"/>
            <p:cNvSpPr/>
            <p:nvPr/>
          </p:nvSpPr>
          <p:spPr>
            <a:xfrm>
              <a:off x="1044006" y="197373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6" name="pt76"/>
            <p:cNvSpPr/>
            <p:nvPr/>
          </p:nvSpPr>
          <p:spPr>
            <a:xfrm>
              <a:off x="2101126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7" name="pt77"/>
            <p:cNvSpPr/>
            <p:nvPr/>
          </p:nvSpPr>
          <p:spPr>
            <a:xfrm>
              <a:off x="1245362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8" name="pt78"/>
            <p:cNvSpPr/>
            <p:nvPr/>
          </p:nvSpPr>
          <p:spPr>
            <a:xfrm>
              <a:off x="2755534" y="100596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9" name="pt79"/>
            <p:cNvSpPr/>
            <p:nvPr/>
          </p:nvSpPr>
          <p:spPr>
            <a:xfrm>
              <a:off x="1547396" y="231936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0" name="pt80"/>
            <p:cNvSpPr/>
            <p:nvPr/>
          </p:nvSpPr>
          <p:spPr>
            <a:xfrm>
              <a:off x="2755534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1" name="pt81"/>
            <p:cNvSpPr/>
            <p:nvPr/>
          </p:nvSpPr>
          <p:spPr>
            <a:xfrm>
              <a:off x="1648074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2" name="pt82"/>
            <p:cNvSpPr/>
            <p:nvPr/>
          </p:nvSpPr>
          <p:spPr>
            <a:xfrm>
              <a:off x="1899770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3" name="pt83"/>
            <p:cNvSpPr/>
            <p:nvPr/>
          </p:nvSpPr>
          <p:spPr>
            <a:xfrm>
              <a:off x="1044006" y="303367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4" name="pt84"/>
            <p:cNvSpPr/>
            <p:nvPr/>
          </p:nvSpPr>
          <p:spPr>
            <a:xfrm>
              <a:off x="1698413" y="222719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5" name="pt85"/>
            <p:cNvSpPr/>
            <p:nvPr/>
          </p:nvSpPr>
          <p:spPr>
            <a:xfrm>
              <a:off x="1044006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6" name="pt86"/>
            <p:cNvSpPr/>
            <p:nvPr/>
          </p:nvSpPr>
          <p:spPr>
            <a:xfrm>
              <a:off x="1748753" y="215807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7" name="pt87"/>
            <p:cNvSpPr/>
            <p:nvPr/>
          </p:nvSpPr>
          <p:spPr>
            <a:xfrm>
              <a:off x="2151465" y="18124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8" name="pt88"/>
            <p:cNvSpPr/>
            <p:nvPr/>
          </p:nvSpPr>
          <p:spPr>
            <a:xfrm>
              <a:off x="2000448" y="31488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9" name="pt89"/>
            <p:cNvSpPr/>
            <p:nvPr/>
          </p:nvSpPr>
          <p:spPr>
            <a:xfrm>
              <a:off x="2554178" y="148984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0" name="pt90"/>
            <p:cNvSpPr/>
            <p:nvPr/>
          </p:nvSpPr>
          <p:spPr>
            <a:xfrm>
              <a:off x="993667" y="264195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1" name="pt91"/>
            <p:cNvSpPr/>
            <p:nvPr/>
          </p:nvSpPr>
          <p:spPr>
            <a:xfrm>
              <a:off x="1899770" y="23884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2" name="pt92"/>
            <p:cNvSpPr/>
            <p:nvPr/>
          </p:nvSpPr>
          <p:spPr>
            <a:xfrm>
              <a:off x="1799092" y="155897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3" name="pt93"/>
            <p:cNvSpPr/>
            <p:nvPr/>
          </p:nvSpPr>
          <p:spPr>
            <a:xfrm>
              <a:off x="1245362" y="208894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4" name="pt94"/>
            <p:cNvSpPr/>
            <p:nvPr/>
          </p:nvSpPr>
          <p:spPr>
            <a:xfrm>
              <a:off x="1144684" y="24345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5" name="pt95"/>
            <p:cNvSpPr/>
            <p:nvPr/>
          </p:nvSpPr>
          <p:spPr>
            <a:xfrm>
              <a:off x="1346040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6" name="pt96"/>
            <p:cNvSpPr/>
            <p:nvPr/>
          </p:nvSpPr>
          <p:spPr>
            <a:xfrm>
              <a:off x="1245362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7" name="pt97"/>
            <p:cNvSpPr/>
            <p:nvPr/>
          </p:nvSpPr>
          <p:spPr>
            <a:xfrm>
              <a:off x="842649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8" name="pt98"/>
            <p:cNvSpPr/>
            <p:nvPr/>
          </p:nvSpPr>
          <p:spPr>
            <a:xfrm>
              <a:off x="3007229" y="125942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9" name="pt99"/>
            <p:cNvSpPr/>
            <p:nvPr/>
          </p:nvSpPr>
          <p:spPr>
            <a:xfrm>
              <a:off x="2252143" y="169722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0" name="pt100"/>
            <p:cNvSpPr/>
            <p:nvPr/>
          </p:nvSpPr>
          <p:spPr>
            <a:xfrm>
              <a:off x="1849431" y="23884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1" name="pt101"/>
            <p:cNvSpPr/>
            <p:nvPr/>
          </p:nvSpPr>
          <p:spPr>
            <a:xfrm>
              <a:off x="842649" y="25037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2" name="pt102"/>
            <p:cNvSpPr/>
            <p:nvPr/>
          </p:nvSpPr>
          <p:spPr>
            <a:xfrm>
              <a:off x="1044006" y="27110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3" name="pt103"/>
            <p:cNvSpPr/>
            <p:nvPr/>
          </p:nvSpPr>
          <p:spPr>
            <a:xfrm>
              <a:off x="1144684" y="319496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4" name="pt104"/>
            <p:cNvSpPr/>
            <p:nvPr/>
          </p:nvSpPr>
          <p:spPr>
            <a:xfrm>
              <a:off x="1446718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5" name="pt105"/>
            <p:cNvSpPr/>
            <p:nvPr/>
          </p:nvSpPr>
          <p:spPr>
            <a:xfrm>
              <a:off x="993667" y="321801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6" name="pt106"/>
            <p:cNvSpPr/>
            <p:nvPr/>
          </p:nvSpPr>
          <p:spPr>
            <a:xfrm>
              <a:off x="1547396" y="282629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7" name="pt107"/>
            <p:cNvSpPr/>
            <p:nvPr/>
          </p:nvSpPr>
          <p:spPr>
            <a:xfrm>
              <a:off x="2856212" y="130551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8" name="pt108"/>
            <p:cNvSpPr/>
            <p:nvPr/>
          </p:nvSpPr>
          <p:spPr>
            <a:xfrm>
              <a:off x="2453499" y="192764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9" name="pt109"/>
            <p:cNvSpPr/>
            <p:nvPr/>
          </p:nvSpPr>
          <p:spPr>
            <a:xfrm>
              <a:off x="2755534" y="123638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0" name="pt110"/>
            <p:cNvSpPr/>
            <p:nvPr/>
          </p:nvSpPr>
          <p:spPr>
            <a:xfrm>
              <a:off x="1748753" y="190460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1" name="pt111"/>
            <p:cNvSpPr/>
            <p:nvPr/>
          </p:nvSpPr>
          <p:spPr>
            <a:xfrm>
              <a:off x="2050787" y="23884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2" name="pt112"/>
            <p:cNvSpPr/>
            <p:nvPr/>
          </p:nvSpPr>
          <p:spPr>
            <a:xfrm>
              <a:off x="842649" y="31488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3" name="pt113"/>
            <p:cNvSpPr/>
            <p:nvPr/>
          </p:nvSpPr>
          <p:spPr>
            <a:xfrm>
              <a:off x="1748753" y="201981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4" name="pt114"/>
            <p:cNvSpPr/>
            <p:nvPr/>
          </p:nvSpPr>
          <p:spPr>
            <a:xfrm>
              <a:off x="2654856" y="21811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5" name="pt115"/>
            <p:cNvSpPr/>
            <p:nvPr/>
          </p:nvSpPr>
          <p:spPr>
            <a:xfrm>
              <a:off x="792310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6" name="pt116"/>
            <p:cNvSpPr/>
            <p:nvPr/>
          </p:nvSpPr>
          <p:spPr>
            <a:xfrm>
              <a:off x="1346040" y="266499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7" name="pt117"/>
            <p:cNvSpPr/>
            <p:nvPr/>
          </p:nvSpPr>
          <p:spPr>
            <a:xfrm>
              <a:off x="943327" y="296454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8" name="pt118"/>
            <p:cNvSpPr/>
            <p:nvPr/>
          </p:nvSpPr>
          <p:spPr>
            <a:xfrm>
              <a:off x="2252143" y="100596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9" name="pt119"/>
            <p:cNvSpPr/>
            <p:nvPr/>
          </p:nvSpPr>
          <p:spPr>
            <a:xfrm>
              <a:off x="2252143" y="146680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0" name="pt120"/>
            <p:cNvSpPr/>
            <p:nvPr/>
          </p:nvSpPr>
          <p:spPr>
            <a:xfrm>
              <a:off x="2050787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1" name="pt121"/>
            <p:cNvSpPr/>
            <p:nvPr/>
          </p:nvSpPr>
          <p:spPr>
            <a:xfrm>
              <a:off x="741971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2" name="pt122"/>
            <p:cNvSpPr/>
            <p:nvPr/>
          </p:nvSpPr>
          <p:spPr>
            <a:xfrm>
              <a:off x="1849431" y="197373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3" name="pt123"/>
            <p:cNvSpPr/>
            <p:nvPr/>
          </p:nvSpPr>
          <p:spPr>
            <a:xfrm>
              <a:off x="1648074" y="296454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4" name="pt124"/>
            <p:cNvSpPr/>
            <p:nvPr/>
          </p:nvSpPr>
          <p:spPr>
            <a:xfrm>
              <a:off x="1849431" y="22732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5" name="pt125"/>
            <p:cNvSpPr/>
            <p:nvPr/>
          </p:nvSpPr>
          <p:spPr>
            <a:xfrm>
              <a:off x="1748753" y="24806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6" name="pt126"/>
            <p:cNvSpPr/>
            <p:nvPr/>
          </p:nvSpPr>
          <p:spPr>
            <a:xfrm>
              <a:off x="1547396" y="151289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7" name="pt127"/>
            <p:cNvSpPr/>
            <p:nvPr/>
          </p:nvSpPr>
          <p:spPr>
            <a:xfrm>
              <a:off x="3258924" y="100596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8" name="pt128"/>
            <p:cNvSpPr/>
            <p:nvPr/>
          </p:nvSpPr>
          <p:spPr>
            <a:xfrm>
              <a:off x="2554178" y="1144216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9" name="pt129"/>
            <p:cNvSpPr/>
            <p:nvPr/>
          </p:nvSpPr>
          <p:spPr>
            <a:xfrm>
              <a:off x="1748753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0" name="pt130"/>
            <p:cNvSpPr/>
            <p:nvPr/>
          </p:nvSpPr>
          <p:spPr>
            <a:xfrm>
              <a:off x="1295701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1" name="pt131"/>
            <p:cNvSpPr/>
            <p:nvPr/>
          </p:nvSpPr>
          <p:spPr>
            <a:xfrm>
              <a:off x="3762315" y="79858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2" name="pt132"/>
            <p:cNvSpPr/>
            <p:nvPr/>
          </p:nvSpPr>
          <p:spPr>
            <a:xfrm>
              <a:off x="1748753" y="148984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3" name="pt133"/>
            <p:cNvSpPr/>
            <p:nvPr/>
          </p:nvSpPr>
          <p:spPr>
            <a:xfrm>
              <a:off x="2503838" y="1489849"/>
              <a:ext cx="72220" cy="72220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309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4" name="pt134"/>
            <p:cNvSpPr/>
            <p:nvPr/>
          </p:nvSpPr>
          <p:spPr>
            <a:xfrm>
              <a:off x="1346040" y="192764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5" name="pt135"/>
            <p:cNvSpPr/>
            <p:nvPr/>
          </p:nvSpPr>
          <p:spPr>
            <a:xfrm>
              <a:off x="2151465" y="1144216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6" name="pt136"/>
            <p:cNvSpPr/>
            <p:nvPr/>
          </p:nvSpPr>
          <p:spPr>
            <a:xfrm>
              <a:off x="1698413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7" name="pt137"/>
            <p:cNvSpPr/>
            <p:nvPr/>
          </p:nvSpPr>
          <p:spPr>
            <a:xfrm>
              <a:off x="2050787" y="190460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8" name="pt138"/>
            <p:cNvSpPr/>
            <p:nvPr/>
          </p:nvSpPr>
          <p:spPr>
            <a:xfrm>
              <a:off x="2956890" y="100596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9" name="pt139"/>
            <p:cNvSpPr/>
            <p:nvPr/>
          </p:nvSpPr>
          <p:spPr>
            <a:xfrm>
              <a:off x="1547396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0" name="pt140"/>
            <p:cNvSpPr/>
            <p:nvPr/>
          </p:nvSpPr>
          <p:spPr>
            <a:xfrm>
              <a:off x="2352821" y="1144216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1" name="pt141"/>
            <p:cNvSpPr/>
            <p:nvPr/>
          </p:nvSpPr>
          <p:spPr>
            <a:xfrm>
              <a:off x="4064350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2" name="pt142"/>
            <p:cNvSpPr/>
            <p:nvPr/>
          </p:nvSpPr>
          <p:spPr>
            <a:xfrm>
              <a:off x="3460281" y="100596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3" name="pt143"/>
            <p:cNvSpPr/>
            <p:nvPr/>
          </p:nvSpPr>
          <p:spPr>
            <a:xfrm>
              <a:off x="842649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4" name="pt144"/>
            <p:cNvSpPr/>
            <p:nvPr/>
          </p:nvSpPr>
          <p:spPr>
            <a:xfrm>
              <a:off x="1346040" y="190460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5" name="pt145"/>
            <p:cNvSpPr/>
            <p:nvPr/>
          </p:nvSpPr>
          <p:spPr>
            <a:xfrm>
              <a:off x="1346040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6" name="pt146"/>
            <p:cNvSpPr/>
            <p:nvPr/>
          </p:nvSpPr>
          <p:spPr>
            <a:xfrm>
              <a:off x="1950109" y="162810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7" name="pt147"/>
            <p:cNvSpPr/>
            <p:nvPr/>
          </p:nvSpPr>
          <p:spPr>
            <a:xfrm>
              <a:off x="2654856" y="183548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8" name="pt148"/>
            <p:cNvSpPr/>
            <p:nvPr/>
          </p:nvSpPr>
          <p:spPr>
            <a:xfrm>
              <a:off x="1044006" y="28723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9" name="pt149"/>
            <p:cNvSpPr/>
            <p:nvPr/>
          </p:nvSpPr>
          <p:spPr>
            <a:xfrm>
              <a:off x="1446718" y="176635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0" name="pt150"/>
            <p:cNvSpPr/>
            <p:nvPr/>
          </p:nvSpPr>
          <p:spPr>
            <a:xfrm>
              <a:off x="2000448" y="169722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1" name="pt151"/>
            <p:cNvSpPr/>
            <p:nvPr/>
          </p:nvSpPr>
          <p:spPr>
            <a:xfrm>
              <a:off x="1446718" y="294150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2" name="pt152"/>
            <p:cNvSpPr/>
            <p:nvPr/>
          </p:nvSpPr>
          <p:spPr>
            <a:xfrm>
              <a:off x="1044006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3" name="pt153"/>
            <p:cNvSpPr/>
            <p:nvPr/>
          </p:nvSpPr>
          <p:spPr>
            <a:xfrm>
              <a:off x="741971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4" name="pt154"/>
            <p:cNvSpPr/>
            <p:nvPr/>
          </p:nvSpPr>
          <p:spPr>
            <a:xfrm>
              <a:off x="1144684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5" name="pt155"/>
            <p:cNvSpPr/>
            <p:nvPr/>
          </p:nvSpPr>
          <p:spPr>
            <a:xfrm>
              <a:off x="2050787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6" name="pt156"/>
            <p:cNvSpPr/>
            <p:nvPr/>
          </p:nvSpPr>
          <p:spPr>
            <a:xfrm>
              <a:off x="1245362" y="21811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7" name="pt157"/>
            <p:cNvSpPr/>
            <p:nvPr/>
          </p:nvSpPr>
          <p:spPr>
            <a:xfrm>
              <a:off x="1849431" y="183548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8" name="pt158"/>
            <p:cNvSpPr/>
            <p:nvPr/>
          </p:nvSpPr>
          <p:spPr>
            <a:xfrm>
              <a:off x="1698413" y="266499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9" name="pt159"/>
            <p:cNvSpPr/>
            <p:nvPr/>
          </p:nvSpPr>
          <p:spPr>
            <a:xfrm>
              <a:off x="1144684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0" name="pt160"/>
            <p:cNvSpPr/>
            <p:nvPr/>
          </p:nvSpPr>
          <p:spPr>
            <a:xfrm>
              <a:off x="1748753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1" name="pt161"/>
            <p:cNvSpPr/>
            <p:nvPr/>
          </p:nvSpPr>
          <p:spPr>
            <a:xfrm>
              <a:off x="741971" y="31488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2" name="pt162"/>
            <p:cNvSpPr/>
            <p:nvPr/>
          </p:nvSpPr>
          <p:spPr>
            <a:xfrm>
              <a:off x="1245362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3" name="pt163"/>
            <p:cNvSpPr/>
            <p:nvPr/>
          </p:nvSpPr>
          <p:spPr>
            <a:xfrm>
              <a:off x="2453499" y="155897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4" name="pt164"/>
            <p:cNvSpPr/>
            <p:nvPr/>
          </p:nvSpPr>
          <p:spPr>
            <a:xfrm>
              <a:off x="1648074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5" name="pt165"/>
            <p:cNvSpPr/>
            <p:nvPr/>
          </p:nvSpPr>
          <p:spPr>
            <a:xfrm>
              <a:off x="741971" y="294150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6" name="pt166"/>
            <p:cNvSpPr/>
            <p:nvPr/>
          </p:nvSpPr>
          <p:spPr>
            <a:xfrm>
              <a:off x="1346040" y="142072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7" name="pt167"/>
            <p:cNvSpPr/>
            <p:nvPr/>
          </p:nvSpPr>
          <p:spPr>
            <a:xfrm>
              <a:off x="1195023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8" name="pt168"/>
            <p:cNvSpPr/>
            <p:nvPr/>
          </p:nvSpPr>
          <p:spPr>
            <a:xfrm>
              <a:off x="1295701" y="266499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9" name="pt169"/>
            <p:cNvSpPr/>
            <p:nvPr/>
          </p:nvSpPr>
          <p:spPr>
            <a:xfrm>
              <a:off x="2554178" y="128246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0" name="pt170"/>
            <p:cNvSpPr/>
            <p:nvPr/>
          </p:nvSpPr>
          <p:spPr>
            <a:xfrm>
              <a:off x="2000448" y="23884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1" name="pt171"/>
            <p:cNvSpPr/>
            <p:nvPr/>
          </p:nvSpPr>
          <p:spPr>
            <a:xfrm>
              <a:off x="1044006" y="183548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2" name="pt172"/>
            <p:cNvSpPr/>
            <p:nvPr/>
          </p:nvSpPr>
          <p:spPr>
            <a:xfrm>
              <a:off x="741971" y="169722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3" name="pt173"/>
            <p:cNvSpPr/>
            <p:nvPr/>
          </p:nvSpPr>
          <p:spPr>
            <a:xfrm>
              <a:off x="1346040" y="135159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4" name="pt174"/>
            <p:cNvSpPr/>
            <p:nvPr/>
          </p:nvSpPr>
          <p:spPr>
            <a:xfrm>
              <a:off x="741971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5" name="pt175"/>
            <p:cNvSpPr/>
            <p:nvPr/>
          </p:nvSpPr>
          <p:spPr>
            <a:xfrm>
              <a:off x="943327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6" name="pt176"/>
            <p:cNvSpPr/>
            <p:nvPr/>
          </p:nvSpPr>
          <p:spPr>
            <a:xfrm>
              <a:off x="993667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7" name="pt177"/>
            <p:cNvSpPr/>
            <p:nvPr/>
          </p:nvSpPr>
          <p:spPr>
            <a:xfrm>
              <a:off x="2151465" y="148984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8" name="pt178"/>
            <p:cNvSpPr/>
            <p:nvPr/>
          </p:nvSpPr>
          <p:spPr>
            <a:xfrm>
              <a:off x="1245362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9" name="pt179"/>
            <p:cNvSpPr/>
            <p:nvPr/>
          </p:nvSpPr>
          <p:spPr>
            <a:xfrm>
              <a:off x="1044006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0" name="pt180"/>
            <p:cNvSpPr/>
            <p:nvPr/>
          </p:nvSpPr>
          <p:spPr>
            <a:xfrm>
              <a:off x="1597735" y="197373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1" name="pt181"/>
            <p:cNvSpPr/>
            <p:nvPr/>
          </p:nvSpPr>
          <p:spPr>
            <a:xfrm>
              <a:off x="1144684" y="31488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2" name="pt182"/>
            <p:cNvSpPr/>
            <p:nvPr/>
          </p:nvSpPr>
          <p:spPr>
            <a:xfrm>
              <a:off x="1748753" y="155897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3" name="pt183"/>
            <p:cNvSpPr/>
            <p:nvPr/>
          </p:nvSpPr>
          <p:spPr>
            <a:xfrm>
              <a:off x="2252143" y="1144216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4" name="pt184"/>
            <p:cNvSpPr/>
            <p:nvPr/>
          </p:nvSpPr>
          <p:spPr>
            <a:xfrm>
              <a:off x="792310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5" name="pt185"/>
            <p:cNvSpPr/>
            <p:nvPr/>
          </p:nvSpPr>
          <p:spPr>
            <a:xfrm>
              <a:off x="2000448" y="121334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6" name="pt186"/>
            <p:cNvSpPr/>
            <p:nvPr/>
          </p:nvSpPr>
          <p:spPr>
            <a:xfrm>
              <a:off x="1648074" y="155897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7" name="pt187"/>
            <p:cNvSpPr/>
            <p:nvPr/>
          </p:nvSpPr>
          <p:spPr>
            <a:xfrm>
              <a:off x="2101126" y="162810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8" name="pt188"/>
            <p:cNvSpPr/>
            <p:nvPr/>
          </p:nvSpPr>
          <p:spPr>
            <a:xfrm>
              <a:off x="2604517" y="1075090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9" name="pt189"/>
            <p:cNvSpPr/>
            <p:nvPr/>
          </p:nvSpPr>
          <p:spPr>
            <a:xfrm>
              <a:off x="3007229" y="100596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0" name="pt190"/>
            <p:cNvSpPr/>
            <p:nvPr/>
          </p:nvSpPr>
          <p:spPr>
            <a:xfrm>
              <a:off x="741971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1" name="pt191"/>
            <p:cNvSpPr/>
            <p:nvPr/>
          </p:nvSpPr>
          <p:spPr>
            <a:xfrm>
              <a:off x="741971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2" name="pt192"/>
            <p:cNvSpPr/>
            <p:nvPr/>
          </p:nvSpPr>
          <p:spPr>
            <a:xfrm>
              <a:off x="1748753" y="155897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3" name="pt193"/>
            <p:cNvSpPr/>
            <p:nvPr/>
          </p:nvSpPr>
          <p:spPr>
            <a:xfrm>
              <a:off x="2151465" y="231936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4" name="pt194"/>
            <p:cNvSpPr/>
            <p:nvPr/>
          </p:nvSpPr>
          <p:spPr>
            <a:xfrm>
              <a:off x="943327" y="24115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5" name="pt195"/>
            <p:cNvSpPr/>
            <p:nvPr/>
          </p:nvSpPr>
          <p:spPr>
            <a:xfrm>
              <a:off x="2050787" y="169722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6" name="pt196"/>
            <p:cNvSpPr/>
            <p:nvPr/>
          </p:nvSpPr>
          <p:spPr>
            <a:xfrm>
              <a:off x="741971" y="266499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7" name="pt197"/>
            <p:cNvSpPr/>
            <p:nvPr/>
          </p:nvSpPr>
          <p:spPr>
            <a:xfrm>
              <a:off x="741971" y="303367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8" name="pt198"/>
            <p:cNvSpPr/>
            <p:nvPr/>
          </p:nvSpPr>
          <p:spPr>
            <a:xfrm>
              <a:off x="741971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9" name="pt199"/>
            <p:cNvSpPr/>
            <p:nvPr/>
          </p:nvSpPr>
          <p:spPr>
            <a:xfrm>
              <a:off x="1748753" y="936837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0" name="pt200"/>
            <p:cNvSpPr/>
            <p:nvPr/>
          </p:nvSpPr>
          <p:spPr>
            <a:xfrm>
              <a:off x="1044006" y="23884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1" name="pt201"/>
            <p:cNvSpPr/>
            <p:nvPr/>
          </p:nvSpPr>
          <p:spPr>
            <a:xfrm>
              <a:off x="1346040" y="229632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2" name="pt202"/>
            <p:cNvSpPr/>
            <p:nvPr/>
          </p:nvSpPr>
          <p:spPr>
            <a:xfrm>
              <a:off x="741971" y="319496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3" name="pt203"/>
            <p:cNvSpPr/>
            <p:nvPr/>
          </p:nvSpPr>
          <p:spPr>
            <a:xfrm>
              <a:off x="943327" y="305671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4" name="pt204"/>
            <p:cNvSpPr/>
            <p:nvPr/>
          </p:nvSpPr>
          <p:spPr>
            <a:xfrm>
              <a:off x="1446718" y="31488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5" name="pt205"/>
            <p:cNvSpPr/>
            <p:nvPr/>
          </p:nvSpPr>
          <p:spPr>
            <a:xfrm>
              <a:off x="2252143" y="259587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6" name="pt206"/>
            <p:cNvSpPr/>
            <p:nvPr/>
          </p:nvSpPr>
          <p:spPr>
            <a:xfrm>
              <a:off x="1446718" y="231936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7" name="pt207"/>
            <p:cNvSpPr/>
            <p:nvPr/>
          </p:nvSpPr>
          <p:spPr>
            <a:xfrm>
              <a:off x="1144684" y="301063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8" name="pt208"/>
            <p:cNvSpPr/>
            <p:nvPr/>
          </p:nvSpPr>
          <p:spPr>
            <a:xfrm>
              <a:off x="2554178" y="169722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9" name="pt209"/>
            <p:cNvSpPr/>
            <p:nvPr/>
          </p:nvSpPr>
          <p:spPr>
            <a:xfrm>
              <a:off x="2050787" y="165114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0" name="pt210"/>
            <p:cNvSpPr/>
            <p:nvPr/>
          </p:nvSpPr>
          <p:spPr>
            <a:xfrm>
              <a:off x="2151465" y="142072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1" name="pt211"/>
            <p:cNvSpPr/>
            <p:nvPr/>
          </p:nvSpPr>
          <p:spPr>
            <a:xfrm>
              <a:off x="1597735" y="208894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2" name="pt212"/>
            <p:cNvSpPr/>
            <p:nvPr/>
          </p:nvSpPr>
          <p:spPr>
            <a:xfrm>
              <a:off x="1648074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3" name="pt213"/>
            <p:cNvSpPr/>
            <p:nvPr/>
          </p:nvSpPr>
          <p:spPr>
            <a:xfrm>
              <a:off x="842649" y="301063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4" name="pt214"/>
            <p:cNvSpPr/>
            <p:nvPr/>
          </p:nvSpPr>
          <p:spPr>
            <a:xfrm>
              <a:off x="1497057" y="23884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5" name="pt215"/>
            <p:cNvSpPr/>
            <p:nvPr/>
          </p:nvSpPr>
          <p:spPr>
            <a:xfrm>
              <a:off x="1346040" y="24115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6" name="pt216"/>
            <p:cNvSpPr/>
            <p:nvPr/>
          </p:nvSpPr>
          <p:spPr>
            <a:xfrm>
              <a:off x="1648074" y="220415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7" name="pt217"/>
            <p:cNvSpPr/>
            <p:nvPr/>
          </p:nvSpPr>
          <p:spPr>
            <a:xfrm>
              <a:off x="1245362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8" name="pt218"/>
            <p:cNvSpPr/>
            <p:nvPr/>
          </p:nvSpPr>
          <p:spPr>
            <a:xfrm>
              <a:off x="1950109" y="128246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9" name="pt219"/>
            <p:cNvSpPr/>
            <p:nvPr/>
          </p:nvSpPr>
          <p:spPr>
            <a:xfrm>
              <a:off x="1748753" y="169722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0" name="pt220"/>
            <p:cNvSpPr/>
            <p:nvPr/>
          </p:nvSpPr>
          <p:spPr>
            <a:xfrm>
              <a:off x="2151465" y="148984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1" name="pt221"/>
            <p:cNvSpPr/>
            <p:nvPr/>
          </p:nvSpPr>
          <p:spPr>
            <a:xfrm>
              <a:off x="842649" y="312584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2" name="pt222"/>
            <p:cNvSpPr/>
            <p:nvPr/>
          </p:nvSpPr>
          <p:spPr>
            <a:xfrm>
              <a:off x="741971" y="301063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3" name="pt223"/>
            <p:cNvSpPr/>
            <p:nvPr/>
          </p:nvSpPr>
          <p:spPr>
            <a:xfrm>
              <a:off x="2554178" y="137463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4" name="pt224"/>
            <p:cNvSpPr/>
            <p:nvPr/>
          </p:nvSpPr>
          <p:spPr>
            <a:xfrm>
              <a:off x="1044006" y="280325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5" name="pt225"/>
            <p:cNvSpPr/>
            <p:nvPr/>
          </p:nvSpPr>
          <p:spPr>
            <a:xfrm>
              <a:off x="1346040" y="24806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6" name="pt226"/>
            <p:cNvSpPr/>
            <p:nvPr/>
          </p:nvSpPr>
          <p:spPr>
            <a:xfrm>
              <a:off x="1547396" y="178939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7" name="pt227"/>
            <p:cNvSpPr/>
            <p:nvPr/>
          </p:nvSpPr>
          <p:spPr>
            <a:xfrm>
              <a:off x="1346040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8" name="pt228"/>
            <p:cNvSpPr/>
            <p:nvPr/>
          </p:nvSpPr>
          <p:spPr>
            <a:xfrm>
              <a:off x="2956890" y="137463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9" name="pt229"/>
            <p:cNvSpPr/>
            <p:nvPr/>
          </p:nvSpPr>
          <p:spPr>
            <a:xfrm>
              <a:off x="1346040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0" name="pt230"/>
            <p:cNvSpPr/>
            <p:nvPr/>
          </p:nvSpPr>
          <p:spPr>
            <a:xfrm>
              <a:off x="741971" y="298758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1" name="pt231"/>
            <p:cNvSpPr/>
            <p:nvPr/>
          </p:nvSpPr>
          <p:spPr>
            <a:xfrm>
              <a:off x="2352821" y="936837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2" name="pt232"/>
            <p:cNvSpPr/>
            <p:nvPr/>
          </p:nvSpPr>
          <p:spPr>
            <a:xfrm>
              <a:off x="2453499" y="1558975"/>
              <a:ext cx="72220" cy="72220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309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3" name="pt233"/>
            <p:cNvSpPr/>
            <p:nvPr/>
          </p:nvSpPr>
          <p:spPr>
            <a:xfrm>
              <a:off x="1748753" y="28723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4" name="pt234"/>
            <p:cNvSpPr/>
            <p:nvPr/>
          </p:nvSpPr>
          <p:spPr>
            <a:xfrm>
              <a:off x="1748753" y="24345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5" name="pt235"/>
            <p:cNvSpPr/>
            <p:nvPr/>
          </p:nvSpPr>
          <p:spPr>
            <a:xfrm>
              <a:off x="1044006" y="21811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6" name="pt236"/>
            <p:cNvSpPr/>
            <p:nvPr/>
          </p:nvSpPr>
          <p:spPr>
            <a:xfrm>
              <a:off x="1748753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7" name="pt237"/>
            <p:cNvSpPr/>
            <p:nvPr/>
          </p:nvSpPr>
          <p:spPr>
            <a:xfrm>
              <a:off x="1648074" y="220415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8" name="pt238"/>
            <p:cNvSpPr/>
            <p:nvPr/>
          </p:nvSpPr>
          <p:spPr>
            <a:xfrm>
              <a:off x="1044006" y="208894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9" name="pt239"/>
            <p:cNvSpPr/>
            <p:nvPr/>
          </p:nvSpPr>
          <p:spPr>
            <a:xfrm>
              <a:off x="1144684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0" name="pt240"/>
            <p:cNvSpPr/>
            <p:nvPr/>
          </p:nvSpPr>
          <p:spPr>
            <a:xfrm>
              <a:off x="1346040" y="26189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1" name="pt241"/>
            <p:cNvSpPr/>
            <p:nvPr/>
          </p:nvSpPr>
          <p:spPr>
            <a:xfrm>
              <a:off x="2956890" y="100596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2" name="pt242"/>
            <p:cNvSpPr/>
            <p:nvPr/>
          </p:nvSpPr>
          <p:spPr>
            <a:xfrm>
              <a:off x="741971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3" name="pt243"/>
            <p:cNvSpPr/>
            <p:nvPr/>
          </p:nvSpPr>
          <p:spPr>
            <a:xfrm>
              <a:off x="792310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4" name="pt244"/>
            <p:cNvSpPr/>
            <p:nvPr/>
          </p:nvSpPr>
          <p:spPr>
            <a:xfrm>
              <a:off x="2554178" y="1098132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5" name="pt245"/>
            <p:cNvSpPr/>
            <p:nvPr/>
          </p:nvSpPr>
          <p:spPr>
            <a:xfrm>
              <a:off x="2050787" y="19506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6" name="pt246"/>
            <p:cNvSpPr/>
            <p:nvPr/>
          </p:nvSpPr>
          <p:spPr>
            <a:xfrm>
              <a:off x="1748753" y="190460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7" name="pt247"/>
            <p:cNvSpPr/>
            <p:nvPr/>
          </p:nvSpPr>
          <p:spPr>
            <a:xfrm>
              <a:off x="1748753" y="231936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8" name="pt248"/>
            <p:cNvSpPr/>
            <p:nvPr/>
          </p:nvSpPr>
          <p:spPr>
            <a:xfrm>
              <a:off x="1849431" y="151289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9" name="pt249"/>
            <p:cNvSpPr/>
            <p:nvPr/>
          </p:nvSpPr>
          <p:spPr>
            <a:xfrm>
              <a:off x="1597735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0" name="pt250"/>
            <p:cNvSpPr/>
            <p:nvPr/>
          </p:nvSpPr>
          <p:spPr>
            <a:xfrm>
              <a:off x="1396379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1" name="pt251"/>
            <p:cNvSpPr/>
            <p:nvPr/>
          </p:nvSpPr>
          <p:spPr>
            <a:xfrm>
              <a:off x="1648074" y="273412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2" name="pt252"/>
            <p:cNvSpPr/>
            <p:nvPr/>
          </p:nvSpPr>
          <p:spPr>
            <a:xfrm>
              <a:off x="3057568" y="148984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3" name="pt253"/>
            <p:cNvSpPr/>
            <p:nvPr/>
          </p:nvSpPr>
          <p:spPr>
            <a:xfrm>
              <a:off x="2252143" y="165114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4" name="pt254"/>
            <p:cNvSpPr/>
            <p:nvPr/>
          </p:nvSpPr>
          <p:spPr>
            <a:xfrm>
              <a:off x="1849431" y="1144216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5" name="pt255"/>
            <p:cNvSpPr/>
            <p:nvPr/>
          </p:nvSpPr>
          <p:spPr>
            <a:xfrm>
              <a:off x="1748753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6" name="pt256"/>
            <p:cNvSpPr/>
            <p:nvPr/>
          </p:nvSpPr>
          <p:spPr>
            <a:xfrm>
              <a:off x="1346040" y="19506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7" name="pt257"/>
            <p:cNvSpPr/>
            <p:nvPr/>
          </p:nvSpPr>
          <p:spPr>
            <a:xfrm>
              <a:off x="842649" y="31488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8" name="pt258"/>
            <p:cNvSpPr/>
            <p:nvPr/>
          </p:nvSpPr>
          <p:spPr>
            <a:xfrm>
              <a:off x="3158246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9" name="pt259"/>
            <p:cNvSpPr/>
            <p:nvPr/>
          </p:nvSpPr>
          <p:spPr>
            <a:xfrm>
              <a:off x="2252143" y="201981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0" name="pt260"/>
            <p:cNvSpPr/>
            <p:nvPr/>
          </p:nvSpPr>
          <p:spPr>
            <a:xfrm>
              <a:off x="1547396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1" name="pt261"/>
            <p:cNvSpPr/>
            <p:nvPr/>
          </p:nvSpPr>
          <p:spPr>
            <a:xfrm>
              <a:off x="3057568" y="135159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2" name="pt262"/>
            <p:cNvSpPr/>
            <p:nvPr/>
          </p:nvSpPr>
          <p:spPr>
            <a:xfrm>
              <a:off x="2151465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3" name="pt263"/>
            <p:cNvSpPr/>
            <p:nvPr/>
          </p:nvSpPr>
          <p:spPr>
            <a:xfrm>
              <a:off x="892988" y="26189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4" name="pt264"/>
            <p:cNvSpPr/>
            <p:nvPr/>
          </p:nvSpPr>
          <p:spPr>
            <a:xfrm>
              <a:off x="1346040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5" name="pt265"/>
            <p:cNvSpPr/>
            <p:nvPr/>
          </p:nvSpPr>
          <p:spPr>
            <a:xfrm>
              <a:off x="1547396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6" name="pt266"/>
            <p:cNvSpPr/>
            <p:nvPr/>
          </p:nvSpPr>
          <p:spPr>
            <a:xfrm>
              <a:off x="2554178" y="190460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7" name="pt267"/>
            <p:cNvSpPr/>
            <p:nvPr/>
          </p:nvSpPr>
          <p:spPr>
            <a:xfrm>
              <a:off x="1346040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8" name="pt268"/>
            <p:cNvSpPr/>
            <p:nvPr/>
          </p:nvSpPr>
          <p:spPr>
            <a:xfrm>
              <a:off x="1648074" y="280325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9" name="pt269"/>
            <p:cNvSpPr/>
            <p:nvPr/>
          </p:nvSpPr>
          <p:spPr>
            <a:xfrm>
              <a:off x="2453499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0" name="pt270"/>
            <p:cNvSpPr/>
            <p:nvPr/>
          </p:nvSpPr>
          <p:spPr>
            <a:xfrm>
              <a:off x="1849431" y="197373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1" name="pt271"/>
            <p:cNvSpPr/>
            <p:nvPr/>
          </p:nvSpPr>
          <p:spPr>
            <a:xfrm>
              <a:off x="2805873" y="197373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2" name="pt272"/>
            <p:cNvSpPr/>
            <p:nvPr/>
          </p:nvSpPr>
          <p:spPr>
            <a:xfrm>
              <a:off x="2151465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3" name="pt273"/>
            <p:cNvSpPr/>
            <p:nvPr/>
          </p:nvSpPr>
          <p:spPr>
            <a:xfrm>
              <a:off x="1245362" y="268804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4" name="pt274"/>
            <p:cNvSpPr/>
            <p:nvPr/>
          </p:nvSpPr>
          <p:spPr>
            <a:xfrm>
              <a:off x="1648074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5" name="pt275"/>
            <p:cNvSpPr/>
            <p:nvPr/>
          </p:nvSpPr>
          <p:spPr>
            <a:xfrm>
              <a:off x="1748753" y="142072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6" name="pt276"/>
            <p:cNvSpPr/>
            <p:nvPr/>
          </p:nvSpPr>
          <p:spPr>
            <a:xfrm>
              <a:off x="1295701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7" name="pt277"/>
            <p:cNvSpPr/>
            <p:nvPr/>
          </p:nvSpPr>
          <p:spPr>
            <a:xfrm>
              <a:off x="2352821" y="167418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8" name="pt278"/>
            <p:cNvSpPr/>
            <p:nvPr/>
          </p:nvSpPr>
          <p:spPr>
            <a:xfrm>
              <a:off x="1446718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9" name="pt279"/>
            <p:cNvSpPr/>
            <p:nvPr/>
          </p:nvSpPr>
          <p:spPr>
            <a:xfrm>
              <a:off x="2252143" y="151289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0" name="pt280"/>
            <p:cNvSpPr/>
            <p:nvPr/>
          </p:nvSpPr>
          <p:spPr>
            <a:xfrm>
              <a:off x="943327" y="23654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1" name="pt281"/>
            <p:cNvSpPr/>
            <p:nvPr/>
          </p:nvSpPr>
          <p:spPr>
            <a:xfrm>
              <a:off x="2453499" y="148984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2" name="pt282"/>
            <p:cNvSpPr/>
            <p:nvPr/>
          </p:nvSpPr>
          <p:spPr>
            <a:xfrm>
              <a:off x="1849431" y="21811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3" name="pt283"/>
            <p:cNvSpPr/>
            <p:nvPr/>
          </p:nvSpPr>
          <p:spPr>
            <a:xfrm>
              <a:off x="1849431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4" name="pt284"/>
            <p:cNvSpPr/>
            <p:nvPr/>
          </p:nvSpPr>
          <p:spPr>
            <a:xfrm>
              <a:off x="1144684" y="257283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5" name="pt285"/>
            <p:cNvSpPr/>
            <p:nvPr/>
          </p:nvSpPr>
          <p:spPr>
            <a:xfrm>
              <a:off x="1446718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6" name="pt286"/>
            <p:cNvSpPr/>
            <p:nvPr/>
          </p:nvSpPr>
          <p:spPr>
            <a:xfrm>
              <a:off x="1849431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7" name="pt287"/>
            <p:cNvSpPr/>
            <p:nvPr/>
          </p:nvSpPr>
          <p:spPr>
            <a:xfrm>
              <a:off x="2050787" y="190460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8" name="pt288"/>
            <p:cNvSpPr/>
            <p:nvPr/>
          </p:nvSpPr>
          <p:spPr>
            <a:xfrm>
              <a:off x="1547396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9" name="pt289"/>
            <p:cNvSpPr/>
            <p:nvPr/>
          </p:nvSpPr>
          <p:spPr>
            <a:xfrm>
              <a:off x="792310" y="268804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90" name="pt290"/>
            <p:cNvSpPr/>
            <p:nvPr/>
          </p:nvSpPr>
          <p:spPr>
            <a:xfrm>
              <a:off x="741971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91" name="pt291"/>
            <p:cNvSpPr/>
            <p:nvPr/>
          </p:nvSpPr>
          <p:spPr>
            <a:xfrm>
              <a:off x="1799092" y="25037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92" name="pt292"/>
            <p:cNvSpPr/>
            <p:nvPr/>
          </p:nvSpPr>
          <p:spPr>
            <a:xfrm>
              <a:off x="1849431" y="1144216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93" name="pt293"/>
            <p:cNvSpPr/>
            <p:nvPr/>
          </p:nvSpPr>
          <p:spPr>
            <a:xfrm>
              <a:off x="2151465" y="188156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94" name="pt294"/>
            <p:cNvSpPr/>
            <p:nvPr/>
          </p:nvSpPr>
          <p:spPr>
            <a:xfrm>
              <a:off x="1396379" y="291846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95" name="pt295"/>
            <p:cNvSpPr/>
            <p:nvPr/>
          </p:nvSpPr>
          <p:spPr>
            <a:xfrm>
              <a:off x="892988" y="28723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96" name="pt296"/>
            <p:cNvSpPr/>
            <p:nvPr/>
          </p:nvSpPr>
          <p:spPr>
            <a:xfrm>
              <a:off x="1899770" y="1190301"/>
              <a:ext cx="72220" cy="72220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309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97" name="pt297"/>
            <p:cNvSpPr/>
            <p:nvPr/>
          </p:nvSpPr>
          <p:spPr>
            <a:xfrm>
              <a:off x="993667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98" name="pt298"/>
            <p:cNvSpPr/>
            <p:nvPr/>
          </p:nvSpPr>
          <p:spPr>
            <a:xfrm>
              <a:off x="1547396" y="307975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99" name="pt299"/>
            <p:cNvSpPr/>
            <p:nvPr/>
          </p:nvSpPr>
          <p:spPr>
            <a:xfrm>
              <a:off x="1899770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00" name="pt300"/>
            <p:cNvSpPr/>
            <p:nvPr/>
          </p:nvSpPr>
          <p:spPr>
            <a:xfrm>
              <a:off x="2503838" y="172027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01" name="pt301"/>
            <p:cNvSpPr/>
            <p:nvPr/>
          </p:nvSpPr>
          <p:spPr>
            <a:xfrm>
              <a:off x="943327" y="268804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02" name="pt302"/>
            <p:cNvSpPr/>
            <p:nvPr/>
          </p:nvSpPr>
          <p:spPr>
            <a:xfrm>
              <a:off x="741971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03" name="pt303"/>
            <p:cNvSpPr/>
            <p:nvPr/>
          </p:nvSpPr>
          <p:spPr>
            <a:xfrm>
              <a:off x="741971" y="298758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04" name="pt304"/>
            <p:cNvSpPr/>
            <p:nvPr/>
          </p:nvSpPr>
          <p:spPr>
            <a:xfrm>
              <a:off x="741971" y="321801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05" name="pt305"/>
            <p:cNvSpPr/>
            <p:nvPr/>
          </p:nvSpPr>
          <p:spPr>
            <a:xfrm>
              <a:off x="943327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06" name="pt306"/>
            <p:cNvSpPr/>
            <p:nvPr/>
          </p:nvSpPr>
          <p:spPr>
            <a:xfrm>
              <a:off x="2151465" y="280325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07" name="pt307"/>
            <p:cNvSpPr/>
            <p:nvPr/>
          </p:nvSpPr>
          <p:spPr>
            <a:xfrm>
              <a:off x="1396379" y="220415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08" name="pt308"/>
            <p:cNvSpPr/>
            <p:nvPr/>
          </p:nvSpPr>
          <p:spPr>
            <a:xfrm>
              <a:off x="1295701" y="266499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09" name="pt309"/>
            <p:cNvSpPr/>
            <p:nvPr/>
          </p:nvSpPr>
          <p:spPr>
            <a:xfrm>
              <a:off x="892988" y="291846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10" name="pt310"/>
            <p:cNvSpPr/>
            <p:nvPr/>
          </p:nvSpPr>
          <p:spPr>
            <a:xfrm>
              <a:off x="3057568" y="1075090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11" name="pt311"/>
            <p:cNvSpPr/>
            <p:nvPr/>
          </p:nvSpPr>
          <p:spPr>
            <a:xfrm>
              <a:off x="3258924" y="86771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12" name="pt312"/>
            <p:cNvSpPr/>
            <p:nvPr/>
          </p:nvSpPr>
          <p:spPr>
            <a:xfrm>
              <a:off x="1346040" y="172027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13" name="pt313"/>
            <p:cNvSpPr/>
            <p:nvPr/>
          </p:nvSpPr>
          <p:spPr>
            <a:xfrm>
              <a:off x="2554178" y="936837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14" name="pt314"/>
            <p:cNvSpPr/>
            <p:nvPr/>
          </p:nvSpPr>
          <p:spPr>
            <a:xfrm>
              <a:off x="1748753" y="144376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15" name="pt315"/>
            <p:cNvSpPr/>
            <p:nvPr/>
          </p:nvSpPr>
          <p:spPr>
            <a:xfrm>
              <a:off x="943327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16" name="pt316"/>
            <p:cNvSpPr/>
            <p:nvPr/>
          </p:nvSpPr>
          <p:spPr>
            <a:xfrm>
              <a:off x="842649" y="296454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17" name="pt317"/>
            <p:cNvSpPr/>
            <p:nvPr/>
          </p:nvSpPr>
          <p:spPr>
            <a:xfrm>
              <a:off x="1748753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18" name="pt318"/>
            <p:cNvSpPr/>
            <p:nvPr/>
          </p:nvSpPr>
          <p:spPr>
            <a:xfrm>
              <a:off x="1446718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19" name="pt319"/>
            <p:cNvSpPr/>
            <p:nvPr/>
          </p:nvSpPr>
          <p:spPr>
            <a:xfrm>
              <a:off x="1346040" y="188156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20" name="pt320"/>
            <p:cNvSpPr/>
            <p:nvPr/>
          </p:nvSpPr>
          <p:spPr>
            <a:xfrm>
              <a:off x="1648074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21" name="pt321"/>
            <p:cNvSpPr/>
            <p:nvPr/>
          </p:nvSpPr>
          <p:spPr>
            <a:xfrm>
              <a:off x="1446718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22" name="pt322"/>
            <p:cNvSpPr/>
            <p:nvPr/>
          </p:nvSpPr>
          <p:spPr>
            <a:xfrm>
              <a:off x="1144684" y="268804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23" name="pt323"/>
            <p:cNvSpPr/>
            <p:nvPr/>
          </p:nvSpPr>
          <p:spPr>
            <a:xfrm>
              <a:off x="1950109" y="135159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24" name="pt324"/>
            <p:cNvSpPr/>
            <p:nvPr/>
          </p:nvSpPr>
          <p:spPr>
            <a:xfrm>
              <a:off x="1446718" y="231936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25" name="pt325"/>
            <p:cNvSpPr/>
            <p:nvPr/>
          </p:nvSpPr>
          <p:spPr>
            <a:xfrm>
              <a:off x="1648074" y="142072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26" name="pt326"/>
            <p:cNvSpPr/>
            <p:nvPr/>
          </p:nvSpPr>
          <p:spPr>
            <a:xfrm>
              <a:off x="1849431" y="172027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27" name="pt327"/>
            <p:cNvSpPr/>
            <p:nvPr/>
          </p:nvSpPr>
          <p:spPr>
            <a:xfrm>
              <a:off x="1849431" y="162810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28" name="pt328"/>
            <p:cNvSpPr/>
            <p:nvPr/>
          </p:nvSpPr>
          <p:spPr>
            <a:xfrm>
              <a:off x="1346040" y="282629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29" name="pt329"/>
            <p:cNvSpPr/>
            <p:nvPr/>
          </p:nvSpPr>
          <p:spPr>
            <a:xfrm>
              <a:off x="2654856" y="183548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30" name="pt330"/>
            <p:cNvSpPr/>
            <p:nvPr/>
          </p:nvSpPr>
          <p:spPr>
            <a:xfrm>
              <a:off x="2201804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31" name="pt331"/>
            <p:cNvSpPr/>
            <p:nvPr/>
          </p:nvSpPr>
          <p:spPr>
            <a:xfrm>
              <a:off x="2604517" y="125942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32" name="pt332"/>
            <p:cNvSpPr/>
            <p:nvPr/>
          </p:nvSpPr>
          <p:spPr>
            <a:xfrm>
              <a:off x="2554178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33" name="pt333"/>
            <p:cNvSpPr/>
            <p:nvPr/>
          </p:nvSpPr>
          <p:spPr>
            <a:xfrm>
              <a:off x="1799092" y="23654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34" name="pt334"/>
            <p:cNvSpPr/>
            <p:nvPr/>
          </p:nvSpPr>
          <p:spPr>
            <a:xfrm>
              <a:off x="2856212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35" name="pt335"/>
            <p:cNvSpPr/>
            <p:nvPr/>
          </p:nvSpPr>
          <p:spPr>
            <a:xfrm>
              <a:off x="1648074" y="25497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36" name="pt336"/>
            <p:cNvSpPr/>
            <p:nvPr/>
          </p:nvSpPr>
          <p:spPr>
            <a:xfrm>
              <a:off x="1446718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37" name="pt337"/>
            <p:cNvSpPr/>
            <p:nvPr/>
          </p:nvSpPr>
          <p:spPr>
            <a:xfrm>
              <a:off x="2705195" y="135159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38" name="pt338"/>
            <p:cNvSpPr/>
            <p:nvPr/>
          </p:nvSpPr>
          <p:spPr>
            <a:xfrm>
              <a:off x="1346040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39" name="pt339"/>
            <p:cNvSpPr/>
            <p:nvPr/>
          </p:nvSpPr>
          <p:spPr>
            <a:xfrm>
              <a:off x="2705195" y="142072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40" name="pt340"/>
            <p:cNvSpPr/>
            <p:nvPr/>
          </p:nvSpPr>
          <p:spPr>
            <a:xfrm>
              <a:off x="943327" y="282629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41" name="pt341"/>
            <p:cNvSpPr/>
            <p:nvPr/>
          </p:nvSpPr>
          <p:spPr>
            <a:xfrm>
              <a:off x="1446718" y="291846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42" name="pt342"/>
            <p:cNvSpPr/>
            <p:nvPr/>
          </p:nvSpPr>
          <p:spPr>
            <a:xfrm>
              <a:off x="943327" y="317192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43" name="pt343"/>
            <p:cNvSpPr/>
            <p:nvPr/>
          </p:nvSpPr>
          <p:spPr>
            <a:xfrm>
              <a:off x="741971" y="31488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44" name="pt344"/>
            <p:cNvSpPr/>
            <p:nvPr/>
          </p:nvSpPr>
          <p:spPr>
            <a:xfrm>
              <a:off x="2352821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45" name="pt345"/>
            <p:cNvSpPr/>
            <p:nvPr/>
          </p:nvSpPr>
          <p:spPr>
            <a:xfrm>
              <a:off x="1950109" y="206590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46" name="pt346"/>
            <p:cNvSpPr/>
            <p:nvPr/>
          </p:nvSpPr>
          <p:spPr>
            <a:xfrm>
              <a:off x="2151465" y="148984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47" name="pt347"/>
            <p:cNvSpPr/>
            <p:nvPr/>
          </p:nvSpPr>
          <p:spPr>
            <a:xfrm>
              <a:off x="1245362" y="25497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48" name="pt348"/>
            <p:cNvSpPr/>
            <p:nvPr/>
          </p:nvSpPr>
          <p:spPr>
            <a:xfrm>
              <a:off x="1497057" y="183548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49" name="pt349"/>
            <p:cNvSpPr/>
            <p:nvPr/>
          </p:nvSpPr>
          <p:spPr>
            <a:xfrm>
              <a:off x="1648074" y="176635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50" name="pt350"/>
            <p:cNvSpPr/>
            <p:nvPr/>
          </p:nvSpPr>
          <p:spPr>
            <a:xfrm>
              <a:off x="1346040" y="28723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51" name="pt351"/>
            <p:cNvSpPr/>
            <p:nvPr/>
          </p:nvSpPr>
          <p:spPr>
            <a:xfrm>
              <a:off x="1547396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52" name="pt352"/>
            <p:cNvSpPr/>
            <p:nvPr/>
          </p:nvSpPr>
          <p:spPr>
            <a:xfrm>
              <a:off x="842649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53" name="pt353"/>
            <p:cNvSpPr/>
            <p:nvPr/>
          </p:nvSpPr>
          <p:spPr>
            <a:xfrm>
              <a:off x="1245362" y="190460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54" name="pt354"/>
            <p:cNvSpPr/>
            <p:nvPr/>
          </p:nvSpPr>
          <p:spPr>
            <a:xfrm>
              <a:off x="792310" y="326409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55" name="pt355"/>
            <p:cNvSpPr/>
            <p:nvPr/>
          </p:nvSpPr>
          <p:spPr>
            <a:xfrm>
              <a:off x="1899770" y="18585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56" name="pt356"/>
            <p:cNvSpPr/>
            <p:nvPr/>
          </p:nvSpPr>
          <p:spPr>
            <a:xfrm>
              <a:off x="2403160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57" name="pt357"/>
            <p:cNvSpPr/>
            <p:nvPr/>
          </p:nvSpPr>
          <p:spPr>
            <a:xfrm>
              <a:off x="1648074" y="21350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58" name="pt358"/>
            <p:cNvSpPr/>
            <p:nvPr/>
          </p:nvSpPr>
          <p:spPr>
            <a:xfrm>
              <a:off x="2050787" y="23884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59" name="pt359"/>
            <p:cNvSpPr/>
            <p:nvPr/>
          </p:nvSpPr>
          <p:spPr>
            <a:xfrm>
              <a:off x="1044006" y="259587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60" name="pt360"/>
            <p:cNvSpPr/>
            <p:nvPr/>
          </p:nvSpPr>
          <p:spPr>
            <a:xfrm>
              <a:off x="1648074" y="183548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61" name="pt361"/>
            <p:cNvSpPr/>
            <p:nvPr/>
          </p:nvSpPr>
          <p:spPr>
            <a:xfrm>
              <a:off x="2151465" y="1098132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62" name="pt362"/>
            <p:cNvSpPr/>
            <p:nvPr/>
          </p:nvSpPr>
          <p:spPr>
            <a:xfrm>
              <a:off x="2906551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63" name="pt363"/>
            <p:cNvSpPr/>
            <p:nvPr/>
          </p:nvSpPr>
          <p:spPr>
            <a:xfrm>
              <a:off x="2050787" y="135159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64" name="pt364"/>
            <p:cNvSpPr/>
            <p:nvPr/>
          </p:nvSpPr>
          <p:spPr>
            <a:xfrm>
              <a:off x="2101126" y="142072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65" name="pt365"/>
            <p:cNvSpPr/>
            <p:nvPr/>
          </p:nvSpPr>
          <p:spPr>
            <a:xfrm>
              <a:off x="2554178" y="165114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66" name="pt366"/>
            <p:cNvSpPr/>
            <p:nvPr/>
          </p:nvSpPr>
          <p:spPr>
            <a:xfrm>
              <a:off x="842649" y="321801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67" name="pt367"/>
            <p:cNvSpPr/>
            <p:nvPr/>
          </p:nvSpPr>
          <p:spPr>
            <a:xfrm>
              <a:off x="3158246" y="936837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68" name="pt368"/>
            <p:cNvSpPr/>
            <p:nvPr/>
          </p:nvSpPr>
          <p:spPr>
            <a:xfrm>
              <a:off x="2050787" y="231936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69" name="pt369"/>
            <p:cNvSpPr/>
            <p:nvPr/>
          </p:nvSpPr>
          <p:spPr>
            <a:xfrm>
              <a:off x="1950109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70" name="pt370"/>
            <p:cNvSpPr/>
            <p:nvPr/>
          </p:nvSpPr>
          <p:spPr>
            <a:xfrm>
              <a:off x="993667" y="21811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71" name="pt371"/>
            <p:cNvSpPr/>
            <p:nvPr/>
          </p:nvSpPr>
          <p:spPr>
            <a:xfrm>
              <a:off x="1446718" y="23424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72" name="pt372"/>
            <p:cNvSpPr/>
            <p:nvPr/>
          </p:nvSpPr>
          <p:spPr>
            <a:xfrm>
              <a:off x="842649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73" name="pt373"/>
            <p:cNvSpPr/>
            <p:nvPr/>
          </p:nvSpPr>
          <p:spPr>
            <a:xfrm>
              <a:off x="993667" y="26189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74" name="pt374"/>
            <p:cNvSpPr/>
            <p:nvPr/>
          </p:nvSpPr>
          <p:spPr>
            <a:xfrm>
              <a:off x="741971" y="310279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75" name="pt375"/>
            <p:cNvSpPr/>
            <p:nvPr/>
          </p:nvSpPr>
          <p:spPr>
            <a:xfrm>
              <a:off x="1446718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76" name="pt376"/>
            <p:cNvSpPr/>
            <p:nvPr/>
          </p:nvSpPr>
          <p:spPr>
            <a:xfrm>
              <a:off x="1044006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77" name="pt377"/>
            <p:cNvSpPr/>
            <p:nvPr/>
          </p:nvSpPr>
          <p:spPr>
            <a:xfrm>
              <a:off x="741971" y="298758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78" name="pt378"/>
            <p:cNvSpPr/>
            <p:nvPr/>
          </p:nvSpPr>
          <p:spPr>
            <a:xfrm>
              <a:off x="2050787" y="135159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79" name="pt379"/>
            <p:cNvSpPr/>
            <p:nvPr/>
          </p:nvSpPr>
          <p:spPr>
            <a:xfrm>
              <a:off x="1195023" y="298758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80" name="pt380"/>
            <p:cNvSpPr/>
            <p:nvPr/>
          </p:nvSpPr>
          <p:spPr>
            <a:xfrm>
              <a:off x="1295701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81" name="pt381"/>
            <p:cNvSpPr/>
            <p:nvPr/>
          </p:nvSpPr>
          <p:spPr>
            <a:xfrm>
              <a:off x="1295701" y="24806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82" name="tx382"/>
            <p:cNvSpPr/>
            <p:nvPr/>
          </p:nvSpPr>
          <p:spPr>
            <a:xfrm>
              <a:off x="794694" y="882689"/>
              <a:ext cx="91715" cy="909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1F77B4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R</a:t>
              </a:r>
            </a:p>
          </p:txBody>
        </p:sp>
        <p:sp>
          <p:nvSpPr>
            <p:cNvPr id="383" name="tx383"/>
            <p:cNvSpPr/>
            <p:nvPr/>
          </p:nvSpPr>
          <p:spPr>
            <a:xfrm>
              <a:off x="900045" y="847137"/>
              <a:ext cx="49441" cy="63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2</a:t>
              </a:r>
            </a:p>
          </p:txBody>
        </p:sp>
        <p:sp>
          <p:nvSpPr>
            <p:cNvPr id="384" name="tx384"/>
            <p:cNvSpPr/>
            <p:nvPr/>
          </p:nvSpPr>
          <p:spPr>
            <a:xfrm>
              <a:off x="949487" y="973598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Tenorite" panose="00000500000000000000" pitchFamily="2" charset="0"/>
                  <a:cs typeface="Symbol"/>
                </a:rPr>
                <a:t> </a:t>
              </a:r>
            </a:p>
          </p:txBody>
        </p:sp>
        <p:sp>
          <p:nvSpPr>
            <p:cNvPr id="385" name="tx385"/>
            <p:cNvSpPr/>
            <p:nvPr/>
          </p:nvSpPr>
          <p:spPr>
            <a:xfrm>
              <a:off x="984276" y="935585"/>
              <a:ext cx="74166" cy="380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=</a:t>
              </a:r>
            </a:p>
          </p:txBody>
        </p:sp>
        <p:sp>
          <p:nvSpPr>
            <p:cNvPr id="386" name="tx386"/>
            <p:cNvSpPr/>
            <p:nvPr/>
          </p:nvSpPr>
          <p:spPr>
            <a:xfrm>
              <a:off x="1058442" y="973598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Tenorite" panose="00000500000000000000" pitchFamily="2" charset="0"/>
                  <a:cs typeface="Symbol"/>
                </a:rPr>
                <a:t> </a:t>
              </a:r>
            </a:p>
          </p:txBody>
        </p:sp>
        <p:sp>
          <p:nvSpPr>
            <p:cNvPr id="387" name="tx387"/>
            <p:cNvSpPr/>
            <p:nvPr/>
          </p:nvSpPr>
          <p:spPr>
            <a:xfrm>
              <a:off x="1093230" y="880704"/>
              <a:ext cx="247178" cy="9289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0.53</a:t>
              </a:r>
            </a:p>
          </p:txBody>
        </p:sp>
        <p:sp>
          <p:nvSpPr>
            <p:cNvPr id="388" name="tx388"/>
            <p:cNvSpPr/>
            <p:nvPr/>
          </p:nvSpPr>
          <p:spPr>
            <a:xfrm>
              <a:off x="794694" y="1019559"/>
              <a:ext cx="91715" cy="909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FF7F0E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R</a:t>
              </a:r>
            </a:p>
          </p:txBody>
        </p:sp>
        <p:sp>
          <p:nvSpPr>
            <p:cNvPr id="389" name="tx389"/>
            <p:cNvSpPr/>
            <p:nvPr/>
          </p:nvSpPr>
          <p:spPr>
            <a:xfrm>
              <a:off x="900045" y="984008"/>
              <a:ext cx="49441" cy="63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2</a:t>
              </a:r>
            </a:p>
          </p:txBody>
        </p:sp>
        <p:sp>
          <p:nvSpPr>
            <p:cNvPr id="390" name="tx390"/>
            <p:cNvSpPr/>
            <p:nvPr/>
          </p:nvSpPr>
          <p:spPr>
            <a:xfrm>
              <a:off x="949487" y="1110468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FF7F0E">
                      <a:alpha val="100000"/>
                    </a:srgbClr>
                  </a:solidFill>
                  <a:latin typeface="Tenorite" panose="00000500000000000000" pitchFamily="2" charset="0"/>
                  <a:cs typeface="Symbol"/>
                </a:rPr>
                <a:t> </a:t>
              </a:r>
            </a:p>
          </p:txBody>
        </p:sp>
        <p:sp>
          <p:nvSpPr>
            <p:cNvPr id="391" name="tx391"/>
            <p:cNvSpPr/>
            <p:nvPr/>
          </p:nvSpPr>
          <p:spPr>
            <a:xfrm>
              <a:off x="984276" y="1072455"/>
              <a:ext cx="74166" cy="380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FF7F0E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=</a:t>
              </a:r>
            </a:p>
          </p:txBody>
        </p:sp>
        <p:sp>
          <p:nvSpPr>
            <p:cNvPr id="392" name="tx392"/>
            <p:cNvSpPr/>
            <p:nvPr/>
          </p:nvSpPr>
          <p:spPr>
            <a:xfrm>
              <a:off x="1058442" y="1110468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FF7F0E">
                      <a:alpha val="100000"/>
                    </a:srgbClr>
                  </a:solidFill>
                  <a:latin typeface="Tenorite" panose="00000500000000000000" pitchFamily="2" charset="0"/>
                  <a:cs typeface="Symbol"/>
                </a:rPr>
                <a:t> </a:t>
              </a:r>
            </a:p>
          </p:txBody>
        </p:sp>
        <p:sp>
          <p:nvSpPr>
            <p:cNvPr id="393" name="tx393"/>
            <p:cNvSpPr/>
            <p:nvPr/>
          </p:nvSpPr>
          <p:spPr>
            <a:xfrm>
              <a:off x="1093230" y="1017637"/>
              <a:ext cx="247178" cy="9283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FF7F0E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0.27</a:t>
              </a:r>
            </a:p>
          </p:txBody>
        </p:sp>
        <p:sp>
          <p:nvSpPr>
            <p:cNvPr id="394" name="pl394"/>
            <p:cNvSpPr/>
            <p:nvPr/>
          </p:nvSpPr>
          <p:spPr>
            <a:xfrm>
              <a:off x="778082" y="710267"/>
              <a:ext cx="2952828" cy="2181163"/>
            </a:xfrm>
            <a:custGeom>
              <a:avLst/>
              <a:gdLst/>
              <a:ahLst/>
              <a:cxnLst/>
              <a:rect l="0" t="0" r="0" b="0"/>
              <a:pathLst>
                <a:path w="2952828" h="2181163">
                  <a:moveTo>
                    <a:pt x="0" y="2181163"/>
                  </a:moveTo>
                  <a:lnTo>
                    <a:pt x="42055" y="2150098"/>
                  </a:lnTo>
                  <a:lnTo>
                    <a:pt x="84110" y="2119033"/>
                  </a:lnTo>
                  <a:lnTo>
                    <a:pt x="126166" y="2087968"/>
                  </a:lnTo>
                  <a:lnTo>
                    <a:pt x="168221" y="2056903"/>
                  </a:lnTo>
                  <a:lnTo>
                    <a:pt x="210277" y="2025838"/>
                  </a:lnTo>
                  <a:lnTo>
                    <a:pt x="252332" y="1994773"/>
                  </a:lnTo>
                  <a:lnTo>
                    <a:pt x="294387" y="1963708"/>
                  </a:lnTo>
                  <a:lnTo>
                    <a:pt x="336443" y="1932643"/>
                  </a:lnTo>
                  <a:lnTo>
                    <a:pt x="378498" y="1901578"/>
                  </a:lnTo>
                  <a:lnTo>
                    <a:pt x="420554" y="1870513"/>
                  </a:lnTo>
                  <a:lnTo>
                    <a:pt x="462609" y="1839448"/>
                  </a:lnTo>
                  <a:lnTo>
                    <a:pt x="504665" y="1808383"/>
                  </a:lnTo>
                  <a:lnTo>
                    <a:pt x="546720" y="1777318"/>
                  </a:lnTo>
                  <a:lnTo>
                    <a:pt x="588775" y="1746253"/>
                  </a:lnTo>
                  <a:lnTo>
                    <a:pt x="630831" y="1715188"/>
                  </a:lnTo>
                  <a:lnTo>
                    <a:pt x="672886" y="1684123"/>
                  </a:lnTo>
                  <a:lnTo>
                    <a:pt x="714942" y="1653057"/>
                  </a:lnTo>
                  <a:lnTo>
                    <a:pt x="756997" y="1621992"/>
                  </a:lnTo>
                  <a:lnTo>
                    <a:pt x="799053" y="1590927"/>
                  </a:lnTo>
                  <a:lnTo>
                    <a:pt x="841108" y="1559862"/>
                  </a:lnTo>
                  <a:lnTo>
                    <a:pt x="883163" y="1528797"/>
                  </a:lnTo>
                  <a:lnTo>
                    <a:pt x="925219" y="1497732"/>
                  </a:lnTo>
                  <a:lnTo>
                    <a:pt x="967274" y="1466667"/>
                  </a:lnTo>
                  <a:lnTo>
                    <a:pt x="1009330" y="1435602"/>
                  </a:lnTo>
                  <a:lnTo>
                    <a:pt x="1051385" y="1404537"/>
                  </a:lnTo>
                  <a:lnTo>
                    <a:pt x="1093440" y="1373472"/>
                  </a:lnTo>
                  <a:lnTo>
                    <a:pt x="1135496" y="1342407"/>
                  </a:lnTo>
                  <a:lnTo>
                    <a:pt x="1177551" y="1311342"/>
                  </a:lnTo>
                  <a:lnTo>
                    <a:pt x="1219607" y="1280277"/>
                  </a:lnTo>
                  <a:lnTo>
                    <a:pt x="1261662" y="1249212"/>
                  </a:lnTo>
                  <a:lnTo>
                    <a:pt x="1303718" y="1218147"/>
                  </a:lnTo>
                  <a:lnTo>
                    <a:pt x="1345773" y="1187082"/>
                  </a:lnTo>
                  <a:lnTo>
                    <a:pt x="1387828" y="1156017"/>
                  </a:lnTo>
                  <a:lnTo>
                    <a:pt x="1429884" y="1124952"/>
                  </a:lnTo>
                  <a:lnTo>
                    <a:pt x="1471939" y="1093887"/>
                  </a:lnTo>
                  <a:lnTo>
                    <a:pt x="1513995" y="1062822"/>
                  </a:lnTo>
                  <a:lnTo>
                    <a:pt x="1556050" y="1031756"/>
                  </a:lnTo>
                  <a:lnTo>
                    <a:pt x="1598106" y="1000691"/>
                  </a:lnTo>
                  <a:lnTo>
                    <a:pt x="1640161" y="969626"/>
                  </a:lnTo>
                  <a:lnTo>
                    <a:pt x="1682216" y="938561"/>
                  </a:lnTo>
                  <a:lnTo>
                    <a:pt x="1724272" y="907496"/>
                  </a:lnTo>
                  <a:lnTo>
                    <a:pt x="1766327" y="876431"/>
                  </a:lnTo>
                  <a:lnTo>
                    <a:pt x="1808383" y="845366"/>
                  </a:lnTo>
                  <a:lnTo>
                    <a:pt x="1850438" y="814301"/>
                  </a:lnTo>
                  <a:lnTo>
                    <a:pt x="1892493" y="783236"/>
                  </a:lnTo>
                  <a:lnTo>
                    <a:pt x="1934549" y="752171"/>
                  </a:lnTo>
                  <a:lnTo>
                    <a:pt x="1976604" y="721106"/>
                  </a:lnTo>
                  <a:lnTo>
                    <a:pt x="2018660" y="690041"/>
                  </a:lnTo>
                  <a:lnTo>
                    <a:pt x="2060715" y="658976"/>
                  </a:lnTo>
                  <a:lnTo>
                    <a:pt x="2102771" y="627911"/>
                  </a:lnTo>
                  <a:lnTo>
                    <a:pt x="2144826" y="596846"/>
                  </a:lnTo>
                  <a:lnTo>
                    <a:pt x="2186881" y="565781"/>
                  </a:lnTo>
                  <a:lnTo>
                    <a:pt x="2228937" y="534716"/>
                  </a:lnTo>
                  <a:lnTo>
                    <a:pt x="2270992" y="503651"/>
                  </a:lnTo>
                  <a:lnTo>
                    <a:pt x="2313048" y="472586"/>
                  </a:lnTo>
                  <a:lnTo>
                    <a:pt x="2355103" y="441521"/>
                  </a:lnTo>
                  <a:lnTo>
                    <a:pt x="2397159" y="410456"/>
                  </a:lnTo>
                  <a:lnTo>
                    <a:pt x="2439214" y="379390"/>
                  </a:lnTo>
                  <a:lnTo>
                    <a:pt x="2481269" y="348325"/>
                  </a:lnTo>
                  <a:lnTo>
                    <a:pt x="2523325" y="317260"/>
                  </a:lnTo>
                  <a:lnTo>
                    <a:pt x="2565380" y="286195"/>
                  </a:lnTo>
                  <a:lnTo>
                    <a:pt x="2607436" y="255130"/>
                  </a:lnTo>
                  <a:lnTo>
                    <a:pt x="2649491" y="224065"/>
                  </a:lnTo>
                  <a:lnTo>
                    <a:pt x="2691546" y="193000"/>
                  </a:lnTo>
                  <a:lnTo>
                    <a:pt x="2733602" y="161935"/>
                  </a:lnTo>
                  <a:lnTo>
                    <a:pt x="2775657" y="130870"/>
                  </a:lnTo>
                  <a:lnTo>
                    <a:pt x="2817713" y="99805"/>
                  </a:lnTo>
                  <a:lnTo>
                    <a:pt x="2859768" y="68740"/>
                  </a:lnTo>
                  <a:lnTo>
                    <a:pt x="2901824" y="37675"/>
                  </a:lnTo>
                  <a:lnTo>
                    <a:pt x="2943879" y="6610"/>
                  </a:lnTo>
                  <a:lnTo>
                    <a:pt x="2952828" y="0"/>
                  </a:lnTo>
                </a:path>
              </a:pathLst>
            </a:custGeom>
            <a:ln w="39420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95" name="pl395"/>
            <p:cNvSpPr/>
            <p:nvPr/>
          </p:nvSpPr>
          <p:spPr>
            <a:xfrm>
              <a:off x="1935880" y="905599"/>
              <a:ext cx="1862545" cy="374529"/>
            </a:xfrm>
            <a:custGeom>
              <a:avLst/>
              <a:gdLst/>
              <a:ahLst/>
              <a:cxnLst/>
              <a:rect l="0" t="0" r="0" b="0"/>
              <a:pathLst>
                <a:path w="1862545" h="374529">
                  <a:moveTo>
                    <a:pt x="0" y="374529"/>
                  </a:moveTo>
                  <a:lnTo>
                    <a:pt x="23576" y="369788"/>
                  </a:lnTo>
                  <a:lnTo>
                    <a:pt x="47153" y="365047"/>
                  </a:lnTo>
                  <a:lnTo>
                    <a:pt x="70729" y="360307"/>
                  </a:lnTo>
                  <a:lnTo>
                    <a:pt x="94306" y="355566"/>
                  </a:lnTo>
                  <a:lnTo>
                    <a:pt x="117882" y="350825"/>
                  </a:lnTo>
                  <a:lnTo>
                    <a:pt x="141459" y="346084"/>
                  </a:lnTo>
                  <a:lnTo>
                    <a:pt x="165035" y="341343"/>
                  </a:lnTo>
                  <a:lnTo>
                    <a:pt x="188612" y="336602"/>
                  </a:lnTo>
                  <a:lnTo>
                    <a:pt x="212188" y="331861"/>
                  </a:lnTo>
                  <a:lnTo>
                    <a:pt x="235765" y="327120"/>
                  </a:lnTo>
                  <a:lnTo>
                    <a:pt x="259341" y="322380"/>
                  </a:lnTo>
                  <a:lnTo>
                    <a:pt x="282918" y="317639"/>
                  </a:lnTo>
                  <a:lnTo>
                    <a:pt x="306494" y="312898"/>
                  </a:lnTo>
                  <a:lnTo>
                    <a:pt x="330071" y="308157"/>
                  </a:lnTo>
                  <a:lnTo>
                    <a:pt x="353647" y="303416"/>
                  </a:lnTo>
                  <a:lnTo>
                    <a:pt x="377224" y="298675"/>
                  </a:lnTo>
                  <a:lnTo>
                    <a:pt x="400800" y="293934"/>
                  </a:lnTo>
                  <a:lnTo>
                    <a:pt x="424377" y="289193"/>
                  </a:lnTo>
                  <a:lnTo>
                    <a:pt x="447953" y="284452"/>
                  </a:lnTo>
                  <a:lnTo>
                    <a:pt x="471530" y="279712"/>
                  </a:lnTo>
                  <a:lnTo>
                    <a:pt x="495107" y="274971"/>
                  </a:lnTo>
                  <a:lnTo>
                    <a:pt x="518683" y="270230"/>
                  </a:lnTo>
                  <a:lnTo>
                    <a:pt x="542260" y="265489"/>
                  </a:lnTo>
                  <a:lnTo>
                    <a:pt x="565836" y="260748"/>
                  </a:lnTo>
                  <a:lnTo>
                    <a:pt x="589413" y="256007"/>
                  </a:lnTo>
                  <a:lnTo>
                    <a:pt x="612989" y="251266"/>
                  </a:lnTo>
                  <a:lnTo>
                    <a:pt x="636566" y="246525"/>
                  </a:lnTo>
                  <a:lnTo>
                    <a:pt x="660142" y="241785"/>
                  </a:lnTo>
                  <a:lnTo>
                    <a:pt x="683719" y="237044"/>
                  </a:lnTo>
                  <a:lnTo>
                    <a:pt x="707295" y="232303"/>
                  </a:lnTo>
                  <a:lnTo>
                    <a:pt x="730872" y="227562"/>
                  </a:lnTo>
                  <a:lnTo>
                    <a:pt x="754448" y="222821"/>
                  </a:lnTo>
                  <a:lnTo>
                    <a:pt x="778025" y="218080"/>
                  </a:lnTo>
                  <a:lnTo>
                    <a:pt x="801601" y="213339"/>
                  </a:lnTo>
                  <a:lnTo>
                    <a:pt x="825178" y="208598"/>
                  </a:lnTo>
                  <a:lnTo>
                    <a:pt x="848754" y="203857"/>
                  </a:lnTo>
                  <a:lnTo>
                    <a:pt x="872331" y="199117"/>
                  </a:lnTo>
                  <a:lnTo>
                    <a:pt x="895907" y="194376"/>
                  </a:lnTo>
                  <a:lnTo>
                    <a:pt x="919484" y="189635"/>
                  </a:lnTo>
                  <a:lnTo>
                    <a:pt x="943060" y="184894"/>
                  </a:lnTo>
                  <a:lnTo>
                    <a:pt x="966637" y="180153"/>
                  </a:lnTo>
                  <a:lnTo>
                    <a:pt x="990214" y="175412"/>
                  </a:lnTo>
                  <a:lnTo>
                    <a:pt x="1013790" y="170671"/>
                  </a:lnTo>
                  <a:lnTo>
                    <a:pt x="1037367" y="165930"/>
                  </a:lnTo>
                  <a:lnTo>
                    <a:pt x="1060943" y="161190"/>
                  </a:lnTo>
                  <a:lnTo>
                    <a:pt x="1084520" y="156449"/>
                  </a:lnTo>
                  <a:lnTo>
                    <a:pt x="1108096" y="151708"/>
                  </a:lnTo>
                  <a:lnTo>
                    <a:pt x="1131673" y="146967"/>
                  </a:lnTo>
                  <a:lnTo>
                    <a:pt x="1155249" y="142226"/>
                  </a:lnTo>
                  <a:lnTo>
                    <a:pt x="1178826" y="137485"/>
                  </a:lnTo>
                  <a:lnTo>
                    <a:pt x="1202402" y="132744"/>
                  </a:lnTo>
                  <a:lnTo>
                    <a:pt x="1225979" y="128003"/>
                  </a:lnTo>
                  <a:lnTo>
                    <a:pt x="1249555" y="123262"/>
                  </a:lnTo>
                  <a:lnTo>
                    <a:pt x="1273132" y="118522"/>
                  </a:lnTo>
                  <a:lnTo>
                    <a:pt x="1296708" y="113781"/>
                  </a:lnTo>
                  <a:lnTo>
                    <a:pt x="1320285" y="109040"/>
                  </a:lnTo>
                  <a:lnTo>
                    <a:pt x="1343861" y="104299"/>
                  </a:lnTo>
                  <a:lnTo>
                    <a:pt x="1367438" y="99558"/>
                  </a:lnTo>
                  <a:lnTo>
                    <a:pt x="1391014" y="94817"/>
                  </a:lnTo>
                  <a:lnTo>
                    <a:pt x="1414591" y="90076"/>
                  </a:lnTo>
                  <a:lnTo>
                    <a:pt x="1438167" y="85335"/>
                  </a:lnTo>
                  <a:lnTo>
                    <a:pt x="1461744" y="80595"/>
                  </a:lnTo>
                  <a:lnTo>
                    <a:pt x="1485321" y="75854"/>
                  </a:lnTo>
                  <a:lnTo>
                    <a:pt x="1508897" y="71113"/>
                  </a:lnTo>
                  <a:lnTo>
                    <a:pt x="1532474" y="66372"/>
                  </a:lnTo>
                  <a:lnTo>
                    <a:pt x="1556050" y="61631"/>
                  </a:lnTo>
                  <a:lnTo>
                    <a:pt x="1579627" y="56890"/>
                  </a:lnTo>
                  <a:lnTo>
                    <a:pt x="1603203" y="52149"/>
                  </a:lnTo>
                  <a:lnTo>
                    <a:pt x="1626780" y="47408"/>
                  </a:lnTo>
                  <a:lnTo>
                    <a:pt x="1650356" y="42667"/>
                  </a:lnTo>
                  <a:lnTo>
                    <a:pt x="1673933" y="37927"/>
                  </a:lnTo>
                  <a:lnTo>
                    <a:pt x="1697509" y="33186"/>
                  </a:lnTo>
                  <a:lnTo>
                    <a:pt x="1721086" y="28445"/>
                  </a:lnTo>
                  <a:lnTo>
                    <a:pt x="1744662" y="23704"/>
                  </a:lnTo>
                  <a:lnTo>
                    <a:pt x="1768239" y="18963"/>
                  </a:lnTo>
                  <a:lnTo>
                    <a:pt x="1791815" y="14222"/>
                  </a:lnTo>
                  <a:lnTo>
                    <a:pt x="1815392" y="9481"/>
                  </a:lnTo>
                  <a:lnTo>
                    <a:pt x="1838968" y="4740"/>
                  </a:lnTo>
                  <a:lnTo>
                    <a:pt x="1862545" y="0"/>
                  </a:lnTo>
                </a:path>
              </a:pathLst>
            </a:custGeom>
            <a:ln w="39420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96" name="pl396"/>
            <p:cNvSpPr/>
            <p:nvPr/>
          </p:nvSpPr>
          <p:spPr>
            <a:xfrm>
              <a:off x="778082" y="3323247"/>
              <a:ext cx="604068" cy="0"/>
            </a:xfrm>
            <a:custGeom>
              <a:avLst/>
              <a:gdLst/>
              <a:ahLst/>
              <a:cxnLst/>
              <a:rect l="0" t="0" r="0" b="0"/>
              <a:pathLst>
                <a:path w="604068">
                  <a:moveTo>
                    <a:pt x="0" y="0"/>
                  </a:moveTo>
                  <a:lnTo>
                    <a:pt x="7646" y="0"/>
                  </a:lnTo>
                  <a:lnTo>
                    <a:pt x="15292" y="0"/>
                  </a:lnTo>
                  <a:lnTo>
                    <a:pt x="22939" y="0"/>
                  </a:lnTo>
                  <a:lnTo>
                    <a:pt x="30585" y="0"/>
                  </a:lnTo>
                  <a:lnTo>
                    <a:pt x="38232" y="0"/>
                  </a:lnTo>
                  <a:lnTo>
                    <a:pt x="45878" y="0"/>
                  </a:lnTo>
                  <a:lnTo>
                    <a:pt x="53525" y="0"/>
                  </a:lnTo>
                  <a:lnTo>
                    <a:pt x="61171" y="0"/>
                  </a:lnTo>
                  <a:lnTo>
                    <a:pt x="68817" y="0"/>
                  </a:lnTo>
                  <a:lnTo>
                    <a:pt x="76464" y="0"/>
                  </a:lnTo>
                  <a:lnTo>
                    <a:pt x="84110" y="0"/>
                  </a:lnTo>
                  <a:lnTo>
                    <a:pt x="91757" y="0"/>
                  </a:lnTo>
                  <a:lnTo>
                    <a:pt x="99403" y="0"/>
                  </a:lnTo>
                  <a:lnTo>
                    <a:pt x="107050" y="0"/>
                  </a:lnTo>
                  <a:lnTo>
                    <a:pt x="114696" y="0"/>
                  </a:lnTo>
                  <a:lnTo>
                    <a:pt x="122343" y="0"/>
                  </a:lnTo>
                  <a:lnTo>
                    <a:pt x="129989" y="0"/>
                  </a:lnTo>
                  <a:lnTo>
                    <a:pt x="137635" y="0"/>
                  </a:lnTo>
                  <a:lnTo>
                    <a:pt x="145282" y="0"/>
                  </a:lnTo>
                  <a:lnTo>
                    <a:pt x="152928" y="0"/>
                  </a:lnTo>
                  <a:lnTo>
                    <a:pt x="160575" y="0"/>
                  </a:lnTo>
                  <a:lnTo>
                    <a:pt x="168221" y="0"/>
                  </a:lnTo>
                  <a:lnTo>
                    <a:pt x="175868" y="0"/>
                  </a:lnTo>
                  <a:lnTo>
                    <a:pt x="183514" y="0"/>
                  </a:lnTo>
                  <a:lnTo>
                    <a:pt x="191161" y="0"/>
                  </a:lnTo>
                  <a:lnTo>
                    <a:pt x="198807" y="0"/>
                  </a:lnTo>
                  <a:lnTo>
                    <a:pt x="206453" y="0"/>
                  </a:lnTo>
                  <a:lnTo>
                    <a:pt x="214100" y="0"/>
                  </a:lnTo>
                  <a:lnTo>
                    <a:pt x="221746" y="0"/>
                  </a:lnTo>
                  <a:lnTo>
                    <a:pt x="229393" y="0"/>
                  </a:lnTo>
                  <a:lnTo>
                    <a:pt x="237039" y="0"/>
                  </a:lnTo>
                  <a:lnTo>
                    <a:pt x="244686" y="0"/>
                  </a:lnTo>
                  <a:lnTo>
                    <a:pt x="252332" y="0"/>
                  </a:lnTo>
                  <a:lnTo>
                    <a:pt x="259978" y="0"/>
                  </a:lnTo>
                  <a:lnTo>
                    <a:pt x="267625" y="0"/>
                  </a:lnTo>
                  <a:lnTo>
                    <a:pt x="275271" y="0"/>
                  </a:lnTo>
                  <a:lnTo>
                    <a:pt x="282918" y="0"/>
                  </a:lnTo>
                  <a:lnTo>
                    <a:pt x="290564" y="0"/>
                  </a:lnTo>
                  <a:lnTo>
                    <a:pt x="298211" y="0"/>
                  </a:lnTo>
                  <a:lnTo>
                    <a:pt x="305857" y="0"/>
                  </a:lnTo>
                  <a:lnTo>
                    <a:pt x="313504" y="0"/>
                  </a:lnTo>
                  <a:lnTo>
                    <a:pt x="321150" y="0"/>
                  </a:lnTo>
                  <a:lnTo>
                    <a:pt x="328796" y="0"/>
                  </a:lnTo>
                  <a:lnTo>
                    <a:pt x="336443" y="0"/>
                  </a:lnTo>
                  <a:lnTo>
                    <a:pt x="344089" y="0"/>
                  </a:lnTo>
                  <a:lnTo>
                    <a:pt x="351736" y="0"/>
                  </a:lnTo>
                  <a:lnTo>
                    <a:pt x="359382" y="0"/>
                  </a:lnTo>
                  <a:lnTo>
                    <a:pt x="367029" y="0"/>
                  </a:lnTo>
                  <a:lnTo>
                    <a:pt x="374675" y="0"/>
                  </a:lnTo>
                  <a:lnTo>
                    <a:pt x="382322" y="0"/>
                  </a:lnTo>
                  <a:lnTo>
                    <a:pt x="389968" y="0"/>
                  </a:lnTo>
                  <a:lnTo>
                    <a:pt x="397614" y="0"/>
                  </a:lnTo>
                  <a:lnTo>
                    <a:pt x="405261" y="0"/>
                  </a:lnTo>
                  <a:lnTo>
                    <a:pt x="412907" y="0"/>
                  </a:lnTo>
                  <a:lnTo>
                    <a:pt x="420554" y="0"/>
                  </a:lnTo>
                  <a:lnTo>
                    <a:pt x="428200" y="0"/>
                  </a:lnTo>
                  <a:lnTo>
                    <a:pt x="435847" y="0"/>
                  </a:lnTo>
                  <a:lnTo>
                    <a:pt x="443493" y="0"/>
                  </a:lnTo>
                  <a:lnTo>
                    <a:pt x="451139" y="0"/>
                  </a:lnTo>
                  <a:lnTo>
                    <a:pt x="458786" y="0"/>
                  </a:lnTo>
                  <a:lnTo>
                    <a:pt x="466432" y="0"/>
                  </a:lnTo>
                  <a:lnTo>
                    <a:pt x="474079" y="0"/>
                  </a:lnTo>
                  <a:lnTo>
                    <a:pt x="481725" y="0"/>
                  </a:lnTo>
                  <a:lnTo>
                    <a:pt x="489372" y="0"/>
                  </a:lnTo>
                  <a:lnTo>
                    <a:pt x="497018" y="0"/>
                  </a:lnTo>
                  <a:lnTo>
                    <a:pt x="504665" y="0"/>
                  </a:lnTo>
                  <a:lnTo>
                    <a:pt x="512311" y="0"/>
                  </a:lnTo>
                  <a:lnTo>
                    <a:pt x="519957" y="0"/>
                  </a:lnTo>
                  <a:lnTo>
                    <a:pt x="527604" y="0"/>
                  </a:lnTo>
                  <a:lnTo>
                    <a:pt x="535250" y="0"/>
                  </a:lnTo>
                  <a:lnTo>
                    <a:pt x="542897" y="0"/>
                  </a:lnTo>
                  <a:lnTo>
                    <a:pt x="550543" y="0"/>
                  </a:lnTo>
                  <a:lnTo>
                    <a:pt x="558190" y="0"/>
                  </a:lnTo>
                  <a:lnTo>
                    <a:pt x="565836" y="0"/>
                  </a:lnTo>
                  <a:lnTo>
                    <a:pt x="573483" y="0"/>
                  </a:lnTo>
                  <a:lnTo>
                    <a:pt x="581129" y="0"/>
                  </a:lnTo>
                  <a:lnTo>
                    <a:pt x="588775" y="0"/>
                  </a:lnTo>
                  <a:lnTo>
                    <a:pt x="596422" y="0"/>
                  </a:lnTo>
                  <a:lnTo>
                    <a:pt x="604068" y="0"/>
                  </a:lnTo>
                </a:path>
              </a:pathLst>
            </a:custGeom>
            <a:ln w="39420" cap="flat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97" name="pl397"/>
            <p:cNvSpPr/>
            <p:nvPr/>
          </p:nvSpPr>
          <p:spPr>
            <a:xfrm>
              <a:off x="611963" y="5816242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98" name="pl398"/>
            <p:cNvSpPr/>
            <p:nvPr/>
          </p:nvSpPr>
          <p:spPr>
            <a:xfrm>
              <a:off x="611963" y="5124978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399" name="pl399"/>
            <p:cNvSpPr/>
            <p:nvPr/>
          </p:nvSpPr>
          <p:spPr>
            <a:xfrm>
              <a:off x="611963" y="4433713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00" name="pl400"/>
            <p:cNvSpPr/>
            <p:nvPr/>
          </p:nvSpPr>
          <p:spPr>
            <a:xfrm>
              <a:off x="611963" y="3742449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01" name="pl401"/>
            <p:cNvSpPr/>
            <p:nvPr/>
          </p:nvSpPr>
          <p:spPr>
            <a:xfrm>
              <a:off x="1281472" y="3548895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02" name="pl402"/>
            <p:cNvSpPr/>
            <p:nvPr/>
          </p:nvSpPr>
          <p:spPr>
            <a:xfrm>
              <a:off x="2288254" y="3548895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03" name="pl403"/>
            <p:cNvSpPr/>
            <p:nvPr/>
          </p:nvSpPr>
          <p:spPr>
            <a:xfrm>
              <a:off x="3295035" y="3548895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04" name="pl404"/>
            <p:cNvSpPr/>
            <p:nvPr/>
          </p:nvSpPr>
          <p:spPr>
            <a:xfrm>
              <a:off x="611963" y="6161874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05" name="pl405"/>
            <p:cNvSpPr/>
            <p:nvPr/>
          </p:nvSpPr>
          <p:spPr>
            <a:xfrm>
              <a:off x="611963" y="5470610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06" name="pl406"/>
            <p:cNvSpPr/>
            <p:nvPr/>
          </p:nvSpPr>
          <p:spPr>
            <a:xfrm>
              <a:off x="611963" y="4779345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07" name="pl407"/>
            <p:cNvSpPr/>
            <p:nvPr/>
          </p:nvSpPr>
          <p:spPr>
            <a:xfrm>
              <a:off x="611963" y="4088081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08" name="pl408"/>
            <p:cNvSpPr/>
            <p:nvPr/>
          </p:nvSpPr>
          <p:spPr>
            <a:xfrm>
              <a:off x="778082" y="3548895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09" name="pl409"/>
            <p:cNvSpPr/>
            <p:nvPr/>
          </p:nvSpPr>
          <p:spPr>
            <a:xfrm>
              <a:off x="1784863" y="3548895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10" name="pl410"/>
            <p:cNvSpPr/>
            <p:nvPr/>
          </p:nvSpPr>
          <p:spPr>
            <a:xfrm>
              <a:off x="2791644" y="3548895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11" name="pl411"/>
            <p:cNvSpPr/>
            <p:nvPr/>
          </p:nvSpPr>
          <p:spPr>
            <a:xfrm>
              <a:off x="3798426" y="3548895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12" name="pt412"/>
            <p:cNvSpPr/>
            <p:nvPr/>
          </p:nvSpPr>
          <p:spPr>
            <a:xfrm>
              <a:off x="3258924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13" name="pt413"/>
            <p:cNvSpPr/>
            <p:nvPr/>
          </p:nvSpPr>
          <p:spPr>
            <a:xfrm>
              <a:off x="2755534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14" name="pt414"/>
            <p:cNvSpPr/>
            <p:nvPr/>
          </p:nvSpPr>
          <p:spPr>
            <a:xfrm>
              <a:off x="1950109" y="515799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15" name="pt415"/>
            <p:cNvSpPr/>
            <p:nvPr/>
          </p:nvSpPr>
          <p:spPr>
            <a:xfrm>
              <a:off x="1547396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16" name="pt416"/>
            <p:cNvSpPr/>
            <p:nvPr/>
          </p:nvSpPr>
          <p:spPr>
            <a:xfrm>
              <a:off x="1748753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17" name="pt417"/>
            <p:cNvSpPr/>
            <p:nvPr/>
          </p:nvSpPr>
          <p:spPr>
            <a:xfrm>
              <a:off x="2755534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18" name="pt418"/>
            <p:cNvSpPr/>
            <p:nvPr/>
          </p:nvSpPr>
          <p:spPr>
            <a:xfrm>
              <a:off x="1950109" y="421326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19" name="pt419"/>
            <p:cNvSpPr/>
            <p:nvPr/>
          </p:nvSpPr>
          <p:spPr>
            <a:xfrm>
              <a:off x="2453499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20" name="pt420"/>
            <p:cNvSpPr/>
            <p:nvPr/>
          </p:nvSpPr>
          <p:spPr>
            <a:xfrm>
              <a:off x="3158246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21" name="pt421"/>
            <p:cNvSpPr/>
            <p:nvPr/>
          </p:nvSpPr>
          <p:spPr>
            <a:xfrm>
              <a:off x="2252143" y="45128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22" name="pt422"/>
            <p:cNvSpPr/>
            <p:nvPr/>
          </p:nvSpPr>
          <p:spPr>
            <a:xfrm>
              <a:off x="2554178" y="3844591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23" name="pt423"/>
            <p:cNvSpPr/>
            <p:nvPr/>
          </p:nvSpPr>
          <p:spPr>
            <a:xfrm>
              <a:off x="1497057" y="405197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24" name="pt424"/>
            <p:cNvSpPr/>
            <p:nvPr/>
          </p:nvSpPr>
          <p:spPr>
            <a:xfrm>
              <a:off x="2151465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25" name="pt425"/>
            <p:cNvSpPr/>
            <p:nvPr/>
          </p:nvSpPr>
          <p:spPr>
            <a:xfrm>
              <a:off x="2050787" y="435151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26" name="pt426"/>
            <p:cNvSpPr/>
            <p:nvPr/>
          </p:nvSpPr>
          <p:spPr>
            <a:xfrm>
              <a:off x="1245362" y="488148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27" name="pt427"/>
            <p:cNvSpPr/>
            <p:nvPr/>
          </p:nvSpPr>
          <p:spPr>
            <a:xfrm>
              <a:off x="2805873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28" name="pt428"/>
            <p:cNvSpPr/>
            <p:nvPr/>
          </p:nvSpPr>
          <p:spPr>
            <a:xfrm>
              <a:off x="2403160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29" name="pt429"/>
            <p:cNvSpPr/>
            <p:nvPr/>
          </p:nvSpPr>
          <p:spPr>
            <a:xfrm>
              <a:off x="2554178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30" name="pt430"/>
            <p:cNvSpPr/>
            <p:nvPr/>
          </p:nvSpPr>
          <p:spPr>
            <a:xfrm>
              <a:off x="3409942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31" name="pt431"/>
            <p:cNvSpPr/>
            <p:nvPr/>
          </p:nvSpPr>
          <p:spPr>
            <a:xfrm>
              <a:off x="1648074" y="47893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32" name="pt432"/>
            <p:cNvSpPr/>
            <p:nvPr/>
          </p:nvSpPr>
          <p:spPr>
            <a:xfrm>
              <a:off x="2856212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33" name="pt433"/>
            <p:cNvSpPr/>
            <p:nvPr/>
          </p:nvSpPr>
          <p:spPr>
            <a:xfrm>
              <a:off x="3258924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34" name="pt434"/>
            <p:cNvSpPr/>
            <p:nvPr/>
          </p:nvSpPr>
          <p:spPr>
            <a:xfrm>
              <a:off x="2453499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35" name="pt435"/>
            <p:cNvSpPr/>
            <p:nvPr/>
          </p:nvSpPr>
          <p:spPr>
            <a:xfrm>
              <a:off x="3258924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36" name="pt436"/>
            <p:cNvSpPr/>
            <p:nvPr/>
          </p:nvSpPr>
          <p:spPr>
            <a:xfrm>
              <a:off x="2101126" y="400588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37" name="pt437"/>
            <p:cNvSpPr/>
            <p:nvPr/>
          </p:nvSpPr>
          <p:spPr>
            <a:xfrm>
              <a:off x="1144684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38" name="pt438"/>
            <p:cNvSpPr/>
            <p:nvPr/>
          </p:nvSpPr>
          <p:spPr>
            <a:xfrm>
              <a:off x="2050787" y="48354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39" name="pt439"/>
            <p:cNvSpPr/>
            <p:nvPr/>
          </p:nvSpPr>
          <p:spPr>
            <a:xfrm>
              <a:off x="3208585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40" name="pt440"/>
            <p:cNvSpPr/>
            <p:nvPr/>
          </p:nvSpPr>
          <p:spPr>
            <a:xfrm>
              <a:off x="2503838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41" name="pt441"/>
            <p:cNvSpPr/>
            <p:nvPr/>
          </p:nvSpPr>
          <p:spPr>
            <a:xfrm>
              <a:off x="1648074" y="455889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42" name="pt442"/>
            <p:cNvSpPr/>
            <p:nvPr/>
          </p:nvSpPr>
          <p:spPr>
            <a:xfrm>
              <a:off x="2352821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43" name="pt443"/>
            <p:cNvSpPr/>
            <p:nvPr/>
          </p:nvSpPr>
          <p:spPr>
            <a:xfrm>
              <a:off x="2956890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44" name="pt444"/>
            <p:cNvSpPr/>
            <p:nvPr/>
          </p:nvSpPr>
          <p:spPr>
            <a:xfrm>
              <a:off x="2805873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45" name="pt445"/>
            <p:cNvSpPr/>
            <p:nvPr/>
          </p:nvSpPr>
          <p:spPr>
            <a:xfrm>
              <a:off x="2403160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46" name="pt446"/>
            <p:cNvSpPr/>
            <p:nvPr/>
          </p:nvSpPr>
          <p:spPr>
            <a:xfrm>
              <a:off x="2252143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47" name="pt447"/>
            <p:cNvSpPr/>
            <p:nvPr/>
          </p:nvSpPr>
          <p:spPr>
            <a:xfrm>
              <a:off x="3963671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48" name="pt448"/>
            <p:cNvSpPr/>
            <p:nvPr/>
          </p:nvSpPr>
          <p:spPr>
            <a:xfrm>
              <a:off x="3661637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49" name="pt449"/>
            <p:cNvSpPr/>
            <p:nvPr/>
          </p:nvSpPr>
          <p:spPr>
            <a:xfrm>
              <a:off x="943327" y="501974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50" name="pt450"/>
            <p:cNvSpPr/>
            <p:nvPr/>
          </p:nvSpPr>
          <p:spPr>
            <a:xfrm>
              <a:off x="2453499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51" name="pt451"/>
            <p:cNvSpPr/>
            <p:nvPr/>
          </p:nvSpPr>
          <p:spPr>
            <a:xfrm>
              <a:off x="3158246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52" name="pt452"/>
            <p:cNvSpPr/>
            <p:nvPr/>
          </p:nvSpPr>
          <p:spPr>
            <a:xfrm>
              <a:off x="2453499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53" name="pt453"/>
            <p:cNvSpPr/>
            <p:nvPr/>
          </p:nvSpPr>
          <p:spPr>
            <a:xfrm>
              <a:off x="2654856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54" name="pt454"/>
            <p:cNvSpPr/>
            <p:nvPr/>
          </p:nvSpPr>
          <p:spPr>
            <a:xfrm>
              <a:off x="3057568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55" name="pt455"/>
            <p:cNvSpPr/>
            <p:nvPr/>
          </p:nvSpPr>
          <p:spPr>
            <a:xfrm>
              <a:off x="3560959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56" name="pt456"/>
            <p:cNvSpPr/>
            <p:nvPr/>
          </p:nvSpPr>
          <p:spPr>
            <a:xfrm>
              <a:off x="3158246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57" name="pt457"/>
            <p:cNvSpPr/>
            <p:nvPr/>
          </p:nvSpPr>
          <p:spPr>
            <a:xfrm>
              <a:off x="2705195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58" name="pt458"/>
            <p:cNvSpPr/>
            <p:nvPr/>
          </p:nvSpPr>
          <p:spPr>
            <a:xfrm>
              <a:off x="2101126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59" name="pt459"/>
            <p:cNvSpPr/>
            <p:nvPr/>
          </p:nvSpPr>
          <p:spPr>
            <a:xfrm>
              <a:off x="2956890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60" name="pt460"/>
            <p:cNvSpPr/>
            <p:nvPr/>
          </p:nvSpPr>
          <p:spPr>
            <a:xfrm>
              <a:off x="3158246" y="43976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61" name="pt461"/>
            <p:cNvSpPr/>
            <p:nvPr/>
          </p:nvSpPr>
          <p:spPr>
            <a:xfrm>
              <a:off x="2151465" y="40750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62" name="pt462"/>
            <p:cNvSpPr/>
            <p:nvPr/>
          </p:nvSpPr>
          <p:spPr>
            <a:xfrm>
              <a:off x="3611298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63" name="pt463"/>
            <p:cNvSpPr/>
            <p:nvPr/>
          </p:nvSpPr>
          <p:spPr>
            <a:xfrm>
              <a:off x="2654856" y="522712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64" name="pt464"/>
            <p:cNvSpPr/>
            <p:nvPr/>
          </p:nvSpPr>
          <p:spPr>
            <a:xfrm>
              <a:off x="3812654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65" name="pt465"/>
            <p:cNvSpPr/>
            <p:nvPr/>
          </p:nvSpPr>
          <p:spPr>
            <a:xfrm>
              <a:off x="366163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66" name="pt466"/>
            <p:cNvSpPr/>
            <p:nvPr/>
          </p:nvSpPr>
          <p:spPr>
            <a:xfrm>
              <a:off x="2906551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67" name="pt467"/>
            <p:cNvSpPr/>
            <p:nvPr/>
          </p:nvSpPr>
          <p:spPr>
            <a:xfrm>
              <a:off x="2654856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68" name="pt468"/>
            <p:cNvSpPr/>
            <p:nvPr/>
          </p:nvSpPr>
          <p:spPr>
            <a:xfrm>
              <a:off x="2201804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69" name="pt469"/>
            <p:cNvSpPr/>
            <p:nvPr/>
          </p:nvSpPr>
          <p:spPr>
            <a:xfrm>
              <a:off x="3007229" y="3775465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70" name="pt470"/>
            <p:cNvSpPr/>
            <p:nvPr/>
          </p:nvSpPr>
          <p:spPr>
            <a:xfrm>
              <a:off x="2352821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71" name="pt471"/>
            <p:cNvSpPr/>
            <p:nvPr/>
          </p:nvSpPr>
          <p:spPr>
            <a:xfrm>
              <a:off x="2554178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72" name="pt472"/>
            <p:cNvSpPr/>
            <p:nvPr/>
          </p:nvSpPr>
          <p:spPr>
            <a:xfrm>
              <a:off x="2705195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73" name="pt473"/>
            <p:cNvSpPr/>
            <p:nvPr/>
          </p:nvSpPr>
          <p:spPr>
            <a:xfrm>
              <a:off x="2050787" y="432847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74" name="pt474"/>
            <p:cNvSpPr/>
            <p:nvPr/>
          </p:nvSpPr>
          <p:spPr>
            <a:xfrm>
              <a:off x="2352821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75" name="pt475"/>
            <p:cNvSpPr/>
            <p:nvPr/>
          </p:nvSpPr>
          <p:spPr>
            <a:xfrm>
              <a:off x="3359603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76" name="pt476"/>
            <p:cNvSpPr/>
            <p:nvPr/>
          </p:nvSpPr>
          <p:spPr>
            <a:xfrm>
              <a:off x="2705195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77" name="pt477"/>
            <p:cNvSpPr/>
            <p:nvPr/>
          </p:nvSpPr>
          <p:spPr>
            <a:xfrm>
              <a:off x="3258924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78" name="pt478"/>
            <p:cNvSpPr/>
            <p:nvPr/>
          </p:nvSpPr>
          <p:spPr>
            <a:xfrm>
              <a:off x="2352821" y="42593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79" name="pt479"/>
            <p:cNvSpPr/>
            <p:nvPr/>
          </p:nvSpPr>
          <p:spPr>
            <a:xfrm>
              <a:off x="2856212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80" name="pt480"/>
            <p:cNvSpPr/>
            <p:nvPr/>
          </p:nvSpPr>
          <p:spPr>
            <a:xfrm>
              <a:off x="2403160" y="42593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81" name="pt481"/>
            <p:cNvSpPr/>
            <p:nvPr/>
          </p:nvSpPr>
          <p:spPr>
            <a:xfrm>
              <a:off x="1849431" y="47662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82" name="pt482"/>
            <p:cNvSpPr/>
            <p:nvPr/>
          </p:nvSpPr>
          <p:spPr>
            <a:xfrm>
              <a:off x="3510620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83" name="pt483"/>
            <p:cNvSpPr/>
            <p:nvPr/>
          </p:nvSpPr>
          <p:spPr>
            <a:xfrm>
              <a:off x="3510620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84" name="pt484"/>
            <p:cNvSpPr/>
            <p:nvPr/>
          </p:nvSpPr>
          <p:spPr>
            <a:xfrm>
              <a:off x="2403160" y="421326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85" name="pt485"/>
            <p:cNvSpPr/>
            <p:nvPr/>
          </p:nvSpPr>
          <p:spPr>
            <a:xfrm>
              <a:off x="1698413" y="42593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86" name="pt486"/>
            <p:cNvSpPr/>
            <p:nvPr/>
          </p:nvSpPr>
          <p:spPr>
            <a:xfrm>
              <a:off x="1950109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87" name="pt487"/>
            <p:cNvSpPr/>
            <p:nvPr/>
          </p:nvSpPr>
          <p:spPr>
            <a:xfrm>
              <a:off x="2201804" y="416718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88" name="pt488"/>
            <p:cNvSpPr/>
            <p:nvPr/>
          </p:nvSpPr>
          <p:spPr>
            <a:xfrm>
              <a:off x="2805873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89" name="pt489"/>
            <p:cNvSpPr/>
            <p:nvPr/>
          </p:nvSpPr>
          <p:spPr>
            <a:xfrm>
              <a:off x="1547396" y="536537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90" name="pt490"/>
            <p:cNvSpPr/>
            <p:nvPr/>
          </p:nvSpPr>
          <p:spPr>
            <a:xfrm>
              <a:off x="2252143" y="453585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91" name="pt491"/>
            <p:cNvSpPr/>
            <p:nvPr/>
          </p:nvSpPr>
          <p:spPr>
            <a:xfrm>
              <a:off x="1295701" y="48354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92" name="pt492"/>
            <p:cNvSpPr/>
            <p:nvPr/>
          </p:nvSpPr>
          <p:spPr>
            <a:xfrm>
              <a:off x="2201804" y="405197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93" name="pt493"/>
            <p:cNvSpPr/>
            <p:nvPr/>
          </p:nvSpPr>
          <p:spPr>
            <a:xfrm>
              <a:off x="1446718" y="531928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94" name="pt494"/>
            <p:cNvSpPr/>
            <p:nvPr/>
          </p:nvSpPr>
          <p:spPr>
            <a:xfrm>
              <a:off x="792310" y="548058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95" name="pt495"/>
            <p:cNvSpPr/>
            <p:nvPr/>
          </p:nvSpPr>
          <p:spPr>
            <a:xfrm>
              <a:off x="1648074" y="490453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96" name="pt496"/>
            <p:cNvSpPr/>
            <p:nvPr/>
          </p:nvSpPr>
          <p:spPr>
            <a:xfrm>
              <a:off x="741971" y="6125764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97" name="pt497"/>
            <p:cNvSpPr/>
            <p:nvPr/>
          </p:nvSpPr>
          <p:spPr>
            <a:xfrm>
              <a:off x="741971" y="607967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98" name="pt498"/>
            <p:cNvSpPr/>
            <p:nvPr/>
          </p:nvSpPr>
          <p:spPr>
            <a:xfrm>
              <a:off x="741971" y="6125764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499" name="pt499"/>
            <p:cNvSpPr/>
            <p:nvPr/>
          </p:nvSpPr>
          <p:spPr>
            <a:xfrm>
              <a:off x="741971" y="6125764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00" name="pt500"/>
            <p:cNvSpPr/>
            <p:nvPr/>
          </p:nvSpPr>
          <p:spPr>
            <a:xfrm>
              <a:off x="1950109" y="42823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01" name="pt501"/>
            <p:cNvSpPr/>
            <p:nvPr/>
          </p:nvSpPr>
          <p:spPr>
            <a:xfrm>
              <a:off x="2453499" y="45128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02" name="pt502"/>
            <p:cNvSpPr/>
            <p:nvPr/>
          </p:nvSpPr>
          <p:spPr>
            <a:xfrm>
              <a:off x="2503838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03" name="pt503"/>
            <p:cNvSpPr/>
            <p:nvPr/>
          </p:nvSpPr>
          <p:spPr>
            <a:xfrm>
              <a:off x="741971" y="603359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04" name="pt504"/>
            <p:cNvSpPr/>
            <p:nvPr/>
          </p:nvSpPr>
          <p:spPr>
            <a:xfrm>
              <a:off x="2252143" y="448977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05" name="pt505"/>
            <p:cNvSpPr/>
            <p:nvPr/>
          </p:nvSpPr>
          <p:spPr>
            <a:xfrm>
              <a:off x="741971" y="598751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06" name="pt506"/>
            <p:cNvSpPr/>
            <p:nvPr/>
          </p:nvSpPr>
          <p:spPr>
            <a:xfrm>
              <a:off x="1195023" y="453585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07" name="pt507"/>
            <p:cNvSpPr/>
            <p:nvPr/>
          </p:nvSpPr>
          <p:spPr>
            <a:xfrm>
              <a:off x="1950109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08" name="pt508"/>
            <p:cNvSpPr/>
            <p:nvPr/>
          </p:nvSpPr>
          <p:spPr>
            <a:xfrm>
              <a:off x="260451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09" name="pt509"/>
            <p:cNvSpPr/>
            <p:nvPr/>
          </p:nvSpPr>
          <p:spPr>
            <a:xfrm>
              <a:off x="2805873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10" name="pt510"/>
            <p:cNvSpPr/>
            <p:nvPr/>
          </p:nvSpPr>
          <p:spPr>
            <a:xfrm>
              <a:off x="1547396" y="552666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11" name="pt511"/>
            <p:cNvSpPr/>
            <p:nvPr/>
          </p:nvSpPr>
          <p:spPr>
            <a:xfrm>
              <a:off x="741971" y="552666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12" name="pt512"/>
            <p:cNvSpPr/>
            <p:nvPr/>
          </p:nvSpPr>
          <p:spPr>
            <a:xfrm>
              <a:off x="1497057" y="47893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13" name="pt513"/>
            <p:cNvSpPr/>
            <p:nvPr/>
          </p:nvSpPr>
          <p:spPr>
            <a:xfrm>
              <a:off x="3258924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14" name="pt514"/>
            <p:cNvSpPr/>
            <p:nvPr/>
          </p:nvSpPr>
          <p:spPr>
            <a:xfrm>
              <a:off x="3208585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15" name="pt515"/>
            <p:cNvSpPr/>
            <p:nvPr/>
          </p:nvSpPr>
          <p:spPr>
            <a:xfrm>
              <a:off x="2302482" y="497365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16" name="pt516"/>
            <p:cNvSpPr/>
            <p:nvPr/>
          </p:nvSpPr>
          <p:spPr>
            <a:xfrm>
              <a:off x="2101126" y="50427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17" name="pt517"/>
            <p:cNvSpPr/>
            <p:nvPr/>
          </p:nvSpPr>
          <p:spPr>
            <a:xfrm>
              <a:off x="3359603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18" name="pt518"/>
            <p:cNvSpPr/>
            <p:nvPr/>
          </p:nvSpPr>
          <p:spPr>
            <a:xfrm>
              <a:off x="2403160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19" name="pt519"/>
            <p:cNvSpPr/>
            <p:nvPr/>
          </p:nvSpPr>
          <p:spPr>
            <a:xfrm>
              <a:off x="3208585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20" name="pt520"/>
            <p:cNvSpPr/>
            <p:nvPr/>
          </p:nvSpPr>
          <p:spPr>
            <a:xfrm>
              <a:off x="2252143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21" name="pt521"/>
            <p:cNvSpPr/>
            <p:nvPr/>
          </p:nvSpPr>
          <p:spPr>
            <a:xfrm>
              <a:off x="3057568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22" name="pt522"/>
            <p:cNvSpPr/>
            <p:nvPr/>
          </p:nvSpPr>
          <p:spPr>
            <a:xfrm>
              <a:off x="3057568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23" name="pt523"/>
            <p:cNvSpPr/>
            <p:nvPr/>
          </p:nvSpPr>
          <p:spPr>
            <a:xfrm>
              <a:off x="2956890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24" name="pt524"/>
            <p:cNvSpPr/>
            <p:nvPr/>
          </p:nvSpPr>
          <p:spPr>
            <a:xfrm>
              <a:off x="2755534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25" name="pt525"/>
            <p:cNvSpPr/>
            <p:nvPr/>
          </p:nvSpPr>
          <p:spPr>
            <a:xfrm>
              <a:off x="3158246" y="3775465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26" name="pt526"/>
            <p:cNvSpPr/>
            <p:nvPr/>
          </p:nvSpPr>
          <p:spPr>
            <a:xfrm>
              <a:off x="310790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27" name="pt527"/>
            <p:cNvSpPr/>
            <p:nvPr/>
          </p:nvSpPr>
          <p:spPr>
            <a:xfrm>
              <a:off x="2956890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28" name="pt528"/>
            <p:cNvSpPr/>
            <p:nvPr/>
          </p:nvSpPr>
          <p:spPr>
            <a:xfrm>
              <a:off x="3057568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29" name="pt529"/>
            <p:cNvSpPr/>
            <p:nvPr/>
          </p:nvSpPr>
          <p:spPr>
            <a:xfrm>
              <a:off x="310790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30" name="pt530"/>
            <p:cNvSpPr/>
            <p:nvPr/>
          </p:nvSpPr>
          <p:spPr>
            <a:xfrm>
              <a:off x="3913332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31" name="pt531"/>
            <p:cNvSpPr/>
            <p:nvPr/>
          </p:nvSpPr>
          <p:spPr>
            <a:xfrm>
              <a:off x="1950109" y="391371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32" name="pt532"/>
            <p:cNvSpPr/>
            <p:nvPr/>
          </p:nvSpPr>
          <p:spPr>
            <a:xfrm>
              <a:off x="3359603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33" name="pt533"/>
            <p:cNvSpPr/>
            <p:nvPr/>
          </p:nvSpPr>
          <p:spPr>
            <a:xfrm>
              <a:off x="2554178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34" name="pt534"/>
            <p:cNvSpPr/>
            <p:nvPr/>
          </p:nvSpPr>
          <p:spPr>
            <a:xfrm>
              <a:off x="3258924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35" name="pt535"/>
            <p:cNvSpPr/>
            <p:nvPr/>
          </p:nvSpPr>
          <p:spPr>
            <a:xfrm>
              <a:off x="1295701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36" name="pt536"/>
            <p:cNvSpPr/>
            <p:nvPr/>
          </p:nvSpPr>
          <p:spPr>
            <a:xfrm>
              <a:off x="3007229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37" name="pt537"/>
            <p:cNvSpPr/>
            <p:nvPr/>
          </p:nvSpPr>
          <p:spPr>
            <a:xfrm>
              <a:off x="4014010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38" name="pt538"/>
            <p:cNvSpPr/>
            <p:nvPr/>
          </p:nvSpPr>
          <p:spPr>
            <a:xfrm>
              <a:off x="3812654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39" name="pt539"/>
            <p:cNvSpPr/>
            <p:nvPr/>
          </p:nvSpPr>
          <p:spPr>
            <a:xfrm>
              <a:off x="3158246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40" name="pt540"/>
            <p:cNvSpPr/>
            <p:nvPr/>
          </p:nvSpPr>
          <p:spPr>
            <a:xfrm>
              <a:off x="3208585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41" name="pt541"/>
            <p:cNvSpPr/>
            <p:nvPr/>
          </p:nvSpPr>
          <p:spPr>
            <a:xfrm>
              <a:off x="2151465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42" name="pt542"/>
            <p:cNvSpPr/>
            <p:nvPr/>
          </p:nvSpPr>
          <p:spPr>
            <a:xfrm>
              <a:off x="3007229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43" name="pt543"/>
            <p:cNvSpPr/>
            <p:nvPr/>
          </p:nvSpPr>
          <p:spPr>
            <a:xfrm>
              <a:off x="2956890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44" name="pt544"/>
            <p:cNvSpPr/>
            <p:nvPr/>
          </p:nvSpPr>
          <p:spPr>
            <a:xfrm>
              <a:off x="2453499" y="42593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45" name="pt545"/>
            <p:cNvSpPr/>
            <p:nvPr/>
          </p:nvSpPr>
          <p:spPr>
            <a:xfrm>
              <a:off x="2403160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46" name="pt546"/>
            <p:cNvSpPr/>
            <p:nvPr/>
          </p:nvSpPr>
          <p:spPr>
            <a:xfrm>
              <a:off x="2906551" y="3844591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47" name="pt547"/>
            <p:cNvSpPr/>
            <p:nvPr/>
          </p:nvSpPr>
          <p:spPr>
            <a:xfrm>
              <a:off x="3460281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48" name="pt548"/>
            <p:cNvSpPr/>
            <p:nvPr/>
          </p:nvSpPr>
          <p:spPr>
            <a:xfrm>
              <a:off x="3158246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49" name="pt549"/>
            <p:cNvSpPr/>
            <p:nvPr/>
          </p:nvSpPr>
          <p:spPr>
            <a:xfrm>
              <a:off x="1497057" y="557275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50" name="pt550"/>
            <p:cNvSpPr/>
            <p:nvPr/>
          </p:nvSpPr>
          <p:spPr>
            <a:xfrm>
              <a:off x="2453499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51" name="pt551"/>
            <p:cNvSpPr/>
            <p:nvPr/>
          </p:nvSpPr>
          <p:spPr>
            <a:xfrm>
              <a:off x="4014010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52" name="pt552"/>
            <p:cNvSpPr/>
            <p:nvPr/>
          </p:nvSpPr>
          <p:spPr>
            <a:xfrm>
              <a:off x="3158246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53" name="pt553"/>
            <p:cNvSpPr/>
            <p:nvPr/>
          </p:nvSpPr>
          <p:spPr>
            <a:xfrm>
              <a:off x="2654856" y="44667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54" name="pt554"/>
            <p:cNvSpPr/>
            <p:nvPr/>
          </p:nvSpPr>
          <p:spPr>
            <a:xfrm>
              <a:off x="3258924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55" name="pt555"/>
            <p:cNvSpPr/>
            <p:nvPr/>
          </p:nvSpPr>
          <p:spPr>
            <a:xfrm>
              <a:off x="2755534" y="400588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56" name="pt556"/>
            <p:cNvSpPr/>
            <p:nvPr/>
          </p:nvSpPr>
          <p:spPr>
            <a:xfrm>
              <a:off x="1648074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57" name="pt557"/>
            <p:cNvSpPr/>
            <p:nvPr/>
          </p:nvSpPr>
          <p:spPr>
            <a:xfrm>
              <a:off x="3409942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58" name="pt558"/>
            <p:cNvSpPr/>
            <p:nvPr/>
          </p:nvSpPr>
          <p:spPr>
            <a:xfrm>
              <a:off x="1950109" y="432847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59" name="pt559"/>
            <p:cNvSpPr/>
            <p:nvPr/>
          </p:nvSpPr>
          <p:spPr>
            <a:xfrm>
              <a:off x="2654856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60" name="pt560"/>
            <p:cNvSpPr/>
            <p:nvPr/>
          </p:nvSpPr>
          <p:spPr>
            <a:xfrm>
              <a:off x="2503838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61" name="pt561"/>
            <p:cNvSpPr/>
            <p:nvPr/>
          </p:nvSpPr>
          <p:spPr>
            <a:xfrm>
              <a:off x="2050787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62" name="pt562"/>
            <p:cNvSpPr/>
            <p:nvPr/>
          </p:nvSpPr>
          <p:spPr>
            <a:xfrm>
              <a:off x="2906551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63" name="pt563"/>
            <p:cNvSpPr/>
            <p:nvPr/>
          </p:nvSpPr>
          <p:spPr>
            <a:xfrm>
              <a:off x="1899770" y="42593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64" name="pt564"/>
            <p:cNvSpPr/>
            <p:nvPr/>
          </p:nvSpPr>
          <p:spPr>
            <a:xfrm>
              <a:off x="2906551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65" name="pt565"/>
            <p:cNvSpPr/>
            <p:nvPr/>
          </p:nvSpPr>
          <p:spPr>
            <a:xfrm>
              <a:off x="3812654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66" name="pt566"/>
            <p:cNvSpPr/>
            <p:nvPr/>
          </p:nvSpPr>
          <p:spPr>
            <a:xfrm>
              <a:off x="2654856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67" name="pt567"/>
            <p:cNvSpPr/>
            <p:nvPr/>
          </p:nvSpPr>
          <p:spPr>
            <a:xfrm>
              <a:off x="3158246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68" name="pt568"/>
            <p:cNvSpPr/>
            <p:nvPr/>
          </p:nvSpPr>
          <p:spPr>
            <a:xfrm>
              <a:off x="2352821" y="3775465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69" name="pt569"/>
            <p:cNvSpPr/>
            <p:nvPr/>
          </p:nvSpPr>
          <p:spPr>
            <a:xfrm>
              <a:off x="2554178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70" name="pt570"/>
            <p:cNvSpPr/>
            <p:nvPr/>
          </p:nvSpPr>
          <p:spPr>
            <a:xfrm>
              <a:off x="1446718" y="506582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71" name="pt571"/>
            <p:cNvSpPr/>
            <p:nvPr/>
          </p:nvSpPr>
          <p:spPr>
            <a:xfrm>
              <a:off x="3007229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72" name="pt572"/>
            <p:cNvSpPr/>
            <p:nvPr/>
          </p:nvSpPr>
          <p:spPr>
            <a:xfrm>
              <a:off x="2956890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73" name="pt573"/>
            <p:cNvSpPr/>
            <p:nvPr/>
          </p:nvSpPr>
          <p:spPr>
            <a:xfrm>
              <a:off x="2302482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74" name="pt574"/>
            <p:cNvSpPr/>
            <p:nvPr/>
          </p:nvSpPr>
          <p:spPr>
            <a:xfrm>
              <a:off x="3560959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75" name="pt575"/>
            <p:cNvSpPr/>
            <p:nvPr/>
          </p:nvSpPr>
          <p:spPr>
            <a:xfrm>
              <a:off x="2654856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76" name="pt576"/>
            <p:cNvSpPr/>
            <p:nvPr/>
          </p:nvSpPr>
          <p:spPr>
            <a:xfrm>
              <a:off x="3057568" y="405197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77" name="pt577"/>
            <p:cNvSpPr/>
            <p:nvPr/>
          </p:nvSpPr>
          <p:spPr>
            <a:xfrm>
              <a:off x="2302482" y="432847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78" name="pt578"/>
            <p:cNvSpPr/>
            <p:nvPr/>
          </p:nvSpPr>
          <p:spPr>
            <a:xfrm>
              <a:off x="1547396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79" name="pt579"/>
            <p:cNvSpPr/>
            <p:nvPr/>
          </p:nvSpPr>
          <p:spPr>
            <a:xfrm>
              <a:off x="2453499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80" name="pt580"/>
            <p:cNvSpPr/>
            <p:nvPr/>
          </p:nvSpPr>
          <p:spPr>
            <a:xfrm>
              <a:off x="3309264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81" name="pt581"/>
            <p:cNvSpPr/>
            <p:nvPr/>
          </p:nvSpPr>
          <p:spPr>
            <a:xfrm>
              <a:off x="1648074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82" name="pt582"/>
            <p:cNvSpPr/>
            <p:nvPr/>
          </p:nvSpPr>
          <p:spPr>
            <a:xfrm>
              <a:off x="2050787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83" name="pt583"/>
            <p:cNvSpPr/>
            <p:nvPr/>
          </p:nvSpPr>
          <p:spPr>
            <a:xfrm>
              <a:off x="3208585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84" name="pt584"/>
            <p:cNvSpPr/>
            <p:nvPr/>
          </p:nvSpPr>
          <p:spPr>
            <a:xfrm>
              <a:off x="3158246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85" name="pt585"/>
            <p:cNvSpPr/>
            <p:nvPr/>
          </p:nvSpPr>
          <p:spPr>
            <a:xfrm>
              <a:off x="2453499" y="44667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86" name="pt586"/>
            <p:cNvSpPr/>
            <p:nvPr/>
          </p:nvSpPr>
          <p:spPr>
            <a:xfrm>
              <a:off x="3007229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87" name="pt587"/>
            <p:cNvSpPr/>
            <p:nvPr/>
          </p:nvSpPr>
          <p:spPr>
            <a:xfrm>
              <a:off x="1899770" y="398284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88" name="pt588"/>
            <p:cNvSpPr/>
            <p:nvPr/>
          </p:nvSpPr>
          <p:spPr>
            <a:xfrm>
              <a:off x="3107907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89" name="pt589"/>
            <p:cNvSpPr/>
            <p:nvPr/>
          </p:nvSpPr>
          <p:spPr>
            <a:xfrm>
              <a:off x="2453499" y="409805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90" name="pt590"/>
            <p:cNvSpPr/>
            <p:nvPr/>
          </p:nvSpPr>
          <p:spPr>
            <a:xfrm>
              <a:off x="2252143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91" name="pt591"/>
            <p:cNvSpPr/>
            <p:nvPr/>
          </p:nvSpPr>
          <p:spPr>
            <a:xfrm>
              <a:off x="2352821" y="4190223"/>
              <a:ext cx="72220" cy="72220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309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92" name="pt592"/>
            <p:cNvSpPr/>
            <p:nvPr/>
          </p:nvSpPr>
          <p:spPr>
            <a:xfrm>
              <a:off x="1144684" y="44667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93" name="pt593"/>
            <p:cNvSpPr/>
            <p:nvPr/>
          </p:nvSpPr>
          <p:spPr>
            <a:xfrm>
              <a:off x="2252143" y="391371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94" name="pt594"/>
            <p:cNvSpPr/>
            <p:nvPr/>
          </p:nvSpPr>
          <p:spPr>
            <a:xfrm>
              <a:off x="1547396" y="42593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95" name="pt595"/>
            <p:cNvSpPr/>
            <p:nvPr/>
          </p:nvSpPr>
          <p:spPr>
            <a:xfrm>
              <a:off x="3862993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96" name="pt596"/>
            <p:cNvSpPr/>
            <p:nvPr/>
          </p:nvSpPr>
          <p:spPr>
            <a:xfrm>
              <a:off x="1396379" y="4051970"/>
              <a:ext cx="72220" cy="72220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309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97" name="pt597"/>
            <p:cNvSpPr/>
            <p:nvPr/>
          </p:nvSpPr>
          <p:spPr>
            <a:xfrm>
              <a:off x="1849431" y="43976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98" name="pt598"/>
            <p:cNvSpPr/>
            <p:nvPr/>
          </p:nvSpPr>
          <p:spPr>
            <a:xfrm>
              <a:off x="3611298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599" name="pt599"/>
            <p:cNvSpPr/>
            <p:nvPr/>
          </p:nvSpPr>
          <p:spPr>
            <a:xfrm>
              <a:off x="1648074" y="432847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00" name="pt600"/>
            <p:cNvSpPr/>
            <p:nvPr/>
          </p:nvSpPr>
          <p:spPr>
            <a:xfrm>
              <a:off x="3258924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01" name="pt601"/>
            <p:cNvSpPr/>
            <p:nvPr/>
          </p:nvSpPr>
          <p:spPr>
            <a:xfrm>
              <a:off x="2453499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02" name="pt602"/>
            <p:cNvSpPr/>
            <p:nvPr/>
          </p:nvSpPr>
          <p:spPr>
            <a:xfrm>
              <a:off x="3359603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03" name="pt603"/>
            <p:cNvSpPr/>
            <p:nvPr/>
          </p:nvSpPr>
          <p:spPr>
            <a:xfrm>
              <a:off x="2805873" y="3775465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04" name="pt604"/>
            <p:cNvSpPr/>
            <p:nvPr/>
          </p:nvSpPr>
          <p:spPr>
            <a:xfrm>
              <a:off x="2151465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05" name="pt605"/>
            <p:cNvSpPr/>
            <p:nvPr/>
          </p:nvSpPr>
          <p:spPr>
            <a:xfrm>
              <a:off x="1446718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06" name="pt606"/>
            <p:cNvSpPr/>
            <p:nvPr/>
          </p:nvSpPr>
          <p:spPr>
            <a:xfrm>
              <a:off x="1899770" y="432847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07" name="pt607"/>
            <p:cNvSpPr/>
            <p:nvPr/>
          </p:nvSpPr>
          <p:spPr>
            <a:xfrm>
              <a:off x="1346040" y="501974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08" name="pt608"/>
            <p:cNvSpPr/>
            <p:nvPr/>
          </p:nvSpPr>
          <p:spPr>
            <a:xfrm>
              <a:off x="2755534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09" name="pt609"/>
            <p:cNvSpPr/>
            <p:nvPr/>
          </p:nvSpPr>
          <p:spPr>
            <a:xfrm>
              <a:off x="2352821" y="430543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10" name="pt610"/>
            <p:cNvSpPr/>
            <p:nvPr/>
          </p:nvSpPr>
          <p:spPr>
            <a:xfrm>
              <a:off x="2906551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11" name="pt611"/>
            <p:cNvSpPr/>
            <p:nvPr/>
          </p:nvSpPr>
          <p:spPr>
            <a:xfrm>
              <a:off x="2856212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12" name="pt612"/>
            <p:cNvSpPr/>
            <p:nvPr/>
          </p:nvSpPr>
          <p:spPr>
            <a:xfrm>
              <a:off x="2352821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13" name="pt613"/>
            <p:cNvSpPr/>
            <p:nvPr/>
          </p:nvSpPr>
          <p:spPr>
            <a:xfrm>
              <a:off x="2554178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14" name="pt614"/>
            <p:cNvSpPr/>
            <p:nvPr/>
          </p:nvSpPr>
          <p:spPr>
            <a:xfrm>
              <a:off x="2956890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15" name="pt615"/>
            <p:cNvSpPr/>
            <p:nvPr/>
          </p:nvSpPr>
          <p:spPr>
            <a:xfrm>
              <a:off x="3107907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16" name="pt616"/>
            <p:cNvSpPr/>
            <p:nvPr/>
          </p:nvSpPr>
          <p:spPr>
            <a:xfrm>
              <a:off x="2956890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17" name="pt617"/>
            <p:cNvSpPr/>
            <p:nvPr/>
          </p:nvSpPr>
          <p:spPr>
            <a:xfrm>
              <a:off x="1950109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18" name="pt618"/>
            <p:cNvSpPr/>
            <p:nvPr/>
          </p:nvSpPr>
          <p:spPr>
            <a:xfrm>
              <a:off x="3258924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19" name="pt619"/>
            <p:cNvSpPr/>
            <p:nvPr/>
          </p:nvSpPr>
          <p:spPr>
            <a:xfrm>
              <a:off x="2252143" y="4121097"/>
              <a:ext cx="72220" cy="72220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309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20" name="pt620"/>
            <p:cNvSpPr/>
            <p:nvPr/>
          </p:nvSpPr>
          <p:spPr>
            <a:xfrm>
              <a:off x="2453499" y="453585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21" name="pt621"/>
            <p:cNvSpPr/>
            <p:nvPr/>
          </p:nvSpPr>
          <p:spPr>
            <a:xfrm>
              <a:off x="1950109" y="44667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22" name="pt622"/>
            <p:cNvSpPr/>
            <p:nvPr/>
          </p:nvSpPr>
          <p:spPr>
            <a:xfrm>
              <a:off x="1950109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23" name="pt623"/>
            <p:cNvSpPr/>
            <p:nvPr/>
          </p:nvSpPr>
          <p:spPr>
            <a:xfrm>
              <a:off x="2050787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24" name="pt624"/>
            <p:cNvSpPr/>
            <p:nvPr/>
          </p:nvSpPr>
          <p:spPr>
            <a:xfrm>
              <a:off x="2554178" y="3844591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25" name="pt625"/>
            <p:cNvSpPr/>
            <p:nvPr/>
          </p:nvSpPr>
          <p:spPr>
            <a:xfrm>
              <a:off x="1748753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26" name="pt626"/>
            <p:cNvSpPr/>
            <p:nvPr/>
          </p:nvSpPr>
          <p:spPr>
            <a:xfrm>
              <a:off x="2050787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27" name="pt627"/>
            <p:cNvSpPr/>
            <p:nvPr/>
          </p:nvSpPr>
          <p:spPr>
            <a:xfrm>
              <a:off x="2503838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28" name="pt628"/>
            <p:cNvSpPr/>
            <p:nvPr/>
          </p:nvSpPr>
          <p:spPr>
            <a:xfrm>
              <a:off x="3812654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29" name="pt629"/>
            <p:cNvSpPr/>
            <p:nvPr/>
          </p:nvSpPr>
          <p:spPr>
            <a:xfrm>
              <a:off x="3409942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30" name="pt630"/>
            <p:cNvSpPr/>
            <p:nvPr/>
          </p:nvSpPr>
          <p:spPr>
            <a:xfrm>
              <a:off x="1748753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31" name="pt631"/>
            <p:cNvSpPr/>
            <p:nvPr/>
          </p:nvSpPr>
          <p:spPr>
            <a:xfrm>
              <a:off x="1245362" y="488148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32" name="pt632"/>
            <p:cNvSpPr/>
            <p:nvPr/>
          </p:nvSpPr>
          <p:spPr>
            <a:xfrm>
              <a:off x="1799092" y="465106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33" name="pt633"/>
            <p:cNvSpPr/>
            <p:nvPr/>
          </p:nvSpPr>
          <p:spPr>
            <a:xfrm>
              <a:off x="2252143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34" name="pt634"/>
            <p:cNvSpPr/>
            <p:nvPr/>
          </p:nvSpPr>
          <p:spPr>
            <a:xfrm>
              <a:off x="3258924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35" name="pt635"/>
            <p:cNvSpPr/>
            <p:nvPr/>
          </p:nvSpPr>
          <p:spPr>
            <a:xfrm>
              <a:off x="3007229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36" name="pt636"/>
            <p:cNvSpPr/>
            <p:nvPr/>
          </p:nvSpPr>
          <p:spPr>
            <a:xfrm>
              <a:off x="2151465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37" name="pt637"/>
            <p:cNvSpPr/>
            <p:nvPr/>
          </p:nvSpPr>
          <p:spPr>
            <a:xfrm>
              <a:off x="2352821" y="391371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38" name="pt638"/>
            <p:cNvSpPr/>
            <p:nvPr/>
          </p:nvSpPr>
          <p:spPr>
            <a:xfrm>
              <a:off x="1597735" y="435151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39" name="pt639"/>
            <p:cNvSpPr/>
            <p:nvPr/>
          </p:nvSpPr>
          <p:spPr>
            <a:xfrm>
              <a:off x="3007229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40" name="pt640"/>
            <p:cNvSpPr/>
            <p:nvPr/>
          </p:nvSpPr>
          <p:spPr>
            <a:xfrm>
              <a:off x="2554178" y="412109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41" name="pt641"/>
            <p:cNvSpPr/>
            <p:nvPr/>
          </p:nvSpPr>
          <p:spPr>
            <a:xfrm>
              <a:off x="1799092" y="43976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42" name="pt642"/>
            <p:cNvSpPr/>
            <p:nvPr/>
          </p:nvSpPr>
          <p:spPr>
            <a:xfrm>
              <a:off x="1547396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43" name="pt643"/>
            <p:cNvSpPr/>
            <p:nvPr/>
          </p:nvSpPr>
          <p:spPr>
            <a:xfrm>
              <a:off x="2755534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44" name="pt644"/>
            <p:cNvSpPr/>
            <p:nvPr/>
          </p:nvSpPr>
          <p:spPr>
            <a:xfrm>
              <a:off x="2755534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45" name="pt645"/>
            <p:cNvSpPr/>
            <p:nvPr/>
          </p:nvSpPr>
          <p:spPr>
            <a:xfrm>
              <a:off x="2050787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46" name="pt646"/>
            <p:cNvSpPr/>
            <p:nvPr/>
          </p:nvSpPr>
          <p:spPr>
            <a:xfrm>
              <a:off x="2906551" y="393676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47" name="pt647"/>
            <p:cNvSpPr/>
            <p:nvPr/>
          </p:nvSpPr>
          <p:spPr>
            <a:xfrm>
              <a:off x="3409942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48" name="pt648"/>
            <p:cNvSpPr/>
            <p:nvPr/>
          </p:nvSpPr>
          <p:spPr>
            <a:xfrm>
              <a:off x="2755534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49" name="pt649"/>
            <p:cNvSpPr/>
            <p:nvPr/>
          </p:nvSpPr>
          <p:spPr>
            <a:xfrm>
              <a:off x="3158246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50" name="pt650"/>
            <p:cNvSpPr/>
            <p:nvPr/>
          </p:nvSpPr>
          <p:spPr>
            <a:xfrm>
              <a:off x="3359603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51" name="pt651"/>
            <p:cNvSpPr/>
            <p:nvPr/>
          </p:nvSpPr>
          <p:spPr>
            <a:xfrm>
              <a:off x="2755534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52" name="pt652"/>
            <p:cNvSpPr/>
            <p:nvPr/>
          </p:nvSpPr>
          <p:spPr>
            <a:xfrm>
              <a:off x="2101126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53" name="pt653"/>
            <p:cNvSpPr/>
            <p:nvPr/>
          </p:nvSpPr>
          <p:spPr>
            <a:xfrm>
              <a:off x="2755534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54" name="pt654"/>
            <p:cNvSpPr/>
            <p:nvPr/>
          </p:nvSpPr>
          <p:spPr>
            <a:xfrm>
              <a:off x="3258924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55" name="pt655"/>
            <p:cNvSpPr/>
            <p:nvPr/>
          </p:nvSpPr>
          <p:spPr>
            <a:xfrm>
              <a:off x="3007229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56" name="pt656"/>
            <p:cNvSpPr/>
            <p:nvPr/>
          </p:nvSpPr>
          <p:spPr>
            <a:xfrm>
              <a:off x="3409942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57" name="pt657"/>
            <p:cNvSpPr/>
            <p:nvPr/>
          </p:nvSpPr>
          <p:spPr>
            <a:xfrm>
              <a:off x="2352821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58" name="pt658"/>
            <p:cNvSpPr/>
            <p:nvPr/>
          </p:nvSpPr>
          <p:spPr>
            <a:xfrm>
              <a:off x="2554178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59" name="pt659"/>
            <p:cNvSpPr/>
            <p:nvPr/>
          </p:nvSpPr>
          <p:spPr>
            <a:xfrm>
              <a:off x="3107907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60" name="pt660"/>
            <p:cNvSpPr/>
            <p:nvPr/>
          </p:nvSpPr>
          <p:spPr>
            <a:xfrm>
              <a:off x="943327" y="529624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61" name="pt661"/>
            <p:cNvSpPr/>
            <p:nvPr/>
          </p:nvSpPr>
          <p:spPr>
            <a:xfrm>
              <a:off x="943327" y="508886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62" name="pt662"/>
            <p:cNvSpPr/>
            <p:nvPr/>
          </p:nvSpPr>
          <p:spPr>
            <a:xfrm>
              <a:off x="2705195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63" name="pt663"/>
            <p:cNvSpPr/>
            <p:nvPr/>
          </p:nvSpPr>
          <p:spPr>
            <a:xfrm>
              <a:off x="2000448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64" name="pt664"/>
            <p:cNvSpPr/>
            <p:nvPr/>
          </p:nvSpPr>
          <p:spPr>
            <a:xfrm>
              <a:off x="1446718" y="50427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65" name="pt665"/>
            <p:cNvSpPr/>
            <p:nvPr/>
          </p:nvSpPr>
          <p:spPr>
            <a:xfrm>
              <a:off x="3460281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66" name="pt666"/>
            <p:cNvSpPr/>
            <p:nvPr/>
          </p:nvSpPr>
          <p:spPr>
            <a:xfrm>
              <a:off x="3762315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67" name="pt667"/>
            <p:cNvSpPr/>
            <p:nvPr/>
          </p:nvSpPr>
          <p:spPr>
            <a:xfrm>
              <a:off x="2906551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68" name="pt668"/>
            <p:cNvSpPr/>
            <p:nvPr/>
          </p:nvSpPr>
          <p:spPr>
            <a:xfrm>
              <a:off x="2906551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69" name="pt669"/>
            <p:cNvSpPr/>
            <p:nvPr/>
          </p:nvSpPr>
          <p:spPr>
            <a:xfrm>
              <a:off x="3208585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70" name="pt670"/>
            <p:cNvSpPr/>
            <p:nvPr/>
          </p:nvSpPr>
          <p:spPr>
            <a:xfrm>
              <a:off x="2604517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71" name="pt671"/>
            <p:cNvSpPr/>
            <p:nvPr/>
          </p:nvSpPr>
          <p:spPr>
            <a:xfrm>
              <a:off x="2906551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72" name="pt672"/>
            <p:cNvSpPr/>
            <p:nvPr/>
          </p:nvSpPr>
          <p:spPr>
            <a:xfrm>
              <a:off x="2654856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73" name="pt673"/>
            <p:cNvSpPr/>
            <p:nvPr/>
          </p:nvSpPr>
          <p:spPr>
            <a:xfrm>
              <a:off x="3409942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74" name="pt674"/>
            <p:cNvSpPr/>
            <p:nvPr/>
          </p:nvSpPr>
          <p:spPr>
            <a:xfrm>
              <a:off x="1648074" y="501974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75" name="pt675"/>
            <p:cNvSpPr/>
            <p:nvPr/>
          </p:nvSpPr>
          <p:spPr>
            <a:xfrm>
              <a:off x="2453499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76" name="pt676"/>
            <p:cNvSpPr/>
            <p:nvPr/>
          </p:nvSpPr>
          <p:spPr>
            <a:xfrm>
              <a:off x="3057568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77" name="pt677"/>
            <p:cNvSpPr/>
            <p:nvPr/>
          </p:nvSpPr>
          <p:spPr>
            <a:xfrm>
              <a:off x="1648074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78" name="pt678"/>
            <p:cNvSpPr/>
            <p:nvPr/>
          </p:nvSpPr>
          <p:spPr>
            <a:xfrm>
              <a:off x="2201804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79" name="pt679"/>
            <p:cNvSpPr/>
            <p:nvPr/>
          </p:nvSpPr>
          <p:spPr>
            <a:xfrm>
              <a:off x="3460281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80" name="pt680"/>
            <p:cNvSpPr/>
            <p:nvPr/>
          </p:nvSpPr>
          <p:spPr>
            <a:xfrm>
              <a:off x="2453499" y="42363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81" name="pt681"/>
            <p:cNvSpPr/>
            <p:nvPr/>
          </p:nvSpPr>
          <p:spPr>
            <a:xfrm>
              <a:off x="2755534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82" name="pt682"/>
            <p:cNvSpPr/>
            <p:nvPr/>
          </p:nvSpPr>
          <p:spPr>
            <a:xfrm>
              <a:off x="1044006" y="531928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83" name="pt683"/>
            <p:cNvSpPr/>
            <p:nvPr/>
          </p:nvSpPr>
          <p:spPr>
            <a:xfrm>
              <a:off x="3057568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84" name="pt684"/>
            <p:cNvSpPr/>
            <p:nvPr/>
          </p:nvSpPr>
          <p:spPr>
            <a:xfrm>
              <a:off x="1547396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85" name="pt685"/>
            <p:cNvSpPr/>
            <p:nvPr/>
          </p:nvSpPr>
          <p:spPr>
            <a:xfrm>
              <a:off x="2352821" y="43976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86" name="pt686"/>
            <p:cNvSpPr/>
            <p:nvPr/>
          </p:nvSpPr>
          <p:spPr>
            <a:xfrm>
              <a:off x="2654856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87" name="pt687"/>
            <p:cNvSpPr/>
            <p:nvPr/>
          </p:nvSpPr>
          <p:spPr>
            <a:xfrm>
              <a:off x="3862993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88" name="pt688"/>
            <p:cNvSpPr/>
            <p:nvPr/>
          </p:nvSpPr>
          <p:spPr>
            <a:xfrm>
              <a:off x="1748753" y="4121097"/>
              <a:ext cx="72220" cy="72220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309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89" name="pt689"/>
            <p:cNvSpPr/>
            <p:nvPr/>
          </p:nvSpPr>
          <p:spPr>
            <a:xfrm>
              <a:off x="2302482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90" name="pt690"/>
            <p:cNvSpPr/>
            <p:nvPr/>
          </p:nvSpPr>
          <p:spPr>
            <a:xfrm>
              <a:off x="1044006" y="501974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91" name="pt691"/>
            <p:cNvSpPr/>
            <p:nvPr/>
          </p:nvSpPr>
          <p:spPr>
            <a:xfrm>
              <a:off x="1648074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92" name="pt692"/>
            <p:cNvSpPr/>
            <p:nvPr/>
          </p:nvSpPr>
          <p:spPr>
            <a:xfrm>
              <a:off x="2252143" y="47893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93" name="pt693"/>
            <p:cNvSpPr/>
            <p:nvPr/>
          </p:nvSpPr>
          <p:spPr>
            <a:xfrm>
              <a:off x="1446718" y="499669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94" name="pt694"/>
            <p:cNvSpPr/>
            <p:nvPr/>
          </p:nvSpPr>
          <p:spPr>
            <a:xfrm>
              <a:off x="2755534" y="453585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95" name="pt695"/>
            <p:cNvSpPr/>
            <p:nvPr/>
          </p:nvSpPr>
          <p:spPr>
            <a:xfrm>
              <a:off x="1396379" y="469715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96" name="pt696"/>
            <p:cNvSpPr/>
            <p:nvPr/>
          </p:nvSpPr>
          <p:spPr>
            <a:xfrm>
              <a:off x="3510620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97" name="pt697"/>
            <p:cNvSpPr/>
            <p:nvPr/>
          </p:nvSpPr>
          <p:spPr>
            <a:xfrm>
              <a:off x="1950109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98" name="pt698"/>
            <p:cNvSpPr/>
            <p:nvPr/>
          </p:nvSpPr>
          <p:spPr>
            <a:xfrm>
              <a:off x="842649" y="598751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699" name="pt699"/>
            <p:cNvSpPr/>
            <p:nvPr/>
          </p:nvSpPr>
          <p:spPr>
            <a:xfrm>
              <a:off x="1950109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00" name="pt700"/>
            <p:cNvSpPr/>
            <p:nvPr/>
          </p:nvSpPr>
          <p:spPr>
            <a:xfrm>
              <a:off x="1144684" y="536537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01" name="pt701"/>
            <p:cNvSpPr/>
            <p:nvPr/>
          </p:nvSpPr>
          <p:spPr>
            <a:xfrm>
              <a:off x="1446718" y="43976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02" name="pt702"/>
            <p:cNvSpPr/>
            <p:nvPr/>
          </p:nvSpPr>
          <p:spPr>
            <a:xfrm>
              <a:off x="1144684" y="44667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03" name="pt703"/>
            <p:cNvSpPr/>
            <p:nvPr/>
          </p:nvSpPr>
          <p:spPr>
            <a:xfrm>
              <a:off x="943327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04" name="pt704"/>
            <p:cNvSpPr/>
            <p:nvPr/>
          </p:nvSpPr>
          <p:spPr>
            <a:xfrm>
              <a:off x="1899770" y="472019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05" name="pt705"/>
            <p:cNvSpPr/>
            <p:nvPr/>
          </p:nvSpPr>
          <p:spPr>
            <a:xfrm>
              <a:off x="943327" y="515799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06" name="pt706"/>
            <p:cNvSpPr/>
            <p:nvPr/>
          </p:nvSpPr>
          <p:spPr>
            <a:xfrm>
              <a:off x="2604517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07" name="pt707"/>
            <p:cNvSpPr/>
            <p:nvPr/>
          </p:nvSpPr>
          <p:spPr>
            <a:xfrm>
              <a:off x="2654856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08" name="pt708"/>
            <p:cNvSpPr/>
            <p:nvPr/>
          </p:nvSpPr>
          <p:spPr>
            <a:xfrm>
              <a:off x="1648074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09" name="pt709"/>
            <p:cNvSpPr/>
            <p:nvPr/>
          </p:nvSpPr>
          <p:spPr>
            <a:xfrm>
              <a:off x="1144684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10" name="pt710"/>
            <p:cNvSpPr/>
            <p:nvPr/>
          </p:nvSpPr>
          <p:spPr>
            <a:xfrm>
              <a:off x="3258924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11" name="pt711"/>
            <p:cNvSpPr/>
            <p:nvPr/>
          </p:nvSpPr>
          <p:spPr>
            <a:xfrm>
              <a:off x="1245362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12" name="pt712"/>
            <p:cNvSpPr/>
            <p:nvPr/>
          </p:nvSpPr>
          <p:spPr>
            <a:xfrm>
              <a:off x="2856212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13" name="pt713"/>
            <p:cNvSpPr/>
            <p:nvPr/>
          </p:nvSpPr>
          <p:spPr>
            <a:xfrm>
              <a:off x="1547396" y="44667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14" name="pt714"/>
            <p:cNvSpPr/>
            <p:nvPr/>
          </p:nvSpPr>
          <p:spPr>
            <a:xfrm>
              <a:off x="3158246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15" name="pt715"/>
            <p:cNvSpPr/>
            <p:nvPr/>
          </p:nvSpPr>
          <p:spPr>
            <a:xfrm>
              <a:off x="1044006" y="578013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16" name="pt716"/>
            <p:cNvSpPr/>
            <p:nvPr/>
          </p:nvSpPr>
          <p:spPr>
            <a:xfrm>
              <a:off x="2856212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17" name="pt717"/>
            <p:cNvSpPr/>
            <p:nvPr/>
          </p:nvSpPr>
          <p:spPr>
            <a:xfrm>
              <a:off x="2654856" y="391371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18" name="pt718"/>
            <p:cNvSpPr/>
            <p:nvPr/>
          </p:nvSpPr>
          <p:spPr>
            <a:xfrm>
              <a:off x="741971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19" name="pt719"/>
            <p:cNvSpPr/>
            <p:nvPr/>
          </p:nvSpPr>
          <p:spPr>
            <a:xfrm>
              <a:off x="1899770" y="432847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20" name="pt720"/>
            <p:cNvSpPr/>
            <p:nvPr/>
          </p:nvSpPr>
          <p:spPr>
            <a:xfrm>
              <a:off x="2705195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21" name="pt721"/>
            <p:cNvSpPr/>
            <p:nvPr/>
          </p:nvSpPr>
          <p:spPr>
            <a:xfrm>
              <a:off x="3208585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22" name="pt722"/>
            <p:cNvSpPr/>
            <p:nvPr/>
          </p:nvSpPr>
          <p:spPr>
            <a:xfrm>
              <a:off x="2956890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23" name="pt723"/>
            <p:cNvSpPr/>
            <p:nvPr/>
          </p:nvSpPr>
          <p:spPr>
            <a:xfrm>
              <a:off x="1849431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24" name="pt724"/>
            <p:cNvSpPr/>
            <p:nvPr/>
          </p:nvSpPr>
          <p:spPr>
            <a:xfrm>
              <a:off x="741971" y="557275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25" name="pt725"/>
            <p:cNvSpPr/>
            <p:nvPr/>
          </p:nvSpPr>
          <p:spPr>
            <a:xfrm>
              <a:off x="1346040" y="44667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26" name="pt726"/>
            <p:cNvSpPr/>
            <p:nvPr/>
          </p:nvSpPr>
          <p:spPr>
            <a:xfrm>
              <a:off x="1849431" y="488148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27" name="pt727"/>
            <p:cNvSpPr/>
            <p:nvPr/>
          </p:nvSpPr>
          <p:spPr>
            <a:xfrm>
              <a:off x="1648074" y="501974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28" name="pt728"/>
            <p:cNvSpPr/>
            <p:nvPr/>
          </p:nvSpPr>
          <p:spPr>
            <a:xfrm>
              <a:off x="3158246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29" name="pt729"/>
            <p:cNvSpPr/>
            <p:nvPr/>
          </p:nvSpPr>
          <p:spPr>
            <a:xfrm>
              <a:off x="2755534" y="391371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30" name="pt730"/>
            <p:cNvSpPr/>
            <p:nvPr/>
          </p:nvSpPr>
          <p:spPr>
            <a:xfrm>
              <a:off x="1346040" y="536537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31" name="pt731"/>
            <p:cNvSpPr/>
            <p:nvPr/>
          </p:nvSpPr>
          <p:spPr>
            <a:xfrm>
              <a:off x="3460281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32" name="pt732"/>
            <p:cNvSpPr/>
            <p:nvPr/>
          </p:nvSpPr>
          <p:spPr>
            <a:xfrm>
              <a:off x="3409942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33" name="pt733"/>
            <p:cNvSpPr/>
            <p:nvPr/>
          </p:nvSpPr>
          <p:spPr>
            <a:xfrm>
              <a:off x="3208585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34" name="pt734"/>
            <p:cNvSpPr/>
            <p:nvPr/>
          </p:nvSpPr>
          <p:spPr>
            <a:xfrm>
              <a:off x="3661637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35" name="pt735"/>
            <p:cNvSpPr/>
            <p:nvPr/>
          </p:nvSpPr>
          <p:spPr>
            <a:xfrm>
              <a:off x="741971" y="508886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36" name="pt736"/>
            <p:cNvSpPr/>
            <p:nvPr/>
          </p:nvSpPr>
          <p:spPr>
            <a:xfrm>
              <a:off x="2252143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37" name="pt737"/>
            <p:cNvSpPr/>
            <p:nvPr/>
          </p:nvSpPr>
          <p:spPr>
            <a:xfrm>
              <a:off x="1849431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38" name="pt738"/>
            <p:cNvSpPr/>
            <p:nvPr/>
          </p:nvSpPr>
          <p:spPr>
            <a:xfrm>
              <a:off x="741971" y="529624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39" name="pt739"/>
            <p:cNvSpPr/>
            <p:nvPr/>
          </p:nvSpPr>
          <p:spPr>
            <a:xfrm>
              <a:off x="2453499" y="4051970"/>
              <a:ext cx="72220" cy="72220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309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40" name="pt740"/>
            <p:cNvSpPr/>
            <p:nvPr/>
          </p:nvSpPr>
          <p:spPr>
            <a:xfrm>
              <a:off x="3158246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41" name="pt741"/>
            <p:cNvSpPr/>
            <p:nvPr/>
          </p:nvSpPr>
          <p:spPr>
            <a:xfrm>
              <a:off x="3460281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42" name="pt742"/>
            <p:cNvSpPr/>
            <p:nvPr/>
          </p:nvSpPr>
          <p:spPr>
            <a:xfrm>
              <a:off x="2856212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43" name="pt743"/>
            <p:cNvSpPr/>
            <p:nvPr/>
          </p:nvSpPr>
          <p:spPr>
            <a:xfrm>
              <a:off x="1950109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44" name="pt744"/>
            <p:cNvSpPr/>
            <p:nvPr/>
          </p:nvSpPr>
          <p:spPr>
            <a:xfrm>
              <a:off x="1446718" y="515799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45" name="pt745"/>
            <p:cNvSpPr/>
            <p:nvPr/>
          </p:nvSpPr>
          <p:spPr>
            <a:xfrm>
              <a:off x="1849431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46" name="pt746"/>
            <p:cNvSpPr/>
            <p:nvPr/>
          </p:nvSpPr>
          <p:spPr>
            <a:xfrm>
              <a:off x="1799092" y="508886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47" name="pt747"/>
            <p:cNvSpPr/>
            <p:nvPr/>
          </p:nvSpPr>
          <p:spPr>
            <a:xfrm>
              <a:off x="2352821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48" name="pt748"/>
            <p:cNvSpPr/>
            <p:nvPr/>
          </p:nvSpPr>
          <p:spPr>
            <a:xfrm>
              <a:off x="2151465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49" name="pt749"/>
            <p:cNvSpPr/>
            <p:nvPr/>
          </p:nvSpPr>
          <p:spPr>
            <a:xfrm>
              <a:off x="2101126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50" name="pt750"/>
            <p:cNvSpPr/>
            <p:nvPr/>
          </p:nvSpPr>
          <p:spPr>
            <a:xfrm>
              <a:off x="3762315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51" name="pt751"/>
            <p:cNvSpPr/>
            <p:nvPr/>
          </p:nvSpPr>
          <p:spPr>
            <a:xfrm>
              <a:off x="2050787" y="501974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52" name="pt752"/>
            <p:cNvSpPr/>
            <p:nvPr/>
          </p:nvSpPr>
          <p:spPr>
            <a:xfrm>
              <a:off x="2755534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53" name="pt753"/>
            <p:cNvSpPr/>
            <p:nvPr/>
          </p:nvSpPr>
          <p:spPr>
            <a:xfrm>
              <a:off x="1648074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54" name="pt754"/>
            <p:cNvSpPr/>
            <p:nvPr/>
          </p:nvSpPr>
          <p:spPr>
            <a:xfrm>
              <a:off x="1144684" y="501974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55" name="pt755"/>
            <p:cNvSpPr/>
            <p:nvPr/>
          </p:nvSpPr>
          <p:spPr>
            <a:xfrm>
              <a:off x="1547396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56" name="pt756"/>
            <p:cNvSpPr/>
            <p:nvPr/>
          </p:nvSpPr>
          <p:spPr>
            <a:xfrm>
              <a:off x="1849431" y="47893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57" name="pt757"/>
            <p:cNvSpPr/>
            <p:nvPr/>
          </p:nvSpPr>
          <p:spPr>
            <a:xfrm>
              <a:off x="2151465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58" name="pt758"/>
            <p:cNvSpPr/>
            <p:nvPr/>
          </p:nvSpPr>
          <p:spPr>
            <a:xfrm>
              <a:off x="2151465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59" name="pt759"/>
            <p:cNvSpPr/>
            <p:nvPr/>
          </p:nvSpPr>
          <p:spPr>
            <a:xfrm>
              <a:off x="1849431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60" name="pt760"/>
            <p:cNvSpPr/>
            <p:nvPr/>
          </p:nvSpPr>
          <p:spPr>
            <a:xfrm>
              <a:off x="1648074" y="51810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61" name="pt761"/>
            <p:cNvSpPr/>
            <p:nvPr/>
          </p:nvSpPr>
          <p:spPr>
            <a:xfrm>
              <a:off x="2050787" y="469715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62" name="pt762"/>
            <p:cNvSpPr/>
            <p:nvPr/>
          </p:nvSpPr>
          <p:spPr>
            <a:xfrm>
              <a:off x="1547396" y="497365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63" name="pt763"/>
            <p:cNvSpPr/>
            <p:nvPr/>
          </p:nvSpPr>
          <p:spPr>
            <a:xfrm>
              <a:off x="1950109" y="44436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64" name="pt764"/>
            <p:cNvSpPr/>
            <p:nvPr/>
          </p:nvSpPr>
          <p:spPr>
            <a:xfrm>
              <a:off x="1346040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65" name="pt765"/>
            <p:cNvSpPr/>
            <p:nvPr/>
          </p:nvSpPr>
          <p:spPr>
            <a:xfrm>
              <a:off x="2604517" y="43976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66" name="pt766"/>
            <p:cNvSpPr/>
            <p:nvPr/>
          </p:nvSpPr>
          <p:spPr>
            <a:xfrm>
              <a:off x="842649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67" name="pt767"/>
            <p:cNvSpPr/>
            <p:nvPr/>
          </p:nvSpPr>
          <p:spPr>
            <a:xfrm>
              <a:off x="1245362" y="485844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68" name="pt768"/>
            <p:cNvSpPr/>
            <p:nvPr/>
          </p:nvSpPr>
          <p:spPr>
            <a:xfrm>
              <a:off x="741971" y="550362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69" name="pt769"/>
            <p:cNvSpPr/>
            <p:nvPr/>
          </p:nvSpPr>
          <p:spPr>
            <a:xfrm>
              <a:off x="2755534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70" name="pt770"/>
            <p:cNvSpPr/>
            <p:nvPr/>
          </p:nvSpPr>
          <p:spPr>
            <a:xfrm>
              <a:off x="3460281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71" name="pt771"/>
            <p:cNvSpPr/>
            <p:nvPr/>
          </p:nvSpPr>
          <p:spPr>
            <a:xfrm>
              <a:off x="2050787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72" name="pt772"/>
            <p:cNvSpPr/>
            <p:nvPr/>
          </p:nvSpPr>
          <p:spPr>
            <a:xfrm>
              <a:off x="3560959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73" name="pt773"/>
            <p:cNvSpPr/>
            <p:nvPr/>
          </p:nvSpPr>
          <p:spPr>
            <a:xfrm>
              <a:off x="1547396" y="412109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74" name="pt774"/>
            <p:cNvSpPr/>
            <p:nvPr/>
          </p:nvSpPr>
          <p:spPr>
            <a:xfrm>
              <a:off x="2201804" y="43976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75" name="pt775"/>
            <p:cNvSpPr/>
            <p:nvPr/>
          </p:nvSpPr>
          <p:spPr>
            <a:xfrm>
              <a:off x="2403160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76" name="pt776"/>
            <p:cNvSpPr/>
            <p:nvPr/>
          </p:nvSpPr>
          <p:spPr>
            <a:xfrm>
              <a:off x="741971" y="550362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77" name="pt777"/>
            <p:cNvSpPr/>
            <p:nvPr/>
          </p:nvSpPr>
          <p:spPr>
            <a:xfrm>
              <a:off x="1446718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78" name="pt778"/>
            <p:cNvSpPr/>
            <p:nvPr/>
          </p:nvSpPr>
          <p:spPr>
            <a:xfrm>
              <a:off x="943327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79" name="pt779"/>
            <p:cNvSpPr/>
            <p:nvPr/>
          </p:nvSpPr>
          <p:spPr>
            <a:xfrm>
              <a:off x="1648074" y="465106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80" name="pt780"/>
            <p:cNvSpPr/>
            <p:nvPr/>
          </p:nvSpPr>
          <p:spPr>
            <a:xfrm>
              <a:off x="2956890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81" name="pt781"/>
            <p:cNvSpPr/>
            <p:nvPr/>
          </p:nvSpPr>
          <p:spPr>
            <a:xfrm>
              <a:off x="1245362" y="469715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82" name="pt782"/>
            <p:cNvSpPr/>
            <p:nvPr/>
          </p:nvSpPr>
          <p:spPr>
            <a:xfrm>
              <a:off x="1044006" y="515799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83" name="pt783"/>
            <p:cNvSpPr/>
            <p:nvPr/>
          </p:nvSpPr>
          <p:spPr>
            <a:xfrm>
              <a:off x="3057568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84" name="pt784"/>
            <p:cNvSpPr/>
            <p:nvPr/>
          </p:nvSpPr>
          <p:spPr>
            <a:xfrm>
              <a:off x="3409942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85" name="pt785"/>
            <p:cNvSpPr/>
            <p:nvPr/>
          </p:nvSpPr>
          <p:spPr>
            <a:xfrm>
              <a:off x="2554178" y="391371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86" name="pt786"/>
            <p:cNvSpPr/>
            <p:nvPr/>
          </p:nvSpPr>
          <p:spPr>
            <a:xfrm>
              <a:off x="3007229" y="3729380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87" name="pt787"/>
            <p:cNvSpPr/>
            <p:nvPr/>
          </p:nvSpPr>
          <p:spPr>
            <a:xfrm>
              <a:off x="4064350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88" name="pt788"/>
            <p:cNvSpPr/>
            <p:nvPr/>
          </p:nvSpPr>
          <p:spPr>
            <a:xfrm>
              <a:off x="3611298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89" name="pt789"/>
            <p:cNvSpPr/>
            <p:nvPr/>
          </p:nvSpPr>
          <p:spPr>
            <a:xfrm>
              <a:off x="2956890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90" name="pt790"/>
            <p:cNvSpPr/>
            <p:nvPr/>
          </p:nvSpPr>
          <p:spPr>
            <a:xfrm>
              <a:off x="2654856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91" name="pt791"/>
            <p:cNvSpPr/>
            <p:nvPr/>
          </p:nvSpPr>
          <p:spPr>
            <a:xfrm>
              <a:off x="2705195" y="3867633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92" name="pt792"/>
            <p:cNvSpPr/>
            <p:nvPr/>
          </p:nvSpPr>
          <p:spPr>
            <a:xfrm>
              <a:off x="2252143" y="405197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93" name="pt793"/>
            <p:cNvSpPr/>
            <p:nvPr/>
          </p:nvSpPr>
          <p:spPr>
            <a:xfrm>
              <a:off x="2503838" y="3775465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94" name="pt794"/>
            <p:cNvSpPr/>
            <p:nvPr/>
          </p:nvSpPr>
          <p:spPr>
            <a:xfrm>
              <a:off x="2654856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95" name="pt795"/>
            <p:cNvSpPr/>
            <p:nvPr/>
          </p:nvSpPr>
          <p:spPr>
            <a:xfrm>
              <a:off x="1899770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96" name="pt796"/>
            <p:cNvSpPr/>
            <p:nvPr/>
          </p:nvSpPr>
          <p:spPr>
            <a:xfrm>
              <a:off x="1245362" y="405197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97" name="pt797"/>
            <p:cNvSpPr/>
            <p:nvPr/>
          </p:nvSpPr>
          <p:spPr>
            <a:xfrm>
              <a:off x="2050787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98" name="pt798"/>
            <p:cNvSpPr/>
            <p:nvPr/>
          </p:nvSpPr>
          <p:spPr>
            <a:xfrm>
              <a:off x="2050787" y="40750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799" name="pt799"/>
            <p:cNvSpPr/>
            <p:nvPr/>
          </p:nvSpPr>
          <p:spPr>
            <a:xfrm>
              <a:off x="2352821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00" name="pt800"/>
            <p:cNvSpPr/>
            <p:nvPr/>
          </p:nvSpPr>
          <p:spPr>
            <a:xfrm>
              <a:off x="2604517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01" name="pt801"/>
            <p:cNvSpPr/>
            <p:nvPr/>
          </p:nvSpPr>
          <p:spPr>
            <a:xfrm>
              <a:off x="3510620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02" name="pt802"/>
            <p:cNvSpPr/>
            <p:nvPr/>
          </p:nvSpPr>
          <p:spPr>
            <a:xfrm>
              <a:off x="1950109" y="44667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03" name="pt803"/>
            <p:cNvSpPr/>
            <p:nvPr/>
          </p:nvSpPr>
          <p:spPr>
            <a:xfrm>
              <a:off x="2101126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04" name="pt804"/>
            <p:cNvSpPr/>
            <p:nvPr/>
          </p:nvSpPr>
          <p:spPr>
            <a:xfrm>
              <a:off x="1648074" y="42823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05" name="pt805"/>
            <p:cNvSpPr/>
            <p:nvPr/>
          </p:nvSpPr>
          <p:spPr>
            <a:xfrm>
              <a:off x="3258924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06" name="pt806"/>
            <p:cNvSpPr/>
            <p:nvPr/>
          </p:nvSpPr>
          <p:spPr>
            <a:xfrm>
              <a:off x="2554178" y="421326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07" name="pt807"/>
            <p:cNvSpPr/>
            <p:nvPr/>
          </p:nvSpPr>
          <p:spPr>
            <a:xfrm>
              <a:off x="3107907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08" name="pt808"/>
            <p:cNvSpPr/>
            <p:nvPr/>
          </p:nvSpPr>
          <p:spPr>
            <a:xfrm>
              <a:off x="2755534" y="3844591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09" name="pt809"/>
            <p:cNvSpPr/>
            <p:nvPr/>
          </p:nvSpPr>
          <p:spPr>
            <a:xfrm>
              <a:off x="3510620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10" name="pt810"/>
            <p:cNvSpPr/>
            <p:nvPr/>
          </p:nvSpPr>
          <p:spPr>
            <a:xfrm>
              <a:off x="2755534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11" name="pt811"/>
            <p:cNvSpPr/>
            <p:nvPr/>
          </p:nvSpPr>
          <p:spPr>
            <a:xfrm>
              <a:off x="2856212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12" name="pt812"/>
            <p:cNvSpPr/>
            <p:nvPr/>
          </p:nvSpPr>
          <p:spPr>
            <a:xfrm>
              <a:off x="2352821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13" name="pt813"/>
            <p:cNvSpPr/>
            <p:nvPr/>
          </p:nvSpPr>
          <p:spPr>
            <a:xfrm>
              <a:off x="2352821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14" name="pt814"/>
            <p:cNvSpPr/>
            <p:nvPr/>
          </p:nvSpPr>
          <p:spPr>
            <a:xfrm>
              <a:off x="2453499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15" name="pt815"/>
            <p:cNvSpPr/>
            <p:nvPr/>
          </p:nvSpPr>
          <p:spPr>
            <a:xfrm>
              <a:off x="2554178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16" name="pt816"/>
            <p:cNvSpPr/>
            <p:nvPr/>
          </p:nvSpPr>
          <p:spPr>
            <a:xfrm>
              <a:off x="2554178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17" name="pt817"/>
            <p:cNvSpPr/>
            <p:nvPr/>
          </p:nvSpPr>
          <p:spPr>
            <a:xfrm>
              <a:off x="2453499" y="453585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18" name="pt818"/>
            <p:cNvSpPr/>
            <p:nvPr/>
          </p:nvSpPr>
          <p:spPr>
            <a:xfrm>
              <a:off x="1849431" y="520407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19" name="pt819"/>
            <p:cNvSpPr/>
            <p:nvPr/>
          </p:nvSpPr>
          <p:spPr>
            <a:xfrm>
              <a:off x="2956890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20" name="pt820"/>
            <p:cNvSpPr/>
            <p:nvPr/>
          </p:nvSpPr>
          <p:spPr>
            <a:xfrm>
              <a:off x="2151465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21" name="pt821"/>
            <p:cNvSpPr/>
            <p:nvPr/>
          </p:nvSpPr>
          <p:spPr>
            <a:xfrm>
              <a:off x="2403160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22" name="pt822"/>
            <p:cNvSpPr/>
            <p:nvPr/>
          </p:nvSpPr>
          <p:spPr>
            <a:xfrm>
              <a:off x="2352821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23" name="pt823"/>
            <p:cNvSpPr/>
            <p:nvPr/>
          </p:nvSpPr>
          <p:spPr>
            <a:xfrm>
              <a:off x="2252143" y="550362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24" name="pt824"/>
            <p:cNvSpPr/>
            <p:nvPr/>
          </p:nvSpPr>
          <p:spPr>
            <a:xfrm>
              <a:off x="2956890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25" name="pt825"/>
            <p:cNvSpPr/>
            <p:nvPr/>
          </p:nvSpPr>
          <p:spPr>
            <a:xfrm>
              <a:off x="2755534" y="421326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26" name="pt826"/>
            <p:cNvSpPr/>
            <p:nvPr/>
          </p:nvSpPr>
          <p:spPr>
            <a:xfrm>
              <a:off x="2780703" y="421326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27" name="pt827"/>
            <p:cNvSpPr/>
            <p:nvPr/>
          </p:nvSpPr>
          <p:spPr>
            <a:xfrm>
              <a:off x="3057568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28" name="pt828"/>
            <p:cNvSpPr/>
            <p:nvPr/>
          </p:nvSpPr>
          <p:spPr>
            <a:xfrm>
              <a:off x="2755534" y="412109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29" name="pt829"/>
            <p:cNvSpPr/>
            <p:nvPr/>
          </p:nvSpPr>
          <p:spPr>
            <a:xfrm>
              <a:off x="3158246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30" name="pt830"/>
            <p:cNvSpPr/>
            <p:nvPr/>
          </p:nvSpPr>
          <p:spPr>
            <a:xfrm>
              <a:off x="2554178" y="40750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31" name="pt831"/>
            <p:cNvSpPr/>
            <p:nvPr/>
          </p:nvSpPr>
          <p:spPr>
            <a:xfrm>
              <a:off x="2705195" y="42593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32" name="pt832"/>
            <p:cNvSpPr/>
            <p:nvPr/>
          </p:nvSpPr>
          <p:spPr>
            <a:xfrm>
              <a:off x="3107907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33" name="pt833"/>
            <p:cNvSpPr/>
            <p:nvPr/>
          </p:nvSpPr>
          <p:spPr>
            <a:xfrm>
              <a:off x="1648074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34" name="pt834"/>
            <p:cNvSpPr/>
            <p:nvPr/>
          </p:nvSpPr>
          <p:spPr>
            <a:xfrm>
              <a:off x="892988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35" name="pt835"/>
            <p:cNvSpPr/>
            <p:nvPr/>
          </p:nvSpPr>
          <p:spPr>
            <a:xfrm>
              <a:off x="2252143" y="47662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36" name="pt836"/>
            <p:cNvSpPr/>
            <p:nvPr/>
          </p:nvSpPr>
          <p:spPr>
            <a:xfrm>
              <a:off x="3963671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37" name="pt837"/>
            <p:cNvSpPr/>
            <p:nvPr/>
          </p:nvSpPr>
          <p:spPr>
            <a:xfrm>
              <a:off x="3862993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38" name="pt838"/>
            <p:cNvSpPr/>
            <p:nvPr/>
          </p:nvSpPr>
          <p:spPr>
            <a:xfrm>
              <a:off x="1144684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39" name="pt839"/>
            <p:cNvSpPr/>
            <p:nvPr/>
          </p:nvSpPr>
          <p:spPr>
            <a:xfrm>
              <a:off x="1748753" y="485844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40" name="pt840"/>
            <p:cNvSpPr/>
            <p:nvPr/>
          </p:nvSpPr>
          <p:spPr>
            <a:xfrm>
              <a:off x="2050787" y="3844591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41" name="pt841"/>
            <p:cNvSpPr/>
            <p:nvPr/>
          </p:nvSpPr>
          <p:spPr>
            <a:xfrm>
              <a:off x="1547396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42" name="pt842"/>
            <p:cNvSpPr/>
            <p:nvPr/>
          </p:nvSpPr>
          <p:spPr>
            <a:xfrm>
              <a:off x="366163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43" name="pt843"/>
            <p:cNvSpPr/>
            <p:nvPr/>
          </p:nvSpPr>
          <p:spPr>
            <a:xfrm>
              <a:off x="3762315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44" name="pt844"/>
            <p:cNvSpPr/>
            <p:nvPr/>
          </p:nvSpPr>
          <p:spPr>
            <a:xfrm>
              <a:off x="2856212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45" name="pt845"/>
            <p:cNvSpPr/>
            <p:nvPr/>
          </p:nvSpPr>
          <p:spPr>
            <a:xfrm>
              <a:off x="3057568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46" name="pt846"/>
            <p:cNvSpPr/>
            <p:nvPr/>
          </p:nvSpPr>
          <p:spPr>
            <a:xfrm>
              <a:off x="1950109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47" name="pt847"/>
            <p:cNvSpPr/>
            <p:nvPr/>
          </p:nvSpPr>
          <p:spPr>
            <a:xfrm>
              <a:off x="3963671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48" name="pt848"/>
            <p:cNvSpPr/>
            <p:nvPr/>
          </p:nvSpPr>
          <p:spPr>
            <a:xfrm>
              <a:off x="3560959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49" name="pt849"/>
            <p:cNvSpPr/>
            <p:nvPr/>
          </p:nvSpPr>
          <p:spPr>
            <a:xfrm>
              <a:off x="1346040" y="430543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50" name="pt850"/>
            <p:cNvSpPr/>
            <p:nvPr/>
          </p:nvSpPr>
          <p:spPr>
            <a:xfrm>
              <a:off x="2453499" y="3798507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51" name="pt851"/>
            <p:cNvSpPr/>
            <p:nvPr/>
          </p:nvSpPr>
          <p:spPr>
            <a:xfrm>
              <a:off x="2302482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52" name="pt852"/>
            <p:cNvSpPr/>
            <p:nvPr/>
          </p:nvSpPr>
          <p:spPr>
            <a:xfrm>
              <a:off x="2705195" y="458194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53" name="pt853"/>
            <p:cNvSpPr/>
            <p:nvPr/>
          </p:nvSpPr>
          <p:spPr>
            <a:xfrm>
              <a:off x="2252143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54" name="pt854"/>
            <p:cNvSpPr/>
            <p:nvPr/>
          </p:nvSpPr>
          <p:spPr>
            <a:xfrm>
              <a:off x="1044006" y="42593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55" name="pt855"/>
            <p:cNvSpPr/>
            <p:nvPr/>
          </p:nvSpPr>
          <p:spPr>
            <a:xfrm>
              <a:off x="1849431" y="488148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56" name="pt856"/>
            <p:cNvSpPr/>
            <p:nvPr/>
          </p:nvSpPr>
          <p:spPr>
            <a:xfrm>
              <a:off x="1950109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57" name="pt857"/>
            <p:cNvSpPr/>
            <p:nvPr/>
          </p:nvSpPr>
          <p:spPr>
            <a:xfrm>
              <a:off x="2050787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58" name="pt858"/>
            <p:cNvSpPr/>
            <p:nvPr/>
          </p:nvSpPr>
          <p:spPr>
            <a:xfrm>
              <a:off x="1547396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59" name="pt859"/>
            <p:cNvSpPr/>
            <p:nvPr/>
          </p:nvSpPr>
          <p:spPr>
            <a:xfrm>
              <a:off x="2252143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60" name="pt860"/>
            <p:cNvSpPr/>
            <p:nvPr/>
          </p:nvSpPr>
          <p:spPr>
            <a:xfrm>
              <a:off x="1748753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61" name="pt861"/>
            <p:cNvSpPr/>
            <p:nvPr/>
          </p:nvSpPr>
          <p:spPr>
            <a:xfrm>
              <a:off x="2000448" y="515799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62" name="pt862"/>
            <p:cNvSpPr/>
            <p:nvPr/>
          </p:nvSpPr>
          <p:spPr>
            <a:xfrm>
              <a:off x="2403160" y="48354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63" name="pt863"/>
            <p:cNvSpPr/>
            <p:nvPr/>
          </p:nvSpPr>
          <p:spPr>
            <a:xfrm>
              <a:off x="1446718" y="47893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64" name="pt864"/>
            <p:cNvSpPr/>
            <p:nvPr/>
          </p:nvSpPr>
          <p:spPr>
            <a:xfrm>
              <a:off x="1547396" y="47893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65" name="pt865"/>
            <p:cNvSpPr/>
            <p:nvPr/>
          </p:nvSpPr>
          <p:spPr>
            <a:xfrm>
              <a:off x="1144684" y="490453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66" name="pt866"/>
            <p:cNvSpPr/>
            <p:nvPr/>
          </p:nvSpPr>
          <p:spPr>
            <a:xfrm>
              <a:off x="2554178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67" name="pt867"/>
            <p:cNvSpPr/>
            <p:nvPr/>
          </p:nvSpPr>
          <p:spPr>
            <a:xfrm>
              <a:off x="2201804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68" name="pt868"/>
            <p:cNvSpPr/>
            <p:nvPr/>
          </p:nvSpPr>
          <p:spPr>
            <a:xfrm>
              <a:off x="842649" y="529624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69" name="pt869"/>
            <p:cNvSpPr/>
            <p:nvPr/>
          </p:nvSpPr>
          <p:spPr>
            <a:xfrm>
              <a:off x="2956890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70" name="pt870"/>
            <p:cNvSpPr/>
            <p:nvPr/>
          </p:nvSpPr>
          <p:spPr>
            <a:xfrm>
              <a:off x="1547396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71" name="pt871"/>
            <p:cNvSpPr/>
            <p:nvPr/>
          </p:nvSpPr>
          <p:spPr>
            <a:xfrm>
              <a:off x="3258924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72" name="pt872"/>
            <p:cNvSpPr/>
            <p:nvPr/>
          </p:nvSpPr>
          <p:spPr>
            <a:xfrm>
              <a:off x="1446718" y="488148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73" name="pt873"/>
            <p:cNvSpPr/>
            <p:nvPr/>
          </p:nvSpPr>
          <p:spPr>
            <a:xfrm>
              <a:off x="1044006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74" name="pt874"/>
            <p:cNvSpPr/>
            <p:nvPr/>
          </p:nvSpPr>
          <p:spPr>
            <a:xfrm>
              <a:off x="943327" y="511190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75" name="pt875"/>
            <p:cNvSpPr/>
            <p:nvPr/>
          </p:nvSpPr>
          <p:spPr>
            <a:xfrm>
              <a:off x="2453499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76" name="pt876"/>
            <p:cNvSpPr/>
            <p:nvPr/>
          </p:nvSpPr>
          <p:spPr>
            <a:xfrm>
              <a:off x="1597735" y="50427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77" name="pt877"/>
            <p:cNvSpPr/>
            <p:nvPr/>
          </p:nvSpPr>
          <p:spPr>
            <a:xfrm>
              <a:off x="1950109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78" name="pt878"/>
            <p:cNvSpPr/>
            <p:nvPr/>
          </p:nvSpPr>
          <p:spPr>
            <a:xfrm>
              <a:off x="1044006" y="591838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79" name="pt879"/>
            <p:cNvSpPr/>
            <p:nvPr/>
          </p:nvSpPr>
          <p:spPr>
            <a:xfrm>
              <a:off x="2956890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80" name="pt880"/>
            <p:cNvSpPr/>
            <p:nvPr/>
          </p:nvSpPr>
          <p:spPr>
            <a:xfrm>
              <a:off x="2050787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81" name="pt881"/>
            <p:cNvSpPr/>
            <p:nvPr/>
          </p:nvSpPr>
          <p:spPr>
            <a:xfrm>
              <a:off x="1849431" y="41441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82" name="pt882"/>
            <p:cNvSpPr/>
            <p:nvPr/>
          </p:nvSpPr>
          <p:spPr>
            <a:xfrm>
              <a:off x="1295701" y="472019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83" name="pt883"/>
            <p:cNvSpPr/>
            <p:nvPr/>
          </p:nvSpPr>
          <p:spPr>
            <a:xfrm>
              <a:off x="1698413" y="448977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84" name="pt884"/>
            <p:cNvSpPr/>
            <p:nvPr/>
          </p:nvSpPr>
          <p:spPr>
            <a:xfrm>
              <a:off x="1497057" y="42593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85" name="pt885"/>
            <p:cNvSpPr/>
            <p:nvPr/>
          </p:nvSpPr>
          <p:spPr>
            <a:xfrm>
              <a:off x="3208585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86" name="pt886"/>
            <p:cNvSpPr/>
            <p:nvPr/>
          </p:nvSpPr>
          <p:spPr>
            <a:xfrm>
              <a:off x="1648074" y="400588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87" name="pt887"/>
            <p:cNvSpPr/>
            <p:nvPr/>
          </p:nvSpPr>
          <p:spPr>
            <a:xfrm>
              <a:off x="2151465" y="42593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88" name="pt888"/>
            <p:cNvSpPr/>
            <p:nvPr/>
          </p:nvSpPr>
          <p:spPr>
            <a:xfrm>
              <a:off x="1094345" y="51810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89" name="pt889"/>
            <p:cNvSpPr/>
            <p:nvPr/>
          </p:nvSpPr>
          <p:spPr>
            <a:xfrm>
              <a:off x="2554178" y="453585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90" name="pt890"/>
            <p:cNvSpPr/>
            <p:nvPr/>
          </p:nvSpPr>
          <p:spPr>
            <a:xfrm>
              <a:off x="1799092" y="529624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91" name="pt891"/>
            <p:cNvSpPr/>
            <p:nvPr/>
          </p:nvSpPr>
          <p:spPr>
            <a:xfrm>
              <a:off x="3510620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92" name="pt892"/>
            <p:cNvSpPr/>
            <p:nvPr/>
          </p:nvSpPr>
          <p:spPr>
            <a:xfrm>
              <a:off x="1497057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93" name="pt893"/>
            <p:cNvSpPr/>
            <p:nvPr/>
          </p:nvSpPr>
          <p:spPr>
            <a:xfrm>
              <a:off x="1547396" y="432847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94" name="pt894"/>
            <p:cNvSpPr/>
            <p:nvPr/>
          </p:nvSpPr>
          <p:spPr>
            <a:xfrm>
              <a:off x="2453499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95" name="pt895"/>
            <p:cNvSpPr/>
            <p:nvPr/>
          </p:nvSpPr>
          <p:spPr>
            <a:xfrm>
              <a:off x="1044006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96" name="pt896"/>
            <p:cNvSpPr/>
            <p:nvPr/>
          </p:nvSpPr>
          <p:spPr>
            <a:xfrm>
              <a:off x="1094345" y="575708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97" name="pt897"/>
            <p:cNvSpPr/>
            <p:nvPr/>
          </p:nvSpPr>
          <p:spPr>
            <a:xfrm>
              <a:off x="366163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98" name="pt898"/>
            <p:cNvSpPr/>
            <p:nvPr/>
          </p:nvSpPr>
          <p:spPr>
            <a:xfrm>
              <a:off x="3460281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899" name="pt899"/>
            <p:cNvSpPr/>
            <p:nvPr/>
          </p:nvSpPr>
          <p:spPr>
            <a:xfrm>
              <a:off x="3158246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00" name="pt900"/>
            <p:cNvSpPr/>
            <p:nvPr/>
          </p:nvSpPr>
          <p:spPr>
            <a:xfrm>
              <a:off x="1597735" y="44436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01" name="pt901"/>
            <p:cNvSpPr/>
            <p:nvPr/>
          </p:nvSpPr>
          <p:spPr>
            <a:xfrm>
              <a:off x="2705195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02" name="pt902"/>
            <p:cNvSpPr/>
            <p:nvPr/>
          </p:nvSpPr>
          <p:spPr>
            <a:xfrm>
              <a:off x="2604517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03" name="pt903"/>
            <p:cNvSpPr/>
            <p:nvPr/>
          </p:nvSpPr>
          <p:spPr>
            <a:xfrm>
              <a:off x="1748753" y="50427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04" name="pt904"/>
            <p:cNvSpPr/>
            <p:nvPr/>
          </p:nvSpPr>
          <p:spPr>
            <a:xfrm>
              <a:off x="1396379" y="44667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05" name="pt905"/>
            <p:cNvSpPr/>
            <p:nvPr/>
          </p:nvSpPr>
          <p:spPr>
            <a:xfrm>
              <a:off x="1547396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06" name="pt906"/>
            <p:cNvSpPr/>
            <p:nvPr/>
          </p:nvSpPr>
          <p:spPr>
            <a:xfrm>
              <a:off x="3762315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07" name="pt907"/>
            <p:cNvSpPr/>
            <p:nvPr/>
          </p:nvSpPr>
          <p:spPr>
            <a:xfrm>
              <a:off x="2856212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08" name="pt908"/>
            <p:cNvSpPr/>
            <p:nvPr/>
          </p:nvSpPr>
          <p:spPr>
            <a:xfrm>
              <a:off x="1899770" y="453585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09" name="pt909"/>
            <p:cNvSpPr/>
            <p:nvPr/>
          </p:nvSpPr>
          <p:spPr>
            <a:xfrm>
              <a:off x="1748753" y="400588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10" name="pt910"/>
            <p:cNvSpPr/>
            <p:nvPr/>
          </p:nvSpPr>
          <p:spPr>
            <a:xfrm>
              <a:off x="2000448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11" name="pt911"/>
            <p:cNvSpPr/>
            <p:nvPr/>
          </p:nvSpPr>
          <p:spPr>
            <a:xfrm>
              <a:off x="2453499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12" name="pt912"/>
            <p:cNvSpPr/>
            <p:nvPr/>
          </p:nvSpPr>
          <p:spPr>
            <a:xfrm>
              <a:off x="2755534" y="3844591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13" name="pt913"/>
            <p:cNvSpPr/>
            <p:nvPr/>
          </p:nvSpPr>
          <p:spPr>
            <a:xfrm>
              <a:off x="1446718" y="47662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14" name="pt914"/>
            <p:cNvSpPr/>
            <p:nvPr/>
          </p:nvSpPr>
          <p:spPr>
            <a:xfrm>
              <a:off x="2050787" y="511190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15" name="pt915"/>
            <p:cNvSpPr/>
            <p:nvPr/>
          </p:nvSpPr>
          <p:spPr>
            <a:xfrm>
              <a:off x="2453499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16" name="pt916"/>
            <p:cNvSpPr/>
            <p:nvPr/>
          </p:nvSpPr>
          <p:spPr>
            <a:xfrm>
              <a:off x="3611298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17" name="pt917"/>
            <p:cNvSpPr/>
            <p:nvPr/>
          </p:nvSpPr>
          <p:spPr>
            <a:xfrm>
              <a:off x="2453499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18" name="pt918"/>
            <p:cNvSpPr/>
            <p:nvPr/>
          </p:nvSpPr>
          <p:spPr>
            <a:xfrm>
              <a:off x="2252143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19" name="pt919"/>
            <p:cNvSpPr/>
            <p:nvPr/>
          </p:nvSpPr>
          <p:spPr>
            <a:xfrm>
              <a:off x="2252143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20" name="pt920"/>
            <p:cNvSpPr/>
            <p:nvPr/>
          </p:nvSpPr>
          <p:spPr>
            <a:xfrm>
              <a:off x="1648074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21" name="pt921"/>
            <p:cNvSpPr/>
            <p:nvPr/>
          </p:nvSpPr>
          <p:spPr>
            <a:xfrm>
              <a:off x="1547396" y="529624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22" name="pt922"/>
            <p:cNvSpPr/>
            <p:nvPr/>
          </p:nvSpPr>
          <p:spPr>
            <a:xfrm>
              <a:off x="892988" y="51810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23" name="pt923"/>
            <p:cNvSpPr/>
            <p:nvPr/>
          </p:nvSpPr>
          <p:spPr>
            <a:xfrm>
              <a:off x="2503838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24" name="pt924"/>
            <p:cNvSpPr/>
            <p:nvPr/>
          </p:nvSpPr>
          <p:spPr>
            <a:xfrm>
              <a:off x="2654856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25" name="pt925"/>
            <p:cNvSpPr/>
            <p:nvPr/>
          </p:nvSpPr>
          <p:spPr>
            <a:xfrm>
              <a:off x="2000448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26" name="pt926"/>
            <p:cNvSpPr/>
            <p:nvPr/>
          </p:nvSpPr>
          <p:spPr>
            <a:xfrm>
              <a:off x="1044006" y="527320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27" name="pt927"/>
            <p:cNvSpPr/>
            <p:nvPr/>
          </p:nvSpPr>
          <p:spPr>
            <a:xfrm>
              <a:off x="842649" y="534233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28" name="pt928"/>
            <p:cNvSpPr/>
            <p:nvPr/>
          </p:nvSpPr>
          <p:spPr>
            <a:xfrm>
              <a:off x="2050787" y="3844591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29" name="pt929"/>
            <p:cNvSpPr/>
            <p:nvPr/>
          </p:nvSpPr>
          <p:spPr>
            <a:xfrm>
              <a:off x="3208585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30" name="pt930"/>
            <p:cNvSpPr/>
            <p:nvPr/>
          </p:nvSpPr>
          <p:spPr>
            <a:xfrm>
              <a:off x="3359603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31" name="pt931"/>
            <p:cNvSpPr/>
            <p:nvPr/>
          </p:nvSpPr>
          <p:spPr>
            <a:xfrm>
              <a:off x="2906551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32" name="pt932"/>
            <p:cNvSpPr/>
            <p:nvPr/>
          </p:nvSpPr>
          <p:spPr>
            <a:xfrm>
              <a:off x="1144684" y="573404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33" name="pt933"/>
            <p:cNvSpPr/>
            <p:nvPr/>
          </p:nvSpPr>
          <p:spPr>
            <a:xfrm>
              <a:off x="2302482" y="41441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34" name="pt934"/>
            <p:cNvSpPr/>
            <p:nvPr/>
          </p:nvSpPr>
          <p:spPr>
            <a:xfrm>
              <a:off x="3460281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35" name="pt935"/>
            <p:cNvSpPr/>
            <p:nvPr/>
          </p:nvSpPr>
          <p:spPr>
            <a:xfrm>
              <a:off x="3309264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36" name="pt936"/>
            <p:cNvSpPr/>
            <p:nvPr/>
          </p:nvSpPr>
          <p:spPr>
            <a:xfrm>
              <a:off x="3309264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37" name="pt937"/>
            <p:cNvSpPr/>
            <p:nvPr/>
          </p:nvSpPr>
          <p:spPr>
            <a:xfrm>
              <a:off x="3158246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38" name="pt938"/>
            <p:cNvSpPr/>
            <p:nvPr/>
          </p:nvSpPr>
          <p:spPr>
            <a:xfrm>
              <a:off x="2554178" y="448977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39" name="pt939"/>
            <p:cNvSpPr/>
            <p:nvPr/>
          </p:nvSpPr>
          <p:spPr>
            <a:xfrm>
              <a:off x="1849431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40" name="pt940"/>
            <p:cNvSpPr/>
            <p:nvPr/>
          </p:nvSpPr>
          <p:spPr>
            <a:xfrm>
              <a:off x="2956890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41" name="pt941"/>
            <p:cNvSpPr/>
            <p:nvPr/>
          </p:nvSpPr>
          <p:spPr>
            <a:xfrm>
              <a:off x="2705195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42" name="pt942"/>
            <p:cNvSpPr/>
            <p:nvPr/>
          </p:nvSpPr>
          <p:spPr>
            <a:xfrm>
              <a:off x="1396379" y="513495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43" name="pt943"/>
            <p:cNvSpPr/>
            <p:nvPr/>
          </p:nvSpPr>
          <p:spPr>
            <a:xfrm>
              <a:off x="2554178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44" name="pt944"/>
            <p:cNvSpPr/>
            <p:nvPr/>
          </p:nvSpPr>
          <p:spPr>
            <a:xfrm>
              <a:off x="1044006" y="41441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45" name="pt945"/>
            <p:cNvSpPr/>
            <p:nvPr/>
          </p:nvSpPr>
          <p:spPr>
            <a:xfrm>
              <a:off x="2856212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46" name="pt946"/>
            <p:cNvSpPr/>
            <p:nvPr/>
          </p:nvSpPr>
          <p:spPr>
            <a:xfrm>
              <a:off x="1849431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47" name="pt947"/>
            <p:cNvSpPr/>
            <p:nvPr/>
          </p:nvSpPr>
          <p:spPr>
            <a:xfrm>
              <a:off x="2000448" y="44667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48" name="pt948"/>
            <p:cNvSpPr/>
            <p:nvPr/>
          </p:nvSpPr>
          <p:spPr>
            <a:xfrm>
              <a:off x="2101126" y="430543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49" name="pt949"/>
            <p:cNvSpPr/>
            <p:nvPr/>
          </p:nvSpPr>
          <p:spPr>
            <a:xfrm>
              <a:off x="2755534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50" name="pt950"/>
            <p:cNvSpPr/>
            <p:nvPr/>
          </p:nvSpPr>
          <p:spPr>
            <a:xfrm>
              <a:off x="1044006" y="571100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51" name="tx951"/>
            <p:cNvSpPr/>
            <p:nvPr/>
          </p:nvSpPr>
          <p:spPr>
            <a:xfrm>
              <a:off x="794694" y="3721316"/>
              <a:ext cx="91715" cy="909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1F77B4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R</a:t>
              </a:r>
            </a:p>
          </p:txBody>
        </p:sp>
        <p:sp>
          <p:nvSpPr>
            <p:cNvPr id="952" name="tx952"/>
            <p:cNvSpPr/>
            <p:nvPr/>
          </p:nvSpPr>
          <p:spPr>
            <a:xfrm>
              <a:off x="900045" y="3685765"/>
              <a:ext cx="49441" cy="63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2</a:t>
              </a:r>
            </a:p>
          </p:txBody>
        </p:sp>
        <p:sp>
          <p:nvSpPr>
            <p:cNvPr id="953" name="tx953"/>
            <p:cNvSpPr/>
            <p:nvPr/>
          </p:nvSpPr>
          <p:spPr>
            <a:xfrm>
              <a:off x="949487" y="3812225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Tenorite" panose="00000500000000000000" pitchFamily="2" charset="0"/>
                  <a:cs typeface="Symbol"/>
                </a:rPr>
                <a:t> </a:t>
              </a:r>
            </a:p>
          </p:txBody>
        </p:sp>
        <p:sp>
          <p:nvSpPr>
            <p:cNvPr id="954" name="tx954"/>
            <p:cNvSpPr/>
            <p:nvPr/>
          </p:nvSpPr>
          <p:spPr>
            <a:xfrm>
              <a:off x="984276" y="3774212"/>
              <a:ext cx="74166" cy="380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=</a:t>
              </a:r>
            </a:p>
          </p:txBody>
        </p:sp>
        <p:sp>
          <p:nvSpPr>
            <p:cNvPr id="955" name="tx955"/>
            <p:cNvSpPr/>
            <p:nvPr/>
          </p:nvSpPr>
          <p:spPr>
            <a:xfrm>
              <a:off x="1058442" y="3812225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Tenorite" panose="00000500000000000000" pitchFamily="2" charset="0"/>
                  <a:cs typeface="Symbol"/>
                </a:rPr>
                <a:t> </a:t>
              </a:r>
            </a:p>
          </p:txBody>
        </p:sp>
        <p:sp>
          <p:nvSpPr>
            <p:cNvPr id="956" name="tx956"/>
            <p:cNvSpPr/>
            <p:nvPr/>
          </p:nvSpPr>
          <p:spPr>
            <a:xfrm>
              <a:off x="1093230" y="3719394"/>
              <a:ext cx="247178" cy="9283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0.46</a:t>
              </a:r>
            </a:p>
          </p:txBody>
        </p:sp>
        <p:sp>
          <p:nvSpPr>
            <p:cNvPr id="957" name="tx957"/>
            <p:cNvSpPr/>
            <p:nvPr/>
          </p:nvSpPr>
          <p:spPr>
            <a:xfrm>
              <a:off x="794694" y="3858187"/>
              <a:ext cx="91715" cy="909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FF7F0E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R</a:t>
              </a:r>
            </a:p>
          </p:txBody>
        </p:sp>
        <p:sp>
          <p:nvSpPr>
            <p:cNvPr id="958" name="tx958"/>
            <p:cNvSpPr/>
            <p:nvPr/>
          </p:nvSpPr>
          <p:spPr>
            <a:xfrm>
              <a:off x="900045" y="3822635"/>
              <a:ext cx="49441" cy="63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2</a:t>
              </a:r>
            </a:p>
          </p:txBody>
        </p:sp>
        <p:sp>
          <p:nvSpPr>
            <p:cNvPr id="959" name="tx959"/>
            <p:cNvSpPr/>
            <p:nvPr/>
          </p:nvSpPr>
          <p:spPr>
            <a:xfrm>
              <a:off x="949487" y="3949096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FF7F0E">
                      <a:alpha val="100000"/>
                    </a:srgbClr>
                  </a:solidFill>
                  <a:latin typeface="Tenorite" panose="00000500000000000000" pitchFamily="2" charset="0"/>
                  <a:cs typeface="Symbol"/>
                </a:rPr>
                <a:t> </a:t>
              </a:r>
            </a:p>
          </p:txBody>
        </p:sp>
        <p:sp>
          <p:nvSpPr>
            <p:cNvPr id="960" name="tx960"/>
            <p:cNvSpPr/>
            <p:nvPr/>
          </p:nvSpPr>
          <p:spPr>
            <a:xfrm>
              <a:off x="984276" y="3911083"/>
              <a:ext cx="74166" cy="380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FF7F0E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=</a:t>
              </a:r>
            </a:p>
          </p:txBody>
        </p:sp>
        <p:sp>
          <p:nvSpPr>
            <p:cNvPr id="961" name="tx961"/>
            <p:cNvSpPr/>
            <p:nvPr/>
          </p:nvSpPr>
          <p:spPr>
            <a:xfrm>
              <a:off x="1058442" y="3949096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FF7F0E">
                      <a:alpha val="100000"/>
                    </a:srgbClr>
                  </a:solidFill>
                  <a:latin typeface="Tenorite" panose="00000500000000000000" pitchFamily="2" charset="0"/>
                  <a:cs typeface="Symbol"/>
                </a:rPr>
                <a:t> </a:t>
              </a:r>
            </a:p>
          </p:txBody>
        </p:sp>
        <p:sp>
          <p:nvSpPr>
            <p:cNvPr id="962" name="tx962"/>
            <p:cNvSpPr/>
            <p:nvPr/>
          </p:nvSpPr>
          <p:spPr>
            <a:xfrm>
              <a:off x="1093230" y="3856202"/>
              <a:ext cx="247178" cy="9289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FF7F0E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0.31</a:t>
              </a:r>
            </a:p>
          </p:txBody>
        </p:sp>
        <p:sp>
          <p:nvSpPr>
            <p:cNvPr id="963" name="pl963"/>
            <p:cNvSpPr/>
            <p:nvPr/>
          </p:nvSpPr>
          <p:spPr>
            <a:xfrm>
              <a:off x="778082" y="3840864"/>
              <a:ext cx="2466614" cy="1428104"/>
            </a:xfrm>
            <a:custGeom>
              <a:avLst/>
              <a:gdLst/>
              <a:ahLst/>
              <a:cxnLst/>
              <a:rect l="0" t="0" r="0" b="0"/>
              <a:pathLst>
                <a:path w="2466614" h="1428104">
                  <a:moveTo>
                    <a:pt x="0" y="1428104"/>
                  </a:moveTo>
                  <a:lnTo>
                    <a:pt x="31222" y="1410027"/>
                  </a:lnTo>
                  <a:lnTo>
                    <a:pt x="62445" y="1391949"/>
                  </a:lnTo>
                  <a:lnTo>
                    <a:pt x="93668" y="1373872"/>
                  </a:lnTo>
                  <a:lnTo>
                    <a:pt x="124891" y="1355795"/>
                  </a:lnTo>
                  <a:lnTo>
                    <a:pt x="156114" y="1337718"/>
                  </a:lnTo>
                  <a:lnTo>
                    <a:pt x="187337" y="1319640"/>
                  </a:lnTo>
                  <a:lnTo>
                    <a:pt x="218560" y="1301563"/>
                  </a:lnTo>
                  <a:lnTo>
                    <a:pt x="249783" y="1283486"/>
                  </a:lnTo>
                  <a:lnTo>
                    <a:pt x="281006" y="1265408"/>
                  </a:lnTo>
                  <a:lnTo>
                    <a:pt x="312229" y="1247331"/>
                  </a:lnTo>
                  <a:lnTo>
                    <a:pt x="343452" y="1229254"/>
                  </a:lnTo>
                  <a:lnTo>
                    <a:pt x="374675" y="1211177"/>
                  </a:lnTo>
                  <a:lnTo>
                    <a:pt x="405898" y="1193099"/>
                  </a:lnTo>
                  <a:lnTo>
                    <a:pt x="437121" y="1175022"/>
                  </a:lnTo>
                  <a:lnTo>
                    <a:pt x="468344" y="1156945"/>
                  </a:lnTo>
                  <a:lnTo>
                    <a:pt x="499567" y="1138868"/>
                  </a:lnTo>
                  <a:lnTo>
                    <a:pt x="530790" y="1120790"/>
                  </a:lnTo>
                  <a:lnTo>
                    <a:pt x="562013" y="1102713"/>
                  </a:lnTo>
                  <a:lnTo>
                    <a:pt x="593236" y="1084636"/>
                  </a:lnTo>
                  <a:lnTo>
                    <a:pt x="624459" y="1066558"/>
                  </a:lnTo>
                  <a:lnTo>
                    <a:pt x="655682" y="1048481"/>
                  </a:lnTo>
                  <a:lnTo>
                    <a:pt x="686905" y="1030404"/>
                  </a:lnTo>
                  <a:lnTo>
                    <a:pt x="718128" y="1012327"/>
                  </a:lnTo>
                  <a:lnTo>
                    <a:pt x="749351" y="994249"/>
                  </a:lnTo>
                  <a:lnTo>
                    <a:pt x="780574" y="976172"/>
                  </a:lnTo>
                  <a:lnTo>
                    <a:pt x="811797" y="958095"/>
                  </a:lnTo>
                  <a:lnTo>
                    <a:pt x="843020" y="940018"/>
                  </a:lnTo>
                  <a:lnTo>
                    <a:pt x="874243" y="921940"/>
                  </a:lnTo>
                  <a:lnTo>
                    <a:pt x="905465" y="903863"/>
                  </a:lnTo>
                  <a:lnTo>
                    <a:pt x="936688" y="885786"/>
                  </a:lnTo>
                  <a:lnTo>
                    <a:pt x="967911" y="867708"/>
                  </a:lnTo>
                  <a:lnTo>
                    <a:pt x="999134" y="849631"/>
                  </a:lnTo>
                  <a:lnTo>
                    <a:pt x="1030357" y="831554"/>
                  </a:lnTo>
                  <a:lnTo>
                    <a:pt x="1061580" y="813477"/>
                  </a:lnTo>
                  <a:lnTo>
                    <a:pt x="1092803" y="795399"/>
                  </a:lnTo>
                  <a:lnTo>
                    <a:pt x="1124026" y="777322"/>
                  </a:lnTo>
                  <a:lnTo>
                    <a:pt x="1155249" y="759245"/>
                  </a:lnTo>
                  <a:lnTo>
                    <a:pt x="1186472" y="741168"/>
                  </a:lnTo>
                  <a:lnTo>
                    <a:pt x="1217695" y="723090"/>
                  </a:lnTo>
                  <a:lnTo>
                    <a:pt x="1248918" y="705013"/>
                  </a:lnTo>
                  <a:lnTo>
                    <a:pt x="1280141" y="686936"/>
                  </a:lnTo>
                  <a:lnTo>
                    <a:pt x="1311364" y="668859"/>
                  </a:lnTo>
                  <a:lnTo>
                    <a:pt x="1342587" y="650781"/>
                  </a:lnTo>
                  <a:lnTo>
                    <a:pt x="1373810" y="632704"/>
                  </a:lnTo>
                  <a:lnTo>
                    <a:pt x="1405033" y="614627"/>
                  </a:lnTo>
                  <a:lnTo>
                    <a:pt x="1436256" y="596549"/>
                  </a:lnTo>
                  <a:lnTo>
                    <a:pt x="1467479" y="578472"/>
                  </a:lnTo>
                  <a:lnTo>
                    <a:pt x="1498702" y="560395"/>
                  </a:lnTo>
                  <a:lnTo>
                    <a:pt x="1529925" y="542318"/>
                  </a:lnTo>
                  <a:lnTo>
                    <a:pt x="1561148" y="524240"/>
                  </a:lnTo>
                  <a:lnTo>
                    <a:pt x="1592371" y="506163"/>
                  </a:lnTo>
                  <a:lnTo>
                    <a:pt x="1623594" y="488086"/>
                  </a:lnTo>
                  <a:lnTo>
                    <a:pt x="1654817" y="470009"/>
                  </a:lnTo>
                  <a:lnTo>
                    <a:pt x="1686040" y="451931"/>
                  </a:lnTo>
                  <a:lnTo>
                    <a:pt x="1717263" y="433854"/>
                  </a:lnTo>
                  <a:lnTo>
                    <a:pt x="1748486" y="415777"/>
                  </a:lnTo>
                  <a:lnTo>
                    <a:pt x="1779708" y="397699"/>
                  </a:lnTo>
                  <a:lnTo>
                    <a:pt x="1810931" y="379622"/>
                  </a:lnTo>
                  <a:lnTo>
                    <a:pt x="1842154" y="361545"/>
                  </a:lnTo>
                  <a:lnTo>
                    <a:pt x="1873377" y="343468"/>
                  </a:lnTo>
                  <a:lnTo>
                    <a:pt x="1904600" y="325390"/>
                  </a:lnTo>
                  <a:lnTo>
                    <a:pt x="1935823" y="307313"/>
                  </a:lnTo>
                  <a:lnTo>
                    <a:pt x="1967046" y="289236"/>
                  </a:lnTo>
                  <a:lnTo>
                    <a:pt x="1998269" y="271159"/>
                  </a:lnTo>
                  <a:lnTo>
                    <a:pt x="2029492" y="253081"/>
                  </a:lnTo>
                  <a:lnTo>
                    <a:pt x="2060715" y="235004"/>
                  </a:lnTo>
                  <a:lnTo>
                    <a:pt x="2091938" y="216927"/>
                  </a:lnTo>
                  <a:lnTo>
                    <a:pt x="2123161" y="198849"/>
                  </a:lnTo>
                  <a:lnTo>
                    <a:pt x="2154384" y="180772"/>
                  </a:lnTo>
                  <a:lnTo>
                    <a:pt x="2185607" y="162695"/>
                  </a:lnTo>
                  <a:lnTo>
                    <a:pt x="2216830" y="144618"/>
                  </a:lnTo>
                  <a:lnTo>
                    <a:pt x="2248053" y="126540"/>
                  </a:lnTo>
                  <a:lnTo>
                    <a:pt x="2279276" y="108463"/>
                  </a:lnTo>
                  <a:lnTo>
                    <a:pt x="2310499" y="90386"/>
                  </a:lnTo>
                  <a:lnTo>
                    <a:pt x="2341722" y="72309"/>
                  </a:lnTo>
                  <a:lnTo>
                    <a:pt x="2372945" y="54231"/>
                  </a:lnTo>
                  <a:lnTo>
                    <a:pt x="2404168" y="36154"/>
                  </a:lnTo>
                  <a:lnTo>
                    <a:pt x="2435391" y="18077"/>
                  </a:lnTo>
                  <a:lnTo>
                    <a:pt x="2466614" y="0"/>
                  </a:lnTo>
                </a:path>
              </a:pathLst>
            </a:custGeom>
            <a:ln w="39420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64" name="pl964"/>
            <p:cNvSpPr/>
            <p:nvPr/>
          </p:nvSpPr>
          <p:spPr>
            <a:xfrm>
              <a:off x="1432490" y="3663729"/>
              <a:ext cx="2667970" cy="282662"/>
            </a:xfrm>
            <a:custGeom>
              <a:avLst/>
              <a:gdLst/>
              <a:ahLst/>
              <a:cxnLst/>
              <a:rect l="0" t="0" r="0" b="0"/>
              <a:pathLst>
                <a:path w="2667970" h="282662">
                  <a:moveTo>
                    <a:pt x="0" y="282662"/>
                  </a:moveTo>
                  <a:lnTo>
                    <a:pt x="33771" y="279084"/>
                  </a:lnTo>
                  <a:lnTo>
                    <a:pt x="67543" y="275506"/>
                  </a:lnTo>
                  <a:lnTo>
                    <a:pt x="101315" y="271928"/>
                  </a:lnTo>
                  <a:lnTo>
                    <a:pt x="135087" y="268350"/>
                  </a:lnTo>
                  <a:lnTo>
                    <a:pt x="168858" y="264772"/>
                  </a:lnTo>
                  <a:lnTo>
                    <a:pt x="202630" y="261194"/>
                  </a:lnTo>
                  <a:lnTo>
                    <a:pt x="236402" y="257616"/>
                  </a:lnTo>
                  <a:lnTo>
                    <a:pt x="270174" y="254038"/>
                  </a:lnTo>
                  <a:lnTo>
                    <a:pt x="303946" y="250460"/>
                  </a:lnTo>
                  <a:lnTo>
                    <a:pt x="337717" y="246882"/>
                  </a:lnTo>
                  <a:lnTo>
                    <a:pt x="371489" y="243304"/>
                  </a:lnTo>
                  <a:lnTo>
                    <a:pt x="405261" y="239726"/>
                  </a:lnTo>
                  <a:lnTo>
                    <a:pt x="439033" y="236148"/>
                  </a:lnTo>
                  <a:lnTo>
                    <a:pt x="472804" y="232570"/>
                  </a:lnTo>
                  <a:lnTo>
                    <a:pt x="506576" y="228992"/>
                  </a:lnTo>
                  <a:lnTo>
                    <a:pt x="540348" y="225414"/>
                  </a:lnTo>
                  <a:lnTo>
                    <a:pt x="574120" y="221836"/>
                  </a:lnTo>
                  <a:lnTo>
                    <a:pt x="607892" y="218258"/>
                  </a:lnTo>
                  <a:lnTo>
                    <a:pt x="641663" y="214680"/>
                  </a:lnTo>
                  <a:lnTo>
                    <a:pt x="675435" y="211102"/>
                  </a:lnTo>
                  <a:lnTo>
                    <a:pt x="709207" y="207524"/>
                  </a:lnTo>
                  <a:lnTo>
                    <a:pt x="742979" y="203946"/>
                  </a:lnTo>
                  <a:lnTo>
                    <a:pt x="776750" y="200368"/>
                  </a:lnTo>
                  <a:lnTo>
                    <a:pt x="810522" y="196790"/>
                  </a:lnTo>
                  <a:lnTo>
                    <a:pt x="844294" y="193212"/>
                  </a:lnTo>
                  <a:lnTo>
                    <a:pt x="878066" y="189634"/>
                  </a:lnTo>
                  <a:lnTo>
                    <a:pt x="911838" y="186056"/>
                  </a:lnTo>
                  <a:lnTo>
                    <a:pt x="945609" y="182478"/>
                  </a:lnTo>
                  <a:lnTo>
                    <a:pt x="979381" y="178900"/>
                  </a:lnTo>
                  <a:lnTo>
                    <a:pt x="1013153" y="175322"/>
                  </a:lnTo>
                  <a:lnTo>
                    <a:pt x="1046925" y="171744"/>
                  </a:lnTo>
                  <a:lnTo>
                    <a:pt x="1080696" y="168166"/>
                  </a:lnTo>
                  <a:lnTo>
                    <a:pt x="1114468" y="164588"/>
                  </a:lnTo>
                  <a:lnTo>
                    <a:pt x="1148240" y="161010"/>
                  </a:lnTo>
                  <a:lnTo>
                    <a:pt x="1182012" y="157432"/>
                  </a:lnTo>
                  <a:lnTo>
                    <a:pt x="1215784" y="153854"/>
                  </a:lnTo>
                  <a:lnTo>
                    <a:pt x="1249555" y="150276"/>
                  </a:lnTo>
                  <a:lnTo>
                    <a:pt x="1283327" y="146698"/>
                  </a:lnTo>
                  <a:lnTo>
                    <a:pt x="1317099" y="143120"/>
                  </a:lnTo>
                  <a:lnTo>
                    <a:pt x="1350871" y="139542"/>
                  </a:lnTo>
                  <a:lnTo>
                    <a:pt x="1384642" y="135964"/>
                  </a:lnTo>
                  <a:lnTo>
                    <a:pt x="1418414" y="132386"/>
                  </a:lnTo>
                  <a:lnTo>
                    <a:pt x="1452186" y="128808"/>
                  </a:lnTo>
                  <a:lnTo>
                    <a:pt x="1485958" y="125230"/>
                  </a:lnTo>
                  <a:lnTo>
                    <a:pt x="1519730" y="121652"/>
                  </a:lnTo>
                  <a:lnTo>
                    <a:pt x="1553501" y="118074"/>
                  </a:lnTo>
                  <a:lnTo>
                    <a:pt x="1587273" y="114496"/>
                  </a:lnTo>
                  <a:lnTo>
                    <a:pt x="1621045" y="110918"/>
                  </a:lnTo>
                  <a:lnTo>
                    <a:pt x="1654817" y="107340"/>
                  </a:lnTo>
                  <a:lnTo>
                    <a:pt x="1688588" y="103762"/>
                  </a:lnTo>
                  <a:lnTo>
                    <a:pt x="1722360" y="100184"/>
                  </a:lnTo>
                  <a:lnTo>
                    <a:pt x="1756132" y="96606"/>
                  </a:lnTo>
                  <a:lnTo>
                    <a:pt x="1789904" y="93028"/>
                  </a:lnTo>
                  <a:lnTo>
                    <a:pt x="1823676" y="89450"/>
                  </a:lnTo>
                  <a:lnTo>
                    <a:pt x="1857447" y="85872"/>
                  </a:lnTo>
                  <a:lnTo>
                    <a:pt x="1891219" y="82294"/>
                  </a:lnTo>
                  <a:lnTo>
                    <a:pt x="1924991" y="78716"/>
                  </a:lnTo>
                  <a:lnTo>
                    <a:pt x="1958763" y="75138"/>
                  </a:lnTo>
                  <a:lnTo>
                    <a:pt x="1992534" y="71560"/>
                  </a:lnTo>
                  <a:lnTo>
                    <a:pt x="2026306" y="67982"/>
                  </a:lnTo>
                  <a:lnTo>
                    <a:pt x="2060078" y="64404"/>
                  </a:lnTo>
                  <a:lnTo>
                    <a:pt x="2093850" y="60826"/>
                  </a:lnTo>
                  <a:lnTo>
                    <a:pt x="2127622" y="57248"/>
                  </a:lnTo>
                  <a:lnTo>
                    <a:pt x="2161393" y="53670"/>
                  </a:lnTo>
                  <a:lnTo>
                    <a:pt x="2195165" y="50092"/>
                  </a:lnTo>
                  <a:lnTo>
                    <a:pt x="2228937" y="46514"/>
                  </a:lnTo>
                  <a:lnTo>
                    <a:pt x="2262709" y="42936"/>
                  </a:lnTo>
                  <a:lnTo>
                    <a:pt x="2296480" y="39358"/>
                  </a:lnTo>
                  <a:lnTo>
                    <a:pt x="2330252" y="35780"/>
                  </a:lnTo>
                  <a:lnTo>
                    <a:pt x="2364024" y="32202"/>
                  </a:lnTo>
                  <a:lnTo>
                    <a:pt x="2397796" y="28624"/>
                  </a:lnTo>
                  <a:lnTo>
                    <a:pt x="2431568" y="25046"/>
                  </a:lnTo>
                  <a:lnTo>
                    <a:pt x="2465339" y="21468"/>
                  </a:lnTo>
                  <a:lnTo>
                    <a:pt x="2499111" y="17890"/>
                  </a:lnTo>
                  <a:lnTo>
                    <a:pt x="2532883" y="14312"/>
                  </a:lnTo>
                  <a:lnTo>
                    <a:pt x="2566655" y="10734"/>
                  </a:lnTo>
                  <a:lnTo>
                    <a:pt x="2600426" y="7156"/>
                  </a:lnTo>
                  <a:lnTo>
                    <a:pt x="2634198" y="3578"/>
                  </a:lnTo>
                  <a:lnTo>
                    <a:pt x="2667970" y="0"/>
                  </a:lnTo>
                </a:path>
              </a:pathLst>
            </a:custGeom>
            <a:ln w="39420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65" name="pl965"/>
            <p:cNvSpPr/>
            <p:nvPr/>
          </p:nvSpPr>
          <p:spPr>
            <a:xfrm>
              <a:off x="4367799" y="2977614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66" name="pl966"/>
            <p:cNvSpPr/>
            <p:nvPr/>
          </p:nvSpPr>
          <p:spPr>
            <a:xfrm>
              <a:off x="4367799" y="2286350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67" name="pl967"/>
            <p:cNvSpPr/>
            <p:nvPr/>
          </p:nvSpPr>
          <p:spPr>
            <a:xfrm>
              <a:off x="4367799" y="1595086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68" name="pl968"/>
            <p:cNvSpPr/>
            <p:nvPr/>
          </p:nvSpPr>
          <p:spPr>
            <a:xfrm>
              <a:off x="4367799" y="903821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69" name="pl969"/>
            <p:cNvSpPr/>
            <p:nvPr/>
          </p:nvSpPr>
          <p:spPr>
            <a:xfrm>
              <a:off x="4949216" y="710267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70" name="pl970"/>
            <p:cNvSpPr/>
            <p:nvPr/>
          </p:nvSpPr>
          <p:spPr>
            <a:xfrm>
              <a:off x="5779810" y="710267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71" name="pl971"/>
            <p:cNvSpPr/>
            <p:nvPr/>
          </p:nvSpPr>
          <p:spPr>
            <a:xfrm>
              <a:off x="6610405" y="710267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72" name="pl972"/>
            <p:cNvSpPr/>
            <p:nvPr/>
          </p:nvSpPr>
          <p:spPr>
            <a:xfrm>
              <a:off x="7440999" y="710267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73" name="pl973"/>
            <p:cNvSpPr/>
            <p:nvPr/>
          </p:nvSpPr>
          <p:spPr>
            <a:xfrm>
              <a:off x="4367799" y="3323247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74" name="pl974"/>
            <p:cNvSpPr/>
            <p:nvPr/>
          </p:nvSpPr>
          <p:spPr>
            <a:xfrm>
              <a:off x="4367799" y="2631982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75" name="pl975"/>
            <p:cNvSpPr/>
            <p:nvPr/>
          </p:nvSpPr>
          <p:spPr>
            <a:xfrm>
              <a:off x="4367799" y="1940718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76" name="pl976"/>
            <p:cNvSpPr/>
            <p:nvPr/>
          </p:nvSpPr>
          <p:spPr>
            <a:xfrm>
              <a:off x="4367799" y="1249453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77" name="pl977"/>
            <p:cNvSpPr/>
            <p:nvPr/>
          </p:nvSpPr>
          <p:spPr>
            <a:xfrm>
              <a:off x="4533918" y="710267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78" name="pl978"/>
            <p:cNvSpPr/>
            <p:nvPr/>
          </p:nvSpPr>
          <p:spPr>
            <a:xfrm>
              <a:off x="5364513" y="710267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79" name="pl979"/>
            <p:cNvSpPr/>
            <p:nvPr/>
          </p:nvSpPr>
          <p:spPr>
            <a:xfrm>
              <a:off x="6195107" y="710267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80" name="pl980"/>
            <p:cNvSpPr/>
            <p:nvPr/>
          </p:nvSpPr>
          <p:spPr>
            <a:xfrm>
              <a:off x="7025702" y="710267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81" name="pl981"/>
            <p:cNvSpPr/>
            <p:nvPr/>
          </p:nvSpPr>
          <p:spPr>
            <a:xfrm>
              <a:off x="7856297" y="710267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82" name="pt982"/>
            <p:cNvSpPr/>
            <p:nvPr/>
          </p:nvSpPr>
          <p:spPr>
            <a:xfrm>
              <a:off x="6200527" y="135159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83" name="pt983"/>
            <p:cNvSpPr/>
            <p:nvPr/>
          </p:nvSpPr>
          <p:spPr>
            <a:xfrm>
              <a:off x="6781943" y="936837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84" name="pt984"/>
            <p:cNvSpPr/>
            <p:nvPr/>
          </p:nvSpPr>
          <p:spPr>
            <a:xfrm>
              <a:off x="5909819" y="146680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85" name="pt985"/>
            <p:cNvSpPr/>
            <p:nvPr/>
          </p:nvSpPr>
          <p:spPr>
            <a:xfrm>
              <a:off x="6906532" y="79858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86" name="pt986"/>
            <p:cNvSpPr/>
            <p:nvPr/>
          </p:nvSpPr>
          <p:spPr>
            <a:xfrm>
              <a:off x="5452992" y="266499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87" name="pt987"/>
            <p:cNvSpPr/>
            <p:nvPr/>
          </p:nvSpPr>
          <p:spPr>
            <a:xfrm>
              <a:off x="5826759" y="18585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88" name="pt988"/>
            <p:cNvSpPr/>
            <p:nvPr/>
          </p:nvSpPr>
          <p:spPr>
            <a:xfrm>
              <a:off x="5452992" y="275716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89" name="pt989"/>
            <p:cNvSpPr/>
            <p:nvPr/>
          </p:nvSpPr>
          <p:spPr>
            <a:xfrm>
              <a:off x="5494521" y="208894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90" name="pt990"/>
            <p:cNvSpPr/>
            <p:nvPr/>
          </p:nvSpPr>
          <p:spPr>
            <a:xfrm>
              <a:off x="6158997" y="155897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91" name="pt991"/>
            <p:cNvSpPr/>
            <p:nvPr/>
          </p:nvSpPr>
          <p:spPr>
            <a:xfrm>
              <a:off x="5577581" y="23884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92" name="pt992"/>
            <p:cNvSpPr/>
            <p:nvPr/>
          </p:nvSpPr>
          <p:spPr>
            <a:xfrm>
              <a:off x="5909819" y="162810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93" name="pt993"/>
            <p:cNvSpPr/>
            <p:nvPr/>
          </p:nvSpPr>
          <p:spPr>
            <a:xfrm>
              <a:off x="5702170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94" name="pt994"/>
            <p:cNvSpPr/>
            <p:nvPr/>
          </p:nvSpPr>
          <p:spPr>
            <a:xfrm>
              <a:off x="5120754" y="190460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95" name="pt995"/>
            <p:cNvSpPr/>
            <p:nvPr/>
          </p:nvSpPr>
          <p:spPr>
            <a:xfrm>
              <a:off x="6532764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96" name="pt996"/>
            <p:cNvSpPr/>
            <p:nvPr/>
          </p:nvSpPr>
          <p:spPr>
            <a:xfrm>
              <a:off x="5868289" y="190460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97" name="pt997"/>
            <p:cNvSpPr/>
            <p:nvPr/>
          </p:nvSpPr>
          <p:spPr>
            <a:xfrm>
              <a:off x="6366646" y="135159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98" name="pt998"/>
            <p:cNvSpPr/>
            <p:nvPr/>
          </p:nvSpPr>
          <p:spPr>
            <a:xfrm>
              <a:off x="6366646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999" name="pt999"/>
            <p:cNvSpPr/>
            <p:nvPr/>
          </p:nvSpPr>
          <p:spPr>
            <a:xfrm>
              <a:off x="4996165" y="310279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00" name="pt1000"/>
            <p:cNvSpPr/>
            <p:nvPr/>
          </p:nvSpPr>
          <p:spPr>
            <a:xfrm>
              <a:off x="7238770" y="936837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01" name="pt1001"/>
            <p:cNvSpPr/>
            <p:nvPr/>
          </p:nvSpPr>
          <p:spPr>
            <a:xfrm>
              <a:off x="5660640" y="162810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02" name="pt1002"/>
            <p:cNvSpPr/>
            <p:nvPr/>
          </p:nvSpPr>
          <p:spPr>
            <a:xfrm>
              <a:off x="4954635" y="257283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03" name="pt1003"/>
            <p:cNvSpPr/>
            <p:nvPr/>
          </p:nvSpPr>
          <p:spPr>
            <a:xfrm>
              <a:off x="6408175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04" name="pt1004"/>
            <p:cNvSpPr/>
            <p:nvPr/>
          </p:nvSpPr>
          <p:spPr>
            <a:xfrm>
              <a:off x="5328402" y="27110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05" name="pt1005"/>
            <p:cNvSpPr/>
            <p:nvPr/>
          </p:nvSpPr>
          <p:spPr>
            <a:xfrm>
              <a:off x="5660640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06" name="pt1006"/>
            <p:cNvSpPr/>
            <p:nvPr/>
          </p:nvSpPr>
          <p:spPr>
            <a:xfrm>
              <a:off x="6449705" y="1098132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07" name="pt1007"/>
            <p:cNvSpPr/>
            <p:nvPr/>
          </p:nvSpPr>
          <p:spPr>
            <a:xfrm>
              <a:off x="4871575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08" name="pt1008"/>
            <p:cNvSpPr/>
            <p:nvPr/>
          </p:nvSpPr>
          <p:spPr>
            <a:xfrm>
              <a:off x="6698883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09" name="pt1009"/>
            <p:cNvSpPr/>
            <p:nvPr/>
          </p:nvSpPr>
          <p:spPr>
            <a:xfrm>
              <a:off x="5328402" y="22732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10" name="pt1010"/>
            <p:cNvSpPr/>
            <p:nvPr/>
          </p:nvSpPr>
          <p:spPr>
            <a:xfrm>
              <a:off x="5079224" y="28723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11" name="pt1011"/>
            <p:cNvSpPr/>
            <p:nvPr/>
          </p:nvSpPr>
          <p:spPr>
            <a:xfrm>
              <a:off x="5951348" y="121334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12" name="pt1012"/>
            <p:cNvSpPr/>
            <p:nvPr/>
          </p:nvSpPr>
          <p:spPr>
            <a:xfrm>
              <a:off x="4663927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13" name="pt1013"/>
            <p:cNvSpPr/>
            <p:nvPr/>
          </p:nvSpPr>
          <p:spPr>
            <a:xfrm>
              <a:off x="5203813" y="197373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14" name="pt1014"/>
            <p:cNvSpPr/>
            <p:nvPr/>
          </p:nvSpPr>
          <p:spPr>
            <a:xfrm>
              <a:off x="6366646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15" name="pt1015"/>
            <p:cNvSpPr/>
            <p:nvPr/>
          </p:nvSpPr>
          <p:spPr>
            <a:xfrm>
              <a:off x="7031121" y="100596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16" name="pt1016"/>
            <p:cNvSpPr/>
            <p:nvPr/>
          </p:nvSpPr>
          <p:spPr>
            <a:xfrm>
              <a:off x="5120754" y="23424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17" name="pt1017"/>
            <p:cNvSpPr/>
            <p:nvPr/>
          </p:nvSpPr>
          <p:spPr>
            <a:xfrm>
              <a:off x="4663927" y="321801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18" name="pt1018"/>
            <p:cNvSpPr/>
            <p:nvPr/>
          </p:nvSpPr>
          <p:spPr>
            <a:xfrm>
              <a:off x="4788516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19" name="pt1019"/>
            <p:cNvSpPr/>
            <p:nvPr/>
          </p:nvSpPr>
          <p:spPr>
            <a:xfrm>
              <a:off x="4788516" y="307975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20" name="pt1020"/>
            <p:cNvSpPr/>
            <p:nvPr/>
          </p:nvSpPr>
          <p:spPr>
            <a:xfrm>
              <a:off x="5411462" y="21350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21" name="pt1021"/>
            <p:cNvSpPr/>
            <p:nvPr/>
          </p:nvSpPr>
          <p:spPr>
            <a:xfrm>
              <a:off x="4954635" y="231936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22" name="pt1022"/>
            <p:cNvSpPr/>
            <p:nvPr/>
          </p:nvSpPr>
          <p:spPr>
            <a:xfrm>
              <a:off x="7155710" y="86771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23" name="pt1023"/>
            <p:cNvSpPr/>
            <p:nvPr/>
          </p:nvSpPr>
          <p:spPr>
            <a:xfrm>
              <a:off x="6158997" y="167418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24" name="pt1024"/>
            <p:cNvSpPr/>
            <p:nvPr/>
          </p:nvSpPr>
          <p:spPr>
            <a:xfrm>
              <a:off x="7031121" y="100596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25" name="pt1025"/>
            <p:cNvSpPr/>
            <p:nvPr/>
          </p:nvSpPr>
          <p:spPr>
            <a:xfrm>
              <a:off x="5826759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26" name="pt1026"/>
            <p:cNvSpPr/>
            <p:nvPr/>
          </p:nvSpPr>
          <p:spPr>
            <a:xfrm>
              <a:off x="6657354" y="100596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27" name="pt1027"/>
            <p:cNvSpPr/>
            <p:nvPr/>
          </p:nvSpPr>
          <p:spPr>
            <a:xfrm>
              <a:off x="6906532" y="100596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28" name="pt1028"/>
            <p:cNvSpPr/>
            <p:nvPr/>
          </p:nvSpPr>
          <p:spPr>
            <a:xfrm>
              <a:off x="5494521" y="208894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29" name="pt1029"/>
            <p:cNvSpPr/>
            <p:nvPr/>
          </p:nvSpPr>
          <p:spPr>
            <a:xfrm>
              <a:off x="7820186" y="79858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30" name="pt1030"/>
            <p:cNvSpPr/>
            <p:nvPr/>
          </p:nvSpPr>
          <p:spPr>
            <a:xfrm>
              <a:off x="6823473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31" name="pt1031"/>
            <p:cNvSpPr/>
            <p:nvPr/>
          </p:nvSpPr>
          <p:spPr>
            <a:xfrm>
              <a:off x="6740413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32" name="pt1032"/>
            <p:cNvSpPr/>
            <p:nvPr/>
          </p:nvSpPr>
          <p:spPr>
            <a:xfrm>
              <a:off x="5619110" y="21811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33" name="pt1033"/>
            <p:cNvSpPr/>
            <p:nvPr/>
          </p:nvSpPr>
          <p:spPr>
            <a:xfrm>
              <a:off x="5037694" y="259587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34" name="pt1034"/>
            <p:cNvSpPr/>
            <p:nvPr/>
          </p:nvSpPr>
          <p:spPr>
            <a:xfrm>
              <a:off x="5452992" y="206590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35" name="pt1035"/>
            <p:cNvSpPr/>
            <p:nvPr/>
          </p:nvSpPr>
          <p:spPr>
            <a:xfrm>
              <a:off x="6075937" y="231936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36" name="pt1036"/>
            <p:cNvSpPr/>
            <p:nvPr/>
          </p:nvSpPr>
          <p:spPr>
            <a:xfrm>
              <a:off x="5369932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37" name="pt1037"/>
            <p:cNvSpPr/>
            <p:nvPr/>
          </p:nvSpPr>
          <p:spPr>
            <a:xfrm>
              <a:off x="6491235" y="1098132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38" name="pt1038"/>
            <p:cNvSpPr/>
            <p:nvPr/>
          </p:nvSpPr>
          <p:spPr>
            <a:xfrm>
              <a:off x="6117467" y="22732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39" name="pt1039"/>
            <p:cNvSpPr/>
            <p:nvPr/>
          </p:nvSpPr>
          <p:spPr>
            <a:xfrm>
              <a:off x="7072651" y="86771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40" name="pt1040"/>
            <p:cNvSpPr/>
            <p:nvPr/>
          </p:nvSpPr>
          <p:spPr>
            <a:xfrm>
              <a:off x="6948062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41" name="pt1041"/>
            <p:cNvSpPr/>
            <p:nvPr/>
          </p:nvSpPr>
          <p:spPr>
            <a:xfrm>
              <a:off x="4871575" y="27110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42" name="pt1042"/>
            <p:cNvSpPr/>
            <p:nvPr/>
          </p:nvSpPr>
          <p:spPr>
            <a:xfrm>
              <a:off x="5577581" y="215807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43" name="pt1043"/>
            <p:cNvSpPr/>
            <p:nvPr/>
          </p:nvSpPr>
          <p:spPr>
            <a:xfrm>
              <a:off x="6491235" y="100596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44" name="pt1044"/>
            <p:cNvSpPr/>
            <p:nvPr/>
          </p:nvSpPr>
          <p:spPr>
            <a:xfrm>
              <a:off x="5411462" y="197373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45" name="pt1045"/>
            <p:cNvSpPr/>
            <p:nvPr/>
          </p:nvSpPr>
          <p:spPr>
            <a:xfrm>
              <a:off x="5743700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46" name="pt1046"/>
            <p:cNvSpPr/>
            <p:nvPr/>
          </p:nvSpPr>
          <p:spPr>
            <a:xfrm>
              <a:off x="6075937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47" name="pt1047"/>
            <p:cNvSpPr/>
            <p:nvPr/>
          </p:nvSpPr>
          <p:spPr>
            <a:xfrm>
              <a:off x="6781943" y="100596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48" name="pt1048"/>
            <p:cNvSpPr/>
            <p:nvPr/>
          </p:nvSpPr>
          <p:spPr>
            <a:xfrm>
              <a:off x="5120754" y="231936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49" name="pt1049"/>
            <p:cNvSpPr/>
            <p:nvPr/>
          </p:nvSpPr>
          <p:spPr>
            <a:xfrm>
              <a:off x="6532764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50" name="pt1050"/>
            <p:cNvSpPr/>
            <p:nvPr/>
          </p:nvSpPr>
          <p:spPr>
            <a:xfrm>
              <a:off x="5079224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51" name="pt1051"/>
            <p:cNvSpPr/>
            <p:nvPr/>
          </p:nvSpPr>
          <p:spPr>
            <a:xfrm>
              <a:off x="4996165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52" name="pt1052"/>
            <p:cNvSpPr/>
            <p:nvPr/>
          </p:nvSpPr>
          <p:spPr>
            <a:xfrm>
              <a:off x="4705456" y="303367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53" name="pt1053"/>
            <p:cNvSpPr/>
            <p:nvPr/>
          </p:nvSpPr>
          <p:spPr>
            <a:xfrm>
              <a:off x="4871575" y="222719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54" name="pt1054"/>
            <p:cNvSpPr/>
            <p:nvPr/>
          </p:nvSpPr>
          <p:spPr>
            <a:xfrm>
              <a:off x="4663927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55" name="pt1055"/>
            <p:cNvSpPr/>
            <p:nvPr/>
          </p:nvSpPr>
          <p:spPr>
            <a:xfrm>
              <a:off x="5826759" y="215807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56" name="pt1056"/>
            <p:cNvSpPr/>
            <p:nvPr/>
          </p:nvSpPr>
          <p:spPr>
            <a:xfrm>
              <a:off x="5992878" y="18124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57" name="pt1057"/>
            <p:cNvSpPr/>
            <p:nvPr/>
          </p:nvSpPr>
          <p:spPr>
            <a:xfrm>
              <a:off x="4830046" y="31488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58" name="pt1058"/>
            <p:cNvSpPr/>
            <p:nvPr/>
          </p:nvSpPr>
          <p:spPr>
            <a:xfrm>
              <a:off x="5868289" y="148984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59" name="pt1059"/>
            <p:cNvSpPr/>
            <p:nvPr/>
          </p:nvSpPr>
          <p:spPr>
            <a:xfrm>
              <a:off x="5120754" y="264195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60" name="pt1060"/>
            <p:cNvSpPr/>
            <p:nvPr/>
          </p:nvSpPr>
          <p:spPr>
            <a:xfrm>
              <a:off x="5702170" y="23884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61" name="pt1061"/>
            <p:cNvSpPr/>
            <p:nvPr/>
          </p:nvSpPr>
          <p:spPr>
            <a:xfrm>
              <a:off x="5411462" y="155897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62" name="pt1062"/>
            <p:cNvSpPr/>
            <p:nvPr/>
          </p:nvSpPr>
          <p:spPr>
            <a:xfrm>
              <a:off x="5079224" y="208894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63" name="pt1063"/>
            <p:cNvSpPr/>
            <p:nvPr/>
          </p:nvSpPr>
          <p:spPr>
            <a:xfrm>
              <a:off x="5203813" y="24345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64" name="pt1064"/>
            <p:cNvSpPr/>
            <p:nvPr/>
          </p:nvSpPr>
          <p:spPr>
            <a:xfrm>
              <a:off x="4996165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65" name="pt1065"/>
            <p:cNvSpPr/>
            <p:nvPr/>
          </p:nvSpPr>
          <p:spPr>
            <a:xfrm>
              <a:off x="4954635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66" name="pt1066"/>
            <p:cNvSpPr/>
            <p:nvPr/>
          </p:nvSpPr>
          <p:spPr>
            <a:xfrm>
              <a:off x="4497808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67" name="pt1067"/>
            <p:cNvSpPr/>
            <p:nvPr/>
          </p:nvSpPr>
          <p:spPr>
            <a:xfrm>
              <a:off x="5660640" y="125942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68" name="pt1068"/>
            <p:cNvSpPr/>
            <p:nvPr/>
          </p:nvSpPr>
          <p:spPr>
            <a:xfrm>
              <a:off x="5826759" y="169722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69" name="pt1069"/>
            <p:cNvSpPr/>
            <p:nvPr/>
          </p:nvSpPr>
          <p:spPr>
            <a:xfrm>
              <a:off x="5826759" y="23884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70" name="pt1070"/>
            <p:cNvSpPr/>
            <p:nvPr/>
          </p:nvSpPr>
          <p:spPr>
            <a:xfrm>
              <a:off x="4871575" y="25037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71" name="pt1071"/>
            <p:cNvSpPr/>
            <p:nvPr/>
          </p:nvSpPr>
          <p:spPr>
            <a:xfrm>
              <a:off x="4996165" y="27110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72" name="pt1072"/>
            <p:cNvSpPr/>
            <p:nvPr/>
          </p:nvSpPr>
          <p:spPr>
            <a:xfrm>
              <a:off x="4580867" y="319496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73" name="pt1073"/>
            <p:cNvSpPr/>
            <p:nvPr/>
          </p:nvSpPr>
          <p:spPr>
            <a:xfrm>
              <a:off x="5619110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74" name="pt1074"/>
            <p:cNvSpPr/>
            <p:nvPr/>
          </p:nvSpPr>
          <p:spPr>
            <a:xfrm>
              <a:off x="4830046" y="321801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75" name="pt1075"/>
            <p:cNvSpPr/>
            <p:nvPr/>
          </p:nvSpPr>
          <p:spPr>
            <a:xfrm>
              <a:off x="5120754" y="282629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76" name="pt1076"/>
            <p:cNvSpPr/>
            <p:nvPr/>
          </p:nvSpPr>
          <p:spPr>
            <a:xfrm>
              <a:off x="5909819" y="130551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77" name="pt1077"/>
            <p:cNvSpPr/>
            <p:nvPr/>
          </p:nvSpPr>
          <p:spPr>
            <a:xfrm>
              <a:off x="5577581" y="192764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78" name="pt1078"/>
            <p:cNvSpPr/>
            <p:nvPr/>
          </p:nvSpPr>
          <p:spPr>
            <a:xfrm>
              <a:off x="6325116" y="123638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79" name="pt1079"/>
            <p:cNvSpPr/>
            <p:nvPr/>
          </p:nvSpPr>
          <p:spPr>
            <a:xfrm>
              <a:off x="5660640" y="190460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80" name="pt1080"/>
            <p:cNvSpPr/>
            <p:nvPr/>
          </p:nvSpPr>
          <p:spPr>
            <a:xfrm>
              <a:off x="5868289" y="23884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81" name="pt1081"/>
            <p:cNvSpPr/>
            <p:nvPr/>
          </p:nvSpPr>
          <p:spPr>
            <a:xfrm>
              <a:off x="4746986" y="31488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82" name="pt1082"/>
            <p:cNvSpPr/>
            <p:nvPr/>
          </p:nvSpPr>
          <p:spPr>
            <a:xfrm>
              <a:off x="5577581" y="201981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83" name="pt1083"/>
            <p:cNvSpPr/>
            <p:nvPr/>
          </p:nvSpPr>
          <p:spPr>
            <a:xfrm>
              <a:off x="6408175" y="21811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84" name="pt1084"/>
            <p:cNvSpPr/>
            <p:nvPr/>
          </p:nvSpPr>
          <p:spPr>
            <a:xfrm>
              <a:off x="5120754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85" name="pt1085"/>
            <p:cNvSpPr/>
            <p:nvPr/>
          </p:nvSpPr>
          <p:spPr>
            <a:xfrm>
              <a:off x="4954635" y="266499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86" name="pt1086"/>
            <p:cNvSpPr/>
            <p:nvPr/>
          </p:nvSpPr>
          <p:spPr>
            <a:xfrm>
              <a:off x="4996165" y="296454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87" name="pt1087"/>
            <p:cNvSpPr/>
            <p:nvPr/>
          </p:nvSpPr>
          <p:spPr>
            <a:xfrm>
              <a:off x="6823473" y="100596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88" name="pt1088"/>
            <p:cNvSpPr/>
            <p:nvPr/>
          </p:nvSpPr>
          <p:spPr>
            <a:xfrm>
              <a:off x="5868289" y="146680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89" name="pt1089"/>
            <p:cNvSpPr/>
            <p:nvPr/>
          </p:nvSpPr>
          <p:spPr>
            <a:xfrm>
              <a:off x="5203813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90" name="pt1090"/>
            <p:cNvSpPr/>
            <p:nvPr/>
          </p:nvSpPr>
          <p:spPr>
            <a:xfrm>
              <a:off x="4663927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91" name="pt1091"/>
            <p:cNvSpPr/>
            <p:nvPr/>
          </p:nvSpPr>
          <p:spPr>
            <a:xfrm>
              <a:off x="5369932" y="197373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92" name="pt1092"/>
            <p:cNvSpPr/>
            <p:nvPr/>
          </p:nvSpPr>
          <p:spPr>
            <a:xfrm>
              <a:off x="5411462" y="296454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93" name="pt1093"/>
            <p:cNvSpPr/>
            <p:nvPr/>
          </p:nvSpPr>
          <p:spPr>
            <a:xfrm>
              <a:off x="5785229" y="22732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94" name="pt1094"/>
            <p:cNvSpPr/>
            <p:nvPr/>
          </p:nvSpPr>
          <p:spPr>
            <a:xfrm>
              <a:off x="5162283" y="24806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95" name="pt1095"/>
            <p:cNvSpPr/>
            <p:nvPr/>
          </p:nvSpPr>
          <p:spPr>
            <a:xfrm>
              <a:off x="5743700" y="151289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96" name="pt1096"/>
            <p:cNvSpPr/>
            <p:nvPr/>
          </p:nvSpPr>
          <p:spPr>
            <a:xfrm>
              <a:off x="6574294" y="100596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97" name="pt1097"/>
            <p:cNvSpPr/>
            <p:nvPr/>
          </p:nvSpPr>
          <p:spPr>
            <a:xfrm>
              <a:off x="6117467" y="1144216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98" name="pt1098"/>
            <p:cNvSpPr/>
            <p:nvPr/>
          </p:nvSpPr>
          <p:spPr>
            <a:xfrm>
              <a:off x="5826759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099" name="pt1099"/>
            <p:cNvSpPr/>
            <p:nvPr/>
          </p:nvSpPr>
          <p:spPr>
            <a:xfrm>
              <a:off x="4663927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00" name="pt1100"/>
            <p:cNvSpPr/>
            <p:nvPr/>
          </p:nvSpPr>
          <p:spPr>
            <a:xfrm>
              <a:off x="6906532" y="79858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01" name="pt1101"/>
            <p:cNvSpPr/>
            <p:nvPr/>
          </p:nvSpPr>
          <p:spPr>
            <a:xfrm>
              <a:off x="5743700" y="148984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02" name="pt1102"/>
            <p:cNvSpPr/>
            <p:nvPr/>
          </p:nvSpPr>
          <p:spPr>
            <a:xfrm>
              <a:off x="5702170" y="1489849"/>
              <a:ext cx="72220" cy="72220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309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03" name="pt1103"/>
            <p:cNvSpPr/>
            <p:nvPr/>
          </p:nvSpPr>
          <p:spPr>
            <a:xfrm>
              <a:off x="4996165" y="192764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04" name="pt1104"/>
            <p:cNvSpPr/>
            <p:nvPr/>
          </p:nvSpPr>
          <p:spPr>
            <a:xfrm>
              <a:off x="5992878" y="1144216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05" name="pt1105"/>
            <p:cNvSpPr/>
            <p:nvPr/>
          </p:nvSpPr>
          <p:spPr>
            <a:xfrm>
              <a:off x="4913105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06" name="pt1106"/>
            <p:cNvSpPr/>
            <p:nvPr/>
          </p:nvSpPr>
          <p:spPr>
            <a:xfrm>
              <a:off x="5245343" y="190460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07" name="pt1107"/>
            <p:cNvSpPr/>
            <p:nvPr/>
          </p:nvSpPr>
          <p:spPr>
            <a:xfrm>
              <a:off x="6408175" y="100596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08" name="pt1108"/>
            <p:cNvSpPr/>
            <p:nvPr/>
          </p:nvSpPr>
          <p:spPr>
            <a:xfrm>
              <a:off x="4913105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09" name="pt1109"/>
            <p:cNvSpPr/>
            <p:nvPr/>
          </p:nvSpPr>
          <p:spPr>
            <a:xfrm>
              <a:off x="6034408" y="1144216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10" name="pt1110"/>
            <p:cNvSpPr/>
            <p:nvPr/>
          </p:nvSpPr>
          <p:spPr>
            <a:xfrm>
              <a:off x="7571008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11" name="pt1111"/>
            <p:cNvSpPr/>
            <p:nvPr/>
          </p:nvSpPr>
          <p:spPr>
            <a:xfrm>
              <a:off x="5992878" y="100596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12" name="pt1112"/>
            <p:cNvSpPr/>
            <p:nvPr/>
          </p:nvSpPr>
          <p:spPr>
            <a:xfrm>
              <a:off x="4913105" y="294150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13" name="pt1113"/>
            <p:cNvSpPr/>
            <p:nvPr/>
          </p:nvSpPr>
          <p:spPr>
            <a:xfrm>
              <a:off x="5079224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14" name="pt1114"/>
            <p:cNvSpPr/>
            <p:nvPr/>
          </p:nvSpPr>
          <p:spPr>
            <a:xfrm>
              <a:off x="5162283" y="190460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15" name="pt1115"/>
            <p:cNvSpPr/>
            <p:nvPr/>
          </p:nvSpPr>
          <p:spPr>
            <a:xfrm>
              <a:off x="5162283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16" name="pt1116"/>
            <p:cNvSpPr/>
            <p:nvPr/>
          </p:nvSpPr>
          <p:spPr>
            <a:xfrm>
              <a:off x="5328402" y="162810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17" name="pt1117"/>
            <p:cNvSpPr/>
            <p:nvPr/>
          </p:nvSpPr>
          <p:spPr>
            <a:xfrm>
              <a:off x="5411462" y="183548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18" name="pt1118"/>
            <p:cNvSpPr/>
            <p:nvPr/>
          </p:nvSpPr>
          <p:spPr>
            <a:xfrm>
              <a:off x="4705456" y="28723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19" name="pt1119"/>
            <p:cNvSpPr/>
            <p:nvPr/>
          </p:nvSpPr>
          <p:spPr>
            <a:xfrm>
              <a:off x="5494521" y="176635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20" name="pt1120"/>
            <p:cNvSpPr/>
            <p:nvPr/>
          </p:nvSpPr>
          <p:spPr>
            <a:xfrm>
              <a:off x="5660640" y="169722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21" name="pt1121"/>
            <p:cNvSpPr/>
            <p:nvPr/>
          </p:nvSpPr>
          <p:spPr>
            <a:xfrm>
              <a:off x="5079224" y="294150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22" name="pt1122"/>
            <p:cNvSpPr/>
            <p:nvPr/>
          </p:nvSpPr>
          <p:spPr>
            <a:xfrm>
              <a:off x="4663927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23" name="pt1123"/>
            <p:cNvSpPr/>
            <p:nvPr/>
          </p:nvSpPr>
          <p:spPr>
            <a:xfrm>
              <a:off x="4497808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24" name="pt1124"/>
            <p:cNvSpPr/>
            <p:nvPr/>
          </p:nvSpPr>
          <p:spPr>
            <a:xfrm>
              <a:off x="4871575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25" name="pt1125"/>
            <p:cNvSpPr/>
            <p:nvPr/>
          </p:nvSpPr>
          <p:spPr>
            <a:xfrm>
              <a:off x="5702170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26" name="pt1126"/>
            <p:cNvSpPr/>
            <p:nvPr/>
          </p:nvSpPr>
          <p:spPr>
            <a:xfrm>
              <a:off x="5162283" y="21811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27" name="pt1127"/>
            <p:cNvSpPr/>
            <p:nvPr/>
          </p:nvSpPr>
          <p:spPr>
            <a:xfrm>
              <a:off x="5369932" y="183548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28" name="pt1128"/>
            <p:cNvSpPr/>
            <p:nvPr/>
          </p:nvSpPr>
          <p:spPr>
            <a:xfrm>
              <a:off x="4913105" y="266499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29" name="pt1129"/>
            <p:cNvSpPr/>
            <p:nvPr/>
          </p:nvSpPr>
          <p:spPr>
            <a:xfrm>
              <a:off x="4954635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30" name="pt1130"/>
            <p:cNvSpPr/>
            <p:nvPr/>
          </p:nvSpPr>
          <p:spPr>
            <a:xfrm>
              <a:off x="5037694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31" name="pt1131"/>
            <p:cNvSpPr/>
            <p:nvPr/>
          </p:nvSpPr>
          <p:spPr>
            <a:xfrm>
              <a:off x="4705456" y="31488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32" name="pt1132"/>
            <p:cNvSpPr/>
            <p:nvPr/>
          </p:nvSpPr>
          <p:spPr>
            <a:xfrm>
              <a:off x="4539337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33" name="pt1133"/>
            <p:cNvSpPr/>
            <p:nvPr/>
          </p:nvSpPr>
          <p:spPr>
            <a:xfrm>
              <a:off x="5494521" y="155897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34" name="pt1134"/>
            <p:cNvSpPr/>
            <p:nvPr/>
          </p:nvSpPr>
          <p:spPr>
            <a:xfrm>
              <a:off x="5369932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35" name="pt1135"/>
            <p:cNvSpPr/>
            <p:nvPr/>
          </p:nvSpPr>
          <p:spPr>
            <a:xfrm>
              <a:off x="4622397" y="294150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36" name="pt1136"/>
            <p:cNvSpPr/>
            <p:nvPr/>
          </p:nvSpPr>
          <p:spPr>
            <a:xfrm>
              <a:off x="5826759" y="142072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37" name="pt1137"/>
            <p:cNvSpPr/>
            <p:nvPr/>
          </p:nvSpPr>
          <p:spPr>
            <a:xfrm>
              <a:off x="4871575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38" name="pt1138"/>
            <p:cNvSpPr/>
            <p:nvPr/>
          </p:nvSpPr>
          <p:spPr>
            <a:xfrm>
              <a:off x="4663927" y="266499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39" name="pt1139"/>
            <p:cNvSpPr/>
            <p:nvPr/>
          </p:nvSpPr>
          <p:spPr>
            <a:xfrm>
              <a:off x="5494521" y="128246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40" name="pt1140"/>
            <p:cNvSpPr/>
            <p:nvPr/>
          </p:nvSpPr>
          <p:spPr>
            <a:xfrm>
              <a:off x="5079224" y="23884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41" name="pt1141"/>
            <p:cNvSpPr/>
            <p:nvPr/>
          </p:nvSpPr>
          <p:spPr>
            <a:xfrm>
              <a:off x="5452992" y="183548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42" name="pt1142"/>
            <p:cNvSpPr/>
            <p:nvPr/>
          </p:nvSpPr>
          <p:spPr>
            <a:xfrm>
              <a:off x="5411462" y="169722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43" name="pt1143"/>
            <p:cNvSpPr/>
            <p:nvPr/>
          </p:nvSpPr>
          <p:spPr>
            <a:xfrm>
              <a:off x="5536051" y="135159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44" name="pt1144"/>
            <p:cNvSpPr/>
            <p:nvPr/>
          </p:nvSpPr>
          <p:spPr>
            <a:xfrm>
              <a:off x="4497808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45" name="pt1145"/>
            <p:cNvSpPr/>
            <p:nvPr/>
          </p:nvSpPr>
          <p:spPr>
            <a:xfrm>
              <a:off x="4622397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46" name="pt1146"/>
            <p:cNvSpPr/>
            <p:nvPr/>
          </p:nvSpPr>
          <p:spPr>
            <a:xfrm>
              <a:off x="4705456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47" name="pt1147"/>
            <p:cNvSpPr/>
            <p:nvPr/>
          </p:nvSpPr>
          <p:spPr>
            <a:xfrm>
              <a:off x="5577581" y="148984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48" name="pt1148"/>
            <p:cNvSpPr/>
            <p:nvPr/>
          </p:nvSpPr>
          <p:spPr>
            <a:xfrm>
              <a:off x="4788516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49" name="pt1149"/>
            <p:cNvSpPr/>
            <p:nvPr/>
          </p:nvSpPr>
          <p:spPr>
            <a:xfrm>
              <a:off x="4954635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50" name="pt1150"/>
            <p:cNvSpPr/>
            <p:nvPr/>
          </p:nvSpPr>
          <p:spPr>
            <a:xfrm>
              <a:off x="5120754" y="197373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51" name="pt1151"/>
            <p:cNvSpPr/>
            <p:nvPr/>
          </p:nvSpPr>
          <p:spPr>
            <a:xfrm>
              <a:off x="4746986" y="31488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52" name="pt1152"/>
            <p:cNvSpPr/>
            <p:nvPr/>
          </p:nvSpPr>
          <p:spPr>
            <a:xfrm>
              <a:off x="5286873" y="155897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53" name="pt1153"/>
            <p:cNvSpPr/>
            <p:nvPr/>
          </p:nvSpPr>
          <p:spPr>
            <a:xfrm>
              <a:off x="6158997" y="1144216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54" name="pt1154"/>
            <p:cNvSpPr/>
            <p:nvPr/>
          </p:nvSpPr>
          <p:spPr>
            <a:xfrm>
              <a:off x="4497808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55" name="pt1155"/>
            <p:cNvSpPr/>
            <p:nvPr/>
          </p:nvSpPr>
          <p:spPr>
            <a:xfrm>
              <a:off x="5203813" y="121334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56" name="pt1156"/>
            <p:cNvSpPr/>
            <p:nvPr/>
          </p:nvSpPr>
          <p:spPr>
            <a:xfrm>
              <a:off x="5743700" y="155897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57" name="pt1157"/>
            <p:cNvSpPr/>
            <p:nvPr/>
          </p:nvSpPr>
          <p:spPr>
            <a:xfrm>
              <a:off x="5369932" y="162810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58" name="pt1158"/>
            <p:cNvSpPr/>
            <p:nvPr/>
          </p:nvSpPr>
          <p:spPr>
            <a:xfrm>
              <a:off x="6200527" y="1075090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59" name="pt1159"/>
            <p:cNvSpPr/>
            <p:nvPr/>
          </p:nvSpPr>
          <p:spPr>
            <a:xfrm>
              <a:off x="6781943" y="100596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60" name="pt1160"/>
            <p:cNvSpPr/>
            <p:nvPr/>
          </p:nvSpPr>
          <p:spPr>
            <a:xfrm>
              <a:off x="4580867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61" name="pt1161"/>
            <p:cNvSpPr/>
            <p:nvPr/>
          </p:nvSpPr>
          <p:spPr>
            <a:xfrm>
              <a:off x="4497808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62" name="pt1162"/>
            <p:cNvSpPr/>
            <p:nvPr/>
          </p:nvSpPr>
          <p:spPr>
            <a:xfrm>
              <a:off x="5660640" y="155897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63" name="pt1163"/>
            <p:cNvSpPr/>
            <p:nvPr/>
          </p:nvSpPr>
          <p:spPr>
            <a:xfrm>
              <a:off x="5494521" y="231936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64" name="pt1164"/>
            <p:cNvSpPr/>
            <p:nvPr/>
          </p:nvSpPr>
          <p:spPr>
            <a:xfrm>
              <a:off x="4996165" y="24115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65" name="pt1165"/>
            <p:cNvSpPr/>
            <p:nvPr/>
          </p:nvSpPr>
          <p:spPr>
            <a:xfrm>
              <a:off x="5909819" y="169722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66" name="pt1166"/>
            <p:cNvSpPr/>
            <p:nvPr/>
          </p:nvSpPr>
          <p:spPr>
            <a:xfrm>
              <a:off x="4663927" y="266499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67" name="pt1167"/>
            <p:cNvSpPr/>
            <p:nvPr/>
          </p:nvSpPr>
          <p:spPr>
            <a:xfrm>
              <a:off x="4580867" y="303367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68" name="pt1168"/>
            <p:cNvSpPr/>
            <p:nvPr/>
          </p:nvSpPr>
          <p:spPr>
            <a:xfrm>
              <a:off x="4539337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69" name="pt1169"/>
            <p:cNvSpPr/>
            <p:nvPr/>
          </p:nvSpPr>
          <p:spPr>
            <a:xfrm>
              <a:off x="6449705" y="936837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70" name="pt1170"/>
            <p:cNvSpPr/>
            <p:nvPr/>
          </p:nvSpPr>
          <p:spPr>
            <a:xfrm>
              <a:off x="5536051" y="23884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71" name="pt1171"/>
            <p:cNvSpPr/>
            <p:nvPr/>
          </p:nvSpPr>
          <p:spPr>
            <a:xfrm>
              <a:off x="4954635" y="229632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72" name="pt1172"/>
            <p:cNvSpPr/>
            <p:nvPr/>
          </p:nvSpPr>
          <p:spPr>
            <a:xfrm>
              <a:off x="4497808" y="319496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73" name="pt1173"/>
            <p:cNvSpPr/>
            <p:nvPr/>
          </p:nvSpPr>
          <p:spPr>
            <a:xfrm>
              <a:off x="4622397" y="305671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74" name="pt1174"/>
            <p:cNvSpPr/>
            <p:nvPr/>
          </p:nvSpPr>
          <p:spPr>
            <a:xfrm>
              <a:off x="5328402" y="31488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75" name="pt1175"/>
            <p:cNvSpPr/>
            <p:nvPr/>
          </p:nvSpPr>
          <p:spPr>
            <a:xfrm>
              <a:off x="5619110" y="259587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76" name="pt1176"/>
            <p:cNvSpPr/>
            <p:nvPr/>
          </p:nvSpPr>
          <p:spPr>
            <a:xfrm>
              <a:off x="5328402" y="231936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77" name="pt1177"/>
            <p:cNvSpPr/>
            <p:nvPr/>
          </p:nvSpPr>
          <p:spPr>
            <a:xfrm>
              <a:off x="4913105" y="301063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78" name="pt1178"/>
            <p:cNvSpPr/>
            <p:nvPr/>
          </p:nvSpPr>
          <p:spPr>
            <a:xfrm>
              <a:off x="6283586" y="169722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79" name="pt1179"/>
            <p:cNvSpPr/>
            <p:nvPr/>
          </p:nvSpPr>
          <p:spPr>
            <a:xfrm>
              <a:off x="5702170" y="165114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80" name="pt1180"/>
            <p:cNvSpPr/>
            <p:nvPr/>
          </p:nvSpPr>
          <p:spPr>
            <a:xfrm>
              <a:off x="6034408" y="142072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81" name="pt1181"/>
            <p:cNvSpPr/>
            <p:nvPr/>
          </p:nvSpPr>
          <p:spPr>
            <a:xfrm>
              <a:off x="4996165" y="208894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82" name="pt1182"/>
            <p:cNvSpPr/>
            <p:nvPr/>
          </p:nvSpPr>
          <p:spPr>
            <a:xfrm>
              <a:off x="5286873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83" name="pt1183"/>
            <p:cNvSpPr/>
            <p:nvPr/>
          </p:nvSpPr>
          <p:spPr>
            <a:xfrm>
              <a:off x="4580867" y="301063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84" name="pt1184"/>
            <p:cNvSpPr/>
            <p:nvPr/>
          </p:nvSpPr>
          <p:spPr>
            <a:xfrm>
              <a:off x="5120754" y="23884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85" name="pt1185"/>
            <p:cNvSpPr/>
            <p:nvPr/>
          </p:nvSpPr>
          <p:spPr>
            <a:xfrm>
              <a:off x="4954635" y="24115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86" name="pt1186"/>
            <p:cNvSpPr/>
            <p:nvPr/>
          </p:nvSpPr>
          <p:spPr>
            <a:xfrm>
              <a:off x="5120754" y="220415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87" name="pt1187"/>
            <p:cNvSpPr/>
            <p:nvPr/>
          </p:nvSpPr>
          <p:spPr>
            <a:xfrm>
              <a:off x="4954635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88" name="pt1188"/>
            <p:cNvSpPr/>
            <p:nvPr/>
          </p:nvSpPr>
          <p:spPr>
            <a:xfrm>
              <a:off x="5951348" y="128246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89" name="pt1189"/>
            <p:cNvSpPr/>
            <p:nvPr/>
          </p:nvSpPr>
          <p:spPr>
            <a:xfrm>
              <a:off x="5826759" y="169722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90" name="pt1190"/>
            <p:cNvSpPr/>
            <p:nvPr/>
          </p:nvSpPr>
          <p:spPr>
            <a:xfrm>
              <a:off x="5577581" y="148984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91" name="pt1191"/>
            <p:cNvSpPr/>
            <p:nvPr/>
          </p:nvSpPr>
          <p:spPr>
            <a:xfrm>
              <a:off x="4497808" y="312584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92" name="pt1192"/>
            <p:cNvSpPr/>
            <p:nvPr/>
          </p:nvSpPr>
          <p:spPr>
            <a:xfrm>
              <a:off x="4830046" y="301063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93" name="pt1193"/>
            <p:cNvSpPr/>
            <p:nvPr/>
          </p:nvSpPr>
          <p:spPr>
            <a:xfrm>
              <a:off x="6408175" y="137463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94" name="pt1194"/>
            <p:cNvSpPr/>
            <p:nvPr/>
          </p:nvSpPr>
          <p:spPr>
            <a:xfrm>
              <a:off x="4663927" y="280325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95" name="pt1195"/>
            <p:cNvSpPr/>
            <p:nvPr/>
          </p:nvSpPr>
          <p:spPr>
            <a:xfrm>
              <a:off x="5494521" y="24806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96" name="pt1196"/>
            <p:cNvSpPr/>
            <p:nvPr/>
          </p:nvSpPr>
          <p:spPr>
            <a:xfrm>
              <a:off x="6117467" y="178939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97" name="pt1197"/>
            <p:cNvSpPr/>
            <p:nvPr/>
          </p:nvSpPr>
          <p:spPr>
            <a:xfrm>
              <a:off x="5203813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98" name="pt1198"/>
            <p:cNvSpPr/>
            <p:nvPr/>
          </p:nvSpPr>
          <p:spPr>
            <a:xfrm>
              <a:off x="6491235" y="137463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199" name="pt1199"/>
            <p:cNvSpPr/>
            <p:nvPr/>
          </p:nvSpPr>
          <p:spPr>
            <a:xfrm>
              <a:off x="4497808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00" name="pt1200"/>
            <p:cNvSpPr/>
            <p:nvPr/>
          </p:nvSpPr>
          <p:spPr>
            <a:xfrm>
              <a:off x="4954635" y="298758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01" name="pt1201"/>
            <p:cNvSpPr/>
            <p:nvPr/>
          </p:nvSpPr>
          <p:spPr>
            <a:xfrm>
              <a:off x="6823473" y="936837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02" name="pt1202"/>
            <p:cNvSpPr/>
            <p:nvPr/>
          </p:nvSpPr>
          <p:spPr>
            <a:xfrm>
              <a:off x="5826759" y="1558975"/>
              <a:ext cx="72220" cy="72220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309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03" name="pt1203"/>
            <p:cNvSpPr/>
            <p:nvPr/>
          </p:nvSpPr>
          <p:spPr>
            <a:xfrm>
              <a:off x="4580867" y="28723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04" name="pt1204"/>
            <p:cNvSpPr/>
            <p:nvPr/>
          </p:nvSpPr>
          <p:spPr>
            <a:xfrm>
              <a:off x="5203813" y="24345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05" name="pt1205"/>
            <p:cNvSpPr/>
            <p:nvPr/>
          </p:nvSpPr>
          <p:spPr>
            <a:xfrm>
              <a:off x="5328402" y="21811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06" name="pt1206"/>
            <p:cNvSpPr/>
            <p:nvPr/>
          </p:nvSpPr>
          <p:spPr>
            <a:xfrm>
              <a:off x="5079224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07" name="pt1207"/>
            <p:cNvSpPr/>
            <p:nvPr/>
          </p:nvSpPr>
          <p:spPr>
            <a:xfrm>
              <a:off x="5245343" y="220415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08" name="pt1208"/>
            <p:cNvSpPr/>
            <p:nvPr/>
          </p:nvSpPr>
          <p:spPr>
            <a:xfrm>
              <a:off x="5162283" y="208894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09" name="pt1209"/>
            <p:cNvSpPr/>
            <p:nvPr/>
          </p:nvSpPr>
          <p:spPr>
            <a:xfrm>
              <a:off x="5494521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10" name="pt1210"/>
            <p:cNvSpPr/>
            <p:nvPr/>
          </p:nvSpPr>
          <p:spPr>
            <a:xfrm>
              <a:off x="5079224" y="26189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11" name="pt1211"/>
            <p:cNvSpPr/>
            <p:nvPr/>
          </p:nvSpPr>
          <p:spPr>
            <a:xfrm>
              <a:off x="6532764" y="100596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12" name="pt1212"/>
            <p:cNvSpPr/>
            <p:nvPr/>
          </p:nvSpPr>
          <p:spPr>
            <a:xfrm>
              <a:off x="4497808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13" name="pt1213"/>
            <p:cNvSpPr/>
            <p:nvPr/>
          </p:nvSpPr>
          <p:spPr>
            <a:xfrm>
              <a:off x="4497808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14" name="pt1214"/>
            <p:cNvSpPr/>
            <p:nvPr/>
          </p:nvSpPr>
          <p:spPr>
            <a:xfrm>
              <a:off x="6158997" y="1098132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15" name="pt1215"/>
            <p:cNvSpPr/>
            <p:nvPr/>
          </p:nvSpPr>
          <p:spPr>
            <a:xfrm>
              <a:off x="5494521" y="19506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16" name="pt1216"/>
            <p:cNvSpPr/>
            <p:nvPr/>
          </p:nvSpPr>
          <p:spPr>
            <a:xfrm>
              <a:off x="5826759" y="190460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17" name="pt1217"/>
            <p:cNvSpPr/>
            <p:nvPr/>
          </p:nvSpPr>
          <p:spPr>
            <a:xfrm>
              <a:off x="5411462" y="231936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18" name="pt1218"/>
            <p:cNvSpPr/>
            <p:nvPr/>
          </p:nvSpPr>
          <p:spPr>
            <a:xfrm>
              <a:off x="5702170" y="151289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19" name="pt1219"/>
            <p:cNvSpPr/>
            <p:nvPr/>
          </p:nvSpPr>
          <p:spPr>
            <a:xfrm>
              <a:off x="5577581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20" name="pt1220"/>
            <p:cNvSpPr/>
            <p:nvPr/>
          </p:nvSpPr>
          <p:spPr>
            <a:xfrm>
              <a:off x="5245343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21" name="pt1221"/>
            <p:cNvSpPr/>
            <p:nvPr/>
          </p:nvSpPr>
          <p:spPr>
            <a:xfrm>
              <a:off x="5037694" y="273412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22" name="pt1222"/>
            <p:cNvSpPr/>
            <p:nvPr/>
          </p:nvSpPr>
          <p:spPr>
            <a:xfrm>
              <a:off x="5785229" y="148984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23" name="pt1223"/>
            <p:cNvSpPr/>
            <p:nvPr/>
          </p:nvSpPr>
          <p:spPr>
            <a:xfrm>
              <a:off x="6117467" y="165114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24" name="pt1224"/>
            <p:cNvSpPr/>
            <p:nvPr/>
          </p:nvSpPr>
          <p:spPr>
            <a:xfrm>
              <a:off x="6242056" y="1144216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25" name="pt1225"/>
            <p:cNvSpPr/>
            <p:nvPr/>
          </p:nvSpPr>
          <p:spPr>
            <a:xfrm>
              <a:off x="5079224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26" name="pt1226"/>
            <p:cNvSpPr/>
            <p:nvPr/>
          </p:nvSpPr>
          <p:spPr>
            <a:xfrm>
              <a:off x="5702170" y="19506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27" name="pt1227"/>
            <p:cNvSpPr/>
            <p:nvPr/>
          </p:nvSpPr>
          <p:spPr>
            <a:xfrm>
              <a:off x="4705456" y="31488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28" name="pt1228"/>
            <p:cNvSpPr/>
            <p:nvPr/>
          </p:nvSpPr>
          <p:spPr>
            <a:xfrm>
              <a:off x="6242056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29" name="pt1229"/>
            <p:cNvSpPr/>
            <p:nvPr/>
          </p:nvSpPr>
          <p:spPr>
            <a:xfrm>
              <a:off x="5328402" y="201981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30" name="pt1230"/>
            <p:cNvSpPr/>
            <p:nvPr/>
          </p:nvSpPr>
          <p:spPr>
            <a:xfrm>
              <a:off x="5452992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31" name="pt1231"/>
            <p:cNvSpPr/>
            <p:nvPr/>
          </p:nvSpPr>
          <p:spPr>
            <a:xfrm>
              <a:off x="6698883" y="135159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32" name="pt1232"/>
            <p:cNvSpPr/>
            <p:nvPr/>
          </p:nvSpPr>
          <p:spPr>
            <a:xfrm>
              <a:off x="5452992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33" name="pt1233"/>
            <p:cNvSpPr/>
            <p:nvPr/>
          </p:nvSpPr>
          <p:spPr>
            <a:xfrm>
              <a:off x="4871575" y="26189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34" name="pt1234"/>
            <p:cNvSpPr/>
            <p:nvPr/>
          </p:nvSpPr>
          <p:spPr>
            <a:xfrm>
              <a:off x="5702170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35" name="pt1235"/>
            <p:cNvSpPr/>
            <p:nvPr/>
          </p:nvSpPr>
          <p:spPr>
            <a:xfrm>
              <a:off x="5245343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36" name="pt1236"/>
            <p:cNvSpPr/>
            <p:nvPr/>
          </p:nvSpPr>
          <p:spPr>
            <a:xfrm>
              <a:off x="5411462" y="190460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37" name="pt1237"/>
            <p:cNvSpPr/>
            <p:nvPr/>
          </p:nvSpPr>
          <p:spPr>
            <a:xfrm>
              <a:off x="4871575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38" name="pt1238"/>
            <p:cNvSpPr/>
            <p:nvPr/>
          </p:nvSpPr>
          <p:spPr>
            <a:xfrm>
              <a:off x="4788516" y="280325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39" name="pt1239"/>
            <p:cNvSpPr/>
            <p:nvPr/>
          </p:nvSpPr>
          <p:spPr>
            <a:xfrm>
              <a:off x="5660640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40" name="pt1240"/>
            <p:cNvSpPr/>
            <p:nvPr/>
          </p:nvSpPr>
          <p:spPr>
            <a:xfrm>
              <a:off x="5785229" y="197373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41" name="pt1241"/>
            <p:cNvSpPr/>
            <p:nvPr/>
          </p:nvSpPr>
          <p:spPr>
            <a:xfrm>
              <a:off x="5702170" y="197373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42" name="pt1242"/>
            <p:cNvSpPr/>
            <p:nvPr/>
          </p:nvSpPr>
          <p:spPr>
            <a:xfrm>
              <a:off x="5328402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43" name="pt1243"/>
            <p:cNvSpPr/>
            <p:nvPr/>
          </p:nvSpPr>
          <p:spPr>
            <a:xfrm>
              <a:off x="5245343" y="268804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44" name="pt1244"/>
            <p:cNvSpPr/>
            <p:nvPr/>
          </p:nvSpPr>
          <p:spPr>
            <a:xfrm>
              <a:off x="5577581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45" name="pt1245"/>
            <p:cNvSpPr/>
            <p:nvPr/>
          </p:nvSpPr>
          <p:spPr>
            <a:xfrm>
              <a:off x="6034408" y="142072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46" name="pt1246"/>
            <p:cNvSpPr/>
            <p:nvPr/>
          </p:nvSpPr>
          <p:spPr>
            <a:xfrm>
              <a:off x="5286873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47" name="pt1247"/>
            <p:cNvSpPr/>
            <p:nvPr/>
          </p:nvSpPr>
          <p:spPr>
            <a:xfrm>
              <a:off x="5702170" y="167418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48" name="pt1248"/>
            <p:cNvSpPr/>
            <p:nvPr/>
          </p:nvSpPr>
          <p:spPr>
            <a:xfrm>
              <a:off x="5452992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49" name="pt1249"/>
            <p:cNvSpPr/>
            <p:nvPr/>
          </p:nvSpPr>
          <p:spPr>
            <a:xfrm>
              <a:off x="5785229" y="151289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50" name="pt1250"/>
            <p:cNvSpPr/>
            <p:nvPr/>
          </p:nvSpPr>
          <p:spPr>
            <a:xfrm>
              <a:off x="5203813" y="23654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51" name="pt1251"/>
            <p:cNvSpPr/>
            <p:nvPr/>
          </p:nvSpPr>
          <p:spPr>
            <a:xfrm>
              <a:off x="6366646" y="148984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52" name="pt1252"/>
            <p:cNvSpPr/>
            <p:nvPr/>
          </p:nvSpPr>
          <p:spPr>
            <a:xfrm>
              <a:off x="5868289" y="21811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53" name="pt1253"/>
            <p:cNvSpPr/>
            <p:nvPr/>
          </p:nvSpPr>
          <p:spPr>
            <a:xfrm>
              <a:off x="5286873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54" name="pt1254"/>
            <p:cNvSpPr/>
            <p:nvPr/>
          </p:nvSpPr>
          <p:spPr>
            <a:xfrm>
              <a:off x="5203813" y="257283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55" name="pt1255"/>
            <p:cNvSpPr/>
            <p:nvPr/>
          </p:nvSpPr>
          <p:spPr>
            <a:xfrm>
              <a:off x="5203813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56" name="pt1256"/>
            <p:cNvSpPr/>
            <p:nvPr/>
          </p:nvSpPr>
          <p:spPr>
            <a:xfrm>
              <a:off x="4913105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57" name="pt1257"/>
            <p:cNvSpPr/>
            <p:nvPr/>
          </p:nvSpPr>
          <p:spPr>
            <a:xfrm>
              <a:off x="5619110" y="190460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58" name="pt1258"/>
            <p:cNvSpPr/>
            <p:nvPr/>
          </p:nvSpPr>
          <p:spPr>
            <a:xfrm>
              <a:off x="4913105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59" name="pt1259"/>
            <p:cNvSpPr/>
            <p:nvPr/>
          </p:nvSpPr>
          <p:spPr>
            <a:xfrm>
              <a:off x="5037694" y="268804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60" name="pt1260"/>
            <p:cNvSpPr/>
            <p:nvPr/>
          </p:nvSpPr>
          <p:spPr>
            <a:xfrm>
              <a:off x="4622397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61" name="pt1261"/>
            <p:cNvSpPr/>
            <p:nvPr/>
          </p:nvSpPr>
          <p:spPr>
            <a:xfrm>
              <a:off x="5245343" y="25037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62" name="pt1262"/>
            <p:cNvSpPr/>
            <p:nvPr/>
          </p:nvSpPr>
          <p:spPr>
            <a:xfrm>
              <a:off x="6408175" y="1144216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63" name="pt1263"/>
            <p:cNvSpPr/>
            <p:nvPr/>
          </p:nvSpPr>
          <p:spPr>
            <a:xfrm>
              <a:off x="5452992" y="188156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64" name="pt1264"/>
            <p:cNvSpPr/>
            <p:nvPr/>
          </p:nvSpPr>
          <p:spPr>
            <a:xfrm>
              <a:off x="4913105" y="291846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65" name="pt1265"/>
            <p:cNvSpPr/>
            <p:nvPr/>
          </p:nvSpPr>
          <p:spPr>
            <a:xfrm>
              <a:off x="4580867" y="28723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66" name="pt1266"/>
            <p:cNvSpPr/>
            <p:nvPr/>
          </p:nvSpPr>
          <p:spPr>
            <a:xfrm>
              <a:off x="6200527" y="1190301"/>
              <a:ext cx="72220" cy="72220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309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67" name="pt1267"/>
            <p:cNvSpPr/>
            <p:nvPr/>
          </p:nvSpPr>
          <p:spPr>
            <a:xfrm>
              <a:off x="4497808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68" name="pt1268"/>
            <p:cNvSpPr/>
            <p:nvPr/>
          </p:nvSpPr>
          <p:spPr>
            <a:xfrm>
              <a:off x="4580867" y="307975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69" name="pt1269"/>
            <p:cNvSpPr/>
            <p:nvPr/>
          </p:nvSpPr>
          <p:spPr>
            <a:xfrm>
              <a:off x="5411462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70" name="pt1270"/>
            <p:cNvSpPr/>
            <p:nvPr/>
          </p:nvSpPr>
          <p:spPr>
            <a:xfrm>
              <a:off x="5951348" y="172027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71" name="pt1271"/>
            <p:cNvSpPr/>
            <p:nvPr/>
          </p:nvSpPr>
          <p:spPr>
            <a:xfrm>
              <a:off x="5037694" y="268804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72" name="pt1272"/>
            <p:cNvSpPr/>
            <p:nvPr/>
          </p:nvSpPr>
          <p:spPr>
            <a:xfrm>
              <a:off x="4663927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73" name="pt1273"/>
            <p:cNvSpPr/>
            <p:nvPr/>
          </p:nvSpPr>
          <p:spPr>
            <a:xfrm>
              <a:off x="4954635" y="298758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74" name="pt1274"/>
            <p:cNvSpPr/>
            <p:nvPr/>
          </p:nvSpPr>
          <p:spPr>
            <a:xfrm>
              <a:off x="4580867" y="321801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75" name="pt1275"/>
            <p:cNvSpPr/>
            <p:nvPr/>
          </p:nvSpPr>
          <p:spPr>
            <a:xfrm>
              <a:off x="4497808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76" name="pt1276"/>
            <p:cNvSpPr/>
            <p:nvPr/>
          </p:nvSpPr>
          <p:spPr>
            <a:xfrm>
              <a:off x="5120754" y="280325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77" name="pt1277"/>
            <p:cNvSpPr/>
            <p:nvPr/>
          </p:nvSpPr>
          <p:spPr>
            <a:xfrm>
              <a:off x="5369932" y="220415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78" name="pt1278"/>
            <p:cNvSpPr/>
            <p:nvPr/>
          </p:nvSpPr>
          <p:spPr>
            <a:xfrm>
              <a:off x="4746986" y="266499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79" name="pt1279"/>
            <p:cNvSpPr/>
            <p:nvPr/>
          </p:nvSpPr>
          <p:spPr>
            <a:xfrm>
              <a:off x="4580867" y="291846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80" name="pt1280"/>
            <p:cNvSpPr/>
            <p:nvPr/>
          </p:nvSpPr>
          <p:spPr>
            <a:xfrm>
              <a:off x="6242056" y="1075090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81" name="pt1281"/>
            <p:cNvSpPr/>
            <p:nvPr/>
          </p:nvSpPr>
          <p:spPr>
            <a:xfrm>
              <a:off x="7072651" y="86771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82" name="pt1282"/>
            <p:cNvSpPr/>
            <p:nvPr/>
          </p:nvSpPr>
          <p:spPr>
            <a:xfrm>
              <a:off x="5494521" y="172027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83" name="pt1283"/>
            <p:cNvSpPr/>
            <p:nvPr/>
          </p:nvSpPr>
          <p:spPr>
            <a:xfrm>
              <a:off x="7155710" y="936837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84" name="pt1284"/>
            <p:cNvSpPr/>
            <p:nvPr/>
          </p:nvSpPr>
          <p:spPr>
            <a:xfrm>
              <a:off x="5536051" y="144376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85" name="pt1285"/>
            <p:cNvSpPr/>
            <p:nvPr/>
          </p:nvSpPr>
          <p:spPr>
            <a:xfrm>
              <a:off x="5162283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86" name="pt1286"/>
            <p:cNvSpPr/>
            <p:nvPr/>
          </p:nvSpPr>
          <p:spPr>
            <a:xfrm>
              <a:off x="4580867" y="296454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87" name="pt1287"/>
            <p:cNvSpPr/>
            <p:nvPr/>
          </p:nvSpPr>
          <p:spPr>
            <a:xfrm>
              <a:off x="5494521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88" name="pt1288"/>
            <p:cNvSpPr/>
            <p:nvPr/>
          </p:nvSpPr>
          <p:spPr>
            <a:xfrm>
              <a:off x="5245343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89" name="pt1289"/>
            <p:cNvSpPr/>
            <p:nvPr/>
          </p:nvSpPr>
          <p:spPr>
            <a:xfrm>
              <a:off x="5743700" y="188156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90" name="pt1290"/>
            <p:cNvSpPr/>
            <p:nvPr/>
          </p:nvSpPr>
          <p:spPr>
            <a:xfrm>
              <a:off x="5577581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91" name="pt1291"/>
            <p:cNvSpPr/>
            <p:nvPr/>
          </p:nvSpPr>
          <p:spPr>
            <a:xfrm>
              <a:off x="5120754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92" name="pt1292"/>
            <p:cNvSpPr/>
            <p:nvPr/>
          </p:nvSpPr>
          <p:spPr>
            <a:xfrm>
              <a:off x="4705456" y="268804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93" name="pt1293"/>
            <p:cNvSpPr/>
            <p:nvPr/>
          </p:nvSpPr>
          <p:spPr>
            <a:xfrm>
              <a:off x="5577581" y="135159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94" name="pt1294"/>
            <p:cNvSpPr/>
            <p:nvPr/>
          </p:nvSpPr>
          <p:spPr>
            <a:xfrm>
              <a:off x="5785229" y="231936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95" name="pt1295"/>
            <p:cNvSpPr/>
            <p:nvPr/>
          </p:nvSpPr>
          <p:spPr>
            <a:xfrm>
              <a:off x="6075937" y="142072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96" name="pt1296"/>
            <p:cNvSpPr/>
            <p:nvPr/>
          </p:nvSpPr>
          <p:spPr>
            <a:xfrm>
              <a:off x="5868289" y="172027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97" name="pt1297"/>
            <p:cNvSpPr/>
            <p:nvPr/>
          </p:nvSpPr>
          <p:spPr>
            <a:xfrm>
              <a:off x="6075937" y="162810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98" name="pt1298"/>
            <p:cNvSpPr/>
            <p:nvPr/>
          </p:nvSpPr>
          <p:spPr>
            <a:xfrm>
              <a:off x="4954635" y="282629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299" name="pt1299"/>
            <p:cNvSpPr/>
            <p:nvPr/>
          </p:nvSpPr>
          <p:spPr>
            <a:xfrm>
              <a:off x="5452992" y="183548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00" name="pt1300"/>
            <p:cNvSpPr/>
            <p:nvPr/>
          </p:nvSpPr>
          <p:spPr>
            <a:xfrm>
              <a:off x="5452992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01" name="pt1301"/>
            <p:cNvSpPr/>
            <p:nvPr/>
          </p:nvSpPr>
          <p:spPr>
            <a:xfrm>
              <a:off x="6200527" y="125942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02" name="pt1302"/>
            <p:cNvSpPr/>
            <p:nvPr/>
          </p:nvSpPr>
          <p:spPr>
            <a:xfrm>
              <a:off x="5909819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03" name="pt1303"/>
            <p:cNvSpPr/>
            <p:nvPr/>
          </p:nvSpPr>
          <p:spPr>
            <a:xfrm>
              <a:off x="5328402" y="23654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04" name="pt1304"/>
            <p:cNvSpPr/>
            <p:nvPr/>
          </p:nvSpPr>
          <p:spPr>
            <a:xfrm>
              <a:off x="6574294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05" name="pt1305"/>
            <p:cNvSpPr/>
            <p:nvPr/>
          </p:nvSpPr>
          <p:spPr>
            <a:xfrm>
              <a:off x="4746986" y="25497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06" name="pt1306"/>
            <p:cNvSpPr/>
            <p:nvPr/>
          </p:nvSpPr>
          <p:spPr>
            <a:xfrm>
              <a:off x="4996165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07" name="pt1307"/>
            <p:cNvSpPr/>
            <p:nvPr/>
          </p:nvSpPr>
          <p:spPr>
            <a:xfrm>
              <a:off x="6158997" y="135159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08" name="pt1308"/>
            <p:cNvSpPr/>
            <p:nvPr/>
          </p:nvSpPr>
          <p:spPr>
            <a:xfrm>
              <a:off x="5037694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09" name="pt1309"/>
            <p:cNvSpPr/>
            <p:nvPr/>
          </p:nvSpPr>
          <p:spPr>
            <a:xfrm>
              <a:off x="5951348" y="142072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10" name="pt1310"/>
            <p:cNvSpPr/>
            <p:nvPr/>
          </p:nvSpPr>
          <p:spPr>
            <a:xfrm>
              <a:off x="4871575" y="282629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11" name="pt1311"/>
            <p:cNvSpPr/>
            <p:nvPr/>
          </p:nvSpPr>
          <p:spPr>
            <a:xfrm>
              <a:off x="4913105" y="291846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12" name="pt1312"/>
            <p:cNvSpPr/>
            <p:nvPr/>
          </p:nvSpPr>
          <p:spPr>
            <a:xfrm>
              <a:off x="4663927" y="317192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13" name="pt1313"/>
            <p:cNvSpPr/>
            <p:nvPr/>
          </p:nvSpPr>
          <p:spPr>
            <a:xfrm>
              <a:off x="4497808" y="31488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14" name="pt1314"/>
            <p:cNvSpPr/>
            <p:nvPr/>
          </p:nvSpPr>
          <p:spPr>
            <a:xfrm>
              <a:off x="5245343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15" name="pt1315"/>
            <p:cNvSpPr/>
            <p:nvPr/>
          </p:nvSpPr>
          <p:spPr>
            <a:xfrm>
              <a:off x="5494521" y="206590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16" name="pt1316"/>
            <p:cNvSpPr/>
            <p:nvPr/>
          </p:nvSpPr>
          <p:spPr>
            <a:xfrm>
              <a:off x="5494521" y="148984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17" name="pt1317"/>
            <p:cNvSpPr/>
            <p:nvPr/>
          </p:nvSpPr>
          <p:spPr>
            <a:xfrm>
              <a:off x="4663927" y="25497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18" name="pt1318"/>
            <p:cNvSpPr/>
            <p:nvPr/>
          </p:nvSpPr>
          <p:spPr>
            <a:xfrm>
              <a:off x="5328402" y="183548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19" name="pt1319"/>
            <p:cNvSpPr/>
            <p:nvPr/>
          </p:nvSpPr>
          <p:spPr>
            <a:xfrm>
              <a:off x="5369932" y="176635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20" name="pt1320"/>
            <p:cNvSpPr/>
            <p:nvPr/>
          </p:nvSpPr>
          <p:spPr>
            <a:xfrm>
              <a:off x="4705456" y="28723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21" name="pt1321"/>
            <p:cNvSpPr/>
            <p:nvPr/>
          </p:nvSpPr>
          <p:spPr>
            <a:xfrm>
              <a:off x="4913105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22" name="pt1322"/>
            <p:cNvSpPr/>
            <p:nvPr/>
          </p:nvSpPr>
          <p:spPr>
            <a:xfrm>
              <a:off x="4913105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23" name="pt1323"/>
            <p:cNvSpPr/>
            <p:nvPr/>
          </p:nvSpPr>
          <p:spPr>
            <a:xfrm>
              <a:off x="5328402" y="190460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24" name="pt1324"/>
            <p:cNvSpPr/>
            <p:nvPr/>
          </p:nvSpPr>
          <p:spPr>
            <a:xfrm>
              <a:off x="4497808" y="326409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25" name="pt1325"/>
            <p:cNvSpPr/>
            <p:nvPr/>
          </p:nvSpPr>
          <p:spPr>
            <a:xfrm>
              <a:off x="5328402" y="18585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26" name="pt1326"/>
            <p:cNvSpPr/>
            <p:nvPr/>
          </p:nvSpPr>
          <p:spPr>
            <a:xfrm>
              <a:off x="4954635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27" name="pt1327"/>
            <p:cNvSpPr/>
            <p:nvPr/>
          </p:nvSpPr>
          <p:spPr>
            <a:xfrm>
              <a:off x="5411462" y="21350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28" name="pt1328"/>
            <p:cNvSpPr/>
            <p:nvPr/>
          </p:nvSpPr>
          <p:spPr>
            <a:xfrm>
              <a:off x="5203813" y="23884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29" name="pt1329"/>
            <p:cNvSpPr/>
            <p:nvPr/>
          </p:nvSpPr>
          <p:spPr>
            <a:xfrm>
              <a:off x="5079224" y="259587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30" name="pt1330"/>
            <p:cNvSpPr/>
            <p:nvPr/>
          </p:nvSpPr>
          <p:spPr>
            <a:xfrm>
              <a:off x="5369932" y="183548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31" name="pt1331"/>
            <p:cNvSpPr/>
            <p:nvPr/>
          </p:nvSpPr>
          <p:spPr>
            <a:xfrm>
              <a:off x="6574294" y="1098132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32" name="pt1332"/>
            <p:cNvSpPr/>
            <p:nvPr/>
          </p:nvSpPr>
          <p:spPr>
            <a:xfrm>
              <a:off x="6532764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33" name="pt1333"/>
            <p:cNvSpPr/>
            <p:nvPr/>
          </p:nvSpPr>
          <p:spPr>
            <a:xfrm>
              <a:off x="5992878" y="135159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34" name="pt1334"/>
            <p:cNvSpPr/>
            <p:nvPr/>
          </p:nvSpPr>
          <p:spPr>
            <a:xfrm>
              <a:off x="6158997" y="142072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35" name="pt1335"/>
            <p:cNvSpPr/>
            <p:nvPr/>
          </p:nvSpPr>
          <p:spPr>
            <a:xfrm>
              <a:off x="6075937" y="165114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36" name="pt1336"/>
            <p:cNvSpPr/>
            <p:nvPr/>
          </p:nvSpPr>
          <p:spPr>
            <a:xfrm>
              <a:off x="4580867" y="321801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37" name="pt1337"/>
            <p:cNvSpPr/>
            <p:nvPr/>
          </p:nvSpPr>
          <p:spPr>
            <a:xfrm>
              <a:off x="6906532" y="936837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38" name="pt1338"/>
            <p:cNvSpPr/>
            <p:nvPr/>
          </p:nvSpPr>
          <p:spPr>
            <a:xfrm>
              <a:off x="5826759" y="231936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39" name="pt1339"/>
            <p:cNvSpPr/>
            <p:nvPr/>
          </p:nvSpPr>
          <p:spPr>
            <a:xfrm>
              <a:off x="5743700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40" name="pt1340"/>
            <p:cNvSpPr/>
            <p:nvPr/>
          </p:nvSpPr>
          <p:spPr>
            <a:xfrm>
              <a:off x="4954635" y="21811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41" name="pt1341"/>
            <p:cNvSpPr/>
            <p:nvPr/>
          </p:nvSpPr>
          <p:spPr>
            <a:xfrm>
              <a:off x="4913105" y="23424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42" name="pt1342"/>
            <p:cNvSpPr/>
            <p:nvPr/>
          </p:nvSpPr>
          <p:spPr>
            <a:xfrm>
              <a:off x="4539337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43" name="pt1343"/>
            <p:cNvSpPr/>
            <p:nvPr/>
          </p:nvSpPr>
          <p:spPr>
            <a:xfrm>
              <a:off x="4788516" y="26189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44" name="pt1344"/>
            <p:cNvSpPr/>
            <p:nvPr/>
          </p:nvSpPr>
          <p:spPr>
            <a:xfrm>
              <a:off x="4497808" y="310279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45" name="pt1345"/>
            <p:cNvSpPr/>
            <p:nvPr/>
          </p:nvSpPr>
          <p:spPr>
            <a:xfrm>
              <a:off x="5328402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46" name="pt1346"/>
            <p:cNvSpPr/>
            <p:nvPr/>
          </p:nvSpPr>
          <p:spPr>
            <a:xfrm>
              <a:off x="5203813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47" name="pt1347"/>
            <p:cNvSpPr/>
            <p:nvPr/>
          </p:nvSpPr>
          <p:spPr>
            <a:xfrm>
              <a:off x="4580867" y="298758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48" name="pt1348"/>
            <p:cNvSpPr/>
            <p:nvPr/>
          </p:nvSpPr>
          <p:spPr>
            <a:xfrm>
              <a:off x="5868289" y="135159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49" name="pt1349"/>
            <p:cNvSpPr/>
            <p:nvPr/>
          </p:nvSpPr>
          <p:spPr>
            <a:xfrm>
              <a:off x="4663927" y="298758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50" name="pt1350"/>
            <p:cNvSpPr/>
            <p:nvPr/>
          </p:nvSpPr>
          <p:spPr>
            <a:xfrm>
              <a:off x="4497808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51" name="pt1351"/>
            <p:cNvSpPr/>
            <p:nvPr/>
          </p:nvSpPr>
          <p:spPr>
            <a:xfrm>
              <a:off x="5079224" y="24806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52" name="tx1352"/>
            <p:cNvSpPr/>
            <p:nvPr/>
          </p:nvSpPr>
          <p:spPr>
            <a:xfrm>
              <a:off x="4550530" y="882689"/>
              <a:ext cx="91715" cy="909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1F77B4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R</a:t>
              </a:r>
            </a:p>
          </p:txBody>
        </p:sp>
        <p:sp>
          <p:nvSpPr>
            <p:cNvPr id="1353" name="tx1353"/>
            <p:cNvSpPr/>
            <p:nvPr/>
          </p:nvSpPr>
          <p:spPr>
            <a:xfrm>
              <a:off x="4655882" y="847137"/>
              <a:ext cx="49441" cy="63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2</a:t>
              </a:r>
            </a:p>
          </p:txBody>
        </p:sp>
        <p:sp>
          <p:nvSpPr>
            <p:cNvPr id="1354" name="tx1354"/>
            <p:cNvSpPr/>
            <p:nvPr/>
          </p:nvSpPr>
          <p:spPr>
            <a:xfrm>
              <a:off x="4705324" y="973598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Tenorite" panose="00000500000000000000" pitchFamily="2" charset="0"/>
                  <a:cs typeface="Symbol"/>
                </a:rPr>
                <a:t> </a:t>
              </a:r>
            </a:p>
          </p:txBody>
        </p:sp>
        <p:sp>
          <p:nvSpPr>
            <p:cNvPr id="1355" name="tx1355"/>
            <p:cNvSpPr/>
            <p:nvPr/>
          </p:nvSpPr>
          <p:spPr>
            <a:xfrm>
              <a:off x="4740112" y="935585"/>
              <a:ext cx="74166" cy="380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=</a:t>
              </a:r>
            </a:p>
          </p:txBody>
        </p:sp>
        <p:sp>
          <p:nvSpPr>
            <p:cNvPr id="1356" name="tx1356"/>
            <p:cNvSpPr/>
            <p:nvPr/>
          </p:nvSpPr>
          <p:spPr>
            <a:xfrm>
              <a:off x="4814278" y="973598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Tenorite" panose="00000500000000000000" pitchFamily="2" charset="0"/>
                  <a:cs typeface="Symbol"/>
                </a:rPr>
                <a:t> </a:t>
              </a:r>
            </a:p>
          </p:txBody>
        </p:sp>
        <p:sp>
          <p:nvSpPr>
            <p:cNvPr id="1357" name="tx1357"/>
            <p:cNvSpPr/>
            <p:nvPr/>
          </p:nvSpPr>
          <p:spPr>
            <a:xfrm>
              <a:off x="4849067" y="880704"/>
              <a:ext cx="247178" cy="9289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0.73</a:t>
              </a:r>
            </a:p>
          </p:txBody>
        </p:sp>
        <p:sp>
          <p:nvSpPr>
            <p:cNvPr id="1358" name="tx1358"/>
            <p:cNvSpPr/>
            <p:nvPr/>
          </p:nvSpPr>
          <p:spPr>
            <a:xfrm>
              <a:off x="4550530" y="1019559"/>
              <a:ext cx="91715" cy="909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FF7F0E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R</a:t>
              </a:r>
            </a:p>
          </p:txBody>
        </p:sp>
        <p:sp>
          <p:nvSpPr>
            <p:cNvPr id="1359" name="tx1359"/>
            <p:cNvSpPr/>
            <p:nvPr/>
          </p:nvSpPr>
          <p:spPr>
            <a:xfrm>
              <a:off x="4655882" y="984008"/>
              <a:ext cx="49441" cy="63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2</a:t>
              </a:r>
            </a:p>
          </p:txBody>
        </p:sp>
        <p:sp>
          <p:nvSpPr>
            <p:cNvPr id="1360" name="tx1360"/>
            <p:cNvSpPr/>
            <p:nvPr/>
          </p:nvSpPr>
          <p:spPr>
            <a:xfrm>
              <a:off x="4705324" y="1110468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FF7F0E">
                      <a:alpha val="100000"/>
                    </a:srgbClr>
                  </a:solidFill>
                  <a:latin typeface="Tenorite" panose="00000500000000000000" pitchFamily="2" charset="0"/>
                  <a:cs typeface="Symbol"/>
                </a:rPr>
                <a:t> </a:t>
              </a:r>
            </a:p>
          </p:txBody>
        </p:sp>
        <p:sp>
          <p:nvSpPr>
            <p:cNvPr id="1361" name="tx1361"/>
            <p:cNvSpPr/>
            <p:nvPr/>
          </p:nvSpPr>
          <p:spPr>
            <a:xfrm>
              <a:off x="4740112" y="1072455"/>
              <a:ext cx="74166" cy="380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FF7F0E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=</a:t>
              </a:r>
            </a:p>
          </p:txBody>
        </p:sp>
        <p:sp>
          <p:nvSpPr>
            <p:cNvPr id="1362" name="tx1362"/>
            <p:cNvSpPr/>
            <p:nvPr/>
          </p:nvSpPr>
          <p:spPr>
            <a:xfrm>
              <a:off x="4814278" y="1110468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FF7F0E">
                      <a:alpha val="100000"/>
                    </a:srgbClr>
                  </a:solidFill>
                  <a:latin typeface="Tenorite" panose="00000500000000000000" pitchFamily="2" charset="0"/>
                  <a:cs typeface="Symbol"/>
                </a:rPr>
                <a:t> </a:t>
              </a:r>
            </a:p>
          </p:txBody>
        </p:sp>
        <p:sp>
          <p:nvSpPr>
            <p:cNvPr id="1363" name="tx1363"/>
            <p:cNvSpPr/>
            <p:nvPr/>
          </p:nvSpPr>
          <p:spPr>
            <a:xfrm>
              <a:off x="4849067" y="1017637"/>
              <a:ext cx="247178" cy="9283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FF7F0E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0.66</a:t>
              </a:r>
            </a:p>
          </p:txBody>
        </p:sp>
        <p:sp>
          <p:nvSpPr>
            <p:cNvPr id="1364" name="pl1364"/>
            <p:cNvSpPr/>
            <p:nvPr/>
          </p:nvSpPr>
          <p:spPr>
            <a:xfrm>
              <a:off x="4533918" y="710267"/>
              <a:ext cx="2507198" cy="2331991"/>
            </a:xfrm>
            <a:custGeom>
              <a:avLst/>
              <a:gdLst/>
              <a:ahLst/>
              <a:cxnLst/>
              <a:rect l="0" t="0" r="0" b="0"/>
              <a:pathLst>
                <a:path w="2507198" h="2331991">
                  <a:moveTo>
                    <a:pt x="0" y="2331991"/>
                  </a:moveTo>
                  <a:lnTo>
                    <a:pt x="38901" y="2295808"/>
                  </a:lnTo>
                  <a:lnTo>
                    <a:pt x="77802" y="2259625"/>
                  </a:lnTo>
                  <a:lnTo>
                    <a:pt x="116703" y="2223443"/>
                  </a:lnTo>
                  <a:lnTo>
                    <a:pt x="155605" y="2187260"/>
                  </a:lnTo>
                  <a:lnTo>
                    <a:pt x="194506" y="2151077"/>
                  </a:lnTo>
                  <a:lnTo>
                    <a:pt x="233407" y="2114894"/>
                  </a:lnTo>
                  <a:lnTo>
                    <a:pt x="272308" y="2078711"/>
                  </a:lnTo>
                  <a:lnTo>
                    <a:pt x="311210" y="2042529"/>
                  </a:lnTo>
                  <a:lnTo>
                    <a:pt x="350111" y="2006346"/>
                  </a:lnTo>
                  <a:lnTo>
                    <a:pt x="389012" y="1970163"/>
                  </a:lnTo>
                  <a:lnTo>
                    <a:pt x="427913" y="1933980"/>
                  </a:lnTo>
                  <a:lnTo>
                    <a:pt x="466815" y="1897798"/>
                  </a:lnTo>
                  <a:lnTo>
                    <a:pt x="505716" y="1861615"/>
                  </a:lnTo>
                  <a:lnTo>
                    <a:pt x="544617" y="1825432"/>
                  </a:lnTo>
                  <a:lnTo>
                    <a:pt x="583518" y="1789249"/>
                  </a:lnTo>
                  <a:lnTo>
                    <a:pt x="622420" y="1753066"/>
                  </a:lnTo>
                  <a:lnTo>
                    <a:pt x="661321" y="1716884"/>
                  </a:lnTo>
                  <a:lnTo>
                    <a:pt x="700222" y="1680701"/>
                  </a:lnTo>
                  <a:lnTo>
                    <a:pt x="739124" y="1644518"/>
                  </a:lnTo>
                  <a:lnTo>
                    <a:pt x="778025" y="1608335"/>
                  </a:lnTo>
                  <a:lnTo>
                    <a:pt x="816926" y="1572153"/>
                  </a:lnTo>
                  <a:lnTo>
                    <a:pt x="855827" y="1535970"/>
                  </a:lnTo>
                  <a:lnTo>
                    <a:pt x="894729" y="1499787"/>
                  </a:lnTo>
                  <a:lnTo>
                    <a:pt x="933630" y="1463604"/>
                  </a:lnTo>
                  <a:lnTo>
                    <a:pt x="972531" y="1427421"/>
                  </a:lnTo>
                  <a:lnTo>
                    <a:pt x="1011432" y="1391239"/>
                  </a:lnTo>
                  <a:lnTo>
                    <a:pt x="1050334" y="1355056"/>
                  </a:lnTo>
                  <a:lnTo>
                    <a:pt x="1089235" y="1318873"/>
                  </a:lnTo>
                  <a:lnTo>
                    <a:pt x="1128136" y="1282690"/>
                  </a:lnTo>
                  <a:lnTo>
                    <a:pt x="1167037" y="1246508"/>
                  </a:lnTo>
                  <a:lnTo>
                    <a:pt x="1205939" y="1210325"/>
                  </a:lnTo>
                  <a:lnTo>
                    <a:pt x="1244840" y="1174142"/>
                  </a:lnTo>
                  <a:lnTo>
                    <a:pt x="1283741" y="1137959"/>
                  </a:lnTo>
                  <a:lnTo>
                    <a:pt x="1322643" y="1101776"/>
                  </a:lnTo>
                  <a:lnTo>
                    <a:pt x="1361544" y="1065594"/>
                  </a:lnTo>
                  <a:lnTo>
                    <a:pt x="1400445" y="1029411"/>
                  </a:lnTo>
                  <a:lnTo>
                    <a:pt x="1439346" y="993228"/>
                  </a:lnTo>
                  <a:lnTo>
                    <a:pt x="1478248" y="957045"/>
                  </a:lnTo>
                  <a:lnTo>
                    <a:pt x="1517149" y="920863"/>
                  </a:lnTo>
                  <a:lnTo>
                    <a:pt x="1556050" y="884680"/>
                  </a:lnTo>
                  <a:lnTo>
                    <a:pt x="1594951" y="848497"/>
                  </a:lnTo>
                  <a:lnTo>
                    <a:pt x="1633853" y="812314"/>
                  </a:lnTo>
                  <a:lnTo>
                    <a:pt x="1672754" y="776131"/>
                  </a:lnTo>
                  <a:lnTo>
                    <a:pt x="1711655" y="739949"/>
                  </a:lnTo>
                  <a:lnTo>
                    <a:pt x="1750556" y="703766"/>
                  </a:lnTo>
                  <a:lnTo>
                    <a:pt x="1789458" y="667583"/>
                  </a:lnTo>
                  <a:lnTo>
                    <a:pt x="1828359" y="631400"/>
                  </a:lnTo>
                  <a:lnTo>
                    <a:pt x="1867260" y="595218"/>
                  </a:lnTo>
                  <a:lnTo>
                    <a:pt x="1906161" y="559035"/>
                  </a:lnTo>
                  <a:lnTo>
                    <a:pt x="1945063" y="522852"/>
                  </a:lnTo>
                  <a:lnTo>
                    <a:pt x="1983964" y="486669"/>
                  </a:lnTo>
                  <a:lnTo>
                    <a:pt x="2022865" y="450486"/>
                  </a:lnTo>
                  <a:lnTo>
                    <a:pt x="2061767" y="414304"/>
                  </a:lnTo>
                  <a:lnTo>
                    <a:pt x="2100668" y="378121"/>
                  </a:lnTo>
                  <a:lnTo>
                    <a:pt x="2139569" y="341938"/>
                  </a:lnTo>
                  <a:lnTo>
                    <a:pt x="2178470" y="305755"/>
                  </a:lnTo>
                  <a:lnTo>
                    <a:pt x="2217372" y="269573"/>
                  </a:lnTo>
                  <a:lnTo>
                    <a:pt x="2256273" y="233390"/>
                  </a:lnTo>
                  <a:lnTo>
                    <a:pt x="2295174" y="197207"/>
                  </a:lnTo>
                  <a:lnTo>
                    <a:pt x="2334075" y="161024"/>
                  </a:lnTo>
                  <a:lnTo>
                    <a:pt x="2372977" y="124841"/>
                  </a:lnTo>
                  <a:lnTo>
                    <a:pt x="2411878" y="88659"/>
                  </a:lnTo>
                  <a:lnTo>
                    <a:pt x="2450779" y="52476"/>
                  </a:lnTo>
                  <a:lnTo>
                    <a:pt x="2489680" y="16293"/>
                  </a:lnTo>
                  <a:lnTo>
                    <a:pt x="2507198" y="0"/>
                  </a:lnTo>
                </a:path>
              </a:pathLst>
            </a:custGeom>
            <a:ln w="39420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65" name="pl1365"/>
            <p:cNvSpPr/>
            <p:nvPr/>
          </p:nvSpPr>
          <p:spPr>
            <a:xfrm>
              <a:off x="5738280" y="710267"/>
              <a:ext cx="2112171" cy="650314"/>
            </a:xfrm>
            <a:custGeom>
              <a:avLst/>
              <a:gdLst/>
              <a:ahLst/>
              <a:cxnLst/>
              <a:rect l="0" t="0" r="0" b="0"/>
              <a:pathLst>
                <a:path w="2112171" h="650314">
                  <a:moveTo>
                    <a:pt x="0" y="650314"/>
                  </a:moveTo>
                  <a:lnTo>
                    <a:pt x="26810" y="642059"/>
                  </a:lnTo>
                  <a:lnTo>
                    <a:pt x="53620" y="633804"/>
                  </a:lnTo>
                  <a:lnTo>
                    <a:pt x="80430" y="625550"/>
                  </a:lnTo>
                  <a:lnTo>
                    <a:pt x="107241" y="617295"/>
                  </a:lnTo>
                  <a:lnTo>
                    <a:pt x="134051" y="609041"/>
                  </a:lnTo>
                  <a:lnTo>
                    <a:pt x="160861" y="600786"/>
                  </a:lnTo>
                  <a:lnTo>
                    <a:pt x="187672" y="592531"/>
                  </a:lnTo>
                  <a:lnTo>
                    <a:pt x="214482" y="584277"/>
                  </a:lnTo>
                  <a:lnTo>
                    <a:pt x="241292" y="576022"/>
                  </a:lnTo>
                  <a:lnTo>
                    <a:pt x="268103" y="567768"/>
                  </a:lnTo>
                  <a:lnTo>
                    <a:pt x="294913" y="559513"/>
                  </a:lnTo>
                  <a:lnTo>
                    <a:pt x="321723" y="551258"/>
                  </a:lnTo>
                  <a:lnTo>
                    <a:pt x="348534" y="543004"/>
                  </a:lnTo>
                  <a:lnTo>
                    <a:pt x="375344" y="534749"/>
                  </a:lnTo>
                  <a:lnTo>
                    <a:pt x="402154" y="526495"/>
                  </a:lnTo>
                  <a:lnTo>
                    <a:pt x="428965" y="518240"/>
                  </a:lnTo>
                  <a:lnTo>
                    <a:pt x="455775" y="509985"/>
                  </a:lnTo>
                  <a:lnTo>
                    <a:pt x="482585" y="501731"/>
                  </a:lnTo>
                  <a:lnTo>
                    <a:pt x="509396" y="493476"/>
                  </a:lnTo>
                  <a:lnTo>
                    <a:pt x="536206" y="485222"/>
                  </a:lnTo>
                  <a:lnTo>
                    <a:pt x="563016" y="476967"/>
                  </a:lnTo>
                  <a:lnTo>
                    <a:pt x="589827" y="468712"/>
                  </a:lnTo>
                  <a:lnTo>
                    <a:pt x="616637" y="460458"/>
                  </a:lnTo>
                  <a:lnTo>
                    <a:pt x="643447" y="452203"/>
                  </a:lnTo>
                  <a:lnTo>
                    <a:pt x="670258" y="443948"/>
                  </a:lnTo>
                  <a:lnTo>
                    <a:pt x="697068" y="435694"/>
                  </a:lnTo>
                  <a:lnTo>
                    <a:pt x="723878" y="427439"/>
                  </a:lnTo>
                  <a:lnTo>
                    <a:pt x="750689" y="419185"/>
                  </a:lnTo>
                  <a:lnTo>
                    <a:pt x="777499" y="410930"/>
                  </a:lnTo>
                  <a:lnTo>
                    <a:pt x="804309" y="402675"/>
                  </a:lnTo>
                  <a:lnTo>
                    <a:pt x="831120" y="394421"/>
                  </a:lnTo>
                  <a:lnTo>
                    <a:pt x="857930" y="386166"/>
                  </a:lnTo>
                  <a:lnTo>
                    <a:pt x="884740" y="377912"/>
                  </a:lnTo>
                  <a:lnTo>
                    <a:pt x="911551" y="369657"/>
                  </a:lnTo>
                  <a:lnTo>
                    <a:pt x="938361" y="361402"/>
                  </a:lnTo>
                  <a:lnTo>
                    <a:pt x="965171" y="353148"/>
                  </a:lnTo>
                  <a:lnTo>
                    <a:pt x="991982" y="344893"/>
                  </a:lnTo>
                  <a:lnTo>
                    <a:pt x="1018792" y="336639"/>
                  </a:lnTo>
                  <a:lnTo>
                    <a:pt x="1045602" y="328384"/>
                  </a:lnTo>
                  <a:lnTo>
                    <a:pt x="1072413" y="320129"/>
                  </a:lnTo>
                  <a:lnTo>
                    <a:pt x="1099223" y="311875"/>
                  </a:lnTo>
                  <a:lnTo>
                    <a:pt x="1126033" y="303620"/>
                  </a:lnTo>
                  <a:lnTo>
                    <a:pt x="1152844" y="295366"/>
                  </a:lnTo>
                  <a:lnTo>
                    <a:pt x="1179654" y="287111"/>
                  </a:lnTo>
                  <a:lnTo>
                    <a:pt x="1206464" y="278856"/>
                  </a:lnTo>
                  <a:lnTo>
                    <a:pt x="1233275" y="270602"/>
                  </a:lnTo>
                  <a:lnTo>
                    <a:pt x="1260085" y="262347"/>
                  </a:lnTo>
                  <a:lnTo>
                    <a:pt x="1286895" y="254093"/>
                  </a:lnTo>
                  <a:lnTo>
                    <a:pt x="1313706" y="245838"/>
                  </a:lnTo>
                  <a:lnTo>
                    <a:pt x="1340516" y="237583"/>
                  </a:lnTo>
                  <a:lnTo>
                    <a:pt x="1367326" y="229329"/>
                  </a:lnTo>
                  <a:lnTo>
                    <a:pt x="1394137" y="221074"/>
                  </a:lnTo>
                  <a:lnTo>
                    <a:pt x="1420947" y="212820"/>
                  </a:lnTo>
                  <a:lnTo>
                    <a:pt x="1447757" y="204565"/>
                  </a:lnTo>
                  <a:lnTo>
                    <a:pt x="1474568" y="196310"/>
                  </a:lnTo>
                  <a:lnTo>
                    <a:pt x="1501378" y="188056"/>
                  </a:lnTo>
                  <a:lnTo>
                    <a:pt x="1528188" y="179801"/>
                  </a:lnTo>
                  <a:lnTo>
                    <a:pt x="1554999" y="171547"/>
                  </a:lnTo>
                  <a:lnTo>
                    <a:pt x="1581809" y="163292"/>
                  </a:lnTo>
                  <a:lnTo>
                    <a:pt x="1608619" y="155037"/>
                  </a:lnTo>
                  <a:lnTo>
                    <a:pt x="1635430" y="146783"/>
                  </a:lnTo>
                  <a:lnTo>
                    <a:pt x="1662240" y="138528"/>
                  </a:lnTo>
                  <a:lnTo>
                    <a:pt x="1689050" y="130274"/>
                  </a:lnTo>
                  <a:lnTo>
                    <a:pt x="1715861" y="122019"/>
                  </a:lnTo>
                  <a:lnTo>
                    <a:pt x="1742671" y="113764"/>
                  </a:lnTo>
                  <a:lnTo>
                    <a:pt x="1769481" y="105510"/>
                  </a:lnTo>
                  <a:lnTo>
                    <a:pt x="1796292" y="97255"/>
                  </a:lnTo>
                  <a:lnTo>
                    <a:pt x="1823102" y="89001"/>
                  </a:lnTo>
                  <a:lnTo>
                    <a:pt x="1849912" y="80746"/>
                  </a:lnTo>
                  <a:lnTo>
                    <a:pt x="1876723" y="72491"/>
                  </a:lnTo>
                  <a:lnTo>
                    <a:pt x="1903533" y="64237"/>
                  </a:lnTo>
                  <a:lnTo>
                    <a:pt x="1930343" y="55982"/>
                  </a:lnTo>
                  <a:lnTo>
                    <a:pt x="1957154" y="47728"/>
                  </a:lnTo>
                  <a:lnTo>
                    <a:pt x="1983964" y="39473"/>
                  </a:lnTo>
                  <a:lnTo>
                    <a:pt x="2010774" y="31218"/>
                  </a:lnTo>
                  <a:lnTo>
                    <a:pt x="2037585" y="22964"/>
                  </a:lnTo>
                  <a:lnTo>
                    <a:pt x="2064395" y="14709"/>
                  </a:lnTo>
                  <a:lnTo>
                    <a:pt x="2091205" y="6455"/>
                  </a:lnTo>
                  <a:lnTo>
                    <a:pt x="2112171" y="0"/>
                  </a:lnTo>
                </a:path>
              </a:pathLst>
            </a:custGeom>
            <a:ln w="39420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66" name="pl1366"/>
            <p:cNvSpPr/>
            <p:nvPr/>
          </p:nvSpPr>
          <p:spPr>
            <a:xfrm>
              <a:off x="4367799" y="5816242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67" name="pl1367"/>
            <p:cNvSpPr/>
            <p:nvPr/>
          </p:nvSpPr>
          <p:spPr>
            <a:xfrm>
              <a:off x="4367799" y="5124978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68" name="pl1368"/>
            <p:cNvSpPr/>
            <p:nvPr/>
          </p:nvSpPr>
          <p:spPr>
            <a:xfrm>
              <a:off x="4367799" y="4433713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69" name="pl1369"/>
            <p:cNvSpPr/>
            <p:nvPr/>
          </p:nvSpPr>
          <p:spPr>
            <a:xfrm>
              <a:off x="4367799" y="3742449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70" name="pl1370"/>
            <p:cNvSpPr/>
            <p:nvPr/>
          </p:nvSpPr>
          <p:spPr>
            <a:xfrm>
              <a:off x="4949216" y="3548895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71" name="pl1371"/>
            <p:cNvSpPr/>
            <p:nvPr/>
          </p:nvSpPr>
          <p:spPr>
            <a:xfrm>
              <a:off x="5779810" y="3548895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72" name="pl1372"/>
            <p:cNvSpPr/>
            <p:nvPr/>
          </p:nvSpPr>
          <p:spPr>
            <a:xfrm>
              <a:off x="6610405" y="3548895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73" name="pl1373"/>
            <p:cNvSpPr/>
            <p:nvPr/>
          </p:nvSpPr>
          <p:spPr>
            <a:xfrm>
              <a:off x="7440999" y="3548895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74" name="pl1374"/>
            <p:cNvSpPr/>
            <p:nvPr/>
          </p:nvSpPr>
          <p:spPr>
            <a:xfrm>
              <a:off x="4367799" y="6161874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75" name="pl1375"/>
            <p:cNvSpPr/>
            <p:nvPr/>
          </p:nvSpPr>
          <p:spPr>
            <a:xfrm>
              <a:off x="4367799" y="5470610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76" name="pl1376"/>
            <p:cNvSpPr/>
            <p:nvPr/>
          </p:nvSpPr>
          <p:spPr>
            <a:xfrm>
              <a:off x="4367799" y="4779345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77" name="pl1377"/>
            <p:cNvSpPr/>
            <p:nvPr/>
          </p:nvSpPr>
          <p:spPr>
            <a:xfrm>
              <a:off x="4367799" y="4088081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78" name="pl1378"/>
            <p:cNvSpPr/>
            <p:nvPr/>
          </p:nvSpPr>
          <p:spPr>
            <a:xfrm>
              <a:off x="4533918" y="3548895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79" name="pl1379"/>
            <p:cNvSpPr/>
            <p:nvPr/>
          </p:nvSpPr>
          <p:spPr>
            <a:xfrm>
              <a:off x="5364513" y="3548895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80" name="pl1380"/>
            <p:cNvSpPr/>
            <p:nvPr/>
          </p:nvSpPr>
          <p:spPr>
            <a:xfrm>
              <a:off x="6195107" y="3548895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81" name="pl1381"/>
            <p:cNvSpPr/>
            <p:nvPr/>
          </p:nvSpPr>
          <p:spPr>
            <a:xfrm>
              <a:off x="7025702" y="3548895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82" name="pl1382"/>
            <p:cNvSpPr/>
            <p:nvPr/>
          </p:nvSpPr>
          <p:spPr>
            <a:xfrm>
              <a:off x="7856297" y="3548895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83" name="pt1383"/>
            <p:cNvSpPr/>
            <p:nvPr/>
          </p:nvSpPr>
          <p:spPr>
            <a:xfrm>
              <a:off x="6865002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84" name="pt1384"/>
            <p:cNvSpPr/>
            <p:nvPr/>
          </p:nvSpPr>
          <p:spPr>
            <a:xfrm>
              <a:off x="6823473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85" name="pt1385"/>
            <p:cNvSpPr/>
            <p:nvPr/>
          </p:nvSpPr>
          <p:spPr>
            <a:xfrm>
              <a:off x="5909819" y="515799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86" name="pt1386"/>
            <p:cNvSpPr/>
            <p:nvPr/>
          </p:nvSpPr>
          <p:spPr>
            <a:xfrm>
              <a:off x="6491235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87" name="pt1387"/>
            <p:cNvSpPr/>
            <p:nvPr/>
          </p:nvSpPr>
          <p:spPr>
            <a:xfrm>
              <a:off x="6989592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88" name="pt1388"/>
            <p:cNvSpPr/>
            <p:nvPr/>
          </p:nvSpPr>
          <p:spPr>
            <a:xfrm>
              <a:off x="6532764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89" name="pt1389"/>
            <p:cNvSpPr/>
            <p:nvPr/>
          </p:nvSpPr>
          <p:spPr>
            <a:xfrm>
              <a:off x="6075937" y="421326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90" name="pt1390"/>
            <p:cNvSpPr/>
            <p:nvPr/>
          </p:nvSpPr>
          <p:spPr>
            <a:xfrm>
              <a:off x="6615824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91" name="pt1391"/>
            <p:cNvSpPr/>
            <p:nvPr/>
          </p:nvSpPr>
          <p:spPr>
            <a:xfrm>
              <a:off x="7114181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92" name="pt1392"/>
            <p:cNvSpPr/>
            <p:nvPr/>
          </p:nvSpPr>
          <p:spPr>
            <a:xfrm>
              <a:off x="5702170" y="45128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93" name="pt1393"/>
            <p:cNvSpPr/>
            <p:nvPr/>
          </p:nvSpPr>
          <p:spPr>
            <a:xfrm>
              <a:off x="6698883" y="3844591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94" name="pt1394"/>
            <p:cNvSpPr/>
            <p:nvPr/>
          </p:nvSpPr>
          <p:spPr>
            <a:xfrm>
              <a:off x="5868289" y="405197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95" name="pt1395"/>
            <p:cNvSpPr/>
            <p:nvPr/>
          </p:nvSpPr>
          <p:spPr>
            <a:xfrm>
              <a:off x="6574294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96" name="pt1396"/>
            <p:cNvSpPr/>
            <p:nvPr/>
          </p:nvSpPr>
          <p:spPr>
            <a:xfrm>
              <a:off x="5577581" y="435151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97" name="pt1397"/>
            <p:cNvSpPr/>
            <p:nvPr/>
          </p:nvSpPr>
          <p:spPr>
            <a:xfrm>
              <a:off x="5743700" y="488148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98" name="pt1398"/>
            <p:cNvSpPr/>
            <p:nvPr/>
          </p:nvSpPr>
          <p:spPr>
            <a:xfrm>
              <a:off x="6657354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399" name="pt1399"/>
            <p:cNvSpPr/>
            <p:nvPr/>
          </p:nvSpPr>
          <p:spPr>
            <a:xfrm>
              <a:off x="6740413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00" name="pt1400"/>
            <p:cNvSpPr/>
            <p:nvPr/>
          </p:nvSpPr>
          <p:spPr>
            <a:xfrm>
              <a:off x="6657354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01" name="pt1401"/>
            <p:cNvSpPr/>
            <p:nvPr/>
          </p:nvSpPr>
          <p:spPr>
            <a:xfrm>
              <a:off x="7031121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02" name="pt1402"/>
            <p:cNvSpPr/>
            <p:nvPr/>
          </p:nvSpPr>
          <p:spPr>
            <a:xfrm>
              <a:off x="5369932" y="47893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03" name="pt1403"/>
            <p:cNvSpPr/>
            <p:nvPr/>
          </p:nvSpPr>
          <p:spPr>
            <a:xfrm>
              <a:off x="6532764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04" name="pt1404"/>
            <p:cNvSpPr/>
            <p:nvPr/>
          </p:nvSpPr>
          <p:spPr>
            <a:xfrm>
              <a:off x="7446419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05" name="pt1405"/>
            <p:cNvSpPr/>
            <p:nvPr/>
          </p:nvSpPr>
          <p:spPr>
            <a:xfrm>
              <a:off x="6158997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06" name="pt1406"/>
            <p:cNvSpPr/>
            <p:nvPr/>
          </p:nvSpPr>
          <p:spPr>
            <a:xfrm>
              <a:off x="7487948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07" name="pt1407"/>
            <p:cNvSpPr/>
            <p:nvPr/>
          </p:nvSpPr>
          <p:spPr>
            <a:xfrm>
              <a:off x="5868289" y="400588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08" name="pt1408"/>
            <p:cNvSpPr/>
            <p:nvPr/>
          </p:nvSpPr>
          <p:spPr>
            <a:xfrm>
              <a:off x="5286873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09" name="pt1409"/>
            <p:cNvSpPr/>
            <p:nvPr/>
          </p:nvSpPr>
          <p:spPr>
            <a:xfrm>
              <a:off x="5702170" y="48354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10" name="pt1410"/>
            <p:cNvSpPr/>
            <p:nvPr/>
          </p:nvSpPr>
          <p:spPr>
            <a:xfrm>
              <a:off x="6574294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11" name="pt1411"/>
            <p:cNvSpPr/>
            <p:nvPr/>
          </p:nvSpPr>
          <p:spPr>
            <a:xfrm>
              <a:off x="6242056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12" name="pt1412"/>
            <p:cNvSpPr/>
            <p:nvPr/>
          </p:nvSpPr>
          <p:spPr>
            <a:xfrm>
              <a:off x="5743700" y="455889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13" name="pt1413"/>
            <p:cNvSpPr/>
            <p:nvPr/>
          </p:nvSpPr>
          <p:spPr>
            <a:xfrm>
              <a:off x="5826759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14" name="pt1414"/>
            <p:cNvSpPr/>
            <p:nvPr/>
          </p:nvSpPr>
          <p:spPr>
            <a:xfrm>
              <a:off x="7197240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15" name="pt1415"/>
            <p:cNvSpPr/>
            <p:nvPr/>
          </p:nvSpPr>
          <p:spPr>
            <a:xfrm>
              <a:off x="6906532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16" name="pt1416"/>
            <p:cNvSpPr/>
            <p:nvPr/>
          </p:nvSpPr>
          <p:spPr>
            <a:xfrm>
              <a:off x="6989592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17" name="pt1417"/>
            <p:cNvSpPr/>
            <p:nvPr/>
          </p:nvSpPr>
          <p:spPr>
            <a:xfrm>
              <a:off x="6449705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18" name="pt1418"/>
            <p:cNvSpPr/>
            <p:nvPr/>
          </p:nvSpPr>
          <p:spPr>
            <a:xfrm>
              <a:off x="7820186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19" name="pt1419"/>
            <p:cNvSpPr/>
            <p:nvPr/>
          </p:nvSpPr>
          <p:spPr>
            <a:xfrm>
              <a:off x="7737127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20" name="pt1420"/>
            <p:cNvSpPr/>
            <p:nvPr/>
          </p:nvSpPr>
          <p:spPr>
            <a:xfrm>
              <a:off x="5328402" y="501974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21" name="pt1421"/>
            <p:cNvSpPr/>
            <p:nvPr/>
          </p:nvSpPr>
          <p:spPr>
            <a:xfrm>
              <a:off x="6158997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22" name="pt1422"/>
            <p:cNvSpPr/>
            <p:nvPr/>
          </p:nvSpPr>
          <p:spPr>
            <a:xfrm>
              <a:off x="6740413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23" name="pt1423"/>
            <p:cNvSpPr/>
            <p:nvPr/>
          </p:nvSpPr>
          <p:spPr>
            <a:xfrm>
              <a:off x="6698883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24" name="pt1424"/>
            <p:cNvSpPr/>
            <p:nvPr/>
          </p:nvSpPr>
          <p:spPr>
            <a:xfrm>
              <a:off x="6491235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25" name="pt1425"/>
            <p:cNvSpPr/>
            <p:nvPr/>
          </p:nvSpPr>
          <p:spPr>
            <a:xfrm>
              <a:off x="7031121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26" name="pt1426"/>
            <p:cNvSpPr/>
            <p:nvPr/>
          </p:nvSpPr>
          <p:spPr>
            <a:xfrm>
              <a:off x="765406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27" name="pt1427"/>
            <p:cNvSpPr/>
            <p:nvPr/>
          </p:nvSpPr>
          <p:spPr>
            <a:xfrm>
              <a:off x="6698883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28" name="pt1428"/>
            <p:cNvSpPr/>
            <p:nvPr/>
          </p:nvSpPr>
          <p:spPr>
            <a:xfrm>
              <a:off x="6242056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29" name="pt1429"/>
            <p:cNvSpPr/>
            <p:nvPr/>
          </p:nvSpPr>
          <p:spPr>
            <a:xfrm>
              <a:off x="6075937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30" name="pt1430"/>
            <p:cNvSpPr/>
            <p:nvPr/>
          </p:nvSpPr>
          <p:spPr>
            <a:xfrm>
              <a:off x="6906532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31" name="pt1431"/>
            <p:cNvSpPr/>
            <p:nvPr/>
          </p:nvSpPr>
          <p:spPr>
            <a:xfrm>
              <a:off x="6158997" y="43976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32" name="pt1432"/>
            <p:cNvSpPr/>
            <p:nvPr/>
          </p:nvSpPr>
          <p:spPr>
            <a:xfrm>
              <a:off x="5992878" y="40750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33" name="pt1433"/>
            <p:cNvSpPr/>
            <p:nvPr/>
          </p:nvSpPr>
          <p:spPr>
            <a:xfrm>
              <a:off x="6823473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34" name="pt1434"/>
            <p:cNvSpPr/>
            <p:nvPr/>
          </p:nvSpPr>
          <p:spPr>
            <a:xfrm>
              <a:off x="6242056" y="522712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35" name="pt1435"/>
            <p:cNvSpPr/>
            <p:nvPr/>
          </p:nvSpPr>
          <p:spPr>
            <a:xfrm>
              <a:off x="773712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36" name="pt1436"/>
            <p:cNvSpPr/>
            <p:nvPr/>
          </p:nvSpPr>
          <p:spPr>
            <a:xfrm>
              <a:off x="773712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37" name="pt1437"/>
            <p:cNvSpPr/>
            <p:nvPr/>
          </p:nvSpPr>
          <p:spPr>
            <a:xfrm>
              <a:off x="6989592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38" name="pt1438"/>
            <p:cNvSpPr/>
            <p:nvPr/>
          </p:nvSpPr>
          <p:spPr>
            <a:xfrm>
              <a:off x="7155710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39" name="pt1439"/>
            <p:cNvSpPr/>
            <p:nvPr/>
          </p:nvSpPr>
          <p:spPr>
            <a:xfrm>
              <a:off x="5909819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40" name="pt1440"/>
            <p:cNvSpPr/>
            <p:nvPr/>
          </p:nvSpPr>
          <p:spPr>
            <a:xfrm>
              <a:off x="6865002" y="3775465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41" name="pt1441"/>
            <p:cNvSpPr/>
            <p:nvPr/>
          </p:nvSpPr>
          <p:spPr>
            <a:xfrm>
              <a:off x="6283586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42" name="pt1442"/>
            <p:cNvSpPr/>
            <p:nvPr/>
          </p:nvSpPr>
          <p:spPr>
            <a:xfrm>
              <a:off x="5826759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43" name="pt1443"/>
            <p:cNvSpPr/>
            <p:nvPr/>
          </p:nvSpPr>
          <p:spPr>
            <a:xfrm>
              <a:off x="6325116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44" name="pt1444"/>
            <p:cNvSpPr/>
            <p:nvPr/>
          </p:nvSpPr>
          <p:spPr>
            <a:xfrm>
              <a:off x="5868289" y="432847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45" name="pt1445"/>
            <p:cNvSpPr/>
            <p:nvPr/>
          </p:nvSpPr>
          <p:spPr>
            <a:xfrm>
              <a:off x="6449705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46" name="pt1446"/>
            <p:cNvSpPr/>
            <p:nvPr/>
          </p:nvSpPr>
          <p:spPr>
            <a:xfrm>
              <a:off x="6657354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47" name="pt1447"/>
            <p:cNvSpPr/>
            <p:nvPr/>
          </p:nvSpPr>
          <p:spPr>
            <a:xfrm>
              <a:off x="5702170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48" name="pt1448"/>
            <p:cNvSpPr/>
            <p:nvPr/>
          </p:nvSpPr>
          <p:spPr>
            <a:xfrm>
              <a:off x="6906532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49" name="pt1449"/>
            <p:cNvSpPr/>
            <p:nvPr/>
          </p:nvSpPr>
          <p:spPr>
            <a:xfrm>
              <a:off x="5785229" y="42593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50" name="pt1450"/>
            <p:cNvSpPr/>
            <p:nvPr/>
          </p:nvSpPr>
          <p:spPr>
            <a:xfrm>
              <a:off x="6075937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51" name="pt1451"/>
            <p:cNvSpPr/>
            <p:nvPr/>
          </p:nvSpPr>
          <p:spPr>
            <a:xfrm>
              <a:off x="5951348" y="42593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52" name="pt1452"/>
            <p:cNvSpPr/>
            <p:nvPr/>
          </p:nvSpPr>
          <p:spPr>
            <a:xfrm>
              <a:off x="5369932" y="47662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53" name="pt1453"/>
            <p:cNvSpPr/>
            <p:nvPr/>
          </p:nvSpPr>
          <p:spPr>
            <a:xfrm>
              <a:off x="7404889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54" name="pt1454"/>
            <p:cNvSpPr/>
            <p:nvPr/>
          </p:nvSpPr>
          <p:spPr>
            <a:xfrm>
              <a:off x="6408175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55" name="pt1455"/>
            <p:cNvSpPr/>
            <p:nvPr/>
          </p:nvSpPr>
          <p:spPr>
            <a:xfrm>
              <a:off x="5702170" y="421326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56" name="pt1456"/>
            <p:cNvSpPr/>
            <p:nvPr/>
          </p:nvSpPr>
          <p:spPr>
            <a:xfrm>
              <a:off x="5992878" y="42593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57" name="pt1457"/>
            <p:cNvSpPr/>
            <p:nvPr/>
          </p:nvSpPr>
          <p:spPr>
            <a:xfrm>
              <a:off x="6657354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58" name="pt1458"/>
            <p:cNvSpPr/>
            <p:nvPr/>
          </p:nvSpPr>
          <p:spPr>
            <a:xfrm>
              <a:off x="6283586" y="416718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59" name="pt1459"/>
            <p:cNvSpPr/>
            <p:nvPr/>
          </p:nvSpPr>
          <p:spPr>
            <a:xfrm>
              <a:off x="6408175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60" name="pt1460"/>
            <p:cNvSpPr/>
            <p:nvPr/>
          </p:nvSpPr>
          <p:spPr>
            <a:xfrm>
              <a:off x="4913105" y="536537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61" name="pt1461"/>
            <p:cNvSpPr/>
            <p:nvPr/>
          </p:nvSpPr>
          <p:spPr>
            <a:xfrm>
              <a:off x="5951348" y="453585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62" name="pt1462"/>
            <p:cNvSpPr/>
            <p:nvPr/>
          </p:nvSpPr>
          <p:spPr>
            <a:xfrm>
              <a:off x="5411462" y="48354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63" name="pt1463"/>
            <p:cNvSpPr/>
            <p:nvPr/>
          </p:nvSpPr>
          <p:spPr>
            <a:xfrm>
              <a:off x="5909819" y="405197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64" name="pt1464"/>
            <p:cNvSpPr/>
            <p:nvPr/>
          </p:nvSpPr>
          <p:spPr>
            <a:xfrm>
              <a:off x="5203813" y="531928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65" name="pt1465"/>
            <p:cNvSpPr/>
            <p:nvPr/>
          </p:nvSpPr>
          <p:spPr>
            <a:xfrm>
              <a:off x="4954635" y="548058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66" name="pt1466"/>
            <p:cNvSpPr/>
            <p:nvPr/>
          </p:nvSpPr>
          <p:spPr>
            <a:xfrm>
              <a:off x="5245343" y="490453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67" name="pt1467"/>
            <p:cNvSpPr/>
            <p:nvPr/>
          </p:nvSpPr>
          <p:spPr>
            <a:xfrm>
              <a:off x="4497808" y="6125764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68" name="pt1468"/>
            <p:cNvSpPr/>
            <p:nvPr/>
          </p:nvSpPr>
          <p:spPr>
            <a:xfrm>
              <a:off x="4497808" y="607967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69" name="pt1469"/>
            <p:cNvSpPr/>
            <p:nvPr/>
          </p:nvSpPr>
          <p:spPr>
            <a:xfrm>
              <a:off x="4497808" y="6125764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70" name="pt1470"/>
            <p:cNvSpPr/>
            <p:nvPr/>
          </p:nvSpPr>
          <p:spPr>
            <a:xfrm>
              <a:off x="4497808" y="6125764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71" name="pt1471"/>
            <p:cNvSpPr/>
            <p:nvPr/>
          </p:nvSpPr>
          <p:spPr>
            <a:xfrm>
              <a:off x="5743700" y="42823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72" name="pt1472"/>
            <p:cNvSpPr/>
            <p:nvPr/>
          </p:nvSpPr>
          <p:spPr>
            <a:xfrm>
              <a:off x="5162283" y="499669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73" name="pt1473"/>
            <p:cNvSpPr/>
            <p:nvPr/>
          </p:nvSpPr>
          <p:spPr>
            <a:xfrm>
              <a:off x="5577581" y="45128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74" name="pt1474"/>
            <p:cNvSpPr/>
            <p:nvPr/>
          </p:nvSpPr>
          <p:spPr>
            <a:xfrm>
              <a:off x="6283586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75" name="pt1475"/>
            <p:cNvSpPr/>
            <p:nvPr/>
          </p:nvSpPr>
          <p:spPr>
            <a:xfrm>
              <a:off x="4497808" y="603359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76" name="pt1476"/>
            <p:cNvSpPr/>
            <p:nvPr/>
          </p:nvSpPr>
          <p:spPr>
            <a:xfrm>
              <a:off x="5577581" y="448977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77" name="pt1477"/>
            <p:cNvSpPr/>
            <p:nvPr/>
          </p:nvSpPr>
          <p:spPr>
            <a:xfrm>
              <a:off x="4539337" y="598751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78" name="pt1478"/>
            <p:cNvSpPr/>
            <p:nvPr/>
          </p:nvSpPr>
          <p:spPr>
            <a:xfrm>
              <a:off x="5494521" y="453585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79" name="pt1479"/>
            <p:cNvSpPr/>
            <p:nvPr/>
          </p:nvSpPr>
          <p:spPr>
            <a:xfrm>
              <a:off x="5785229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80" name="pt1480"/>
            <p:cNvSpPr/>
            <p:nvPr/>
          </p:nvSpPr>
          <p:spPr>
            <a:xfrm>
              <a:off x="6740413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81" name="pt1481"/>
            <p:cNvSpPr/>
            <p:nvPr/>
          </p:nvSpPr>
          <p:spPr>
            <a:xfrm>
              <a:off x="6574294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82" name="pt1482"/>
            <p:cNvSpPr/>
            <p:nvPr/>
          </p:nvSpPr>
          <p:spPr>
            <a:xfrm>
              <a:off x="4996165" y="552666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83" name="pt1483"/>
            <p:cNvSpPr/>
            <p:nvPr/>
          </p:nvSpPr>
          <p:spPr>
            <a:xfrm>
              <a:off x="4497808" y="552666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84" name="pt1484"/>
            <p:cNvSpPr/>
            <p:nvPr/>
          </p:nvSpPr>
          <p:spPr>
            <a:xfrm>
              <a:off x="5577581" y="47893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85" name="pt1485"/>
            <p:cNvSpPr/>
            <p:nvPr/>
          </p:nvSpPr>
          <p:spPr>
            <a:xfrm>
              <a:off x="6906532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86" name="pt1486"/>
            <p:cNvSpPr/>
            <p:nvPr/>
          </p:nvSpPr>
          <p:spPr>
            <a:xfrm>
              <a:off x="6989592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87" name="pt1487"/>
            <p:cNvSpPr/>
            <p:nvPr/>
          </p:nvSpPr>
          <p:spPr>
            <a:xfrm>
              <a:off x="5494521" y="497365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88" name="pt1488"/>
            <p:cNvSpPr/>
            <p:nvPr/>
          </p:nvSpPr>
          <p:spPr>
            <a:xfrm>
              <a:off x="5203813" y="50427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89" name="pt1489"/>
            <p:cNvSpPr/>
            <p:nvPr/>
          </p:nvSpPr>
          <p:spPr>
            <a:xfrm>
              <a:off x="6948062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90" name="pt1490"/>
            <p:cNvSpPr/>
            <p:nvPr/>
          </p:nvSpPr>
          <p:spPr>
            <a:xfrm>
              <a:off x="6283586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91" name="pt1491"/>
            <p:cNvSpPr/>
            <p:nvPr/>
          </p:nvSpPr>
          <p:spPr>
            <a:xfrm>
              <a:off x="6242056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92" name="pt1492"/>
            <p:cNvSpPr/>
            <p:nvPr/>
          </p:nvSpPr>
          <p:spPr>
            <a:xfrm>
              <a:off x="5494521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93" name="pt1493"/>
            <p:cNvSpPr/>
            <p:nvPr/>
          </p:nvSpPr>
          <p:spPr>
            <a:xfrm>
              <a:off x="7155710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94" name="pt1494"/>
            <p:cNvSpPr/>
            <p:nvPr/>
          </p:nvSpPr>
          <p:spPr>
            <a:xfrm>
              <a:off x="6989592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95" name="pt1495"/>
            <p:cNvSpPr/>
            <p:nvPr/>
          </p:nvSpPr>
          <p:spPr>
            <a:xfrm>
              <a:off x="6865002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96" name="pt1496"/>
            <p:cNvSpPr/>
            <p:nvPr/>
          </p:nvSpPr>
          <p:spPr>
            <a:xfrm>
              <a:off x="6325116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97" name="pt1497"/>
            <p:cNvSpPr/>
            <p:nvPr/>
          </p:nvSpPr>
          <p:spPr>
            <a:xfrm>
              <a:off x="7155710" y="3775465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98" name="pt1498"/>
            <p:cNvSpPr/>
            <p:nvPr/>
          </p:nvSpPr>
          <p:spPr>
            <a:xfrm>
              <a:off x="7155710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499" name="pt1499"/>
            <p:cNvSpPr/>
            <p:nvPr/>
          </p:nvSpPr>
          <p:spPr>
            <a:xfrm>
              <a:off x="7363359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00" name="pt1500"/>
            <p:cNvSpPr/>
            <p:nvPr/>
          </p:nvSpPr>
          <p:spPr>
            <a:xfrm>
              <a:off x="7155710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01" name="pt1501"/>
            <p:cNvSpPr/>
            <p:nvPr/>
          </p:nvSpPr>
          <p:spPr>
            <a:xfrm>
              <a:off x="7487948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02" name="pt1502"/>
            <p:cNvSpPr/>
            <p:nvPr/>
          </p:nvSpPr>
          <p:spPr>
            <a:xfrm>
              <a:off x="7404889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03" name="pt1503"/>
            <p:cNvSpPr/>
            <p:nvPr/>
          </p:nvSpPr>
          <p:spPr>
            <a:xfrm>
              <a:off x="6242056" y="391371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04" name="pt1504"/>
            <p:cNvSpPr/>
            <p:nvPr/>
          </p:nvSpPr>
          <p:spPr>
            <a:xfrm>
              <a:off x="6948062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05" name="pt1505"/>
            <p:cNvSpPr/>
            <p:nvPr/>
          </p:nvSpPr>
          <p:spPr>
            <a:xfrm>
              <a:off x="7031121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06" name="pt1506"/>
            <p:cNvSpPr/>
            <p:nvPr/>
          </p:nvSpPr>
          <p:spPr>
            <a:xfrm>
              <a:off x="7155710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07" name="pt1507"/>
            <p:cNvSpPr/>
            <p:nvPr/>
          </p:nvSpPr>
          <p:spPr>
            <a:xfrm>
              <a:off x="6698883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08" name="pt1508"/>
            <p:cNvSpPr/>
            <p:nvPr/>
          </p:nvSpPr>
          <p:spPr>
            <a:xfrm>
              <a:off x="7155710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09" name="pt1509"/>
            <p:cNvSpPr/>
            <p:nvPr/>
          </p:nvSpPr>
          <p:spPr>
            <a:xfrm>
              <a:off x="765406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10" name="pt1510"/>
            <p:cNvSpPr/>
            <p:nvPr/>
          </p:nvSpPr>
          <p:spPr>
            <a:xfrm>
              <a:off x="773712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11" name="pt1511"/>
            <p:cNvSpPr/>
            <p:nvPr/>
          </p:nvSpPr>
          <p:spPr>
            <a:xfrm>
              <a:off x="6865002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12" name="pt1512"/>
            <p:cNvSpPr/>
            <p:nvPr/>
          </p:nvSpPr>
          <p:spPr>
            <a:xfrm>
              <a:off x="761253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13" name="pt1513"/>
            <p:cNvSpPr/>
            <p:nvPr/>
          </p:nvSpPr>
          <p:spPr>
            <a:xfrm>
              <a:off x="6491235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14" name="pt1514"/>
            <p:cNvSpPr/>
            <p:nvPr/>
          </p:nvSpPr>
          <p:spPr>
            <a:xfrm>
              <a:off x="6948062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15" name="pt1515"/>
            <p:cNvSpPr/>
            <p:nvPr/>
          </p:nvSpPr>
          <p:spPr>
            <a:xfrm>
              <a:off x="7031121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16" name="pt1516"/>
            <p:cNvSpPr/>
            <p:nvPr/>
          </p:nvSpPr>
          <p:spPr>
            <a:xfrm>
              <a:off x="5909819" y="42593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17" name="pt1517"/>
            <p:cNvSpPr/>
            <p:nvPr/>
          </p:nvSpPr>
          <p:spPr>
            <a:xfrm>
              <a:off x="6948062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18" name="pt1518"/>
            <p:cNvSpPr/>
            <p:nvPr/>
          </p:nvSpPr>
          <p:spPr>
            <a:xfrm>
              <a:off x="6906532" y="3844591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19" name="pt1519"/>
            <p:cNvSpPr/>
            <p:nvPr/>
          </p:nvSpPr>
          <p:spPr>
            <a:xfrm>
              <a:off x="7571008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20" name="pt1520"/>
            <p:cNvSpPr/>
            <p:nvPr/>
          </p:nvSpPr>
          <p:spPr>
            <a:xfrm>
              <a:off x="773712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21" name="pt1521"/>
            <p:cNvSpPr/>
            <p:nvPr/>
          </p:nvSpPr>
          <p:spPr>
            <a:xfrm>
              <a:off x="5286873" y="557275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22" name="pt1522"/>
            <p:cNvSpPr/>
            <p:nvPr/>
          </p:nvSpPr>
          <p:spPr>
            <a:xfrm>
              <a:off x="7031121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23" name="pt1523"/>
            <p:cNvSpPr/>
            <p:nvPr/>
          </p:nvSpPr>
          <p:spPr>
            <a:xfrm>
              <a:off x="765406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24" name="pt1524"/>
            <p:cNvSpPr/>
            <p:nvPr/>
          </p:nvSpPr>
          <p:spPr>
            <a:xfrm>
              <a:off x="7031121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25" name="pt1525"/>
            <p:cNvSpPr/>
            <p:nvPr/>
          </p:nvSpPr>
          <p:spPr>
            <a:xfrm>
              <a:off x="5992878" y="44667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26" name="pt1526"/>
            <p:cNvSpPr/>
            <p:nvPr/>
          </p:nvSpPr>
          <p:spPr>
            <a:xfrm>
              <a:off x="773712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27" name="pt1527"/>
            <p:cNvSpPr/>
            <p:nvPr/>
          </p:nvSpPr>
          <p:spPr>
            <a:xfrm>
              <a:off x="6075937" y="400588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28" name="pt1528"/>
            <p:cNvSpPr/>
            <p:nvPr/>
          </p:nvSpPr>
          <p:spPr>
            <a:xfrm>
              <a:off x="6366646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29" name="pt1529"/>
            <p:cNvSpPr/>
            <p:nvPr/>
          </p:nvSpPr>
          <p:spPr>
            <a:xfrm>
              <a:off x="6865002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30" name="pt1530"/>
            <p:cNvSpPr/>
            <p:nvPr/>
          </p:nvSpPr>
          <p:spPr>
            <a:xfrm>
              <a:off x="5660640" y="432847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31" name="pt1531"/>
            <p:cNvSpPr/>
            <p:nvPr/>
          </p:nvSpPr>
          <p:spPr>
            <a:xfrm>
              <a:off x="6615824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32" name="pt1532"/>
            <p:cNvSpPr/>
            <p:nvPr/>
          </p:nvSpPr>
          <p:spPr>
            <a:xfrm>
              <a:off x="6532764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33" name="pt1533"/>
            <p:cNvSpPr/>
            <p:nvPr/>
          </p:nvSpPr>
          <p:spPr>
            <a:xfrm>
              <a:off x="6615824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34" name="pt1534"/>
            <p:cNvSpPr/>
            <p:nvPr/>
          </p:nvSpPr>
          <p:spPr>
            <a:xfrm>
              <a:off x="7404889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35" name="pt1535"/>
            <p:cNvSpPr/>
            <p:nvPr/>
          </p:nvSpPr>
          <p:spPr>
            <a:xfrm>
              <a:off x="5826759" y="42593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36" name="pt1536"/>
            <p:cNvSpPr/>
            <p:nvPr/>
          </p:nvSpPr>
          <p:spPr>
            <a:xfrm>
              <a:off x="7155710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37" name="pt1537"/>
            <p:cNvSpPr/>
            <p:nvPr/>
          </p:nvSpPr>
          <p:spPr>
            <a:xfrm>
              <a:off x="7114181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38" name="pt1538"/>
            <p:cNvSpPr/>
            <p:nvPr/>
          </p:nvSpPr>
          <p:spPr>
            <a:xfrm>
              <a:off x="6823473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39" name="pt1539"/>
            <p:cNvSpPr/>
            <p:nvPr/>
          </p:nvSpPr>
          <p:spPr>
            <a:xfrm>
              <a:off x="6698883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40" name="pt1540"/>
            <p:cNvSpPr/>
            <p:nvPr/>
          </p:nvSpPr>
          <p:spPr>
            <a:xfrm>
              <a:off x="7072651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41" name="pt1541"/>
            <p:cNvSpPr/>
            <p:nvPr/>
          </p:nvSpPr>
          <p:spPr>
            <a:xfrm>
              <a:off x="6532764" y="3775465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42" name="pt1542"/>
            <p:cNvSpPr/>
            <p:nvPr/>
          </p:nvSpPr>
          <p:spPr>
            <a:xfrm>
              <a:off x="6325116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43" name="pt1543"/>
            <p:cNvSpPr/>
            <p:nvPr/>
          </p:nvSpPr>
          <p:spPr>
            <a:xfrm>
              <a:off x="5369932" y="506582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44" name="pt1544"/>
            <p:cNvSpPr/>
            <p:nvPr/>
          </p:nvSpPr>
          <p:spPr>
            <a:xfrm>
              <a:off x="6823473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45" name="pt1545"/>
            <p:cNvSpPr/>
            <p:nvPr/>
          </p:nvSpPr>
          <p:spPr>
            <a:xfrm>
              <a:off x="6408175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46" name="pt1546"/>
            <p:cNvSpPr/>
            <p:nvPr/>
          </p:nvSpPr>
          <p:spPr>
            <a:xfrm>
              <a:off x="6657354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47" name="pt1547"/>
            <p:cNvSpPr/>
            <p:nvPr/>
          </p:nvSpPr>
          <p:spPr>
            <a:xfrm>
              <a:off x="7446419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48" name="pt1548"/>
            <p:cNvSpPr/>
            <p:nvPr/>
          </p:nvSpPr>
          <p:spPr>
            <a:xfrm>
              <a:off x="6906532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49" name="pt1549"/>
            <p:cNvSpPr/>
            <p:nvPr/>
          </p:nvSpPr>
          <p:spPr>
            <a:xfrm>
              <a:off x="6823473" y="405197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50" name="pt1550"/>
            <p:cNvSpPr/>
            <p:nvPr/>
          </p:nvSpPr>
          <p:spPr>
            <a:xfrm>
              <a:off x="5702170" y="432847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51" name="pt1551"/>
            <p:cNvSpPr/>
            <p:nvPr/>
          </p:nvSpPr>
          <p:spPr>
            <a:xfrm>
              <a:off x="5785229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52" name="pt1552"/>
            <p:cNvSpPr/>
            <p:nvPr/>
          </p:nvSpPr>
          <p:spPr>
            <a:xfrm>
              <a:off x="6781943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53" name="pt1553"/>
            <p:cNvSpPr/>
            <p:nvPr/>
          </p:nvSpPr>
          <p:spPr>
            <a:xfrm>
              <a:off x="6574294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54" name="pt1554"/>
            <p:cNvSpPr/>
            <p:nvPr/>
          </p:nvSpPr>
          <p:spPr>
            <a:xfrm>
              <a:off x="5286873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55" name="pt1555"/>
            <p:cNvSpPr/>
            <p:nvPr/>
          </p:nvSpPr>
          <p:spPr>
            <a:xfrm>
              <a:off x="6242056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56" name="pt1556"/>
            <p:cNvSpPr/>
            <p:nvPr/>
          </p:nvSpPr>
          <p:spPr>
            <a:xfrm>
              <a:off x="7031121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57" name="pt1557"/>
            <p:cNvSpPr/>
            <p:nvPr/>
          </p:nvSpPr>
          <p:spPr>
            <a:xfrm>
              <a:off x="7031121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58" name="pt1558"/>
            <p:cNvSpPr/>
            <p:nvPr/>
          </p:nvSpPr>
          <p:spPr>
            <a:xfrm>
              <a:off x="6242056" y="44667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59" name="pt1559"/>
            <p:cNvSpPr/>
            <p:nvPr/>
          </p:nvSpPr>
          <p:spPr>
            <a:xfrm>
              <a:off x="6865002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60" name="pt1560"/>
            <p:cNvSpPr/>
            <p:nvPr/>
          </p:nvSpPr>
          <p:spPr>
            <a:xfrm>
              <a:off x="5577581" y="398284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61" name="pt1561"/>
            <p:cNvSpPr/>
            <p:nvPr/>
          </p:nvSpPr>
          <p:spPr>
            <a:xfrm>
              <a:off x="6615824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62" name="pt1562"/>
            <p:cNvSpPr/>
            <p:nvPr/>
          </p:nvSpPr>
          <p:spPr>
            <a:xfrm>
              <a:off x="6242056" y="409805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63" name="pt1563"/>
            <p:cNvSpPr/>
            <p:nvPr/>
          </p:nvSpPr>
          <p:spPr>
            <a:xfrm>
              <a:off x="6325116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64" name="pt1564"/>
            <p:cNvSpPr/>
            <p:nvPr/>
          </p:nvSpPr>
          <p:spPr>
            <a:xfrm>
              <a:off x="5992878" y="4190223"/>
              <a:ext cx="72220" cy="72220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309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65" name="pt1565"/>
            <p:cNvSpPr/>
            <p:nvPr/>
          </p:nvSpPr>
          <p:spPr>
            <a:xfrm>
              <a:off x="4830046" y="44667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66" name="pt1566"/>
            <p:cNvSpPr/>
            <p:nvPr/>
          </p:nvSpPr>
          <p:spPr>
            <a:xfrm>
              <a:off x="6158997" y="391371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67" name="pt1567"/>
            <p:cNvSpPr/>
            <p:nvPr/>
          </p:nvSpPr>
          <p:spPr>
            <a:xfrm>
              <a:off x="5743700" y="42593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68" name="pt1568"/>
            <p:cNvSpPr/>
            <p:nvPr/>
          </p:nvSpPr>
          <p:spPr>
            <a:xfrm>
              <a:off x="7363359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69" name="pt1569"/>
            <p:cNvSpPr/>
            <p:nvPr/>
          </p:nvSpPr>
          <p:spPr>
            <a:xfrm>
              <a:off x="5369932" y="4051970"/>
              <a:ext cx="72220" cy="72220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309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70" name="pt1570"/>
            <p:cNvSpPr/>
            <p:nvPr/>
          </p:nvSpPr>
          <p:spPr>
            <a:xfrm>
              <a:off x="5079224" y="43976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71" name="pt1571"/>
            <p:cNvSpPr/>
            <p:nvPr/>
          </p:nvSpPr>
          <p:spPr>
            <a:xfrm>
              <a:off x="7031121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72" name="pt1572"/>
            <p:cNvSpPr/>
            <p:nvPr/>
          </p:nvSpPr>
          <p:spPr>
            <a:xfrm>
              <a:off x="4580867" y="596446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73" name="pt1573"/>
            <p:cNvSpPr/>
            <p:nvPr/>
          </p:nvSpPr>
          <p:spPr>
            <a:xfrm>
              <a:off x="6906532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74" name="pt1574"/>
            <p:cNvSpPr/>
            <p:nvPr/>
          </p:nvSpPr>
          <p:spPr>
            <a:xfrm>
              <a:off x="5369932" y="432847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75" name="pt1575"/>
            <p:cNvSpPr/>
            <p:nvPr/>
          </p:nvSpPr>
          <p:spPr>
            <a:xfrm>
              <a:off x="7031121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76" name="pt1576"/>
            <p:cNvSpPr/>
            <p:nvPr/>
          </p:nvSpPr>
          <p:spPr>
            <a:xfrm>
              <a:off x="6200527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77" name="pt1577"/>
            <p:cNvSpPr/>
            <p:nvPr/>
          </p:nvSpPr>
          <p:spPr>
            <a:xfrm>
              <a:off x="7114181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78" name="pt1578"/>
            <p:cNvSpPr/>
            <p:nvPr/>
          </p:nvSpPr>
          <p:spPr>
            <a:xfrm>
              <a:off x="7238770" y="3775465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79" name="pt1579"/>
            <p:cNvSpPr/>
            <p:nvPr/>
          </p:nvSpPr>
          <p:spPr>
            <a:xfrm>
              <a:off x="6491235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80" name="pt1580"/>
            <p:cNvSpPr/>
            <p:nvPr/>
          </p:nvSpPr>
          <p:spPr>
            <a:xfrm>
              <a:off x="5203813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81" name="pt1581"/>
            <p:cNvSpPr/>
            <p:nvPr/>
          </p:nvSpPr>
          <p:spPr>
            <a:xfrm>
              <a:off x="6075937" y="432847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82" name="pt1582"/>
            <p:cNvSpPr/>
            <p:nvPr/>
          </p:nvSpPr>
          <p:spPr>
            <a:xfrm>
              <a:off x="5037694" y="501974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83" name="pt1583"/>
            <p:cNvSpPr/>
            <p:nvPr/>
          </p:nvSpPr>
          <p:spPr>
            <a:xfrm>
              <a:off x="6574294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84" name="pt1584"/>
            <p:cNvSpPr/>
            <p:nvPr/>
          </p:nvSpPr>
          <p:spPr>
            <a:xfrm>
              <a:off x="6200527" y="430543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85" name="pt1585"/>
            <p:cNvSpPr/>
            <p:nvPr/>
          </p:nvSpPr>
          <p:spPr>
            <a:xfrm>
              <a:off x="6408175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86" name="pt1586"/>
            <p:cNvSpPr/>
            <p:nvPr/>
          </p:nvSpPr>
          <p:spPr>
            <a:xfrm>
              <a:off x="6491235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87" name="pt1587"/>
            <p:cNvSpPr/>
            <p:nvPr/>
          </p:nvSpPr>
          <p:spPr>
            <a:xfrm>
              <a:off x="6948062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88" name="pt1588"/>
            <p:cNvSpPr/>
            <p:nvPr/>
          </p:nvSpPr>
          <p:spPr>
            <a:xfrm>
              <a:off x="7114181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89" name="pt1589"/>
            <p:cNvSpPr/>
            <p:nvPr/>
          </p:nvSpPr>
          <p:spPr>
            <a:xfrm>
              <a:off x="7238770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90" name="pt1590"/>
            <p:cNvSpPr/>
            <p:nvPr/>
          </p:nvSpPr>
          <p:spPr>
            <a:xfrm>
              <a:off x="6989592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91" name="pt1591"/>
            <p:cNvSpPr/>
            <p:nvPr/>
          </p:nvSpPr>
          <p:spPr>
            <a:xfrm>
              <a:off x="6989592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92" name="pt1592"/>
            <p:cNvSpPr/>
            <p:nvPr/>
          </p:nvSpPr>
          <p:spPr>
            <a:xfrm>
              <a:off x="5785229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93" name="pt1593"/>
            <p:cNvSpPr/>
            <p:nvPr/>
          </p:nvSpPr>
          <p:spPr>
            <a:xfrm>
              <a:off x="6823473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94" name="pt1594"/>
            <p:cNvSpPr/>
            <p:nvPr/>
          </p:nvSpPr>
          <p:spPr>
            <a:xfrm>
              <a:off x="6283586" y="4121097"/>
              <a:ext cx="72220" cy="72220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309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95" name="pt1595"/>
            <p:cNvSpPr/>
            <p:nvPr/>
          </p:nvSpPr>
          <p:spPr>
            <a:xfrm>
              <a:off x="6117467" y="453585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96" name="pt1596"/>
            <p:cNvSpPr/>
            <p:nvPr/>
          </p:nvSpPr>
          <p:spPr>
            <a:xfrm>
              <a:off x="5619110" y="44667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97" name="pt1597"/>
            <p:cNvSpPr/>
            <p:nvPr/>
          </p:nvSpPr>
          <p:spPr>
            <a:xfrm>
              <a:off x="6449705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98" name="pt1598"/>
            <p:cNvSpPr/>
            <p:nvPr/>
          </p:nvSpPr>
          <p:spPr>
            <a:xfrm>
              <a:off x="5577581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599" name="pt1599"/>
            <p:cNvSpPr/>
            <p:nvPr/>
          </p:nvSpPr>
          <p:spPr>
            <a:xfrm>
              <a:off x="6865002" y="3844591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00" name="pt1600"/>
            <p:cNvSpPr/>
            <p:nvPr/>
          </p:nvSpPr>
          <p:spPr>
            <a:xfrm>
              <a:off x="5785229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01" name="pt1601"/>
            <p:cNvSpPr/>
            <p:nvPr/>
          </p:nvSpPr>
          <p:spPr>
            <a:xfrm>
              <a:off x="5494521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02" name="pt1602"/>
            <p:cNvSpPr/>
            <p:nvPr/>
          </p:nvSpPr>
          <p:spPr>
            <a:xfrm>
              <a:off x="5951348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03" name="pt1603"/>
            <p:cNvSpPr/>
            <p:nvPr/>
          </p:nvSpPr>
          <p:spPr>
            <a:xfrm>
              <a:off x="773712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04" name="pt1604"/>
            <p:cNvSpPr/>
            <p:nvPr/>
          </p:nvSpPr>
          <p:spPr>
            <a:xfrm>
              <a:off x="7571008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05" name="pt1605"/>
            <p:cNvSpPr/>
            <p:nvPr/>
          </p:nvSpPr>
          <p:spPr>
            <a:xfrm>
              <a:off x="5702170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06" name="pt1606"/>
            <p:cNvSpPr/>
            <p:nvPr/>
          </p:nvSpPr>
          <p:spPr>
            <a:xfrm>
              <a:off x="5079224" y="488148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07" name="pt1607"/>
            <p:cNvSpPr/>
            <p:nvPr/>
          </p:nvSpPr>
          <p:spPr>
            <a:xfrm>
              <a:off x="5536051" y="465106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08" name="pt1608"/>
            <p:cNvSpPr/>
            <p:nvPr/>
          </p:nvSpPr>
          <p:spPr>
            <a:xfrm>
              <a:off x="7238770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09" name="pt1609"/>
            <p:cNvSpPr/>
            <p:nvPr/>
          </p:nvSpPr>
          <p:spPr>
            <a:xfrm>
              <a:off x="6823473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10" name="pt1610"/>
            <p:cNvSpPr/>
            <p:nvPr/>
          </p:nvSpPr>
          <p:spPr>
            <a:xfrm>
              <a:off x="6740413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11" name="pt1611"/>
            <p:cNvSpPr/>
            <p:nvPr/>
          </p:nvSpPr>
          <p:spPr>
            <a:xfrm>
              <a:off x="6242056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12" name="pt1612"/>
            <p:cNvSpPr/>
            <p:nvPr/>
          </p:nvSpPr>
          <p:spPr>
            <a:xfrm>
              <a:off x="6366646" y="391371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13" name="pt1613"/>
            <p:cNvSpPr/>
            <p:nvPr/>
          </p:nvSpPr>
          <p:spPr>
            <a:xfrm>
              <a:off x="5494521" y="435151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14" name="pt1614"/>
            <p:cNvSpPr/>
            <p:nvPr/>
          </p:nvSpPr>
          <p:spPr>
            <a:xfrm>
              <a:off x="7280300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15" name="pt1615"/>
            <p:cNvSpPr/>
            <p:nvPr/>
          </p:nvSpPr>
          <p:spPr>
            <a:xfrm>
              <a:off x="5660640" y="412109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16" name="pt1616"/>
            <p:cNvSpPr/>
            <p:nvPr/>
          </p:nvSpPr>
          <p:spPr>
            <a:xfrm>
              <a:off x="5702170" y="43976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17" name="pt1617"/>
            <p:cNvSpPr/>
            <p:nvPr/>
          </p:nvSpPr>
          <p:spPr>
            <a:xfrm>
              <a:off x="5660640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18" name="pt1618"/>
            <p:cNvSpPr/>
            <p:nvPr/>
          </p:nvSpPr>
          <p:spPr>
            <a:xfrm>
              <a:off x="7155710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19" name="pt1619"/>
            <p:cNvSpPr/>
            <p:nvPr/>
          </p:nvSpPr>
          <p:spPr>
            <a:xfrm>
              <a:off x="6865002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20" name="pt1620"/>
            <p:cNvSpPr/>
            <p:nvPr/>
          </p:nvSpPr>
          <p:spPr>
            <a:xfrm>
              <a:off x="6408175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21" name="pt1621"/>
            <p:cNvSpPr/>
            <p:nvPr/>
          </p:nvSpPr>
          <p:spPr>
            <a:xfrm>
              <a:off x="6366646" y="393676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22" name="pt1622"/>
            <p:cNvSpPr/>
            <p:nvPr/>
          </p:nvSpPr>
          <p:spPr>
            <a:xfrm>
              <a:off x="7487948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23" name="pt1623"/>
            <p:cNvSpPr/>
            <p:nvPr/>
          </p:nvSpPr>
          <p:spPr>
            <a:xfrm>
              <a:off x="6200527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24" name="pt1624"/>
            <p:cNvSpPr/>
            <p:nvPr/>
          </p:nvSpPr>
          <p:spPr>
            <a:xfrm>
              <a:off x="7031121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25" name="pt1625"/>
            <p:cNvSpPr/>
            <p:nvPr/>
          </p:nvSpPr>
          <p:spPr>
            <a:xfrm>
              <a:off x="7238770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26" name="pt1626"/>
            <p:cNvSpPr/>
            <p:nvPr/>
          </p:nvSpPr>
          <p:spPr>
            <a:xfrm>
              <a:off x="7114181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27" name="pt1627"/>
            <p:cNvSpPr/>
            <p:nvPr/>
          </p:nvSpPr>
          <p:spPr>
            <a:xfrm>
              <a:off x="5452992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28" name="pt1628"/>
            <p:cNvSpPr/>
            <p:nvPr/>
          </p:nvSpPr>
          <p:spPr>
            <a:xfrm>
              <a:off x="6698883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29" name="pt1629"/>
            <p:cNvSpPr/>
            <p:nvPr/>
          </p:nvSpPr>
          <p:spPr>
            <a:xfrm>
              <a:off x="7114181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30" name="pt1630"/>
            <p:cNvSpPr/>
            <p:nvPr/>
          </p:nvSpPr>
          <p:spPr>
            <a:xfrm>
              <a:off x="6657354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31" name="pt1631"/>
            <p:cNvSpPr/>
            <p:nvPr/>
          </p:nvSpPr>
          <p:spPr>
            <a:xfrm>
              <a:off x="7155710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32" name="pt1632"/>
            <p:cNvSpPr/>
            <p:nvPr/>
          </p:nvSpPr>
          <p:spPr>
            <a:xfrm>
              <a:off x="5619110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33" name="pt1633"/>
            <p:cNvSpPr/>
            <p:nvPr/>
          </p:nvSpPr>
          <p:spPr>
            <a:xfrm>
              <a:off x="6657354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34" name="pt1634"/>
            <p:cNvSpPr/>
            <p:nvPr/>
          </p:nvSpPr>
          <p:spPr>
            <a:xfrm>
              <a:off x="7238770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35" name="pt1635"/>
            <p:cNvSpPr/>
            <p:nvPr/>
          </p:nvSpPr>
          <p:spPr>
            <a:xfrm>
              <a:off x="5079224" y="529624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36" name="pt1636"/>
            <p:cNvSpPr/>
            <p:nvPr/>
          </p:nvSpPr>
          <p:spPr>
            <a:xfrm>
              <a:off x="5162283" y="508886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37" name="pt1637"/>
            <p:cNvSpPr/>
            <p:nvPr/>
          </p:nvSpPr>
          <p:spPr>
            <a:xfrm>
              <a:off x="6657354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38" name="pt1638"/>
            <p:cNvSpPr/>
            <p:nvPr/>
          </p:nvSpPr>
          <p:spPr>
            <a:xfrm>
              <a:off x="5702170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39" name="pt1639"/>
            <p:cNvSpPr/>
            <p:nvPr/>
          </p:nvSpPr>
          <p:spPr>
            <a:xfrm>
              <a:off x="5536051" y="50427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40" name="pt1640"/>
            <p:cNvSpPr/>
            <p:nvPr/>
          </p:nvSpPr>
          <p:spPr>
            <a:xfrm>
              <a:off x="7404889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41" name="pt1641"/>
            <p:cNvSpPr/>
            <p:nvPr/>
          </p:nvSpPr>
          <p:spPr>
            <a:xfrm>
              <a:off x="7654067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42" name="pt1642"/>
            <p:cNvSpPr/>
            <p:nvPr/>
          </p:nvSpPr>
          <p:spPr>
            <a:xfrm>
              <a:off x="7031121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43" name="pt1643"/>
            <p:cNvSpPr/>
            <p:nvPr/>
          </p:nvSpPr>
          <p:spPr>
            <a:xfrm>
              <a:off x="6989592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44" name="pt1644"/>
            <p:cNvSpPr/>
            <p:nvPr/>
          </p:nvSpPr>
          <p:spPr>
            <a:xfrm>
              <a:off x="7155710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45" name="pt1645"/>
            <p:cNvSpPr/>
            <p:nvPr/>
          </p:nvSpPr>
          <p:spPr>
            <a:xfrm>
              <a:off x="6075937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46" name="pt1646"/>
            <p:cNvSpPr/>
            <p:nvPr/>
          </p:nvSpPr>
          <p:spPr>
            <a:xfrm>
              <a:off x="6823473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47" name="pt1647"/>
            <p:cNvSpPr/>
            <p:nvPr/>
          </p:nvSpPr>
          <p:spPr>
            <a:xfrm>
              <a:off x="6740413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48" name="pt1648"/>
            <p:cNvSpPr/>
            <p:nvPr/>
          </p:nvSpPr>
          <p:spPr>
            <a:xfrm>
              <a:off x="6823473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49" name="pt1649"/>
            <p:cNvSpPr/>
            <p:nvPr/>
          </p:nvSpPr>
          <p:spPr>
            <a:xfrm>
              <a:off x="5452992" y="501974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50" name="pt1650"/>
            <p:cNvSpPr/>
            <p:nvPr/>
          </p:nvSpPr>
          <p:spPr>
            <a:xfrm>
              <a:off x="6657354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51" name="pt1651"/>
            <p:cNvSpPr/>
            <p:nvPr/>
          </p:nvSpPr>
          <p:spPr>
            <a:xfrm>
              <a:off x="6532764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52" name="pt1652"/>
            <p:cNvSpPr/>
            <p:nvPr/>
          </p:nvSpPr>
          <p:spPr>
            <a:xfrm>
              <a:off x="5286873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53" name="pt1653"/>
            <p:cNvSpPr/>
            <p:nvPr/>
          </p:nvSpPr>
          <p:spPr>
            <a:xfrm>
              <a:off x="6574294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54" name="pt1654"/>
            <p:cNvSpPr/>
            <p:nvPr/>
          </p:nvSpPr>
          <p:spPr>
            <a:xfrm>
              <a:off x="6989592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55" name="pt1655"/>
            <p:cNvSpPr/>
            <p:nvPr/>
          </p:nvSpPr>
          <p:spPr>
            <a:xfrm>
              <a:off x="5743700" y="42363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56" name="pt1656"/>
            <p:cNvSpPr/>
            <p:nvPr/>
          </p:nvSpPr>
          <p:spPr>
            <a:xfrm>
              <a:off x="7155710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57" name="pt1657"/>
            <p:cNvSpPr/>
            <p:nvPr/>
          </p:nvSpPr>
          <p:spPr>
            <a:xfrm>
              <a:off x="4954635" y="531928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58" name="pt1658"/>
            <p:cNvSpPr/>
            <p:nvPr/>
          </p:nvSpPr>
          <p:spPr>
            <a:xfrm>
              <a:off x="6823473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59" name="pt1659"/>
            <p:cNvSpPr/>
            <p:nvPr/>
          </p:nvSpPr>
          <p:spPr>
            <a:xfrm>
              <a:off x="5494521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60" name="pt1660"/>
            <p:cNvSpPr/>
            <p:nvPr/>
          </p:nvSpPr>
          <p:spPr>
            <a:xfrm>
              <a:off x="5536051" y="43976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61" name="pt1661"/>
            <p:cNvSpPr/>
            <p:nvPr/>
          </p:nvSpPr>
          <p:spPr>
            <a:xfrm>
              <a:off x="6823473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62" name="pt1662"/>
            <p:cNvSpPr/>
            <p:nvPr/>
          </p:nvSpPr>
          <p:spPr>
            <a:xfrm>
              <a:off x="7321829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63" name="pt1663"/>
            <p:cNvSpPr/>
            <p:nvPr/>
          </p:nvSpPr>
          <p:spPr>
            <a:xfrm>
              <a:off x="5951348" y="4121097"/>
              <a:ext cx="72220" cy="72220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309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64" name="pt1664"/>
            <p:cNvSpPr/>
            <p:nvPr/>
          </p:nvSpPr>
          <p:spPr>
            <a:xfrm>
              <a:off x="6034408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65" name="pt1665"/>
            <p:cNvSpPr/>
            <p:nvPr/>
          </p:nvSpPr>
          <p:spPr>
            <a:xfrm>
              <a:off x="5286873" y="501974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66" name="pt1666"/>
            <p:cNvSpPr/>
            <p:nvPr/>
          </p:nvSpPr>
          <p:spPr>
            <a:xfrm>
              <a:off x="5162283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67" name="pt1667"/>
            <p:cNvSpPr/>
            <p:nvPr/>
          </p:nvSpPr>
          <p:spPr>
            <a:xfrm>
              <a:off x="5826759" y="47893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68" name="pt1668"/>
            <p:cNvSpPr/>
            <p:nvPr/>
          </p:nvSpPr>
          <p:spPr>
            <a:xfrm>
              <a:off x="5037694" y="499669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69" name="pt1669"/>
            <p:cNvSpPr/>
            <p:nvPr/>
          </p:nvSpPr>
          <p:spPr>
            <a:xfrm>
              <a:off x="5951348" y="453585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70" name="pt1670"/>
            <p:cNvSpPr/>
            <p:nvPr/>
          </p:nvSpPr>
          <p:spPr>
            <a:xfrm>
              <a:off x="5369932" y="469715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71" name="pt1671"/>
            <p:cNvSpPr/>
            <p:nvPr/>
          </p:nvSpPr>
          <p:spPr>
            <a:xfrm>
              <a:off x="7155710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72" name="pt1672"/>
            <p:cNvSpPr/>
            <p:nvPr/>
          </p:nvSpPr>
          <p:spPr>
            <a:xfrm>
              <a:off x="6242056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73" name="pt1673"/>
            <p:cNvSpPr/>
            <p:nvPr/>
          </p:nvSpPr>
          <p:spPr>
            <a:xfrm>
              <a:off x="4622397" y="598751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74" name="pt1674"/>
            <p:cNvSpPr/>
            <p:nvPr/>
          </p:nvSpPr>
          <p:spPr>
            <a:xfrm>
              <a:off x="5494521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75" name="pt1675"/>
            <p:cNvSpPr/>
            <p:nvPr/>
          </p:nvSpPr>
          <p:spPr>
            <a:xfrm>
              <a:off x="4705456" y="536537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76" name="pt1676"/>
            <p:cNvSpPr/>
            <p:nvPr/>
          </p:nvSpPr>
          <p:spPr>
            <a:xfrm>
              <a:off x="5079224" y="43976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77" name="pt1677"/>
            <p:cNvSpPr/>
            <p:nvPr/>
          </p:nvSpPr>
          <p:spPr>
            <a:xfrm>
              <a:off x="5369932" y="44667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78" name="pt1678"/>
            <p:cNvSpPr/>
            <p:nvPr/>
          </p:nvSpPr>
          <p:spPr>
            <a:xfrm>
              <a:off x="5162283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79" name="pt1679"/>
            <p:cNvSpPr/>
            <p:nvPr/>
          </p:nvSpPr>
          <p:spPr>
            <a:xfrm>
              <a:off x="5120754" y="472019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80" name="pt1680"/>
            <p:cNvSpPr/>
            <p:nvPr/>
          </p:nvSpPr>
          <p:spPr>
            <a:xfrm>
              <a:off x="4996165" y="515799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81" name="pt1681"/>
            <p:cNvSpPr/>
            <p:nvPr/>
          </p:nvSpPr>
          <p:spPr>
            <a:xfrm>
              <a:off x="6075937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82" name="pt1682"/>
            <p:cNvSpPr/>
            <p:nvPr/>
          </p:nvSpPr>
          <p:spPr>
            <a:xfrm>
              <a:off x="6574294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83" name="pt1683"/>
            <p:cNvSpPr/>
            <p:nvPr/>
          </p:nvSpPr>
          <p:spPr>
            <a:xfrm>
              <a:off x="5245343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84" name="pt1684"/>
            <p:cNvSpPr/>
            <p:nvPr/>
          </p:nvSpPr>
          <p:spPr>
            <a:xfrm>
              <a:off x="5120754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85" name="pt1685"/>
            <p:cNvSpPr/>
            <p:nvPr/>
          </p:nvSpPr>
          <p:spPr>
            <a:xfrm>
              <a:off x="7238770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86" name="pt1686"/>
            <p:cNvSpPr/>
            <p:nvPr/>
          </p:nvSpPr>
          <p:spPr>
            <a:xfrm>
              <a:off x="5079224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87" name="pt1687"/>
            <p:cNvSpPr/>
            <p:nvPr/>
          </p:nvSpPr>
          <p:spPr>
            <a:xfrm>
              <a:off x="6657354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88" name="pt1688"/>
            <p:cNvSpPr/>
            <p:nvPr/>
          </p:nvSpPr>
          <p:spPr>
            <a:xfrm>
              <a:off x="5494521" y="44667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89" name="pt1689"/>
            <p:cNvSpPr/>
            <p:nvPr/>
          </p:nvSpPr>
          <p:spPr>
            <a:xfrm>
              <a:off x="6781943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90" name="pt1690"/>
            <p:cNvSpPr/>
            <p:nvPr/>
          </p:nvSpPr>
          <p:spPr>
            <a:xfrm>
              <a:off x="4871575" y="578013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91" name="pt1691"/>
            <p:cNvSpPr/>
            <p:nvPr/>
          </p:nvSpPr>
          <p:spPr>
            <a:xfrm>
              <a:off x="6948062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92" name="pt1692"/>
            <p:cNvSpPr/>
            <p:nvPr/>
          </p:nvSpPr>
          <p:spPr>
            <a:xfrm>
              <a:off x="6075937" y="391371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93" name="pt1693"/>
            <p:cNvSpPr/>
            <p:nvPr/>
          </p:nvSpPr>
          <p:spPr>
            <a:xfrm>
              <a:off x="5037694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94" name="pt1694"/>
            <p:cNvSpPr/>
            <p:nvPr/>
          </p:nvSpPr>
          <p:spPr>
            <a:xfrm>
              <a:off x="5743700" y="432847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95" name="pt1695"/>
            <p:cNvSpPr/>
            <p:nvPr/>
          </p:nvSpPr>
          <p:spPr>
            <a:xfrm>
              <a:off x="6906532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96" name="pt1696"/>
            <p:cNvSpPr/>
            <p:nvPr/>
          </p:nvSpPr>
          <p:spPr>
            <a:xfrm>
              <a:off x="7197240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97" name="pt1697"/>
            <p:cNvSpPr/>
            <p:nvPr/>
          </p:nvSpPr>
          <p:spPr>
            <a:xfrm>
              <a:off x="6989592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98" name="pt1698"/>
            <p:cNvSpPr/>
            <p:nvPr/>
          </p:nvSpPr>
          <p:spPr>
            <a:xfrm>
              <a:off x="5203813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699" name="pt1699"/>
            <p:cNvSpPr/>
            <p:nvPr/>
          </p:nvSpPr>
          <p:spPr>
            <a:xfrm>
              <a:off x="4622397" y="557275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00" name="pt1700"/>
            <p:cNvSpPr/>
            <p:nvPr/>
          </p:nvSpPr>
          <p:spPr>
            <a:xfrm>
              <a:off x="5494521" y="44667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01" name="pt1701"/>
            <p:cNvSpPr/>
            <p:nvPr/>
          </p:nvSpPr>
          <p:spPr>
            <a:xfrm>
              <a:off x="5120754" y="488148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02" name="pt1702"/>
            <p:cNvSpPr/>
            <p:nvPr/>
          </p:nvSpPr>
          <p:spPr>
            <a:xfrm>
              <a:off x="5203813" y="501974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03" name="pt1703"/>
            <p:cNvSpPr/>
            <p:nvPr/>
          </p:nvSpPr>
          <p:spPr>
            <a:xfrm>
              <a:off x="7321829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04" name="pt1704"/>
            <p:cNvSpPr/>
            <p:nvPr/>
          </p:nvSpPr>
          <p:spPr>
            <a:xfrm>
              <a:off x="6242056" y="391371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05" name="pt1705"/>
            <p:cNvSpPr/>
            <p:nvPr/>
          </p:nvSpPr>
          <p:spPr>
            <a:xfrm>
              <a:off x="5037694" y="536537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06" name="pt1706"/>
            <p:cNvSpPr/>
            <p:nvPr/>
          </p:nvSpPr>
          <p:spPr>
            <a:xfrm>
              <a:off x="7321829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07" name="pt1707"/>
            <p:cNvSpPr/>
            <p:nvPr/>
          </p:nvSpPr>
          <p:spPr>
            <a:xfrm>
              <a:off x="7487948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08" name="pt1708"/>
            <p:cNvSpPr/>
            <p:nvPr/>
          </p:nvSpPr>
          <p:spPr>
            <a:xfrm>
              <a:off x="7654067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09" name="pt1709"/>
            <p:cNvSpPr/>
            <p:nvPr/>
          </p:nvSpPr>
          <p:spPr>
            <a:xfrm>
              <a:off x="7321829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10" name="pt1710"/>
            <p:cNvSpPr/>
            <p:nvPr/>
          </p:nvSpPr>
          <p:spPr>
            <a:xfrm>
              <a:off x="4996165" y="508886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11" name="pt1711"/>
            <p:cNvSpPr/>
            <p:nvPr/>
          </p:nvSpPr>
          <p:spPr>
            <a:xfrm>
              <a:off x="5162283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12" name="pt1712"/>
            <p:cNvSpPr/>
            <p:nvPr/>
          </p:nvSpPr>
          <p:spPr>
            <a:xfrm>
              <a:off x="5203813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13" name="pt1713"/>
            <p:cNvSpPr/>
            <p:nvPr/>
          </p:nvSpPr>
          <p:spPr>
            <a:xfrm>
              <a:off x="4830046" y="529624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14" name="pt1714"/>
            <p:cNvSpPr/>
            <p:nvPr/>
          </p:nvSpPr>
          <p:spPr>
            <a:xfrm>
              <a:off x="6823473" y="4051970"/>
              <a:ext cx="72220" cy="72220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309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15" name="pt1715"/>
            <p:cNvSpPr/>
            <p:nvPr/>
          </p:nvSpPr>
          <p:spPr>
            <a:xfrm>
              <a:off x="7321829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16" name="pt1716"/>
            <p:cNvSpPr/>
            <p:nvPr/>
          </p:nvSpPr>
          <p:spPr>
            <a:xfrm>
              <a:off x="7197240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17" name="pt1717"/>
            <p:cNvSpPr/>
            <p:nvPr/>
          </p:nvSpPr>
          <p:spPr>
            <a:xfrm>
              <a:off x="7031121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18" name="pt1718"/>
            <p:cNvSpPr/>
            <p:nvPr/>
          </p:nvSpPr>
          <p:spPr>
            <a:xfrm>
              <a:off x="5494521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19" name="pt1719"/>
            <p:cNvSpPr/>
            <p:nvPr/>
          </p:nvSpPr>
          <p:spPr>
            <a:xfrm>
              <a:off x="5328402" y="515799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20" name="pt1720"/>
            <p:cNvSpPr/>
            <p:nvPr/>
          </p:nvSpPr>
          <p:spPr>
            <a:xfrm>
              <a:off x="5785229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21" name="pt1721"/>
            <p:cNvSpPr/>
            <p:nvPr/>
          </p:nvSpPr>
          <p:spPr>
            <a:xfrm>
              <a:off x="5079224" y="508886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22" name="pt1722"/>
            <p:cNvSpPr/>
            <p:nvPr/>
          </p:nvSpPr>
          <p:spPr>
            <a:xfrm>
              <a:off x="5909819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23" name="pt1723"/>
            <p:cNvSpPr/>
            <p:nvPr/>
          </p:nvSpPr>
          <p:spPr>
            <a:xfrm>
              <a:off x="6532764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24" name="pt1724"/>
            <p:cNvSpPr/>
            <p:nvPr/>
          </p:nvSpPr>
          <p:spPr>
            <a:xfrm>
              <a:off x="5203813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25" name="pt1725"/>
            <p:cNvSpPr/>
            <p:nvPr/>
          </p:nvSpPr>
          <p:spPr>
            <a:xfrm>
              <a:off x="5660640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26" name="pt1726"/>
            <p:cNvSpPr/>
            <p:nvPr/>
          </p:nvSpPr>
          <p:spPr>
            <a:xfrm>
              <a:off x="7363359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27" name="pt1727"/>
            <p:cNvSpPr/>
            <p:nvPr/>
          </p:nvSpPr>
          <p:spPr>
            <a:xfrm>
              <a:off x="5286873" y="501974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28" name="pt1728"/>
            <p:cNvSpPr/>
            <p:nvPr/>
          </p:nvSpPr>
          <p:spPr>
            <a:xfrm>
              <a:off x="6865002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29" name="pt1729"/>
            <p:cNvSpPr/>
            <p:nvPr/>
          </p:nvSpPr>
          <p:spPr>
            <a:xfrm>
              <a:off x="5577581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30" name="pt1730"/>
            <p:cNvSpPr/>
            <p:nvPr/>
          </p:nvSpPr>
          <p:spPr>
            <a:xfrm>
              <a:off x="5286873" y="501974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31" name="pt1731"/>
            <p:cNvSpPr/>
            <p:nvPr/>
          </p:nvSpPr>
          <p:spPr>
            <a:xfrm>
              <a:off x="5369932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32" name="pt1732"/>
            <p:cNvSpPr/>
            <p:nvPr/>
          </p:nvSpPr>
          <p:spPr>
            <a:xfrm>
              <a:off x="5743700" y="47893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33" name="pt1733"/>
            <p:cNvSpPr/>
            <p:nvPr/>
          </p:nvSpPr>
          <p:spPr>
            <a:xfrm>
              <a:off x="6781943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34" name="pt1734"/>
            <p:cNvSpPr/>
            <p:nvPr/>
          </p:nvSpPr>
          <p:spPr>
            <a:xfrm>
              <a:off x="6325116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35" name="pt1735"/>
            <p:cNvSpPr/>
            <p:nvPr/>
          </p:nvSpPr>
          <p:spPr>
            <a:xfrm>
              <a:off x="6698883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36" name="pt1736"/>
            <p:cNvSpPr/>
            <p:nvPr/>
          </p:nvSpPr>
          <p:spPr>
            <a:xfrm>
              <a:off x="5702170" y="51810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37" name="pt1737"/>
            <p:cNvSpPr/>
            <p:nvPr/>
          </p:nvSpPr>
          <p:spPr>
            <a:xfrm>
              <a:off x="5245343" y="469715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38" name="pt1738"/>
            <p:cNvSpPr/>
            <p:nvPr/>
          </p:nvSpPr>
          <p:spPr>
            <a:xfrm>
              <a:off x="5203813" y="497365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39" name="pt1739"/>
            <p:cNvSpPr/>
            <p:nvPr/>
          </p:nvSpPr>
          <p:spPr>
            <a:xfrm>
              <a:off x="5826759" y="44436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40" name="pt1740"/>
            <p:cNvSpPr/>
            <p:nvPr/>
          </p:nvSpPr>
          <p:spPr>
            <a:xfrm>
              <a:off x="4830046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41" name="pt1741"/>
            <p:cNvSpPr/>
            <p:nvPr/>
          </p:nvSpPr>
          <p:spPr>
            <a:xfrm>
              <a:off x="5826759" y="43976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42" name="pt1742"/>
            <p:cNvSpPr/>
            <p:nvPr/>
          </p:nvSpPr>
          <p:spPr>
            <a:xfrm>
              <a:off x="4996165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43" name="pt1743"/>
            <p:cNvSpPr/>
            <p:nvPr/>
          </p:nvSpPr>
          <p:spPr>
            <a:xfrm>
              <a:off x="5286873" y="485844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44" name="pt1744"/>
            <p:cNvSpPr/>
            <p:nvPr/>
          </p:nvSpPr>
          <p:spPr>
            <a:xfrm>
              <a:off x="4539337" y="550362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45" name="pt1745"/>
            <p:cNvSpPr/>
            <p:nvPr/>
          </p:nvSpPr>
          <p:spPr>
            <a:xfrm>
              <a:off x="6948062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46" name="pt1746"/>
            <p:cNvSpPr/>
            <p:nvPr/>
          </p:nvSpPr>
          <p:spPr>
            <a:xfrm>
              <a:off x="7238770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47" name="pt1747"/>
            <p:cNvSpPr/>
            <p:nvPr/>
          </p:nvSpPr>
          <p:spPr>
            <a:xfrm>
              <a:off x="5702170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48" name="pt1748"/>
            <p:cNvSpPr/>
            <p:nvPr/>
          </p:nvSpPr>
          <p:spPr>
            <a:xfrm>
              <a:off x="7321829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49" name="pt1749"/>
            <p:cNvSpPr/>
            <p:nvPr/>
          </p:nvSpPr>
          <p:spPr>
            <a:xfrm>
              <a:off x="6158997" y="412109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50" name="pt1750"/>
            <p:cNvSpPr/>
            <p:nvPr/>
          </p:nvSpPr>
          <p:spPr>
            <a:xfrm>
              <a:off x="5826759" y="43976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51" name="pt1751"/>
            <p:cNvSpPr/>
            <p:nvPr/>
          </p:nvSpPr>
          <p:spPr>
            <a:xfrm>
              <a:off x="6283586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52" name="pt1752"/>
            <p:cNvSpPr/>
            <p:nvPr/>
          </p:nvSpPr>
          <p:spPr>
            <a:xfrm>
              <a:off x="4954635" y="550362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53" name="pt1753"/>
            <p:cNvSpPr/>
            <p:nvPr/>
          </p:nvSpPr>
          <p:spPr>
            <a:xfrm>
              <a:off x="5411462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54" name="pt1754"/>
            <p:cNvSpPr/>
            <p:nvPr/>
          </p:nvSpPr>
          <p:spPr>
            <a:xfrm>
              <a:off x="5120754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55" name="pt1755"/>
            <p:cNvSpPr/>
            <p:nvPr/>
          </p:nvSpPr>
          <p:spPr>
            <a:xfrm>
              <a:off x="5577581" y="465106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56" name="pt1756"/>
            <p:cNvSpPr/>
            <p:nvPr/>
          </p:nvSpPr>
          <p:spPr>
            <a:xfrm>
              <a:off x="6408175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57" name="pt1757"/>
            <p:cNvSpPr/>
            <p:nvPr/>
          </p:nvSpPr>
          <p:spPr>
            <a:xfrm>
              <a:off x="5369932" y="469715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58" name="pt1758"/>
            <p:cNvSpPr/>
            <p:nvPr/>
          </p:nvSpPr>
          <p:spPr>
            <a:xfrm>
              <a:off x="5079224" y="515799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59" name="pt1759"/>
            <p:cNvSpPr/>
            <p:nvPr/>
          </p:nvSpPr>
          <p:spPr>
            <a:xfrm>
              <a:off x="7571008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60" name="pt1760"/>
            <p:cNvSpPr/>
            <p:nvPr/>
          </p:nvSpPr>
          <p:spPr>
            <a:xfrm>
              <a:off x="7197240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61" name="pt1761"/>
            <p:cNvSpPr/>
            <p:nvPr/>
          </p:nvSpPr>
          <p:spPr>
            <a:xfrm>
              <a:off x="6117467" y="391371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62" name="pt1762"/>
            <p:cNvSpPr/>
            <p:nvPr/>
          </p:nvSpPr>
          <p:spPr>
            <a:xfrm>
              <a:off x="6574294" y="3729380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63" name="pt1763"/>
            <p:cNvSpPr/>
            <p:nvPr/>
          </p:nvSpPr>
          <p:spPr>
            <a:xfrm>
              <a:off x="6989592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64" name="pt1764"/>
            <p:cNvSpPr/>
            <p:nvPr/>
          </p:nvSpPr>
          <p:spPr>
            <a:xfrm>
              <a:off x="6865002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65" name="pt1765"/>
            <p:cNvSpPr/>
            <p:nvPr/>
          </p:nvSpPr>
          <p:spPr>
            <a:xfrm>
              <a:off x="6865002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66" name="pt1766"/>
            <p:cNvSpPr/>
            <p:nvPr/>
          </p:nvSpPr>
          <p:spPr>
            <a:xfrm>
              <a:off x="7072651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67" name="pt1767"/>
            <p:cNvSpPr/>
            <p:nvPr/>
          </p:nvSpPr>
          <p:spPr>
            <a:xfrm>
              <a:off x="6283586" y="3867633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68" name="pt1768"/>
            <p:cNvSpPr/>
            <p:nvPr/>
          </p:nvSpPr>
          <p:spPr>
            <a:xfrm>
              <a:off x="5826759" y="405197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69" name="pt1769"/>
            <p:cNvSpPr/>
            <p:nvPr/>
          </p:nvSpPr>
          <p:spPr>
            <a:xfrm>
              <a:off x="6491235" y="3775465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70" name="pt1770"/>
            <p:cNvSpPr/>
            <p:nvPr/>
          </p:nvSpPr>
          <p:spPr>
            <a:xfrm>
              <a:off x="6989592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71" name="pt1771"/>
            <p:cNvSpPr/>
            <p:nvPr/>
          </p:nvSpPr>
          <p:spPr>
            <a:xfrm>
              <a:off x="6906532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72" name="pt1772"/>
            <p:cNvSpPr/>
            <p:nvPr/>
          </p:nvSpPr>
          <p:spPr>
            <a:xfrm>
              <a:off x="5826759" y="405197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73" name="pt1773"/>
            <p:cNvSpPr/>
            <p:nvPr/>
          </p:nvSpPr>
          <p:spPr>
            <a:xfrm>
              <a:off x="5411462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74" name="pt1774"/>
            <p:cNvSpPr/>
            <p:nvPr/>
          </p:nvSpPr>
          <p:spPr>
            <a:xfrm>
              <a:off x="5702170" y="40750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75" name="pt1775"/>
            <p:cNvSpPr/>
            <p:nvPr/>
          </p:nvSpPr>
          <p:spPr>
            <a:xfrm>
              <a:off x="5992878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76" name="pt1776"/>
            <p:cNvSpPr/>
            <p:nvPr/>
          </p:nvSpPr>
          <p:spPr>
            <a:xfrm>
              <a:off x="6698883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77" name="pt1777"/>
            <p:cNvSpPr/>
            <p:nvPr/>
          </p:nvSpPr>
          <p:spPr>
            <a:xfrm>
              <a:off x="7197240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78" name="pt1778"/>
            <p:cNvSpPr/>
            <p:nvPr/>
          </p:nvSpPr>
          <p:spPr>
            <a:xfrm>
              <a:off x="5245343" y="44667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79" name="pt1779"/>
            <p:cNvSpPr/>
            <p:nvPr/>
          </p:nvSpPr>
          <p:spPr>
            <a:xfrm>
              <a:off x="5951348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80" name="pt1780"/>
            <p:cNvSpPr/>
            <p:nvPr/>
          </p:nvSpPr>
          <p:spPr>
            <a:xfrm>
              <a:off x="5577581" y="42823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81" name="pt1781"/>
            <p:cNvSpPr/>
            <p:nvPr/>
          </p:nvSpPr>
          <p:spPr>
            <a:xfrm>
              <a:off x="6325116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82" name="pt1782"/>
            <p:cNvSpPr/>
            <p:nvPr/>
          </p:nvSpPr>
          <p:spPr>
            <a:xfrm>
              <a:off x="6075937" y="421326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83" name="pt1783"/>
            <p:cNvSpPr/>
            <p:nvPr/>
          </p:nvSpPr>
          <p:spPr>
            <a:xfrm>
              <a:off x="6158997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84" name="pt1784"/>
            <p:cNvSpPr/>
            <p:nvPr/>
          </p:nvSpPr>
          <p:spPr>
            <a:xfrm>
              <a:off x="6491235" y="3844591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85" name="pt1785"/>
            <p:cNvSpPr/>
            <p:nvPr/>
          </p:nvSpPr>
          <p:spPr>
            <a:xfrm>
              <a:off x="7072651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86" name="pt1786"/>
            <p:cNvSpPr/>
            <p:nvPr/>
          </p:nvSpPr>
          <p:spPr>
            <a:xfrm>
              <a:off x="6034408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87" name="pt1787"/>
            <p:cNvSpPr/>
            <p:nvPr/>
          </p:nvSpPr>
          <p:spPr>
            <a:xfrm>
              <a:off x="6615824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88" name="pt1788"/>
            <p:cNvSpPr/>
            <p:nvPr/>
          </p:nvSpPr>
          <p:spPr>
            <a:xfrm>
              <a:off x="5909819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89" name="pt1789"/>
            <p:cNvSpPr/>
            <p:nvPr/>
          </p:nvSpPr>
          <p:spPr>
            <a:xfrm>
              <a:off x="5909819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90" name="pt1790"/>
            <p:cNvSpPr/>
            <p:nvPr/>
          </p:nvSpPr>
          <p:spPr>
            <a:xfrm>
              <a:off x="6408175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91" name="pt1791"/>
            <p:cNvSpPr/>
            <p:nvPr/>
          </p:nvSpPr>
          <p:spPr>
            <a:xfrm>
              <a:off x="6532764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92" name="pt1792"/>
            <p:cNvSpPr/>
            <p:nvPr/>
          </p:nvSpPr>
          <p:spPr>
            <a:xfrm>
              <a:off x="6615824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93" name="pt1793"/>
            <p:cNvSpPr/>
            <p:nvPr/>
          </p:nvSpPr>
          <p:spPr>
            <a:xfrm>
              <a:off x="5743700" y="453585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94" name="pt1794"/>
            <p:cNvSpPr/>
            <p:nvPr/>
          </p:nvSpPr>
          <p:spPr>
            <a:xfrm>
              <a:off x="5245343" y="520407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95" name="pt1795"/>
            <p:cNvSpPr/>
            <p:nvPr/>
          </p:nvSpPr>
          <p:spPr>
            <a:xfrm>
              <a:off x="6823473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96" name="pt1796"/>
            <p:cNvSpPr/>
            <p:nvPr/>
          </p:nvSpPr>
          <p:spPr>
            <a:xfrm>
              <a:off x="6532764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97" name="pt1797"/>
            <p:cNvSpPr/>
            <p:nvPr/>
          </p:nvSpPr>
          <p:spPr>
            <a:xfrm>
              <a:off x="6491235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98" name="pt1798"/>
            <p:cNvSpPr/>
            <p:nvPr/>
          </p:nvSpPr>
          <p:spPr>
            <a:xfrm>
              <a:off x="6823473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799" name="pt1799"/>
            <p:cNvSpPr/>
            <p:nvPr/>
          </p:nvSpPr>
          <p:spPr>
            <a:xfrm>
              <a:off x="5369932" y="550362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00" name="pt1800"/>
            <p:cNvSpPr/>
            <p:nvPr/>
          </p:nvSpPr>
          <p:spPr>
            <a:xfrm>
              <a:off x="6740413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01" name="pt1801"/>
            <p:cNvSpPr/>
            <p:nvPr/>
          </p:nvSpPr>
          <p:spPr>
            <a:xfrm>
              <a:off x="7155710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02" name="pt1802"/>
            <p:cNvSpPr/>
            <p:nvPr/>
          </p:nvSpPr>
          <p:spPr>
            <a:xfrm>
              <a:off x="7238770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03" name="pt1803"/>
            <p:cNvSpPr/>
            <p:nvPr/>
          </p:nvSpPr>
          <p:spPr>
            <a:xfrm>
              <a:off x="6075937" y="421326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04" name="pt1804"/>
            <p:cNvSpPr/>
            <p:nvPr/>
          </p:nvSpPr>
          <p:spPr>
            <a:xfrm>
              <a:off x="6158997" y="421326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05" name="pt1805"/>
            <p:cNvSpPr/>
            <p:nvPr/>
          </p:nvSpPr>
          <p:spPr>
            <a:xfrm>
              <a:off x="6740413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06" name="pt1806"/>
            <p:cNvSpPr/>
            <p:nvPr/>
          </p:nvSpPr>
          <p:spPr>
            <a:xfrm>
              <a:off x="6158997" y="412109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07" name="pt1807"/>
            <p:cNvSpPr/>
            <p:nvPr/>
          </p:nvSpPr>
          <p:spPr>
            <a:xfrm>
              <a:off x="6823473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08" name="pt1808"/>
            <p:cNvSpPr/>
            <p:nvPr/>
          </p:nvSpPr>
          <p:spPr>
            <a:xfrm>
              <a:off x="6034408" y="40750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09" name="pt1809"/>
            <p:cNvSpPr/>
            <p:nvPr/>
          </p:nvSpPr>
          <p:spPr>
            <a:xfrm>
              <a:off x="6200527" y="42593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10" name="pt1810"/>
            <p:cNvSpPr/>
            <p:nvPr/>
          </p:nvSpPr>
          <p:spPr>
            <a:xfrm>
              <a:off x="7114181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11" name="pt1811"/>
            <p:cNvSpPr/>
            <p:nvPr/>
          </p:nvSpPr>
          <p:spPr>
            <a:xfrm>
              <a:off x="5494521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12" name="pt1812"/>
            <p:cNvSpPr/>
            <p:nvPr/>
          </p:nvSpPr>
          <p:spPr>
            <a:xfrm>
              <a:off x="5411462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13" name="pt1813"/>
            <p:cNvSpPr/>
            <p:nvPr/>
          </p:nvSpPr>
          <p:spPr>
            <a:xfrm>
              <a:off x="6532764" y="391371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14" name="pt1814"/>
            <p:cNvSpPr/>
            <p:nvPr/>
          </p:nvSpPr>
          <p:spPr>
            <a:xfrm>
              <a:off x="5079224" y="47662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15" name="pt1815"/>
            <p:cNvSpPr/>
            <p:nvPr/>
          </p:nvSpPr>
          <p:spPr>
            <a:xfrm>
              <a:off x="7363359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16" name="pt1816"/>
            <p:cNvSpPr/>
            <p:nvPr/>
          </p:nvSpPr>
          <p:spPr>
            <a:xfrm>
              <a:off x="7487948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17" name="pt1817"/>
            <p:cNvSpPr/>
            <p:nvPr/>
          </p:nvSpPr>
          <p:spPr>
            <a:xfrm>
              <a:off x="5536051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18" name="pt1818"/>
            <p:cNvSpPr/>
            <p:nvPr/>
          </p:nvSpPr>
          <p:spPr>
            <a:xfrm>
              <a:off x="5162283" y="485844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19" name="pt1819"/>
            <p:cNvSpPr/>
            <p:nvPr/>
          </p:nvSpPr>
          <p:spPr>
            <a:xfrm>
              <a:off x="6449705" y="3844591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20" name="pt1820"/>
            <p:cNvSpPr/>
            <p:nvPr/>
          </p:nvSpPr>
          <p:spPr>
            <a:xfrm>
              <a:off x="5369932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21" name="pt1821"/>
            <p:cNvSpPr/>
            <p:nvPr/>
          </p:nvSpPr>
          <p:spPr>
            <a:xfrm>
              <a:off x="7363359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22" name="pt1822"/>
            <p:cNvSpPr/>
            <p:nvPr/>
          </p:nvSpPr>
          <p:spPr>
            <a:xfrm>
              <a:off x="7487948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23" name="pt1823"/>
            <p:cNvSpPr/>
            <p:nvPr/>
          </p:nvSpPr>
          <p:spPr>
            <a:xfrm>
              <a:off x="6989592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24" name="pt1824"/>
            <p:cNvSpPr/>
            <p:nvPr/>
          </p:nvSpPr>
          <p:spPr>
            <a:xfrm>
              <a:off x="6948062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25" name="pt1825"/>
            <p:cNvSpPr/>
            <p:nvPr/>
          </p:nvSpPr>
          <p:spPr>
            <a:xfrm>
              <a:off x="5702170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26" name="pt1826"/>
            <p:cNvSpPr/>
            <p:nvPr/>
          </p:nvSpPr>
          <p:spPr>
            <a:xfrm>
              <a:off x="773712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27" name="pt1827"/>
            <p:cNvSpPr/>
            <p:nvPr/>
          </p:nvSpPr>
          <p:spPr>
            <a:xfrm>
              <a:off x="7321829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28" name="pt1828"/>
            <p:cNvSpPr/>
            <p:nvPr/>
          </p:nvSpPr>
          <p:spPr>
            <a:xfrm>
              <a:off x="5743700" y="430543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29" name="pt1829"/>
            <p:cNvSpPr/>
            <p:nvPr/>
          </p:nvSpPr>
          <p:spPr>
            <a:xfrm>
              <a:off x="6242056" y="3798507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30" name="pt1830"/>
            <p:cNvSpPr/>
            <p:nvPr/>
          </p:nvSpPr>
          <p:spPr>
            <a:xfrm>
              <a:off x="6698883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31" name="pt1831"/>
            <p:cNvSpPr/>
            <p:nvPr/>
          </p:nvSpPr>
          <p:spPr>
            <a:xfrm>
              <a:off x="5992878" y="458194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32" name="pt1832"/>
            <p:cNvSpPr/>
            <p:nvPr/>
          </p:nvSpPr>
          <p:spPr>
            <a:xfrm>
              <a:off x="6740413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33" name="pt1833"/>
            <p:cNvSpPr/>
            <p:nvPr/>
          </p:nvSpPr>
          <p:spPr>
            <a:xfrm>
              <a:off x="5411462" y="42593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34" name="pt1834"/>
            <p:cNvSpPr/>
            <p:nvPr/>
          </p:nvSpPr>
          <p:spPr>
            <a:xfrm>
              <a:off x="5203813" y="488148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35" name="pt1835"/>
            <p:cNvSpPr/>
            <p:nvPr/>
          </p:nvSpPr>
          <p:spPr>
            <a:xfrm>
              <a:off x="5992878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36" name="pt1836"/>
            <p:cNvSpPr/>
            <p:nvPr/>
          </p:nvSpPr>
          <p:spPr>
            <a:xfrm>
              <a:off x="6491235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37" name="pt1837"/>
            <p:cNvSpPr/>
            <p:nvPr/>
          </p:nvSpPr>
          <p:spPr>
            <a:xfrm>
              <a:off x="5743700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38" name="pt1838"/>
            <p:cNvSpPr/>
            <p:nvPr/>
          </p:nvSpPr>
          <p:spPr>
            <a:xfrm>
              <a:off x="5328402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39" name="pt1839"/>
            <p:cNvSpPr/>
            <p:nvPr/>
          </p:nvSpPr>
          <p:spPr>
            <a:xfrm>
              <a:off x="5369932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40" name="pt1840"/>
            <p:cNvSpPr/>
            <p:nvPr/>
          </p:nvSpPr>
          <p:spPr>
            <a:xfrm>
              <a:off x="5328402" y="515799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41" name="pt1841"/>
            <p:cNvSpPr/>
            <p:nvPr/>
          </p:nvSpPr>
          <p:spPr>
            <a:xfrm>
              <a:off x="5286873" y="48354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42" name="pt1842"/>
            <p:cNvSpPr/>
            <p:nvPr/>
          </p:nvSpPr>
          <p:spPr>
            <a:xfrm>
              <a:off x="5120754" y="47893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43" name="pt1843"/>
            <p:cNvSpPr/>
            <p:nvPr/>
          </p:nvSpPr>
          <p:spPr>
            <a:xfrm>
              <a:off x="5785229" y="47893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44" name="pt1844"/>
            <p:cNvSpPr/>
            <p:nvPr/>
          </p:nvSpPr>
          <p:spPr>
            <a:xfrm>
              <a:off x="5162283" y="490453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45" name="pt1845"/>
            <p:cNvSpPr/>
            <p:nvPr/>
          </p:nvSpPr>
          <p:spPr>
            <a:xfrm>
              <a:off x="6449705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46" name="pt1846"/>
            <p:cNvSpPr/>
            <p:nvPr/>
          </p:nvSpPr>
          <p:spPr>
            <a:xfrm>
              <a:off x="5369932" y="47662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47" name="pt1847"/>
            <p:cNvSpPr/>
            <p:nvPr/>
          </p:nvSpPr>
          <p:spPr>
            <a:xfrm>
              <a:off x="6491235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48" name="pt1848"/>
            <p:cNvSpPr/>
            <p:nvPr/>
          </p:nvSpPr>
          <p:spPr>
            <a:xfrm>
              <a:off x="6989592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49" name="pt1849"/>
            <p:cNvSpPr/>
            <p:nvPr/>
          </p:nvSpPr>
          <p:spPr>
            <a:xfrm>
              <a:off x="4913105" y="529624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50" name="pt1850"/>
            <p:cNvSpPr/>
            <p:nvPr/>
          </p:nvSpPr>
          <p:spPr>
            <a:xfrm>
              <a:off x="6615824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51" name="pt1851"/>
            <p:cNvSpPr/>
            <p:nvPr/>
          </p:nvSpPr>
          <p:spPr>
            <a:xfrm>
              <a:off x="5328402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52" name="pt1852"/>
            <p:cNvSpPr/>
            <p:nvPr/>
          </p:nvSpPr>
          <p:spPr>
            <a:xfrm>
              <a:off x="6532764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53" name="pt1853"/>
            <p:cNvSpPr/>
            <p:nvPr/>
          </p:nvSpPr>
          <p:spPr>
            <a:xfrm>
              <a:off x="5286873" y="488148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54" name="pt1854"/>
            <p:cNvSpPr/>
            <p:nvPr/>
          </p:nvSpPr>
          <p:spPr>
            <a:xfrm>
              <a:off x="5452992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55" name="pt1855"/>
            <p:cNvSpPr/>
            <p:nvPr/>
          </p:nvSpPr>
          <p:spPr>
            <a:xfrm>
              <a:off x="5203813" y="511190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56" name="pt1856"/>
            <p:cNvSpPr/>
            <p:nvPr/>
          </p:nvSpPr>
          <p:spPr>
            <a:xfrm>
              <a:off x="6532764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57" name="pt1857"/>
            <p:cNvSpPr/>
            <p:nvPr/>
          </p:nvSpPr>
          <p:spPr>
            <a:xfrm>
              <a:off x="5328402" y="50427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58" name="pt1858"/>
            <p:cNvSpPr/>
            <p:nvPr/>
          </p:nvSpPr>
          <p:spPr>
            <a:xfrm>
              <a:off x="5577581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59" name="pt1859"/>
            <p:cNvSpPr/>
            <p:nvPr/>
          </p:nvSpPr>
          <p:spPr>
            <a:xfrm>
              <a:off x="5203813" y="591838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60" name="pt1860"/>
            <p:cNvSpPr/>
            <p:nvPr/>
          </p:nvSpPr>
          <p:spPr>
            <a:xfrm>
              <a:off x="6740413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61" name="pt1861"/>
            <p:cNvSpPr/>
            <p:nvPr/>
          </p:nvSpPr>
          <p:spPr>
            <a:xfrm>
              <a:off x="5452992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62" name="pt1862"/>
            <p:cNvSpPr/>
            <p:nvPr/>
          </p:nvSpPr>
          <p:spPr>
            <a:xfrm>
              <a:off x="5951348" y="41441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63" name="pt1863"/>
            <p:cNvSpPr/>
            <p:nvPr/>
          </p:nvSpPr>
          <p:spPr>
            <a:xfrm>
              <a:off x="5245343" y="472019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64" name="pt1864"/>
            <p:cNvSpPr/>
            <p:nvPr/>
          </p:nvSpPr>
          <p:spPr>
            <a:xfrm>
              <a:off x="5494521" y="448977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65" name="pt1865"/>
            <p:cNvSpPr/>
            <p:nvPr/>
          </p:nvSpPr>
          <p:spPr>
            <a:xfrm>
              <a:off x="5785229" y="42593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66" name="pt1866"/>
            <p:cNvSpPr/>
            <p:nvPr/>
          </p:nvSpPr>
          <p:spPr>
            <a:xfrm>
              <a:off x="7072651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67" name="pt1867"/>
            <p:cNvSpPr/>
            <p:nvPr/>
          </p:nvSpPr>
          <p:spPr>
            <a:xfrm>
              <a:off x="5826759" y="400588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68" name="pt1868"/>
            <p:cNvSpPr/>
            <p:nvPr/>
          </p:nvSpPr>
          <p:spPr>
            <a:xfrm>
              <a:off x="6117467" y="42593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69" name="pt1869"/>
            <p:cNvSpPr/>
            <p:nvPr/>
          </p:nvSpPr>
          <p:spPr>
            <a:xfrm>
              <a:off x="5079224" y="51810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70" name="pt1870"/>
            <p:cNvSpPr/>
            <p:nvPr/>
          </p:nvSpPr>
          <p:spPr>
            <a:xfrm>
              <a:off x="5785229" y="453585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71" name="pt1871"/>
            <p:cNvSpPr/>
            <p:nvPr/>
          </p:nvSpPr>
          <p:spPr>
            <a:xfrm>
              <a:off x="5328402" y="529624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72" name="pt1872"/>
            <p:cNvSpPr/>
            <p:nvPr/>
          </p:nvSpPr>
          <p:spPr>
            <a:xfrm>
              <a:off x="7321829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73" name="pt1873"/>
            <p:cNvSpPr/>
            <p:nvPr/>
          </p:nvSpPr>
          <p:spPr>
            <a:xfrm>
              <a:off x="5951348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74" name="pt1874"/>
            <p:cNvSpPr/>
            <p:nvPr/>
          </p:nvSpPr>
          <p:spPr>
            <a:xfrm>
              <a:off x="5494521" y="432847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75" name="pt1875"/>
            <p:cNvSpPr/>
            <p:nvPr/>
          </p:nvSpPr>
          <p:spPr>
            <a:xfrm>
              <a:off x="5411462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76" name="pt1876"/>
            <p:cNvSpPr/>
            <p:nvPr/>
          </p:nvSpPr>
          <p:spPr>
            <a:xfrm>
              <a:off x="5162283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77" name="pt1877"/>
            <p:cNvSpPr/>
            <p:nvPr/>
          </p:nvSpPr>
          <p:spPr>
            <a:xfrm>
              <a:off x="4830046" y="575708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78" name="pt1878"/>
            <p:cNvSpPr/>
            <p:nvPr/>
          </p:nvSpPr>
          <p:spPr>
            <a:xfrm>
              <a:off x="773712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79" name="pt1879"/>
            <p:cNvSpPr/>
            <p:nvPr/>
          </p:nvSpPr>
          <p:spPr>
            <a:xfrm>
              <a:off x="6948062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80" name="pt1880"/>
            <p:cNvSpPr/>
            <p:nvPr/>
          </p:nvSpPr>
          <p:spPr>
            <a:xfrm>
              <a:off x="7114181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81" name="pt1881"/>
            <p:cNvSpPr/>
            <p:nvPr/>
          </p:nvSpPr>
          <p:spPr>
            <a:xfrm>
              <a:off x="5951348" y="44436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82" name="pt1882"/>
            <p:cNvSpPr/>
            <p:nvPr/>
          </p:nvSpPr>
          <p:spPr>
            <a:xfrm>
              <a:off x="6740413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83" name="pt1883"/>
            <p:cNvSpPr/>
            <p:nvPr/>
          </p:nvSpPr>
          <p:spPr>
            <a:xfrm>
              <a:off x="6325116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84" name="pt1884"/>
            <p:cNvSpPr/>
            <p:nvPr/>
          </p:nvSpPr>
          <p:spPr>
            <a:xfrm>
              <a:off x="5328402" y="490453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85" name="pt1885"/>
            <p:cNvSpPr/>
            <p:nvPr/>
          </p:nvSpPr>
          <p:spPr>
            <a:xfrm>
              <a:off x="5369932" y="50427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86" name="pt1886"/>
            <p:cNvSpPr/>
            <p:nvPr/>
          </p:nvSpPr>
          <p:spPr>
            <a:xfrm>
              <a:off x="5785229" y="44667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87" name="pt1887"/>
            <p:cNvSpPr/>
            <p:nvPr/>
          </p:nvSpPr>
          <p:spPr>
            <a:xfrm>
              <a:off x="6158997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88" name="pt1888"/>
            <p:cNvSpPr/>
            <p:nvPr/>
          </p:nvSpPr>
          <p:spPr>
            <a:xfrm>
              <a:off x="7737127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89" name="pt1889"/>
            <p:cNvSpPr/>
            <p:nvPr/>
          </p:nvSpPr>
          <p:spPr>
            <a:xfrm>
              <a:off x="6740413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90" name="pt1890"/>
            <p:cNvSpPr/>
            <p:nvPr/>
          </p:nvSpPr>
          <p:spPr>
            <a:xfrm>
              <a:off x="5909819" y="453585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91" name="pt1891"/>
            <p:cNvSpPr/>
            <p:nvPr/>
          </p:nvSpPr>
          <p:spPr>
            <a:xfrm>
              <a:off x="6408175" y="400588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92" name="pt1892"/>
            <p:cNvSpPr/>
            <p:nvPr/>
          </p:nvSpPr>
          <p:spPr>
            <a:xfrm>
              <a:off x="5577581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93" name="pt1893"/>
            <p:cNvSpPr/>
            <p:nvPr/>
          </p:nvSpPr>
          <p:spPr>
            <a:xfrm>
              <a:off x="5951348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94" name="pt1894"/>
            <p:cNvSpPr/>
            <p:nvPr/>
          </p:nvSpPr>
          <p:spPr>
            <a:xfrm>
              <a:off x="6698883" y="3844591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95" name="pt1895"/>
            <p:cNvSpPr/>
            <p:nvPr/>
          </p:nvSpPr>
          <p:spPr>
            <a:xfrm>
              <a:off x="5619110" y="47662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96" name="pt1896"/>
            <p:cNvSpPr/>
            <p:nvPr/>
          </p:nvSpPr>
          <p:spPr>
            <a:xfrm>
              <a:off x="5162283" y="511190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97" name="pt1897"/>
            <p:cNvSpPr/>
            <p:nvPr/>
          </p:nvSpPr>
          <p:spPr>
            <a:xfrm>
              <a:off x="5660640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98" name="pt1898"/>
            <p:cNvSpPr/>
            <p:nvPr/>
          </p:nvSpPr>
          <p:spPr>
            <a:xfrm>
              <a:off x="765406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899" name="pt1899"/>
            <p:cNvSpPr/>
            <p:nvPr/>
          </p:nvSpPr>
          <p:spPr>
            <a:xfrm>
              <a:off x="6781943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00" name="pt1900"/>
            <p:cNvSpPr/>
            <p:nvPr/>
          </p:nvSpPr>
          <p:spPr>
            <a:xfrm>
              <a:off x="5868289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01" name="pt1901"/>
            <p:cNvSpPr/>
            <p:nvPr/>
          </p:nvSpPr>
          <p:spPr>
            <a:xfrm>
              <a:off x="6449705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02" name="pt1902"/>
            <p:cNvSpPr/>
            <p:nvPr/>
          </p:nvSpPr>
          <p:spPr>
            <a:xfrm>
              <a:off x="5286873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03" name="pt1903"/>
            <p:cNvSpPr/>
            <p:nvPr/>
          </p:nvSpPr>
          <p:spPr>
            <a:xfrm>
              <a:off x="5245343" y="529624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04" name="pt1904"/>
            <p:cNvSpPr/>
            <p:nvPr/>
          </p:nvSpPr>
          <p:spPr>
            <a:xfrm>
              <a:off x="5079224" y="51810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05" name="pt1905"/>
            <p:cNvSpPr/>
            <p:nvPr/>
          </p:nvSpPr>
          <p:spPr>
            <a:xfrm>
              <a:off x="6698883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06" name="pt1906"/>
            <p:cNvSpPr/>
            <p:nvPr/>
          </p:nvSpPr>
          <p:spPr>
            <a:xfrm>
              <a:off x="7114181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07" name="pt1907"/>
            <p:cNvSpPr/>
            <p:nvPr/>
          </p:nvSpPr>
          <p:spPr>
            <a:xfrm>
              <a:off x="6283586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08" name="pt1908"/>
            <p:cNvSpPr/>
            <p:nvPr/>
          </p:nvSpPr>
          <p:spPr>
            <a:xfrm>
              <a:off x="4954635" y="527320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09" name="pt1909"/>
            <p:cNvSpPr/>
            <p:nvPr/>
          </p:nvSpPr>
          <p:spPr>
            <a:xfrm>
              <a:off x="5245343" y="534233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10" name="pt1910"/>
            <p:cNvSpPr/>
            <p:nvPr/>
          </p:nvSpPr>
          <p:spPr>
            <a:xfrm>
              <a:off x="6740413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11" name="pt1911"/>
            <p:cNvSpPr/>
            <p:nvPr/>
          </p:nvSpPr>
          <p:spPr>
            <a:xfrm>
              <a:off x="6657354" y="3844591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12" name="pt1912"/>
            <p:cNvSpPr/>
            <p:nvPr/>
          </p:nvSpPr>
          <p:spPr>
            <a:xfrm>
              <a:off x="4830046" y="515799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13" name="pt1913"/>
            <p:cNvSpPr/>
            <p:nvPr/>
          </p:nvSpPr>
          <p:spPr>
            <a:xfrm>
              <a:off x="6823473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14" name="pt1914"/>
            <p:cNvSpPr/>
            <p:nvPr/>
          </p:nvSpPr>
          <p:spPr>
            <a:xfrm>
              <a:off x="7238770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15" name="pt1915"/>
            <p:cNvSpPr/>
            <p:nvPr/>
          </p:nvSpPr>
          <p:spPr>
            <a:xfrm>
              <a:off x="6491235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16" name="pt1916"/>
            <p:cNvSpPr/>
            <p:nvPr/>
          </p:nvSpPr>
          <p:spPr>
            <a:xfrm>
              <a:off x="5079224" y="573404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17" name="pt1917"/>
            <p:cNvSpPr/>
            <p:nvPr/>
          </p:nvSpPr>
          <p:spPr>
            <a:xfrm>
              <a:off x="6117467" y="41441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18" name="pt1918"/>
            <p:cNvSpPr/>
            <p:nvPr/>
          </p:nvSpPr>
          <p:spPr>
            <a:xfrm>
              <a:off x="7072651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19" name="pt1919"/>
            <p:cNvSpPr/>
            <p:nvPr/>
          </p:nvSpPr>
          <p:spPr>
            <a:xfrm>
              <a:off x="7114181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20" name="pt1920"/>
            <p:cNvSpPr/>
            <p:nvPr/>
          </p:nvSpPr>
          <p:spPr>
            <a:xfrm>
              <a:off x="7155710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21" name="pt1921"/>
            <p:cNvSpPr/>
            <p:nvPr/>
          </p:nvSpPr>
          <p:spPr>
            <a:xfrm>
              <a:off x="7321829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22" name="pt1922"/>
            <p:cNvSpPr/>
            <p:nvPr/>
          </p:nvSpPr>
          <p:spPr>
            <a:xfrm>
              <a:off x="6075937" y="448977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23" name="pt1923"/>
            <p:cNvSpPr/>
            <p:nvPr/>
          </p:nvSpPr>
          <p:spPr>
            <a:xfrm>
              <a:off x="5743700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24" name="pt1924"/>
            <p:cNvSpPr/>
            <p:nvPr/>
          </p:nvSpPr>
          <p:spPr>
            <a:xfrm>
              <a:off x="7072651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25" name="pt1925"/>
            <p:cNvSpPr/>
            <p:nvPr/>
          </p:nvSpPr>
          <p:spPr>
            <a:xfrm>
              <a:off x="6906532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26" name="pt1926"/>
            <p:cNvSpPr/>
            <p:nvPr/>
          </p:nvSpPr>
          <p:spPr>
            <a:xfrm>
              <a:off x="5037694" y="513495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27" name="pt1927"/>
            <p:cNvSpPr/>
            <p:nvPr/>
          </p:nvSpPr>
          <p:spPr>
            <a:xfrm>
              <a:off x="6823473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28" name="pt1928"/>
            <p:cNvSpPr/>
            <p:nvPr/>
          </p:nvSpPr>
          <p:spPr>
            <a:xfrm>
              <a:off x="5743700" y="432847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29" name="pt1929"/>
            <p:cNvSpPr/>
            <p:nvPr/>
          </p:nvSpPr>
          <p:spPr>
            <a:xfrm>
              <a:off x="5660640" y="41441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30" name="pt1930"/>
            <p:cNvSpPr/>
            <p:nvPr/>
          </p:nvSpPr>
          <p:spPr>
            <a:xfrm>
              <a:off x="6740413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31" name="pt1931"/>
            <p:cNvSpPr/>
            <p:nvPr/>
          </p:nvSpPr>
          <p:spPr>
            <a:xfrm>
              <a:off x="5536051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32" name="pt1932"/>
            <p:cNvSpPr/>
            <p:nvPr/>
          </p:nvSpPr>
          <p:spPr>
            <a:xfrm>
              <a:off x="5909819" y="44667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33" name="pt1933"/>
            <p:cNvSpPr/>
            <p:nvPr/>
          </p:nvSpPr>
          <p:spPr>
            <a:xfrm>
              <a:off x="5536051" y="430543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34" name="pt1934"/>
            <p:cNvSpPr/>
            <p:nvPr/>
          </p:nvSpPr>
          <p:spPr>
            <a:xfrm>
              <a:off x="7197240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35" name="pt1935"/>
            <p:cNvSpPr/>
            <p:nvPr/>
          </p:nvSpPr>
          <p:spPr>
            <a:xfrm>
              <a:off x="5120754" y="571100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36" name="tx1936"/>
            <p:cNvSpPr/>
            <p:nvPr/>
          </p:nvSpPr>
          <p:spPr>
            <a:xfrm>
              <a:off x="4550530" y="3721316"/>
              <a:ext cx="91715" cy="909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1F77B4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R</a:t>
              </a:r>
            </a:p>
          </p:txBody>
        </p:sp>
        <p:sp>
          <p:nvSpPr>
            <p:cNvPr id="1937" name="tx1937"/>
            <p:cNvSpPr/>
            <p:nvPr/>
          </p:nvSpPr>
          <p:spPr>
            <a:xfrm>
              <a:off x="4655882" y="3685765"/>
              <a:ext cx="49441" cy="63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2</a:t>
              </a:r>
            </a:p>
          </p:txBody>
        </p:sp>
        <p:sp>
          <p:nvSpPr>
            <p:cNvPr id="1938" name="tx1938"/>
            <p:cNvSpPr/>
            <p:nvPr/>
          </p:nvSpPr>
          <p:spPr>
            <a:xfrm>
              <a:off x="4705324" y="3812225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Tenorite" panose="00000500000000000000" pitchFamily="2" charset="0"/>
                  <a:cs typeface="Symbol"/>
                </a:rPr>
                <a:t> </a:t>
              </a:r>
            </a:p>
          </p:txBody>
        </p:sp>
        <p:sp>
          <p:nvSpPr>
            <p:cNvPr id="1939" name="tx1939"/>
            <p:cNvSpPr/>
            <p:nvPr/>
          </p:nvSpPr>
          <p:spPr>
            <a:xfrm>
              <a:off x="4740112" y="3774212"/>
              <a:ext cx="74166" cy="380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=</a:t>
              </a:r>
            </a:p>
          </p:txBody>
        </p:sp>
        <p:sp>
          <p:nvSpPr>
            <p:cNvPr id="1940" name="tx1940"/>
            <p:cNvSpPr/>
            <p:nvPr/>
          </p:nvSpPr>
          <p:spPr>
            <a:xfrm>
              <a:off x="4814278" y="3812225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Tenorite" panose="00000500000000000000" pitchFamily="2" charset="0"/>
                  <a:cs typeface="Symbol"/>
                </a:rPr>
                <a:t> </a:t>
              </a:r>
            </a:p>
          </p:txBody>
        </p:sp>
        <p:sp>
          <p:nvSpPr>
            <p:cNvPr id="1941" name="tx1941"/>
            <p:cNvSpPr/>
            <p:nvPr/>
          </p:nvSpPr>
          <p:spPr>
            <a:xfrm>
              <a:off x="4849067" y="3719332"/>
              <a:ext cx="247178" cy="9289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0.73</a:t>
              </a:r>
            </a:p>
          </p:txBody>
        </p:sp>
        <p:sp>
          <p:nvSpPr>
            <p:cNvPr id="1942" name="tx1942"/>
            <p:cNvSpPr/>
            <p:nvPr/>
          </p:nvSpPr>
          <p:spPr>
            <a:xfrm>
              <a:off x="4550530" y="3858187"/>
              <a:ext cx="91715" cy="909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FF7F0E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R</a:t>
              </a:r>
            </a:p>
          </p:txBody>
        </p:sp>
        <p:sp>
          <p:nvSpPr>
            <p:cNvPr id="1943" name="tx1943"/>
            <p:cNvSpPr/>
            <p:nvPr/>
          </p:nvSpPr>
          <p:spPr>
            <a:xfrm>
              <a:off x="4655882" y="3822635"/>
              <a:ext cx="49441" cy="63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2</a:t>
              </a:r>
            </a:p>
          </p:txBody>
        </p:sp>
        <p:sp>
          <p:nvSpPr>
            <p:cNvPr id="1944" name="tx1944"/>
            <p:cNvSpPr/>
            <p:nvPr/>
          </p:nvSpPr>
          <p:spPr>
            <a:xfrm>
              <a:off x="4705324" y="3949096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FF7F0E">
                      <a:alpha val="100000"/>
                    </a:srgbClr>
                  </a:solidFill>
                  <a:latin typeface="Tenorite" panose="00000500000000000000" pitchFamily="2" charset="0"/>
                  <a:cs typeface="Symbol"/>
                </a:rPr>
                <a:t> </a:t>
              </a:r>
            </a:p>
          </p:txBody>
        </p:sp>
        <p:sp>
          <p:nvSpPr>
            <p:cNvPr id="1945" name="tx1945"/>
            <p:cNvSpPr/>
            <p:nvPr/>
          </p:nvSpPr>
          <p:spPr>
            <a:xfrm>
              <a:off x="4740112" y="3911083"/>
              <a:ext cx="74166" cy="380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FF7F0E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=</a:t>
              </a:r>
            </a:p>
          </p:txBody>
        </p:sp>
        <p:sp>
          <p:nvSpPr>
            <p:cNvPr id="1946" name="tx1946"/>
            <p:cNvSpPr/>
            <p:nvPr/>
          </p:nvSpPr>
          <p:spPr>
            <a:xfrm>
              <a:off x="4814278" y="3949096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FF7F0E">
                      <a:alpha val="100000"/>
                    </a:srgbClr>
                  </a:solidFill>
                  <a:latin typeface="Tenorite" panose="00000500000000000000" pitchFamily="2" charset="0"/>
                  <a:cs typeface="Symbol"/>
                </a:rPr>
                <a:t> </a:t>
              </a:r>
            </a:p>
          </p:txBody>
        </p:sp>
        <p:sp>
          <p:nvSpPr>
            <p:cNvPr id="1947" name="tx1947"/>
            <p:cNvSpPr/>
            <p:nvPr/>
          </p:nvSpPr>
          <p:spPr>
            <a:xfrm>
              <a:off x="4849067" y="3856264"/>
              <a:ext cx="247178" cy="9283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FF7F0E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0.47</a:t>
              </a:r>
            </a:p>
          </p:txBody>
        </p:sp>
        <p:sp>
          <p:nvSpPr>
            <p:cNvPr id="1948" name="pl1948"/>
            <p:cNvSpPr/>
            <p:nvPr/>
          </p:nvSpPr>
          <p:spPr>
            <a:xfrm>
              <a:off x="4533918" y="3548895"/>
              <a:ext cx="2470640" cy="2029903"/>
            </a:xfrm>
            <a:custGeom>
              <a:avLst/>
              <a:gdLst/>
              <a:ahLst/>
              <a:cxnLst/>
              <a:rect l="0" t="0" r="0" b="0"/>
              <a:pathLst>
                <a:path w="2470640" h="2029903">
                  <a:moveTo>
                    <a:pt x="0" y="2029903"/>
                  </a:moveTo>
                  <a:lnTo>
                    <a:pt x="34695" y="2001396"/>
                  </a:lnTo>
                  <a:lnTo>
                    <a:pt x="69391" y="1972890"/>
                  </a:lnTo>
                  <a:lnTo>
                    <a:pt x="104087" y="1944383"/>
                  </a:lnTo>
                  <a:lnTo>
                    <a:pt x="138782" y="1915877"/>
                  </a:lnTo>
                  <a:lnTo>
                    <a:pt x="173478" y="1887371"/>
                  </a:lnTo>
                  <a:lnTo>
                    <a:pt x="208174" y="1858864"/>
                  </a:lnTo>
                  <a:lnTo>
                    <a:pt x="242870" y="1830358"/>
                  </a:lnTo>
                  <a:lnTo>
                    <a:pt x="277565" y="1801852"/>
                  </a:lnTo>
                  <a:lnTo>
                    <a:pt x="312261" y="1773345"/>
                  </a:lnTo>
                  <a:lnTo>
                    <a:pt x="346957" y="1744839"/>
                  </a:lnTo>
                  <a:lnTo>
                    <a:pt x="381652" y="1716333"/>
                  </a:lnTo>
                  <a:lnTo>
                    <a:pt x="416348" y="1687826"/>
                  </a:lnTo>
                  <a:lnTo>
                    <a:pt x="451044" y="1659320"/>
                  </a:lnTo>
                  <a:lnTo>
                    <a:pt x="485740" y="1630814"/>
                  </a:lnTo>
                  <a:lnTo>
                    <a:pt x="520435" y="1602307"/>
                  </a:lnTo>
                  <a:lnTo>
                    <a:pt x="555131" y="1573801"/>
                  </a:lnTo>
                  <a:lnTo>
                    <a:pt x="589827" y="1545295"/>
                  </a:lnTo>
                  <a:lnTo>
                    <a:pt x="624523" y="1516788"/>
                  </a:lnTo>
                  <a:lnTo>
                    <a:pt x="659218" y="1488282"/>
                  </a:lnTo>
                  <a:lnTo>
                    <a:pt x="693914" y="1459776"/>
                  </a:lnTo>
                  <a:lnTo>
                    <a:pt x="728610" y="1431269"/>
                  </a:lnTo>
                  <a:lnTo>
                    <a:pt x="763305" y="1402763"/>
                  </a:lnTo>
                  <a:lnTo>
                    <a:pt x="798001" y="1374256"/>
                  </a:lnTo>
                  <a:lnTo>
                    <a:pt x="832697" y="1345750"/>
                  </a:lnTo>
                  <a:lnTo>
                    <a:pt x="867393" y="1317244"/>
                  </a:lnTo>
                  <a:lnTo>
                    <a:pt x="902088" y="1288737"/>
                  </a:lnTo>
                  <a:lnTo>
                    <a:pt x="936784" y="1260231"/>
                  </a:lnTo>
                  <a:lnTo>
                    <a:pt x="971480" y="1231725"/>
                  </a:lnTo>
                  <a:lnTo>
                    <a:pt x="1006175" y="1203218"/>
                  </a:lnTo>
                  <a:lnTo>
                    <a:pt x="1040871" y="1174712"/>
                  </a:lnTo>
                  <a:lnTo>
                    <a:pt x="1075567" y="1146206"/>
                  </a:lnTo>
                  <a:lnTo>
                    <a:pt x="1110263" y="1117699"/>
                  </a:lnTo>
                  <a:lnTo>
                    <a:pt x="1144958" y="1089193"/>
                  </a:lnTo>
                  <a:lnTo>
                    <a:pt x="1179654" y="1060687"/>
                  </a:lnTo>
                  <a:lnTo>
                    <a:pt x="1214350" y="1032180"/>
                  </a:lnTo>
                  <a:lnTo>
                    <a:pt x="1249046" y="1003674"/>
                  </a:lnTo>
                  <a:lnTo>
                    <a:pt x="1283741" y="975168"/>
                  </a:lnTo>
                  <a:lnTo>
                    <a:pt x="1318437" y="946661"/>
                  </a:lnTo>
                  <a:lnTo>
                    <a:pt x="1353133" y="918155"/>
                  </a:lnTo>
                  <a:lnTo>
                    <a:pt x="1387828" y="889648"/>
                  </a:lnTo>
                  <a:lnTo>
                    <a:pt x="1422524" y="861142"/>
                  </a:lnTo>
                  <a:lnTo>
                    <a:pt x="1457220" y="832636"/>
                  </a:lnTo>
                  <a:lnTo>
                    <a:pt x="1491916" y="804129"/>
                  </a:lnTo>
                  <a:lnTo>
                    <a:pt x="1526611" y="775623"/>
                  </a:lnTo>
                  <a:lnTo>
                    <a:pt x="1561307" y="747117"/>
                  </a:lnTo>
                  <a:lnTo>
                    <a:pt x="1596003" y="718610"/>
                  </a:lnTo>
                  <a:lnTo>
                    <a:pt x="1630698" y="690104"/>
                  </a:lnTo>
                  <a:lnTo>
                    <a:pt x="1665394" y="661598"/>
                  </a:lnTo>
                  <a:lnTo>
                    <a:pt x="1700090" y="633091"/>
                  </a:lnTo>
                  <a:lnTo>
                    <a:pt x="1734786" y="604585"/>
                  </a:lnTo>
                  <a:lnTo>
                    <a:pt x="1769481" y="576079"/>
                  </a:lnTo>
                  <a:lnTo>
                    <a:pt x="1804177" y="547572"/>
                  </a:lnTo>
                  <a:lnTo>
                    <a:pt x="1838873" y="519066"/>
                  </a:lnTo>
                  <a:lnTo>
                    <a:pt x="1873569" y="490560"/>
                  </a:lnTo>
                  <a:lnTo>
                    <a:pt x="1908264" y="462053"/>
                  </a:lnTo>
                  <a:lnTo>
                    <a:pt x="1942960" y="433547"/>
                  </a:lnTo>
                  <a:lnTo>
                    <a:pt x="1977656" y="405041"/>
                  </a:lnTo>
                  <a:lnTo>
                    <a:pt x="2012351" y="376534"/>
                  </a:lnTo>
                  <a:lnTo>
                    <a:pt x="2047047" y="348028"/>
                  </a:lnTo>
                  <a:lnTo>
                    <a:pt x="2081743" y="319521"/>
                  </a:lnTo>
                  <a:lnTo>
                    <a:pt x="2116439" y="291015"/>
                  </a:lnTo>
                  <a:lnTo>
                    <a:pt x="2151134" y="262509"/>
                  </a:lnTo>
                  <a:lnTo>
                    <a:pt x="2185830" y="234002"/>
                  </a:lnTo>
                  <a:lnTo>
                    <a:pt x="2220526" y="205496"/>
                  </a:lnTo>
                  <a:lnTo>
                    <a:pt x="2255221" y="176990"/>
                  </a:lnTo>
                  <a:lnTo>
                    <a:pt x="2289917" y="148483"/>
                  </a:lnTo>
                  <a:lnTo>
                    <a:pt x="2324613" y="119977"/>
                  </a:lnTo>
                  <a:lnTo>
                    <a:pt x="2359309" y="91471"/>
                  </a:lnTo>
                  <a:lnTo>
                    <a:pt x="2394004" y="62964"/>
                  </a:lnTo>
                  <a:lnTo>
                    <a:pt x="2428700" y="34458"/>
                  </a:lnTo>
                  <a:lnTo>
                    <a:pt x="2463396" y="5952"/>
                  </a:lnTo>
                  <a:lnTo>
                    <a:pt x="2470640" y="0"/>
                  </a:lnTo>
                </a:path>
              </a:pathLst>
            </a:custGeom>
            <a:ln w="39420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49" name="pl1949"/>
            <p:cNvSpPr/>
            <p:nvPr/>
          </p:nvSpPr>
          <p:spPr>
            <a:xfrm>
              <a:off x="5406043" y="3640523"/>
              <a:ext cx="2450254" cy="388581"/>
            </a:xfrm>
            <a:custGeom>
              <a:avLst/>
              <a:gdLst/>
              <a:ahLst/>
              <a:cxnLst/>
              <a:rect l="0" t="0" r="0" b="0"/>
              <a:pathLst>
                <a:path w="2450254" h="388581">
                  <a:moveTo>
                    <a:pt x="0" y="388581"/>
                  </a:moveTo>
                  <a:lnTo>
                    <a:pt x="31015" y="383663"/>
                  </a:lnTo>
                  <a:lnTo>
                    <a:pt x="62031" y="378744"/>
                  </a:lnTo>
                  <a:lnTo>
                    <a:pt x="93047" y="373825"/>
                  </a:lnTo>
                  <a:lnTo>
                    <a:pt x="124063" y="368906"/>
                  </a:lnTo>
                  <a:lnTo>
                    <a:pt x="155079" y="363988"/>
                  </a:lnTo>
                  <a:lnTo>
                    <a:pt x="186095" y="359069"/>
                  </a:lnTo>
                  <a:lnTo>
                    <a:pt x="217111" y="354150"/>
                  </a:lnTo>
                  <a:lnTo>
                    <a:pt x="248126" y="349231"/>
                  </a:lnTo>
                  <a:lnTo>
                    <a:pt x="279142" y="344313"/>
                  </a:lnTo>
                  <a:lnTo>
                    <a:pt x="310158" y="339394"/>
                  </a:lnTo>
                  <a:lnTo>
                    <a:pt x="341174" y="334475"/>
                  </a:lnTo>
                  <a:lnTo>
                    <a:pt x="372190" y="329556"/>
                  </a:lnTo>
                  <a:lnTo>
                    <a:pt x="403206" y="324637"/>
                  </a:lnTo>
                  <a:lnTo>
                    <a:pt x="434222" y="319719"/>
                  </a:lnTo>
                  <a:lnTo>
                    <a:pt x="465238" y="314800"/>
                  </a:lnTo>
                  <a:lnTo>
                    <a:pt x="496253" y="309881"/>
                  </a:lnTo>
                  <a:lnTo>
                    <a:pt x="527269" y="304962"/>
                  </a:lnTo>
                  <a:lnTo>
                    <a:pt x="558285" y="300044"/>
                  </a:lnTo>
                  <a:lnTo>
                    <a:pt x="589301" y="295125"/>
                  </a:lnTo>
                  <a:lnTo>
                    <a:pt x="620317" y="290206"/>
                  </a:lnTo>
                  <a:lnTo>
                    <a:pt x="651333" y="285287"/>
                  </a:lnTo>
                  <a:lnTo>
                    <a:pt x="682349" y="280369"/>
                  </a:lnTo>
                  <a:lnTo>
                    <a:pt x="713365" y="275450"/>
                  </a:lnTo>
                  <a:lnTo>
                    <a:pt x="744380" y="270531"/>
                  </a:lnTo>
                  <a:lnTo>
                    <a:pt x="775396" y="265612"/>
                  </a:lnTo>
                  <a:lnTo>
                    <a:pt x="806412" y="260694"/>
                  </a:lnTo>
                  <a:lnTo>
                    <a:pt x="837428" y="255775"/>
                  </a:lnTo>
                  <a:lnTo>
                    <a:pt x="868444" y="250856"/>
                  </a:lnTo>
                  <a:lnTo>
                    <a:pt x="899460" y="245937"/>
                  </a:lnTo>
                  <a:lnTo>
                    <a:pt x="930476" y="241019"/>
                  </a:lnTo>
                  <a:lnTo>
                    <a:pt x="961492" y="236100"/>
                  </a:lnTo>
                  <a:lnTo>
                    <a:pt x="992507" y="231181"/>
                  </a:lnTo>
                  <a:lnTo>
                    <a:pt x="1023523" y="226262"/>
                  </a:lnTo>
                  <a:lnTo>
                    <a:pt x="1054539" y="221344"/>
                  </a:lnTo>
                  <a:lnTo>
                    <a:pt x="1085555" y="216425"/>
                  </a:lnTo>
                  <a:lnTo>
                    <a:pt x="1116571" y="211506"/>
                  </a:lnTo>
                  <a:lnTo>
                    <a:pt x="1147587" y="206587"/>
                  </a:lnTo>
                  <a:lnTo>
                    <a:pt x="1178603" y="201669"/>
                  </a:lnTo>
                  <a:lnTo>
                    <a:pt x="1209619" y="196750"/>
                  </a:lnTo>
                  <a:lnTo>
                    <a:pt x="1240634" y="191831"/>
                  </a:lnTo>
                  <a:lnTo>
                    <a:pt x="1271650" y="186912"/>
                  </a:lnTo>
                  <a:lnTo>
                    <a:pt x="1302666" y="181994"/>
                  </a:lnTo>
                  <a:lnTo>
                    <a:pt x="1333682" y="177075"/>
                  </a:lnTo>
                  <a:lnTo>
                    <a:pt x="1364698" y="172156"/>
                  </a:lnTo>
                  <a:lnTo>
                    <a:pt x="1395714" y="167237"/>
                  </a:lnTo>
                  <a:lnTo>
                    <a:pt x="1426730" y="162318"/>
                  </a:lnTo>
                  <a:lnTo>
                    <a:pt x="1457746" y="157400"/>
                  </a:lnTo>
                  <a:lnTo>
                    <a:pt x="1488761" y="152481"/>
                  </a:lnTo>
                  <a:lnTo>
                    <a:pt x="1519777" y="147562"/>
                  </a:lnTo>
                  <a:lnTo>
                    <a:pt x="1550793" y="142643"/>
                  </a:lnTo>
                  <a:lnTo>
                    <a:pt x="1581809" y="137725"/>
                  </a:lnTo>
                  <a:lnTo>
                    <a:pt x="1612825" y="132806"/>
                  </a:lnTo>
                  <a:lnTo>
                    <a:pt x="1643841" y="127887"/>
                  </a:lnTo>
                  <a:lnTo>
                    <a:pt x="1674857" y="122968"/>
                  </a:lnTo>
                  <a:lnTo>
                    <a:pt x="1705873" y="118050"/>
                  </a:lnTo>
                  <a:lnTo>
                    <a:pt x="1736888" y="113131"/>
                  </a:lnTo>
                  <a:lnTo>
                    <a:pt x="1767904" y="108212"/>
                  </a:lnTo>
                  <a:lnTo>
                    <a:pt x="1798920" y="103293"/>
                  </a:lnTo>
                  <a:lnTo>
                    <a:pt x="1829936" y="98375"/>
                  </a:lnTo>
                  <a:lnTo>
                    <a:pt x="1860952" y="93456"/>
                  </a:lnTo>
                  <a:lnTo>
                    <a:pt x="1891968" y="88537"/>
                  </a:lnTo>
                  <a:lnTo>
                    <a:pt x="1922984" y="83618"/>
                  </a:lnTo>
                  <a:lnTo>
                    <a:pt x="1954000" y="78700"/>
                  </a:lnTo>
                  <a:lnTo>
                    <a:pt x="1985015" y="73781"/>
                  </a:lnTo>
                  <a:lnTo>
                    <a:pt x="2016031" y="68862"/>
                  </a:lnTo>
                  <a:lnTo>
                    <a:pt x="2047047" y="63943"/>
                  </a:lnTo>
                  <a:lnTo>
                    <a:pt x="2078063" y="59025"/>
                  </a:lnTo>
                  <a:lnTo>
                    <a:pt x="2109079" y="54106"/>
                  </a:lnTo>
                  <a:lnTo>
                    <a:pt x="2140095" y="49187"/>
                  </a:lnTo>
                  <a:lnTo>
                    <a:pt x="2171111" y="44268"/>
                  </a:lnTo>
                  <a:lnTo>
                    <a:pt x="2202127" y="39350"/>
                  </a:lnTo>
                  <a:lnTo>
                    <a:pt x="2233142" y="34431"/>
                  </a:lnTo>
                  <a:lnTo>
                    <a:pt x="2264158" y="29512"/>
                  </a:lnTo>
                  <a:lnTo>
                    <a:pt x="2295174" y="24593"/>
                  </a:lnTo>
                  <a:lnTo>
                    <a:pt x="2326190" y="19675"/>
                  </a:lnTo>
                  <a:lnTo>
                    <a:pt x="2357206" y="14756"/>
                  </a:lnTo>
                  <a:lnTo>
                    <a:pt x="2388222" y="9837"/>
                  </a:lnTo>
                  <a:lnTo>
                    <a:pt x="2419238" y="4918"/>
                  </a:lnTo>
                  <a:lnTo>
                    <a:pt x="2450254" y="0"/>
                  </a:lnTo>
                </a:path>
              </a:pathLst>
            </a:custGeom>
            <a:ln w="39420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50" name="pl1950"/>
            <p:cNvSpPr/>
            <p:nvPr/>
          </p:nvSpPr>
          <p:spPr>
            <a:xfrm>
              <a:off x="8123636" y="2977614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51" name="pl1951"/>
            <p:cNvSpPr/>
            <p:nvPr/>
          </p:nvSpPr>
          <p:spPr>
            <a:xfrm>
              <a:off x="8123636" y="2286350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52" name="pl1952"/>
            <p:cNvSpPr/>
            <p:nvPr/>
          </p:nvSpPr>
          <p:spPr>
            <a:xfrm>
              <a:off x="8123636" y="1595086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53" name="pl1953"/>
            <p:cNvSpPr/>
            <p:nvPr/>
          </p:nvSpPr>
          <p:spPr>
            <a:xfrm>
              <a:off x="8123636" y="903821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54" name="pl1954"/>
            <p:cNvSpPr/>
            <p:nvPr/>
          </p:nvSpPr>
          <p:spPr>
            <a:xfrm>
              <a:off x="8808876" y="710267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55" name="pl1955"/>
            <p:cNvSpPr/>
            <p:nvPr/>
          </p:nvSpPr>
          <p:spPr>
            <a:xfrm>
              <a:off x="9847120" y="710267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56" name="pl1956"/>
            <p:cNvSpPr/>
            <p:nvPr/>
          </p:nvSpPr>
          <p:spPr>
            <a:xfrm>
              <a:off x="10885363" y="710267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57" name="pl1957"/>
            <p:cNvSpPr/>
            <p:nvPr/>
          </p:nvSpPr>
          <p:spPr>
            <a:xfrm>
              <a:off x="8123636" y="3323247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58" name="pl1958"/>
            <p:cNvSpPr/>
            <p:nvPr/>
          </p:nvSpPr>
          <p:spPr>
            <a:xfrm>
              <a:off x="8123636" y="2631982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59" name="pl1959"/>
            <p:cNvSpPr/>
            <p:nvPr/>
          </p:nvSpPr>
          <p:spPr>
            <a:xfrm>
              <a:off x="8123636" y="1940718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60" name="pl1960"/>
            <p:cNvSpPr/>
            <p:nvPr/>
          </p:nvSpPr>
          <p:spPr>
            <a:xfrm>
              <a:off x="8123636" y="1249453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61" name="pl1961"/>
            <p:cNvSpPr/>
            <p:nvPr/>
          </p:nvSpPr>
          <p:spPr>
            <a:xfrm>
              <a:off x="8289755" y="710267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62" name="pl1962"/>
            <p:cNvSpPr/>
            <p:nvPr/>
          </p:nvSpPr>
          <p:spPr>
            <a:xfrm>
              <a:off x="9327998" y="710267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63" name="pl1963"/>
            <p:cNvSpPr/>
            <p:nvPr/>
          </p:nvSpPr>
          <p:spPr>
            <a:xfrm>
              <a:off x="10366241" y="710267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64" name="pl1964"/>
            <p:cNvSpPr/>
            <p:nvPr/>
          </p:nvSpPr>
          <p:spPr>
            <a:xfrm>
              <a:off x="11404484" y="710267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65" name="pt1965"/>
            <p:cNvSpPr/>
            <p:nvPr/>
          </p:nvSpPr>
          <p:spPr>
            <a:xfrm>
              <a:off x="10122482" y="135159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66" name="pt1966"/>
            <p:cNvSpPr/>
            <p:nvPr/>
          </p:nvSpPr>
          <p:spPr>
            <a:xfrm>
              <a:off x="10953077" y="936837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67" name="pt1967"/>
            <p:cNvSpPr/>
            <p:nvPr/>
          </p:nvSpPr>
          <p:spPr>
            <a:xfrm>
              <a:off x="9499536" y="146680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68" name="pt1968"/>
            <p:cNvSpPr/>
            <p:nvPr/>
          </p:nvSpPr>
          <p:spPr>
            <a:xfrm>
              <a:off x="11160725" y="79858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69" name="pt1969"/>
            <p:cNvSpPr/>
            <p:nvPr/>
          </p:nvSpPr>
          <p:spPr>
            <a:xfrm>
              <a:off x="8876590" y="266499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70" name="pt1970"/>
            <p:cNvSpPr/>
            <p:nvPr/>
          </p:nvSpPr>
          <p:spPr>
            <a:xfrm>
              <a:off x="9291888" y="18585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71" name="pt1971"/>
            <p:cNvSpPr/>
            <p:nvPr/>
          </p:nvSpPr>
          <p:spPr>
            <a:xfrm>
              <a:off x="8668942" y="275716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72" name="pt1972"/>
            <p:cNvSpPr/>
            <p:nvPr/>
          </p:nvSpPr>
          <p:spPr>
            <a:xfrm>
              <a:off x="8876590" y="208894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73" name="pt1973"/>
            <p:cNvSpPr/>
            <p:nvPr/>
          </p:nvSpPr>
          <p:spPr>
            <a:xfrm>
              <a:off x="9914833" y="155897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74" name="pt1974"/>
            <p:cNvSpPr/>
            <p:nvPr/>
          </p:nvSpPr>
          <p:spPr>
            <a:xfrm>
              <a:off x="8876590" y="23884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75" name="pt1975"/>
            <p:cNvSpPr/>
            <p:nvPr/>
          </p:nvSpPr>
          <p:spPr>
            <a:xfrm>
              <a:off x="9914833" y="162810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76" name="pt1976"/>
            <p:cNvSpPr/>
            <p:nvPr/>
          </p:nvSpPr>
          <p:spPr>
            <a:xfrm>
              <a:off x="9291888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77" name="pt1977"/>
            <p:cNvSpPr/>
            <p:nvPr/>
          </p:nvSpPr>
          <p:spPr>
            <a:xfrm>
              <a:off x="8876590" y="190460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78" name="pt1978"/>
            <p:cNvSpPr/>
            <p:nvPr/>
          </p:nvSpPr>
          <p:spPr>
            <a:xfrm>
              <a:off x="10330131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79" name="pt1979"/>
            <p:cNvSpPr/>
            <p:nvPr/>
          </p:nvSpPr>
          <p:spPr>
            <a:xfrm>
              <a:off x="9499536" y="190460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80" name="pt1980"/>
            <p:cNvSpPr/>
            <p:nvPr/>
          </p:nvSpPr>
          <p:spPr>
            <a:xfrm>
              <a:off x="10330131" y="135159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81" name="pt1981"/>
            <p:cNvSpPr/>
            <p:nvPr/>
          </p:nvSpPr>
          <p:spPr>
            <a:xfrm>
              <a:off x="9914833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82" name="pt1982"/>
            <p:cNvSpPr/>
            <p:nvPr/>
          </p:nvSpPr>
          <p:spPr>
            <a:xfrm>
              <a:off x="8461293" y="310279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83" name="pt1983"/>
            <p:cNvSpPr/>
            <p:nvPr/>
          </p:nvSpPr>
          <p:spPr>
            <a:xfrm>
              <a:off x="11368374" y="936837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84" name="pt1984"/>
            <p:cNvSpPr/>
            <p:nvPr/>
          </p:nvSpPr>
          <p:spPr>
            <a:xfrm>
              <a:off x="9291888" y="162810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85" name="pt1985"/>
            <p:cNvSpPr/>
            <p:nvPr/>
          </p:nvSpPr>
          <p:spPr>
            <a:xfrm>
              <a:off x="8461293" y="257283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86" name="pt1986"/>
            <p:cNvSpPr/>
            <p:nvPr/>
          </p:nvSpPr>
          <p:spPr>
            <a:xfrm>
              <a:off x="10330131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87" name="pt1987"/>
            <p:cNvSpPr/>
            <p:nvPr/>
          </p:nvSpPr>
          <p:spPr>
            <a:xfrm>
              <a:off x="8876590" y="27110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88" name="pt1988"/>
            <p:cNvSpPr/>
            <p:nvPr/>
          </p:nvSpPr>
          <p:spPr>
            <a:xfrm>
              <a:off x="9084239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89" name="pt1989"/>
            <p:cNvSpPr/>
            <p:nvPr/>
          </p:nvSpPr>
          <p:spPr>
            <a:xfrm>
              <a:off x="10330131" y="1098132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90" name="pt1990"/>
            <p:cNvSpPr/>
            <p:nvPr/>
          </p:nvSpPr>
          <p:spPr>
            <a:xfrm>
              <a:off x="8253644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91" name="pt1991"/>
            <p:cNvSpPr/>
            <p:nvPr/>
          </p:nvSpPr>
          <p:spPr>
            <a:xfrm>
              <a:off x="10745428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92" name="pt1992"/>
            <p:cNvSpPr/>
            <p:nvPr/>
          </p:nvSpPr>
          <p:spPr>
            <a:xfrm>
              <a:off x="8876590" y="22732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93" name="pt1993"/>
            <p:cNvSpPr/>
            <p:nvPr/>
          </p:nvSpPr>
          <p:spPr>
            <a:xfrm>
              <a:off x="8461293" y="28723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94" name="pt1994"/>
            <p:cNvSpPr/>
            <p:nvPr/>
          </p:nvSpPr>
          <p:spPr>
            <a:xfrm>
              <a:off x="9707185" y="121334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95" name="pt1995"/>
            <p:cNvSpPr/>
            <p:nvPr/>
          </p:nvSpPr>
          <p:spPr>
            <a:xfrm>
              <a:off x="8253644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96" name="pt1996"/>
            <p:cNvSpPr/>
            <p:nvPr/>
          </p:nvSpPr>
          <p:spPr>
            <a:xfrm>
              <a:off x="8668942" y="197373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97" name="pt1997"/>
            <p:cNvSpPr/>
            <p:nvPr/>
          </p:nvSpPr>
          <p:spPr>
            <a:xfrm>
              <a:off x="10122482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98" name="pt1998"/>
            <p:cNvSpPr/>
            <p:nvPr/>
          </p:nvSpPr>
          <p:spPr>
            <a:xfrm>
              <a:off x="10745428" y="100596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1999" name="pt1999"/>
            <p:cNvSpPr/>
            <p:nvPr/>
          </p:nvSpPr>
          <p:spPr>
            <a:xfrm>
              <a:off x="8461293" y="23424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00" name="pt2000"/>
            <p:cNvSpPr/>
            <p:nvPr/>
          </p:nvSpPr>
          <p:spPr>
            <a:xfrm>
              <a:off x="8253644" y="321801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01" name="pt2001"/>
            <p:cNvSpPr/>
            <p:nvPr/>
          </p:nvSpPr>
          <p:spPr>
            <a:xfrm>
              <a:off x="8253644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02" name="pt2002"/>
            <p:cNvSpPr/>
            <p:nvPr/>
          </p:nvSpPr>
          <p:spPr>
            <a:xfrm>
              <a:off x="8461293" y="307975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03" name="pt2003"/>
            <p:cNvSpPr/>
            <p:nvPr/>
          </p:nvSpPr>
          <p:spPr>
            <a:xfrm>
              <a:off x="8876590" y="21350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04" name="pt2004"/>
            <p:cNvSpPr/>
            <p:nvPr/>
          </p:nvSpPr>
          <p:spPr>
            <a:xfrm>
              <a:off x="8461293" y="231936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05" name="pt2005"/>
            <p:cNvSpPr/>
            <p:nvPr/>
          </p:nvSpPr>
          <p:spPr>
            <a:xfrm>
              <a:off x="11160725" y="86771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06" name="pt2006"/>
            <p:cNvSpPr/>
            <p:nvPr/>
          </p:nvSpPr>
          <p:spPr>
            <a:xfrm>
              <a:off x="9707185" y="167418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07" name="pt2007"/>
            <p:cNvSpPr/>
            <p:nvPr/>
          </p:nvSpPr>
          <p:spPr>
            <a:xfrm>
              <a:off x="10953077" y="100596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08" name="pt2008"/>
            <p:cNvSpPr/>
            <p:nvPr/>
          </p:nvSpPr>
          <p:spPr>
            <a:xfrm>
              <a:off x="9291888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09" name="pt2009"/>
            <p:cNvSpPr/>
            <p:nvPr/>
          </p:nvSpPr>
          <p:spPr>
            <a:xfrm>
              <a:off x="10745428" y="100596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10" name="pt2010"/>
            <p:cNvSpPr/>
            <p:nvPr/>
          </p:nvSpPr>
          <p:spPr>
            <a:xfrm>
              <a:off x="10537779" y="100596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11" name="pt2011"/>
            <p:cNvSpPr/>
            <p:nvPr/>
          </p:nvSpPr>
          <p:spPr>
            <a:xfrm>
              <a:off x="9084239" y="208894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12" name="pt2012"/>
            <p:cNvSpPr/>
            <p:nvPr/>
          </p:nvSpPr>
          <p:spPr>
            <a:xfrm>
              <a:off x="11576023" y="79858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13" name="pt2013"/>
            <p:cNvSpPr/>
            <p:nvPr/>
          </p:nvSpPr>
          <p:spPr>
            <a:xfrm>
              <a:off x="10537779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14" name="pt2014"/>
            <p:cNvSpPr/>
            <p:nvPr/>
          </p:nvSpPr>
          <p:spPr>
            <a:xfrm>
              <a:off x="10745428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15" name="pt2015"/>
            <p:cNvSpPr/>
            <p:nvPr/>
          </p:nvSpPr>
          <p:spPr>
            <a:xfrm>
              <a:off x="8876590" y="21811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16" name="pt2016"/>
            <p:cNvSpPr/>
            <p:nvPr/>
          </p:nvSpPr>
          <p:spPr>
            <a:xfrm>
              <a:off x="8461293" y="259587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17" name="pt2017"/>
            <p:cNvSpPr/>
            <p:nvPr/>
          </p:nvSpPr>
          <p:spPr>
            <a:xfrm>
              <a:off x="8668942" y="206590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18" name="pt2018"/>
            <p:cNvSpPr/>
            <p:nvPr/>
          </p:nvSpPr>
          <p:spPr>
            <a:xfrm>
              <a:off x="9291888" y="231936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19" name="pt2019"/>
            <p:cNvSpPr/>
            <p:nvPr/>
          </p:nvSpPr>
          <p:spPr>
            <a:xfrm>
              <a:off x="8668942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20" name="pt2020"/>
            <p:cNvSpPr/>
            <p:nvPr/>
          </p:nvSpPr>
          <p:spPr>
            <a:xfrm>
              <a:off x="10122482" y="1098132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21" name="pt2021"/>
            <p:cNvSpPr/>
            <p:nvPr/>
          </p:nvSpPr>
          <p:spPr>
            <a:xfrm>
              <a:off x="9707185" y="22732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22" name="pt2022"/>
            <p:cNvSpPr/>
            <p:nvPr/>
          </p:nvSpPr>
          <p:spPr>
            <a:xfrm>
              <a:off x="10953077" y="86771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23" name="pt2023"/>
            <p:cNvSpPr/>
            <p:nvPr/>
          </p:nvSpPr>
          <p:spPr>
            <a:xfrm>
              <a:off x="10745428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24" name="pt2024"/>
            <p:cNvSpPr/>
            <p:nvPr/>
          </p:nvSpPr>
          <p:spPr>
            <a:xfrm>
              <a:off x="8668942" y="27110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25" name="pt2025"/>
            <p:cNvSpPr/>
            <p:nvPr/>
          </p:nvSpPr>
          <p:spPr>
            <a:xfrm>
              <a:off x="9084239" y="215807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26" name="pt2026"/>
            <p:cNvSpPr/>
            <p:nvPr/>
          </p:nvSpPr>
          <p:spPr>
            <a:xfrm>
              <a:off x="10330131" y="100596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27" name="pt2027"/>
            <p:cNvSpPr/>
            <p:nvPr/>
          </p:nvSpPr>
          <p:spPr>
            <a:xfrm>
              <a:off x="9084239" y="197373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28" name="pt2028"/>
            <p:cNvSpPr/>
            <p:nvPr/>
          </p:nvSpPr>
          <p:spPr>
            <a:xfrm>
              <a:off x="9084239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29" name="pt2029"/>
            <p:cNvSpPr/>
            <p:nvPr/>
          </p:nvSpPr>
          <p:spPr>
            <a:xfrm>
              <a:off x="9499536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30" name="pt2030"/>
            <p:cNvSpPr/>
            <p:nvPr/>
          </p:nvSpPr>
          <p:spPr>
            <a:xfrm>
              <a:off x="10537779" y="100596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31" name="pt2031"/>
            <p:cNvSpPr/>
            <p:nvPr/>
          </p:nvSpPr>
          <p:spPr>
            <a:xfrm>
              <a:off x="8461293" y="231936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32" name="pt2032"/>
            <p:cNvSpPr/>
            <p:nvPr/>
          </p:nvSpPr>
          <p:spPr>
            <a:xfrm>
              <a:off x="10330131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33" name="pt2033"/>
            <p:cNvSpPr/>
            <p:nvPr/>
          </p:nvSpPr>
          <p:spPr>
            <a:xfrm>
              <a:off x="8461293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34" name="pt2034"/>
            <p:cNvSpPr/>
            <p:nvPr/>
          </p:nvSpPr>
          <p:spPr>
            <a:xfrm>
              <a:off x="8876590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35" name="pt2035"/>
            <p:cNvSpPr/>
            <p:nvPr/>
          </p:nvSpPr>
          <p:spPr>
            <a:xfrm>
              <a:off x="8253644" y="303367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36" name="pt2036"/>
            <p:cNvSpPr/>
            <p:nvPr/>
          </p:nvSpPr>
          <p:spPr>
            <a:xfrm>
              <a:off x="8461293" y="222719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37" name="pt2037"/>
            <p:cNvSpPr/>
            <p:nvPr/>
          </p:nvSpPr>
          <p:spPr>
            <a:xfrm>
              <a:off x="8253644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38" name="pt2038"/>
            <p:cNvSpPr/>
            <p:nvPr/>
          </p:nvSpPr>
          <p:spPr>
            <a:xfrm>
              <a:off x="8876590" y="215807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39" name="pt2039"/>
            <p:cNvSpPr/>
            <p:nvPr/>
          </p:nvSpPr>
          <p:spPr>
            <a:xfrm>
              <a:off x="9291888" y="18124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40" name="pt2040"/>
            <p:cNvSpPr/>
            <p:nvPr/>
          </p:nvSpPr>
          <p:spPr>
            <a:xfrm>
              <a:off x="8461293" y="31488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41" name="pt2041"/>
            <p:cNvSpPr/>
            <p:nvPr/>
          </p:nvSpPr>
          <p:spPr>
            <a:xfrm>
              <a:off x="9499536" y="148984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42" name="pt2042"/>
            <p:cNvSpPr/>
            <p:nvPr/>
          </p:nvSpPr>
          <p:spPr>
            <a:xfrm>
              <a:off x="8668942" y="264195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43" name="pt2043"/>
            <p:cNvSpPr/>
            <p:nvPr/>
          </p:nvSpPr>
          <p:spPr>
            <a:xfrm>
              <a:off x="9084239" y="23884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44" name="pt2044"/>
            <p:cNvSpPr/>
            <p:nvPr/>
          </p:nvSpPr>
          <p:spPr>
            <a:xfrm>
              <a:off x="9084239" y="155897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45" name="pt2045"/>
            <p:cNvSpPr/>
            <p:nvPr/>
          </p:nvSpPr>
          <p:spPr>
            <a:xfrm>
              <a:off x="8876590" y="208894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46" name="pt2046"/>
            <p:cNvSpPr/>
            <p:nvPr/>
          </p:nvSpPr>
          <p:spPr>
            <a:xfrm>
              <a:off x="8668942" y="24345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47" name="pt2047"/>
            <p:cNvSpPr/>
            <p:nvPr/>
          </p:nvSpPr>
          <p:spPr>
            <a:xfrm>
              <a:off x="8668942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48" name="pt2048"/>
            <p:cNvSpPr/>
            <p:nvPr/>
          </p:nvSpPr>
          <p:spPr>
            <a:xfrm>
              <a:off x="8461293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49" name="pt2049"/>
            <p:cNvSpPr/>
            <p:nvPr/>
          </p:nvSpPr>
          <p:spPr>
            <a:xfrm>
              <a:off x="8253644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50" name="pt2050"/>
            <p:cNvSpPr/>
            <p:nvPr/>
          </p:nvSpPr>
          <p:spPr>
            <a:xfrm>
              <a:off x="9291888" y="125942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51" name="pt2051"/>
            <p:cNvSpPr/>
            <p:nvPr/>
          </p:nvSpPr>
          <p:spPr>
            <a:xfrm>
              <a:off x="9707185" y="169722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52" name="pt2052"/>
            <p:cNvSpPr/>
            <p:nvPr/>
          </p:nvSpPr>
          <p:spPr>
            <a:xfrm>
              <a:off x="8876590" y="23884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53" name="pt2053"/>
            <p:cNvSpPr/>
            <p:nvPr/>
          </p:nvSpPr>
          <p:spPr>
            <a:xfrm>
              <a:off x="8253644" y="25037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54" name="pt2054"/>
            <p:cNvSpPr/>
            <p:nvPr/>
          </p:nvSpPr>
          <p:spPr>
            <a:xfrm>
              <a:off x="8668942" y="27110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55" name="pt2055"/>
            <p:cNvSpPr/>
            <p:nvPr/>
          </p:nvSpPr>
          <p:spPr>
            <a:xfrm>
              <a:off x="8253644" y="319496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56" name="pt2056"/>
            <p:cNvSpPr/>
            <p:nvPr/>
          </p:nvSpPr>
          <p:spPr>
            <a:xfrm>
              <a:off x="9291888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57" name="pt2057"/>
            <p:cNvSpPr/>
            <p:nvPr/>
          </p:nvSpPr>
          <p:spPr>
            <a:xfrm>
              <a:off x="8461293" y="321801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58" name="pt2058"/>
            <p:cNvSpPr/>
            <p:nvPr/>
          </p:nvSpPr>
          <p:spPr>
            <a:xfrm>
              <a:off x="8668942" y="282629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59" name="pt2059"/>
            <p:cNvSpPr/>
            <p:nvPr/>
          </p:nvSpPr>
          <p:spPr>
            <a:xfrm>
              <a:off x="9291888" y="130551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60" name="pt2060"/>
            <p:cNvSpPr/>
            <p:nvPr/>
          </p:nvSpPr>
          <p:spPr>
            <a:xfrm>
              <a:off x="9084239" y="192764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61" name="pt2061"/>
            <p:cNvSpPr/>
            <p:nvPr/>
          </p:nvSpPr>
          <p:spPr>
            <a:xfrm>
              <a:off x="9914833" y="123638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62" name="pt2062"/>
            <p:cNvSpPr/>
            <p:nvPr/>
          </p:nvSpPr>
          <p:spPr>
            <a:xfrm>
              <a:off x="9291888" y="190460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63" name="pt2063"/>
            <p:cNvSpPr/>
            <p:nvPr/>
          </p:nvSpPr>
          <p:spPr>
            <a:xfrm>
              <a:off x="9499536" y="23884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64" name="pt2064"/>
            <p:cNvSpPr/>
            <p:nvPr/>
          </p:nvSpPr>
          <p:spPr>
            <a:xfrm>
              <a:off x="8253644" y="31488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65" name="pt2065"/>
            <p:cNvSpPr/>
            <p:nvPr/>
          </p:nvSpPr>
          <p:spPr>
            <a:xfrm>
              <a:off x="8876590" y="201981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66" name="pt2066"/>
            <p:cNvSpPr/>
            <p:nvPr/>
          </p:nvSpPr>
          <p:spPr>
            <a:xfrm>
              <a:off x="10122482" y="21811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67" name="pt2067"/>
            <p:cNvSpPr/>
            <p:nvPr/>
          </p:nvSpPr>
          <p:spPr>
            <a:xfrm>
              <a:off x="8461293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68" name="pt2068"/>
            <p:cNvSpPr/>
            <p:nvPr/>
          </p:nvSpPr>
          <p:spPr>
            <a:xfrm>
              <a:off x="8253644" y="266499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69" name="pt2069"/>
            <p:cNvSpPr/>
            <p:nvPr/>
          </p:nvSpPr>
          <p:spPr>
            <a:xfrm>
              <a:off x="8253644" y="296454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70" name="pt2070"/>
            <p:cNvSpPr/>
            <p:nvPr/>
          </p:nvSpPr>
          <p:spPr>
            <a:xfrm>
              <a:off x="10537779" y="100596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71" name="pt2071"/>
            <p:cNvSpPr/>
            <p:nvPr/>
          </p:nvSpPr>
          <p:spPr>
            <a:xfrm>
              <a:off x="9499536" y="146680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72" name="pt2072"/>
            <p:cNvSpPr/>
            <p:nvPr/>
          </p:nvSpPr>
          <p:spPr>
            <a:xfrm>
              <a:off x="8461293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73" name="pt2073"/>
            <p:cNvSpPr/>
            <p:nvPr/>
          </p:nvSpPr>
          <p:spPr>
            <a:xfrm>
              <a:off x="8461293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74" name="pt2074"/>
            <p:cNvSpPr/>
            <p:nvPr/>
          </p:nvSpPr>
          <p:spPr>
            <a:xfrm>
              <a:off x="8876590" y="197373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75" name="pt2075"/>
            <p:cNvSpPr/>
            <p:nvPr/>
          </p:nvSpPr>
          <p:spPr>
            <a:xfrm>
              <a:off x="8876590" y="296454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76" name="pt2076"/>
            <p:cNvSpPr/>
            <p:nvPr/>
          </p:nvSpPr>
          <p:spPr>
            <a:xfrm>
              <a:off x="9291888" y="22732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77" name="pt2077"/>
            <p:cNvSpPr/>
            <p:nvPr/>
          </p:nvSpPr>
          <p:spPr>
            <a:xfrm>
              <a:off x="8668942" y="24806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78" name="pt2078"/>
            <p:cNvSpPr/>
            <p:nvPr/>
          </p:nvSpPr>
          <p:spPr>
            <a:xfrm>
              <a:off x="9291888" y="151289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79" name="pt2079"/>
            <p:cNvSpPr/>
            <p:nvPr/>
          </p:nvSpPr>
          <p:spPr>
            <a:xfrm>
              <a:off x="10537779" y="100596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80" name="pt2080"/>
            <p:cNvSpPr/>
            <p:nvPr/>
          </p:nvSpPr>
          <p:spPr>
            <a:xfrm>
              <a:off x="10330131" y="1144216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81" name="pt2081"/>
            <p:cNvSpPr/>
            <p:nvPr/>
          </p:nvSpPr>
          <p:spPr>
            <a:xfrm>
              <a:off x="9707185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82" name="pt2082"/>
            <p:cNvSpPr/>
            <p:nvPr/>
          </p:nvSpPr>
          <p:spPr>
            <a:xfrm>
              <a:off x="8461293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83" name="pt2083"/>
            <p:cNvSpPr/>
            <p:nvPr/>
          </p:nvSpPr>
          <p:spPr>
            <a:xfrm>
              <a:off x="10745428" y="79858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84" name="pt2084"/>
            <p:cNvSpPr/>
            <p:nvPr/>
          </p:nvSpPr>
          <p:spPr>
            <a:xfrm>
              <a:off x="9707185" y="148984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85" name="pt2085"/>
            <p:cNvSpPr/>
            <p:nvPr/>
          </p:nvSpPr>
          <p:spPr>
            <a:xfrm>
              <a:off x="9499536" y="1489849"/>
              <a:ext cx="72220" cy="72220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309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86" name="pt2086"/>
            <p:cNvSpPr/>
            <p:nvPr/>
          </p:nvSpPr>
          <p:spPr>
            <a:xfrm>
              <a:off x="8668942" y="192764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87" name="pt2087"/>
            <p:cNvSpPr/>
            <p:nvPr/>
          </p:nvSpPr>
          <p:spPr>
            <a:xfrm>
              <a:off x="9914833" y="1144216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88" name="pt2088"/>
            <p:cNvSpPr/>
            <p:nvPr/>
          </p:nvSpPr>
          <p:spPr>
            <a:xfrm>
              <a:off x="8668942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89" name="pt2089"/>
            <p:cNvSpPr/>
            <p:nvPr/>
          </p:nvSpPr>
          <p:spPr>
            <a:xfrm>
              <a:off x="8876590" y="190460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90" name="pt2090"/>
            <p:cNvSpPr/>
            <p:nvPr/>
          </p:nvSpPr>
          <p:spPr>
            <a:xfrm>
              <a:off x="10745428" y="100596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91" name="pt2091"/>
            <p:cNvSpPr/>
            <p:nvPr/>
          </p:nvSpPr>
          <p:spPr>
            <a:xfrm>
              <a:off x="8253644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92" name="pt2092"/>
            <p:cNvSpPr/>
            <p:nvPr/>
          </p:nvSpPr>
          <p:spPr>
            <a:xfrm>
              <a:off x="10122482" y="1144216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93" name="pt2093"/>
            <p:cNvSpPr/>
            <p:nvPr/>
          </p:nvSpPr>
          <p:spPr>
            <a:xfrm>
              <a:off x="11160725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94" name="pt2094"/>
            <p:cNvSpPr/>
            <p:nvPr/>
          </p:nvSpPr>
          <p:spPr>
            <a:xfrm>
              <a:off x="10330131" y="100596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95" name="pt2095"/>
            <p:cNvSpPr/>
            <p:nvPr/>
          </p:nvSpPr>
          <p:spPr>
            <a:xfrm>
              <a:off x="8253644" y="294150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96" name="pt2096"/>
            <p:cNvSpPr/>
            <p:nvPr/>
          </p:nvSpPr>
          <p:spPr>
            <a:xfrm>
              <a:off x="8461293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97" name="pt2097"/>
            <p:cNvSpPr/>
            <p:nvPr/>
          </p:nvSpPr>
          <p:spPr>
            <a:xfrm>
              <a:off x="8668942" y="190460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98" name="pt2098"/>
            <p:cNvSpPr/>
            <p:nvPr/>
          </p:nvSpPr>
          <p:spPr>
            <a:xfrm>
              <a:off x="8876590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099" name="pt2099"/>
            <p:cNvSpPr/>
            <p:nvPr/>
          </p:nvSpPr>
          <p:spPr>
            <a:xfrm>
              <a:off x="8876590" y="162810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00" name="pt2100"/>
            <p:cNvSpPr/>
            <p:nvPr/>
          </p:nvSpPr>
          <p:spPr>
            <a:xfrm>
              <a:off x="9084239" y="183548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01" name="pt2101"/>
            <p:cNvSpPr/>
            <p:nvPr/>
          </p:nvSpPr>
          <p:spPr>
            <a:xfrm>
              <a:off x="8253644" y="28723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02" name="pt2102"/>
            <p:cNvSpPr/>
            <p:nvPr/>
          </p:nvSpPr>
          <p:spPr>
            <a:xfrm>
              <a:off x="9084239" y="176635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03" name="pt2103"/>
            <p:cNvSpPr/>
            <p:nvPr/>
          </p:nvSpPr>
          <p:spPr>
            <a:xfrm>
              <a:off x="9499536" y="169722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04" name="pt2104"/>
            <p:cNvSpPr/>
            <p:nvPr/>
          </p:nvSpPr>
          <p:spPr>
            <a:xfrm>
              <a:off x="8668942" y="294150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05" name="pt2105"/>
            <p:cNvSpPr/>
            <p:nvPr/>
          </p:nvSpPr>
          <p:spPr>
            <a:xfrm>
              <a:off x="8253644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06" name="pt2106"/>
            <p:cNvSpPr/>
            <p:nvPr/>
          </p:nvSpPr>
          <p:spPr>
            <a:xfrm>
              <a:off x="8253644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07" name="pt2107"/>
            <p:cNvSpPr/>
            <p:nvPr/>
          </p:nvSpPr>
          <p:spPr>
            <a:xfrm>
              <a:off x="8461293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08" name="pt2108"/>
            <p:cNvSpPr/>
            <p:nvPr/>
          </p:nvSpPr>
          <p:spPr>
            <a:xfrm>
              <a:off x="9707185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09" name="pt2109"/>
            <p:cNvSpPr/>
            <p:nvPr/>
          </p:nvSpPr>
          <p:spPr>
            <a:xfrm>
              <a:off x="8876590" y="21811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10" name="pt2110"/>
            <p:cNvSpPr/>
            <p:nvPr/>
          </p:nvSpPr>
          <p:spPr>
            <a:xfrm>
              <a:off x="9084239" y="183548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11" name="pt2111"/>
            <p:cNvSpPr/>
            <p:nvPr/>
          </p:nvSpPr>
          <p:spPr>
            <a:xfrm>
              <a:off x="8668942" y="266499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12" name="pt2112"/>
            <p:cNvSpPr/>
            <p:nvPr/>
          </p:nvSpPr>
          <p:spPr>
            <a:xfrm>
              <a:off x="8668942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13" name="pt2113"/>
            <p:cNvSpPr/>
            <p:nvPr/>
          </p:nvSpPr>
          <p:spPr>
            <a:xfrm>
              <a:off x="8876590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14" name="pt2114"/>
            <p:cNvSpPr/>
            <p:nvPr/>
          </p:nvSpPr>
          <p:spPr>
            <a:xfrm>
              <a:off x="8253644" y="31488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15" name="pt2115"/>
            <p:cNvSpPr/>
            <p:nvPr/>
          </p:nvSpPr>
          <p:spPr>
            <a:xfrm>
              <a:off x="8253644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16" name="pt2116"/>
            <p:cNvSpPr/>
            <p:nvPr/>
          </p:nvSpPr>
          <p:spPr>
            <a:xfrm>
              <a:off x="9291888" y="155897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17" name="pt2117"/>
            <p:cNvSpPr/>
            <p:nvPr/>
          </p:nvSpPr>
          <p:spPr>
            <a:xfrm>
              <a:off x="9084239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18" name="pt2118"/>
            <p:cNvSpPr/>
            <p:nvPr/>
          </p:nvSpPr>
          <p:spPr>
            <a:xfrm>
              <a:off x="8253644" y="294150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19" name="pt2119"/>
            <p:cNvSpPr/>
            <p:nvPr/>
          </p:nvSpPr>
          <p:spPr>
            <a:xfrm>
              <a:off x="9707185" y="142072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20" name="pt2120"/>
            <p:cNvSpPr/>
            <p:nvPr/>
          </p:nvSpPr>
          <p:spPr>
            <a:xfrm>
              <a:off x="8461293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21" name="pt2121"/>
            <p:cNvSpPr/>
            <p:nvPr/>
          </p:nvSpPr>
          <p:spPr>
            <a:xfrm>
              <a:off x="8253644" y="266499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22" name="pt2122"/>
            <p:cNvSpPr/>
            <p:nvPr/>
          </p:nvSpPr>
          <p:spPr>
            <a:xfrm>
              <a:off x="9291888" y="128246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23" name="pt2123"/>
            <p:cNvSpPr/>
            <p:nvPr/>
          </p:nvSpPr>
          <p:spPr>
            <a:xfrm>
              <a:off x="8876590" y="23884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24" name="pt2124"/>
            <p:cNvSpPr/>
            <p:nvPr/>
          </p:nvSpPr>
          <p:spPr>
            <a:xfrm>
              <a:off x="8876590" y="183548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25" name="pt2125"/>
            <p:cNvSpPr/>
            <p:nvPr/>
          </p:nvSpPr>
          <p:spPr>
            <a:xfrm>
              <a:off x="9084239" y="169722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26" name="pt2126"/>
            <p:cNvSpPr/>
            <p:nvPr/>
          </p:nvSpPr>
          <p:spPr>
            <a:xfrm>
              <a:off x="9084239" y="135159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27" name="pt2127"/>
            <p:cNvSpPr/>
            <p:nvPr/>
          </p:nvSpPr>
          <p:spPr>
            <a:xfrm>
              <a:off x="8253644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28" name="pt2128"/>
            <p:cNvSpPr/>
            <p:nvPr/>
          </p:nvSpPr>
          <p:spPr>
            <a:xfrm>
              <a:off x="8253644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29" name="pt2129"/>
            <p:cNvSpPr/>
            <p:nvPr/>
          </p:nvSpPr>
          <p:spPr>
            <a:xfrm>
              <a:off x="8253644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30" name="pt2130"/>
            <p:cNvSpPr/>
            <p:nvPr/>
          </p:nvSpPr>
          <p:spPr>
            <a:xfrm>
              <a:off x="9499536" y="148984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31" name="pt2131"/>
            <p:cNvSpPr/>
            <p:nvPr/>
          </p:nvSpPr>
          <p:spPr>
            <a:xfrm>
              <a:off x="8253644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32" name="pt2132"/>
            <p:cNvSpPr/>
            <p:nvPr/>
          </p:nvSpPr>
          <p:spPr>
            <a:xfrm>
              <a:off x="8253644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33" name="pt2133"/>
            <p:cNvSpPr/>
            <p:nvPr/>
          </p:nvSpPr>
          <p:spPr>
            <a:xfrm>
              <a:off x="8876590" y="197373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34" name="pt2134"/>
            <p:cNvSpPr/>
            <p:nvPr/>
          </p:nvSpPr>
          <p:spPr>
            <a:xfrm>
              <a:off x="8253644" y="31488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35" name="pt2135"/>
            <p:cNvSpPr/>
            <p:nvPr/>
          </p:nvSpPr>
          <p:spPr>
            <a:xfrm>
              <a:off x="9084239" y="155897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36" name="pt2136"/>
            <p:cNvSpPr/>
            <p:nvPr/>
          </p:nvSpPr>
          <p:spPr>
            <a:xfrm>
              <a:off x="10330131" y="1144216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37" name="pt2137"/>
            <p:cNvSpPr/>
            <p:nvPr/>
          </p:nvSpPr>
          <p:spPr>
            <a:xfrm>
              <a:off x="8253644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38" name="pt2138"/>
            <p:cNvSpPr/>
            <p:nvPr/>
          </p:nvSpPr>
          <p:spPr>
            <a:xfrm>
              <a:off x="9084239" y="121334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39" name="pt2139"/>
            <p:cNvSpPr/>
            <p:nvPr/>
          </p:nvSpPr>
          <p:spPr>
            <a:xfrm>
              <a:off x="9499536" y="155897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40" name="pt2140"/>
            <p:cNvSpPr/>
            <p:nvPr/>
          </p:nvSpPr>
          <p:spPr>
            <a:xfrm>
              <a:off x="8876590" y="162810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41" name="pt2141"/>
            <p:cNvSpPr/>
            <p:nvPr/>
          </p:nvSpPr>
          <p:spPr>
            <a:xfrm>
              <a:off x="10330131" y="1075090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42" name="pt2142"/>
            <p:cNvSpPr/>
            <p:nvPr/>
          </p:nvSpPr>
          <p:spPr>
            <a:xfrm>
              <a:off x="10537779" y="100596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43" name="pt2143"/>
            <p:cNvSpPr/>
            <p:nvPr/>
          </p:nvSpPr>
          <p:spPr>
            <a:xfrm>
              <a:off x="8253644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44" name="pt2144"/>
            <p:cNvSpPr/>
            <p:nvPr/>
          </p:nvSpPr>
          <p:spPr>
            <a:xfrm>
              <a:off x="8253644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45" name="pt2145"/>
            <p:cNvSpPr/>
            <p:nvPr/>
          </p:nvSpPr>
          <p:spPr>
            <a:xfrm>
              <a:off x="9084239" y="155897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46" name="pt2146"/>
            <p:cNvSpPr/>
            <p:nvPr/>
          </p:nvSpPr>
          <p:spPr>
            <a:xfrm>
              <a:off x="8876590" y="231936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47" name="pt2147"/>
            <p:cNvSpPr/>
            <p:nvPr/>
          </p:nvSpPr>
          <p:spPr>
            <a:xfrm>
              <a:off x="8668942" y="24115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48" name="pt2148"/>
            <p:cNvSpPr/>
            <p:nvPr/>
          </p:nvSpPr>
          <p:spPr>
            <a:xfrm>
              <a:off x="9291888" y="169722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49" name="pt2149"/>
            <p:cNvSpPr/>
            <p:nvPr/>
          </p:nvSpPr>
          <p:spPr>
            <a:xfrm>
              <a:off x="8253644" y="266499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50" name="pt2150"/>
            <p:cNvSpPr/>
            <p:nvPr/>
          </p:nvSpPr>
          <p:spPr>
            <a:xfrm>
              <a:off x="8253644" y="303367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51" name="pt2151"/>
            <p:cNvSpPr/>
            <p:nvPr/>
          </p:nvSpPr>
          <p:spPr>
            <a:xfrm>
              <a:off x="8253644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52" name="pt2152"/>
            <p:cNvSpPr/>
            <p:nvPr/>
          </p:nvSpPr>
          <p:spPr>
            <a:xfrm>
              <a:off x="10537779" y="936837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53" name="pt2153"/>
            <p:cNvSpPr/>
            <p:nvPr/>
          </p:nvSpPr>
          <p:spPr>
            <a:xfrm>
              <a:off x="8668942" y="23884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54" name="pt2154"/>
            <p:cNvSpPr/>
            <p:nvPr/>
          </p:nvSpPr>
          <p:spPr>
            <a:xfrm>
              <a:off x="8461293" y="229632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55" name="pt2155"/>
            <p:cNvSpPr/>
            <p:nvPr/>
          </p:nvSpPr>
          <p:spPr>
            <a:xfrm>
              <a:off x="8253644" y="319496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56" name="pt2156"/>
            <p:cNvSpPr/>
            <p:nvPr/>
          </p:nvSpPr>
          <p:spPr>
            <a:xfrm>
              <a:off x="8253644" y="305671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57" name="pt2157"/>
            <p:cNvSpPr/>
            <p:nvPr/>
          </p:nvSpPr>
          <p:spPr>
            <a:xfrm>
              <a:off x="8668942" y="31488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58" name="pt2158"/>
            <p:cNvSpPr/>
            <p:nvPr/>
          </p:nvSpPr>
          <p:spPr>
            <a:xfrm>
              <a:off x="9291888" y="259587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59" name="pt2159"/>
            <p:cNvSpPr/>
            <p:nvPr/>
          </p:nvSpPr>
          <p:spPr>
            <a:xfrm>
              <a:off x="9084239" y="231936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60" name="pt2160"/>
            <p:cNvSpPr/>
            <p:nvPr/>
          </p:nvSpPr>
          <p:spPr>
            <a:xfrm>
              <a:off x="8253644" y="301063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61" name="pt2161"/>
            <p:cNvSpPr/>
            <p:nvPr/>
          </p:nvSpPr>
          <p:spPr>
            <a:xfrm>
              <a:off x="9914833" y="169722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62" name="pt2162"/>
            <p:cNvSpPr/>
            <p:nvPr/>
          </p:nvSpPr>
          <p:spPr>
            <a:xfrm>
              <a:off x="9291888" y="165114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63" name="pt2163"/>
            <p:cNvSpPr/>
            <p:nvPr/>
          </p:nvSpPr>
          <p:spPr>
            <a:xfrm>
              <a:off x="9707185" y="142072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64" name="pt2164"/>
            <p:cNvSpPr/>
            <p:nvPr/>
          </p:nvSpPr>
          <p:spPr>
            <a:xfrm>
              <a:off x="8461293" y="208894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65" name="pt2165"/>
            <p:cNvSpPr/>
            <p:nvPr/>
          </p:nvSpPr>
          <p:spPr>
            <a:xfrm>
              <a:off x="8668942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66" name="pt2166"/>
            <p:cNvSpPr/>
            <p:nvPr/>
          </p:nvSpPr>
          <p:spPr>
            <a:xfrm>
              <a:off x="8253644" y="301063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67" name="pt2167"/>
            <p:cNvSpPr/>
            <p:nvPr/>
          </p:nvSpPr>
          <p:spPr>
            <a:xfrm>
              <a:off x="8461293" y="23884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68" name="pt2168"/>
            <p:cNvSpPr/>
            <p:nvPr/>
          </p:nvSpPr>
          <p:spPr>
            <a:xfrm>
              <a:off x="8461293" y="24115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69" name="pt2169"/>
            <p:cNvSpPr/>
            <p:nvPr/>
          </p:nvSpPr>
          <p:spPr>
            <a:xfrm>
              <a:off x="8668942" y="220415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70" name="pt2170"/>
            <p:cNvSpPr/>
            <p:nvPr/>
          </p:nvSpPr>
          <p:spPr>
            <a:xfrm>
              <a:off x="8668942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71" name="pt2171"/>
            <p:cNvSpPr/>
            <p:nvPr/>
          </p:nvSpPr>
          <p:spPr>
            <a:xfrm>
              <a:off x="9707185" y="128246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72" name="pt2172"/>
            <p:cNvSpPr/>
            <p:nvPr/>
          </p:nvSpPr>
          <p:spPr>
            <a:xfrm>
              <a:off x="9084239" y="169722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73" name="pt2173"/>
            <p:cNvSpPr/>
            <p:nvPr/>
          </p:nvSpPr>
          <p:spPr>
            <a:xfrm>
              <a:off x="9084239" y="148984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74" name="pt2174"/>
            <p:cNvSpPr/>
            <p:nvPr/>
          </p:nvSpPr>
          <p:spPr>
            <a:xfrm>
              <a:off x="8253644" y="312584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75" name="pt2175"/>
            <p:cNvSpPr/>
            <p:nvPr/>
          </p:nvSpPr>
          <p:spPr>
            <a:xfrm>
              <a:off x="8461293" y="301063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76" name="pt2176"/>
            <p:cNvSpPr/>
            <p:nvPr/>
          </p:nvSpPr>
          <p:spPr>
            <a:xfrm>
              <a:off x="10122482" y="137463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77" name="pt2177"/>
            <p:cNvSpPr/>
            <p:nvPr/>
          </p:nvSpPr>
          <p:spPr>
            <a:xfrm>
              <a:off x="8253644" y="280325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78" name="pt2178"/>
            <p:cNvSpPr/>
            <p:nvPr/>
          </p:nvSpPr>
          <p:spPr>
            <a:xfrm>
              <a:off x="8876590" y="24806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79" name="pt2179"/>
            <p:cNvSpPr/>
            <p:nvPr/>
          </p:nvSpPr>
          <p:spPr>
            <a:xfrm>
              <a:off x="9499536" y="178939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80" name="pt2180"/>
            <p:cNvSpPr/>
            <p:nvPr/>
          </p:nvSpPr>
          <p:spPr>
            <a:xfrm>
              <a:off x="8461293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81" name="pt2181"/>
            <p:cNvSpPr/>
            <p:nvPr/>
          </p:nvSpPr>
          <p:spPr>
            <a:xfrm>
              <a:off x="9707185" y="137463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82" name="pt2182"/>
            <p:cNvSpPr/>
            <p:nvPr/>
          </p:nvSpPr>
          <p:spPr>
            <a:xfrm>
              <a:off x="8253644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83" name="pt2183"/>
            <p:cNvSpPr/>
            <p:nvPr/>
          </p:nvSpPr>
          <p:spPr>
            <a:xfrm>
              <a:off x="8461293" y="298758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84" name="pt2184"/>
            <p:cNvSpPr/>
            <p:nvPr/>
          </p:nvSpPr>
          <p:spPr>
            <a:xfrm>
              <a:off x="10745428" y="936837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85" name="pt2185"/>
            <p:cNvSpPr/>
            <p:nvPr/>
          </p:nvSpPr>
          <p:spPr>
            <a:xfrm>
              <a:off x="9291888" y="1558975"/>
              <a:ext cx="72220" cy="72220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309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86" name="pt2186"/>
            <p:cNvSpPr/>
            <p:nvPr/>
          </p:nvSpPr>
          <p:spPr>
            <a:xfrm>
              <a:off x="8253644" y="28723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87" name="pt2187"/>
            <p:cNvSpPr/>
            <p:nvPr/>
          </p:nvSpPr>
          <p:spPr>
            <a:xfrm>
              <a:off x="8876590" y="24345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88" name="pt2188"/>
            <p:cNvSpPr/>
            <p:nvPr/>
          </p:nvSpPr>
          <p:spPr>
            <a:xfrm>
              <a:off x="8668942" y="21811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89" name="pt2189"/>
            <p:cNvSpPr/>
            <p:nvPr/>
          </p:nvSpPr>
          <p:spPr>
            <a:xfrm>
              <a:off x="8668942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90" name="pt2190"/>
            <p:cNvSpPr/>
            <p:nvPr/>
          </p:nvSpPr>
          <p:spPr>
            <a:xfrm>
              <a:off x="8668942" y="220415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91" name="pt2191"/>
            <p:cNvSpPr/>
            <p:nvPr/>
          </p:nvSpPr>
          <p:spPr>
            <a:xfrm>
              <a:off x="8876590" y="208894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92" name="pt2192"/>
            <p:cNvSpPr/>
            <p:nvPr/>
          </p:nvSpPr>
          <p:spPr>
            <a:xfrm>
              <a:off x="8876590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93" name="pt2193"/>
            <p:cNvSpPr/>
            <p:nvPr/>
          </p:nvSpPr>
          <p:spPr>
            <a:xfrm>
              <a:off x="8461293" y="26189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94" name="pt2194"/>
            <p:cNvSpPr/>
            <p:nvPr/>
          </p:nvSpPr>
          <p:spPr>
            <a:xfrm>
              <a:off x="10537779" y="100596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95" name="pt2195"/>
            <p:cNvSpPr/>
            <p:nvPr/>
          </p:nvSpPr>
          <p:spPr>
            <a:xfrm>
              <a:off x="8253644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96" name="pt2196"/>
            <p:cNvSpPr/>
            <p:nvPr/>
          </p:nvSpPr>
          <p:spPr>
            <a:xfrm>
              <a:off x="8253644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97" name="pt2197"/>
            <p:cNvSpPr/>
            <p:nvPr/>
          </p:nvSpPr>
          <p:spPr>
            <a:xfrm>
              <a:off x="10122482" y="1098132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98" name="pt2198"/>
            <p:cNvSpPr/>
            <p:nvPr/>
          </p:nvSpPr>
          <p:spPr>
            <a:xfrm>
              <a:off x="8876590" y="19506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199" name="pt2199"/>
            <p:cNvSpPr/>
            <p:nvPr/>
          </p:nvSpPr>
          <p:spPr>
            <a:xfrm>
              <a:off x="9291888" y="190460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00" name="pt2200"/>
            <p:cNvSpPr/>
            <p:nvPr/>
          </p:nvSpPr>
          <p:spPr>
            <a:xfrm>
              <a:off x="8876590" y="231936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01" name="pt2201"/>
            <p:cNvSpPr/>
            <p:nvPr/>
          </p:nvSpPr>
          <p:spPr>
            <a:xfrm>
              <a:off x="9291888" y="151289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02" name="pt2202"/>
            <p:cNvSpPr/>
            <p:nvPr/>
          </p:nvSpPr>
          <p:spPr>
            <a:xfrm>
              <a:off x="8876590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03" name="pt2203"/>
            <p:cNvSpPr/>
            <p:nvPr/>
          </p:nvSpPr>
          <p:spPr>
            <a:xfrm>
              <a:off x="8876590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04" name="pt2204"/>
            <p:cNvSpPr/>
            <p:nvPr/>
          </p:nvSpPr>
          <p:spPr>
            <a:xfrm>
              <a:off x="8668942" y="273412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05" name="pt2205"/>
            <p:cNvSpPr/>
            <p:nvPr/>
          </p:nvSpPr>
          <p:spPr>
            <a:xfrm>
              <a:off x="9084239" y="148984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06" name="pt2206"/>
            <p:cNvSpPr/>
            <p:nvPr/>
          </p:nvSpPr>
          <p:spPr>
            <a:xfrm>
              <a:off x="9914833" y="165114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07" name="pt2207"/>
            <p:cNvSpPr/>
            <p:nvPr/>
          </p:nvSpPr>
          <p:spPr>
            <a:xfrm>
              <a:off x="10122482" y="1144216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08" name="pt2208"/>
            <p:cNvSpPr/>
            <p:nvPr/>
          </p:nvSpPr>
          <p:spPr>
            <a:xfrm>
              <a:off x="8668942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09" name="pt2209"/>
            <p:cNvSpPr/>
            <p:nvPr/>
          </p:nvSpPr>
          <p:spPr>
            <a:xfrm>
              <a:off x="9499536" y="19506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10" name="pt2210"/>
            <p:cNvSpPr/>
            <p:nvPr/>
          </p:nvSpPr>
          <p:spPr>
            <a:xfrm>
              <a:off x="8253644" y="31488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11" name="pt2211"/>
            <p:cNvSpPr/>
            <p:nvPr/>
          </p:nvSpPr>
          <p:spPr>
            <a:xfrm>
              <a:off x="10330131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12" name="pt2212"/>
            <p:cNvSpPr/>
            <p:nvPr/>
          </p:nvSpPr>
          <p:spPr>
            <a:xfrm>
              <a:off x="8876590" y="201981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13" name="pt2213"/>
            <p:cNvSpPr/>
            <p:nvPr/>
          </p:nvSpPr>
          <p:spPr>
            <a:xfrm>
              <a:off x="8668942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14" name="pt2214"/>
            <p:cNvSpPr/>
            <p:nvPr/>
          </p:nvSpPr>
          <p:spPr>
            <a:xfrm>
              <a:off x="10745428" y="135159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15" name="pt2215"/>
            <p:cNvSpPr/>
            <p:nvPr/>
          </p:nvSpPr>
          <p:spPr>
            <a:xfrm>
              <a:off x="8668942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16" name="pt2216"/>
            <p:cNvSpPr/>
            <p:nvPr/>
          </p:nvSpPr>
          <p:spPr>
            <a:xfrm>
              <a:off x="8461293" y="26189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17" name="pt2217"/>
            <p:cNvSpPr/>
            <p:nvPr/>
          </p:nvSpPr>
          <p:spPr>
            <a:xfrm>
              <a:off x="9499536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18" name="pt2218"/>
            <p:cNvSpPr/>
            <p:nvPr/>
          </p:nvSpPr>
          <p:spPr>
            <a:xfrm>
              <a:off x="8876590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19" name="pt2219"/>
            <p:cNvSpPr/>
            <p:nvPr/>
          </p:nvSpPr>
          <p:spPr>
            <a:xfrm>
              <a:off x="8876590" y="190460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20" name="pt2220"/>
            <p:cNvSpPr/>
            <p:nvPr/>
          </p:nvSpPr>
          <p:spPr>
            <a:xfrm>
              <a:off x="8253644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21" name="pt2221"/>
            <p:cNvSpPr/>
            <p:nvPr/>
          </p:nvSpPr>
          <p:spPr>
            <a:xfrm>
              <a:off x="8253644" y="280325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22" name="pt2222"/>
            <p:cNvSpPr/>
            <p:nvPr/>
          </p:nvSpPr>
          <p:spPr>
            <a:xfrm>
              <a:off x="9084239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23" name="pt2223"/>
            <p:cNvSpPr/>
            <p:nvPr/>
          </p:nvSpPr>
          <p:spPr>
            <a:xfrm>
              <a:off x="9291888" y="197373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24" name="pt2224"/>
            <p:cNvSpPr/>
            <p:nvPr/>
          </p:nvSpPr>
          <p:spPr>
            <a:xfrm>
              <a:off x="9084239" y="197373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25" name="pt2225"/>
            <p:cNvSpPr/>
            <p:nvPr/>
          </p:nvSpPr>
          <p:spPr>
            <a:xfrm>
              <a:off x="8876590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26" name="pt2226"/>
            <p:cNvSpPr/>
            <p:nvPr/>
          </p:nvSpPr>
          <p:spPr>
            <a:xfrm>
              <a:off x="8876590" y="268804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27" name="pt2227"/>
            <p:cNvSpPr/>
            <p:nvPr/>
          </p:nvSpPr>
          <p:spPr>
            <a:xfrm>
              <a:off x="9084239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28" name="pt2228"/>
            <p:cNvSpPr/>
            <p:nvPr/>
          </p:nvSpPr>
          <p:spPr>
            <a:xfrm>
              <a:off x="9499536" y="142072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29" name="pt2229"/>
            <p:cNvSpPr/>
            <p:nvPr/>
          </p:nvSpPr>
          <p:spPr>
            <a:xfrm>
              <a:off x="8668942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30" name="pt2230"/>
            <p:cNvSpPr/>
            <p:nvPr/>
          </p:nvSpPr>
          <p:spPr>
            <a:xfrm>
              <a:off x="9499536" y="167418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31" name="pt2231"/>
            <p:cNvSpPr/>
            <p:nvPr/>
          </p:nvSpPr>
          <p:spPr>
            <a:xfrm>
              <a:off x="8876590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32" name="pt2232"/>
            <p:cNvSpPr/>
            <p:nvPr/>
          </p:nvSpPr>
          <p:spPr>
            <a:xfrm>
              <a:off x="9499536" y="151289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33" name="pt2233"/>
            <p:cNvSpPr/>
            <p:nvPr/>
          </p:nvSpPr>
          <p:spPr>
            <a:xfrm>
              <a:off x="8876590" y="23654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34" name="pt2234"/>
            <p:cNvSpPr/>
            <p:nvPr/>
          </p:nvSpPr>
          <p:spPr>
            <a:xfrm>
              <a:off x="10122482" y="148984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35" name="pt2235"/>
            <p:cNvSpPr/>
            <p:nvPr/>
          </p:nvSpPr>
          <p:spPr>
            <a:xfrm>
              <a:off x="9291888" y="21811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36" name="pt2236"/>
            <p:cNvSpPr/>
            <p:nvPr/>
          </p:nvSpPr>
          <p:spPr>
            <a:xfrm>
              <a:off x="8876590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37" name="pt2237"/>
            <p:cNvSpPr/>
            <p:nvPr/>
          </p:nvSpPr>
          <p:spPr>
            <a:xfrm>
              <a:off x="8876590" y="257283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38" name="pt2238"/>
            <p:cNvSpPr/>
            <p:nvPr/>
          </p:nvSpPr>
          <p:spPr>
            <a:xfrm>
              <a:off x="8876590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39" name="pt2239"/>
            <p:cNvSpPr/>
            <p:nvPr/>
          </p:nvSpPr>
          <p:spPr>
            <a:xfrm>
              <a:off x="8668942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40" name="pt2240"/>
            <p:cNvSpPr/>
            <p:nvPr/>
          </p:nvSpPr>
          <p:spPr>
            <a:xfrm>
              <a:off x="8876590" y="190460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41" name="pt2241"/>
            <p:cNvSpPr/>
            <p:nvPr/>
          </p:nvSpPr>
          <p:spPr>
            <a:xfrm>
              <a:off x="8461293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42" name="pt2242"/>
            <p:cNvSpPr/>
            <p:nvPr/>
          </p:nvSpPr>
          <p:spPr>
            <a:xfrm>
              <a:off x="8461293" y="268804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43" name="pt2243"/>
            <p:cNvSpPr/>
            <p:nvPr/>
          </p:nvSpPr>
          <p:spPr>
            <a:xfrm>
              <a:off x="8253644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44" name="pt2244"/>
            <p:cNvSpPr/>
            <p:nvPr/>
          </p:nvSpPr>
          <p:spPr>
            <a:xfrm>
              <a:off x="8668942" y="25037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45" name="pt2245"/>
            <p:cNvSpPr/>
            <p:nvPr/>
          </p:nvSpPr>
          <p:spPr>
            <a:xfrm>
              <a:off x="10330131" y="1144216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46" name="pt2246"/>
            <p:cNvSpPr/>
            <p:nvPr/>
          </p:nvSpPr>
          <p:spPr>
            <a:xfrm>
              <a:off x="9084239" y="188156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47" name="pt2247"/>
            <p:cNvSpPr/>
            <p:nvPr/>
          </p:nvSpPr>
          <p:spPr>
            <a:xfrm>
              <a:off x="8461293" y="291846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48" name="pt2248"/>
            <p:cNvSpPr/>
            <p:nvPr/>
          </p:nvSpPr>
          <p:spPr>
            <a:xfrm>
              <a:off x="8253644" y="28723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49" name="pt2249"/>
            <p:cNvSpPr/>
            <p:nvPr/>
          </p:nvSpPr>
          <p:spPr>
            <a:xfrm>
              <a:off x="9914833" y="1190301"/>
              <a:ext cx="72220" cy="72220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309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50" name="pt2250"/>
            <p:cNvSpPr/>
            <p:nvPr/>
          </p:nvSpPr>
          <p:spPr>
            <a:xfrm>
              <a:off x="8253644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51" name="pt2251"/>
            <p:cNvSpPr/>
            <p:nvPr/>
          </p:nvSpPr>
          <p:spPr>
            <a:xfrm>
              <a:off x="8253644" y="307975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52" name="pt2252"/>
            <p:cNvSpPr/>
            <p:nvPr/>
          </p:nvSpPr>
          <p:spPr>
            <a:xfrm>
              <a:off x="9084239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53" name="pt2253"/>
            <p:cNvSpPr/>
            <p:nvPr/>
          </p:nvSpPr>
          <p:spPr>
            <a:xfrm>
              <a:off x="9707185" y="172027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54" name="pt2254"/>
            <p:cNvSpPr/>
            <p:nvPr/>
          </p:nvSpPr>
          <p:spPr>
            <a:xfrm>
              <a:off x="8461293" y="268804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55" name="pt2255"/>
            <p:cNvSpPr/>
            <p:nvPr/>
          </p:nvSpPr>
          <p:spPr>
            <a:xfrm>
              <a:off x="8253644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56" name="pt2256"/>
            <p:cNvSpPr/>
            <p:nvPr/>
          </p:nvSpPr>
          <p:spPr>
            <a:xfrm>
              <a:off x="8461293" y="298758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57" name="pt2257"/>
            <p:cNvSpPr/>
            <p:nvPr/>
          </p:nvSpPr>
          <p:spPr>
            <a:xfrm>
              <a:off x="8253644" y="321801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58" name="pt2258"/>
            <p:cNvSpPr/>
            <p:nvPr/>
          </p:nvSpPr>
          <p:spPr>
            <a:xfrm>
              <a:off x="8253644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59" name="pt2259"/>
            <p:cNvSpPr/>
            <p:nvPr/>
          </p:nvSpPr>
          <p:spPr>
            <a:xfrm>
              <a:off x="8668942" y="280325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60" name="pt2260"/>
            <p:cNvSpPr/>
            <p:nvPr/>
          </p:nvSpPr>
          <p:spPr>
            <a:xfrm>
              <a:off x="8876590" y="220415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61" name="pt2261"/>
            <p:cNvSpPr/>
            <p:nvPr/>
          </p:nvSpPr>
          <p:spPr>
            <a:xfrm>
              <a:off x="8461293" y="266499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62" name="pt2262"/>
            <p:cNvSpPr/>
            <p:nvPr/>
          </p:nvSpPr>
          <p:spPr>
            <a:xfrm>
              <a:off x="8253644" y="291846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63" name="pt2263"/>
            <p:cNvSpPr/>
            <p:nvPr/>
          </p:nvSpPr>
          <p:spPr>
            <a:xfrm>
              <a:off x="10122482" y="1075090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64" name="pt2264"/>
            <p:cNvSpPr/>
            <p:nvPr/>
          </p:nvSpPr>
          <p:spPr>
            <a:xfrm>
              <a:off x="11160725" y="86771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65" name="pt2265"/>
            <p:cNvSpPr/>
            <p:nvPr/>
          </p:nvSpPr>
          <p:spPr>
            <a:xfrm>
              <a:off x="9084239" y="172027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66" name="pt2266"/>
            <p:cNvSpPr/>
            <p:nvPr/>
          </p:nvSpPr>
          <p:spPr>
            <a:xfrm>
              <a:off x="11160725" y="936837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67" name="pt2267"/>
            <p:cNvSpPr/>
            <p:nvPr/>
          </p:nvSpPr>
          <p:spPr>
            <a:xfrm>
              <a:off x="9291888" y="144376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68" name="pt2268"/>
            <p:cNvSpPr/>
            <p:nvPr/>
          </p:nvSpPr>
          <p:spPr>
            <a:xfrm>
              <a:off x="8876590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69" name="pt2269"/>
            <p:cNvSpPr/>
            <p:nvPr/>
          </p:nvSpPr>
          <p:spPr>
            <a:xfrm>
              <a:off x="8253644" y="296454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70" name="pt2270"/>
            <p:cNvSpPr/>
            <p:nvPr/>
          </p:nvSpPr>
          <p:spPr>
            <a:xfrm>
              <a:off x="9084239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71" name="pt2271"/>
            <p:cNvSpPr/>
            <p:nvPr/>
          </p:nvSpPr>
          <p:spPr>
            <a:xfrm>
              <a:off x="9084239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72" name="pt2272"/>
            <p:cNvSpPr/>
            <p:nvPr/>
          </p:nvSpPr>
          <p:spPr>
            <a:xfrm>
              <a:off x="9084239" y="188156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73" name="pt2273"/>
            <p:cNvSpPr/>
            <p:nvPr/>
          </p:nvSpPr>
          <p:spPr>
            <a:xfrm>
              <a:off x="9084239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74" name="pt2274"/>
            <p:cNvSpPr/>
            <p:nvPr/>
          </p:nvSpPr>
          <p:spPr>
            <a:xfrm>
              <a:off x="8668942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75" name="pt2275"/>
            <p:cNvSpPr/>
            <p:nvPr/>
          </p:nvSpPr>
          <p:spPr>
            <a:xfrm>
              <a:off x="8253644" y="268804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76" name="pt2276"/>
            <p:cNvSpPr/>
            <p:nvPr/>
          </p:nvSpPr>
          <p:spPr>
            <a:xfrm>
              <a:off x="9291888" y="135159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77" name="pt2277"/>
            <p:cNvSpPr/>
            <p:nvPr/>
          </p:nvSpPr>
          <p:spPr>
            <a:xfrm>
              <a:off x="9499536" y="231936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78" name="pt2278"/>
            <p:cNvSpPr/>
            <p:nvPr/>
          </p:nvSpPr>
          <p:spPr>
            <a:xfrm>
              <a:off x="10122482" y="142072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79" name="pt2279"/>
            <p:cNvSpPr/>
            <p:nvPr/>
          </p:nvSpPr>
          <p:spPr>
            <a:xfrm>
              <a:off x="9291888" y="172027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80" name="pt2280"/>
            <p:cNvSpPr/>
            <p:nvPr/>
          </p:nvSpPr>
          <p:spPr>
            <a:xfrm>
              <a:off x="9707185" y="162810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81" name="pt2281"/>
            <p:cNvSpPr/>
            <p:nvPr/>
          </p:nvSpPr>
          <p:spPr>
            <a:xfrm>
              <a:off x="8461293" y="282629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82" name="pt2282"/>
            <p:cNvSpPr/>
            <p:nvPr/>
          </p:nvSpPr>
          <p:spPr>
            <a:xfrm>
              <a:off x="8876590" y="183548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83" name="pt2283"/>
            <p:cNvSpPr/>
            <p:nvPr/>
          </p:nvSpPr>
          <p:spPr>
            <a:xfrm>
              <a:off x="8876590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84" name="pt2284"/>
            <p:cNvSpPr/>
            <p:nvPr/>
          </p:nvSpPr>
          <p:spPr>
            <a:xfrm>
              <a:off x="9707185" y="125942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85" name="pt2285"/>
            <p:cNvSpPr/>
            <p:nvPr/>
          </p:nvSpPr>
          <p:spPr>
            <a:xfrm>
              <a:off x="9291888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86" name="pt2286"/>
            <p:cNvSpPr/>
            <p:nvPr/>
          </p:nvSpPr>
          <p:spPr>
            <a:xfrm>
              <a:off x="8876590" y="23654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87" name="pt2287"/>
            <p:cNvSpPr/>
            <p:nvPr/>
          </p:nvSpPr>
          <p:spPr>
            <a:xfrm>
              <a:off x="10953077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88" name="pt2288"/>
            <p:cNvSpPr/>
            <p:nvPr/>
          </p:nvSpPr>
          <p:spPr>
            <a:xfrm>
              <a:off x="8461293" y="25497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89" name="pt2289"/>
            <p:cNvSpPr/>
            <p:nvPr/>
          </p:nvSpPr>
          <p:spPr>
            <a:xfrm>
              <a:off x="8461293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90" name="pt2290"/>
            <p:cNvSpPr/>
            <p:nvPr/>
          </p:nvSpPr>
          <p:spPr>
            <a:xfrm>
              <a:off x="10122482" y="135159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91" name="pt2291"/>
            <p:cNvSpPr/>
            <p:nvPr/>
          </p:nvSpPr>
          <p:spPr>
            <a:xfrm>
              <a:off x="8461293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92" name="pt2292"/>
            <p:cNvSpPr/>
            <p:nvPr/>
          </p:nvSpPr>
          <p:spPr>
            <a:xfrm>
              <a:off x="9499536" y="142072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93" name="pt2293"/>
            <p:cNvSpPr/>
            <p:nvPr/>
          </p:nvSpPr>
          <p:spPr>
            <a:xfrm>
              <a:off x="8253644" y="282629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94" name="pt2294"/>
            <p:cNvSpPr/>
            <p:nvPr/>
          </p:nvSpPr>
          <p:spPr>
            <a:xfrm>
              <a:off x="8253644" y="291846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95" name="pt2295"/>
            <p:cNvSpPr/>
            <p:nvPr/>
          </p:nvSpPr>
          <p:spPr>
            <a:xfrm>
              <a:off x="8253644" y="317192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96" name="pt2296"/>
            <p:cNvSpPr/>
            <p:nvPr/>
          </p:nvSpPr>
          <p:spPr>
            <a:xfrm>
              <a:off x="8253644" y="31488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97" name="pt2297"/>
            <p:cNvSpPr/>
            <p:nvPr/>
          </p:nvSpPr>
          <p:spPr>
            <a:xfrm>
              <a:off x="8461293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98" name="pt2298"/>
            <p:cNvSpPr/>
            <p:nvPr/>
          </p:nvSpPr>
          <p:spPr>
            <a:xfrm>
              <a:off x="9084239" y="206590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299" name="pt2299"/>
            <p:cNvSpPr/>
            <p:nvPr/>
          </p:nvSpPr>
          <p:spPr>
            <a:xfrm>
              <a:off x="9084239" y="148984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00" name="pt2300"/>
            <p:cNvSpPr/>
            <p:nvPr/>
          </p:nvSpPr>
          <p:spPr>
            <a:xfrm>
              <a:off x="8253644" y="25497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01" name="pt2301"/>
            <p:cNvSpPr/>
            <p:nvPr/>
          </p:nvSpPr>
          <p:spPr>
            <a:xfrm>
              <a:off x="8876590" y="183548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02" name="pt2302"/>
            <p:cNvSpPr/>
            <p:nvPr/>
          </p:nvSpPr>
          <p:spPr>
            <a:xfrm>
              <a:off x="8876590" y="176635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03" name="pt2303"/>
            <p:cNvSpPr/>
            <p:nvPr/>
          </p:nvSpPr>
          <p:spPr>
            <a:xfrm>
              <a:off x="8461293" y="28723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04" name="pt2304"/>
            <p:cNvSpPr/>
            <p:nvPr/>
          </p:nvSpPr>
          <p:spPr>
            <a:xfrm>
              <a:off x="8461293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05" name="pt2305"/>
            <p:cNvSpPr/>
            <p:nvPr/>
          </p:nvSpPr>
          <p:spPr>
            <a:xfrm>
              <a:off x="8461293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06" name="pt2306"/>
            <p:cNvSpPr/>
            <p:nvPr/>
          </p:nvSpPr>
          <p:spPr>
            <a:xfrm>
              <a:off x="8668942" y="190460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07" name="pt2307"/>
            <p:cNvSpPr/>
            <p:nvPr/>
          </p:nvSpPr>
          <p:spPr>
            <a:xfrm>
              <a:off x="8253644" y="326409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08" name="pt2308"/>
            <p:cNvSpPr/>
            <p:nvPr/>
          </p:nvSpPr>
          <p:spPr>
            <a:xfrm>
              <a:off x="8668942" y="18585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09" name="pt2309"/>
            <p:cNvSpPr/>
            <p:nvPr/>
          </p:nvSpPr>
          <p:spPr>
            <a:xfrm>
              <a:off x="8461293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10" name="pt2310"/>
            <p:cNvSpPr/>
            <p:nvPr/>
          </p:nvSpPr>
          <p:spPr>
            <a:xfrm>
              <a:off x="8876590" y="21350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11" name="pt2311"/>
            <p:cNvSpPr/>
            <p:nvPr/>
          </p:nvSpPr>
          <p:spPr>
            <a:xfrm>
              <a:off x="8668942" y="23884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12" name="pt2312"/>
            <p:cNvSpPr/>
            <p:nvPr/>
          </p:nvSpPr>
          <p:spPr>
            <a:xfrm>
              <a:off x="8668942" y="259587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13" name="pt2313"/>
            <p:cNvSpPr/>
            <p:nvPr/>
          </p:nvSpPr>
          <p:spPr>
            <a:xfrm>
              <a:off x="8876590" y="183548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14" name="pt2314"/>
            <p:cNvSpPr/>
            <p:nvPr/>
          </p:nvSpPr>
          <p:spPr>
            <a:xfrm>
              <a:off x="10537779" y="1098132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15" name="pt2315"/>
            <p:cNvSpPr/>
            <p:nvPr/>
          </p:nvSpPr>
          <p:spPr>
            <a:xfrm>
              <a:off x="10330131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16" name="pt2316"/>
            <p:cNvSpPr/>
            <p:nvPr/>
          </p:nvSpPr>
          <p:spPr>
            <a:xfrm>
              <a:off x="9914833" y="135159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17" name="pt2317"/>
            <p:cNvSpPr/>
            <p:nvPr/>
          </p:nvSpPr>
          <p:spPr>
            <a:xfrm>
              <a:off x="9914833" y="142072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18" name="pt2318"/>
            <p:cNvSpPr/>
            <p:nvPr/>
          </p:nvSpPr>
          <p:spPr>
            <a:xfrm>
              <a:off x="9707185" y="165114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19" name="pt2319"/>
            <p:cNvSpPr/>
            <p:nvPr/>
          </p:nvSpPr>
          <p:spPr>
            <a:xfrm>
              <a:off x="8253644" y="321801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20" name="pt2320"/>
            <p:cNvSpPr/>
            <p:nvPr/>
          </p:nvSpPr>
          <p:spPr>
            <a:xfrm>
              <a:off x="10953077" y="936837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21" name="pt2321"/>
            <p:cNvSpPr/>
            <p:nvPr/>
          </p:nvSpPr>
          <p:spPr>
            <a:xfrm>
              <a:off x="9084239" y="231936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22" name="pt2322"/>
            <p:cNvSpPr/>
            <p:nvPr/>
          </p:nvSpPr>
          <p:spPr>
            <a:xfrm>
              <a:off x="9291888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23" name="pt2323"/>
            <p:cNvSpPr/>
            <p:nvPr/>
          </p:nvSpPr>
          <p:spPr>
            <a:xfrm>
              <a:off x="8461293" y="21811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24" name="pt2324"/>
            <p:cNvSpPr/>
            <p:nvPr/>
          </p:nvSpPr>
          <p:spPr>
            <a:xfrm>
              <a:off x="8668942" y="23424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25" name="pt2325"/>
            <p:cNvSpPr/>
            <p:nvPr/>
          </p:nvSpPr>
          <p:spPr>
            <a:xfrm>
              <a:off x="8253644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26" name="pt2326"/>
            <p:cNvSpPr/>
            <p:nvPr/>
          </p:nvSpPr>
          <p:spPr>
            <a:xfrm>
              <a:off x="8461293" y="26189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27" name="pt2327"/>
            <p:cNvSpPr/>
            <p:nvPr/>
          </p:nvSpPr>
          <p:spPr>
            <a:xfrm>
              <a:off x="8253644" y="310279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28" name="pt2328"/>
            <p:cNvSpPr/>
            <p:nvPr/>
          </p:nvSpPr>
          <p:spPr>
            <a:xfrm>
              <a:off x="8876590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29" name="pt2329"/>
            <p:cNvSpPr/>
            <p:nvPr/>
          </p:nvSpPr>
          <p:spPr>
            <a:xfrm>
              <a:off x="8876590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30" name="pt2330"/>
            <p:cNvSpPr/>
            <p:nvPr/>
          </p:nvSpPr>
          <p:spPr>
            <a:xfrm>
              <a:off x="8253644" y="298758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31" name="pt2331"/>
            <p:cNvSpPr/>
            <p:nvPr/>
          </p:nvSpPr>
          <p:spPr>
            <a:xfrm>
              <a:off x="9291888" y="135159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32" name="pt2332"/>
            <p:cNvSpPr/>
            <p:nvPr/>
          </p:nvSpPr>
          <p:spPr>
            <a:xfrm>
              <a:off x="8253644" y="298758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33" name="pt2333"/>
            <p:cNvSpPr/>
            <p:nvPr/>
          </p:nvSpPr>
          <p:spPr>
            <a:xfrm>
              <a:off x="8253644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34" name="pt2334"/>
            <p:cNvSpPr/>
            <p:nvPr/>
          </p:nvSpPr>
          <p:spPr>
            <a:xfrm>
              <a:off x="8461293" y="24806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35" name="tx2335"/>
            <p:cNvSpPr/>
            <p:nvPr/>
          </p:nvSpPr>
          <p:spPr>
            <a:xfrm>
              <a:off x="8306367" y="882689"/>
              <a:ext cx="91715" cy="909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1F77B4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R</a:t>
              </a:r>
            </a:p>
          </p:txBody>
        </p:sp>
        <p:sp>
          <p:nvSpPr>
            <p:cNvPr id="2336" name="tx2336"/>
            <p:cNvSpPr/>
            <p:nvPr/>
          </p:nvSpPr>
          <p:spPr>
            <a:xfrm>
              <a:off x="8411718" y="847137"/>
              <a:ext cx="49441" cy="63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2</a:t>
              </a:r>
            </a:p>
          </p:txBody>
        </p:sp>
        <p:sp>
          <p:nvSpPr>
            <p:cNvPr id="2337" name="tx2337"/>
            <p:cNvSpPr/>
            <p:nvPr/>
          </p:nvSpPr>
          <p:spPr>
            <a:xfrm>
              <a:off x="8461160" y="973598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Tenorite" panose="00000500000000000000" pitchFamily="2" charset="0"/>
                  <a:cs typeface="Symbol"/>
                </a:rPr>
                <a:t> </a:t>
              </a:r>
            </a:p>
          </p:txBody>
        </p:sp>
        <p:sp>
          <p:nvSpPr>
            <p:cNvPr id="2338" name="tx2338"/>
            <p:cNvSpPr/>
            <p:nvPr/>
          </p:nvSpPr>
          <p:spPr>
            <a:xfrm>
              <a:off x="8495949" y="935585"/>
              <a:ext cx="74166" cy="380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=</a:t>
              </a:r>
            </a:p>
          </p:txBody>
        </p:sp>
        <p:sp>
          <p:nvSpPr>
            <p:cNvPr id="2339" name="tx2339"/>
            <p:cNvSpPr/>
            <p:nvPr/>
          </p:nvSpPr>
          <p:spPr>
            <a:xfrm>
              <a:off x="8570115" y="973598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Tenorite" panose="00000500000000000000" pitchFamily="2" charset="0"/>
                  <a:cs typeface="Symbol"/>
                </a:rPr>
                <a:t> </a:t>
              </a:r>
            </a:p>
          </p:txBody>
        </p:sp>
        <p:sp>
          <p:nvSpPr>
            <p:cNvPr id="2340" name="tx2340"/>
            <p:cNvSpPr/>
            <p:nvPr/>
          </p:nvSpPr>
          <p:spPr>
            <a:xfrm>
              <a:off x="8604903" y="880766"/>
              <a:ext cx="247178" cy="9283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0.74</a:t>
              </a:r>
            </a:p>
          </p:txBody>
        </p:sp>
        <p:sp>
          <p:nvSpPr>
            <p:cNvPr id="2341" name="tx2341"/>
            <p:cNvSpPr/>
            <p:nvPr/>
          </p:nvSpPr>
          <p:spPr>
            <a:xfrm>
              <a:off x="8306367" y="1019559"/>
              <a:ext cx="91715" cy="909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FF7F0E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R</a:t>
              </a:r>
            </a:p>
          </p:txBody>
        </p:sp>
        <p:sp>
          <p:nvSpPr>
            <p:cNvPr id="2342" name="tx2342"/>
            <p:cNvSpPr/>
            <p:nvPr/>
          </p:nvSpPr>
          <p:spPr>
            <a:xfrm>
              <a:off x="8411718" y="984008"/>
              <a:ext cx="49441" cy="63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2</a:t>
              </a:r>
            </a:p>
          </p:txBody>
        </p:sp>
        <p:sp>
          <p:nvSpPr>
            <p:cNvPr id="2343" name="tx2343"/>
            <p:cNvSpPr/>
            <p:nvPr/>
          </p:nvSpPr>
          <p:spPr>
            <a:xfrm>
              <a:off x="8461160" y="1110468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FF7F0E">
                      <a:alpha val="100000"/>
                    </a:srgbClr>
                  </a:solidFill>
                  <a:latin typeface="Tenorite" panose="00000500000000000000" pitchFamily="2" charset="0"/>
                  <a:cs typeface="Symbol"/>
                </a:rPr>
                <a:t> </a:t>
              </a:r>
            </a:p>
          </p:txBody>
        </p:sp>
        <p:sp>
          <p:nvSpPr>
            <p:cNvPr id="2344" name="tx2344"/>
            <p:cNvSpPr/>
            <p:nvPr/>
          </p:nvSpPr>
          <p:spPr>
            <a:xfrm>
              <a:off x="8495949" y="1072455"/>
              <a:ext cx="74166" cy="380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FF7F0E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=</a:t>
              </a:r>
            </a:p>
          </p:txBody>
        </p:sp>
        <p:sp>
          <p:nvSpPr>
            <p:cNvPr id="2345" name="tx2345"/>
            <p:cNvSpPr/>
            <p:nvPr/>
          </p:nvSpPr>
          <p:spPr>
            <a:xfrm>
              <a:off x="8570115" y="1110468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FF7F0E">
                      <a:alpha val="100000"/>
                    </a:srgbClr>
                  </a:solidFill>
                  <a:latin typeface="Tenorite" panose="00000500000000000000" pitchFamily="2" charset="0"/>
                  <a:cs typeface="Symbol"/>
                </a:rPr>
                <a:t> </a:t>
              </a:r>
            </a:p>
          </p:txBody>
        </p:sp>
        <p:sp>
          <p:nvSpPr>
            <p:cNvPr id="2346" name="tx2346"/>
            <p:cNvSpPr/>
            <p:nvPr/>
          </p:nvSpPr>
          <p:spPr>
            <a:xfrm>
              <a:off x="8604903" y="1017637"/>
              <a:ext cx="247178" cy="9283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FF7F0E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0.82</a:t>
              </a:r>
            </a:p>
          </p:txBody>
        </p:sp>
        <p:sp>
          <p:nvSpPr>
            <p:cNvPr id="2347" name="pl2347"/>
            <p:cNvSpPr/>
            <p:nvPr/>
          </p:nvSpPr>
          <p:spPr>
            <a:xfrm>
              <a:off x="8289755" y="710267"/>
              <a:ext cx="2578073" cy="2097106"/>
            </a:xfrm>
            <a:custGeom>
              <a:avLst/>
              <a:gdLst/>
              <a:ahLst/>
              <a:cxnLst/>
              <a:rect l="0" t="0" r="0" b="0"/>
              <a:pathLst>
                <a:path w="2578073" h="2097106">
                  <a:moveTo>
                    <a:pt x="0" y="2097106"/>
                  </a:moveTo>
                  <a:lnTo>
                    <a:pt x="36798" y="2067173"/>
                  </a:lnTo>
                  <a:lnTo>
                    <a:pt x="73596" y="2037239"/>
                  </a:lnTo>
                  <a:lnTo>
                    <a:pt x="110395" y="2007306"/>
                  </a:lnTo>
                  <a:lnTo>
                    <a:pt x="147193" y="1977373"/>
                  </a:lnTo>
                  <a:lnTo>
                    <a:pt x="183992" y="1947439"/>
                  </a:lnTo>
                  <a:lnTo>
                    <a:pt x="220790" y="1917506"/>
                  </a:lnTo>
                  <a:lnTo>
                    <a:pt x="257589" y="1887573"/>
                  </a:lnTo>
                  <a:lnTo>
                    <a:pt x="294387" y="1857639"/>
                  </a:lnTo>
                  <a:lnTo>
                    <a:pt x="331186" y="1827706"/>
                  </a:lnTo>
                  <a:lnTo>
                    <a:pt x="367984" y="1797773"/>
                  </a:lnTo>
                  <a:lnTo>
                    <a:pt x="404783" y="1767839"/>
                  </a:lnTo>
                  <a:lnTo>
                    <a:pt x="441581" y="1737906"/>
                  </a:lnTo>
                  <a:lnTo>
                    <a:pt x="478380" y="1707973"/>
                  </a:lnTo>
                  <a:lnTo>
                    <a:pt x="515178" y="1678039"/>
                  </a:lnTo>
                  <a:lnTo>
                    <a:pt x="551977" y="1648106"/>
                  </a:lnTo>
                  <a:lnTo>
                    <a:pt x="588775" y="1618172"/>
                  </a:lnTo>
                  <a:lnTo>
                    <a:pt x="625574" y="1588239"/>
                  </a:lnTo>
                  <a:lnTo>
                    <a:pt x="662372" y="1558306"/>
                  </a:lnTo>
                  <a:lnTo>
                    <a:pt x="699171" y="1528372"/>
                  </a:lnTo>
                  <a:lnTo>
                    <a:pt x="735969" y="1498439"/>
                  </a:lnTo>
                  <a:lnTo>
                    <a:pt x="772768" y="1468506"/>
                  </a:lnTo>
                  <a:lnTo>
                    <a:pt x="809566" y="1438572"/>
                  </a:lnTo>
                  <a:lnTo>
                    <a:pt x="846365" y="1408639"/>
                  </a:lnTo>
                  <a:lnTo>
                    <a:pt x="883163" y="1378706"/>
                  </a:lnTo>
                  <a:lnTo>
                    <a:pt x="919962" y="1348772"/>
                  </a:lnTo>
                  <a:lnTo>
                    <a:pt x="956760" y="1318839"/>
                  </a:lnTo>
                  <a:lnTo>
                    <a:pt x="993559" y="1288906"/>
                  </a:lnTo>
                  <a:lnTo>
                    <a:pt x="1030357" y="1258972"/>
                  </a:lnTo>
                  <a:lnTo>
                    <a:pt x="1067156" y="1229039"/>
                  </a:lnTo>
                  <a:lnTo>
                    <a:pt x="1103954" y="1199106"/>
                  </a:lnTo>
                  <a:lnTo>
                    <a:pt x="1140753" y="1169172"/>
                  </a:lnTo>
                  <a:lnTo>
                    <a:pt x="1177551" y="1139239"/>
                  </a:lnTo>
                  <a:lnTo>
                    <a:pt x="1214350" y="1109306"/>
                  </a:lnTo>
                  <a:lnTo>
                    <a:pt x="1251148" y="1079372"/>
                  </a:lnTo>
                  <a:lnTo>
                    <a:pt x="1287947" y="1049439"/>
                  </a:lnTo>
                  <a:lnTo>
                    <a:pt x="1324745" y="1019505"/>
                  </a:lnTo>
                  <a:lnTo>
                    <a:pt x="1361544" y="989572"/>
                  </a:lnTo>
                  <a:lnTo>
                    <a:pt x="1398342" y="959639"/>
                  </a:lnTo>
                  <a:lnTo>
                    <a:pt x="1435141" y="929705"/>
                  </a:lnTo>
                  <a:lnTo>
                    <a:pt x="1471939" y="899772"/>
                  </a:lnTo>
                  <a:lnTo>
                    <a:pt x="1508738" y="869839"/>
                  </a:lnTo>
                  <a:lnTo>
                    <a:pt x="1545536" y="839905"/>
                  </a:lnTo>
                  <a:lnTo>
                    <a:pt x="1582335" y="809972"/>
                  </a:lnTo>
                  <a:lnTo>
                    <a:pt x="1619133" y="780039"/>
                  </a:lnTo>
                  <a:lnTo>
                    <a:pt x="1655932" y="750105"/>
                  </a:lnTo>
                  <a:lnTo>
                    <a:pt x="1692730" y="720172"/>
                  </a:lnTo>
                  <a:lnTo>
                    <a:pt x="1729529" y="690239"/>
                  </a:lnTo>
                  <a:lnTo>
                    <a:pt x="1766327" y="660305"/>
                  </a:lnTo>
                  <a:lnTo>
                    <a:pt x="1803126" y="630372"/>
                  </a:lnTo>
                  <a:lnTo>
                    <a:pt x="1839924" y="600439"/>
                  </a:lnTo>
                  <a:lnTo>
                    <a:pt x="1876723" y="570505"/>
                  </a:lnTo>
                  <a:lnTo>
                    <a:pt x="1913521" y="540572"/>
                  </a:lnTo>
                  <a:lnTo>
                    <a:pt x="1950320" y="510639"/>
                  </a:lnTo>
                  <a:lnTo>
                    <a:pt x="1987118" y="480705"/>
                  </a:lnTo>
                  <a:lnTo>
                    <a:pt x="2023917" y="450772"/>
                  </a:lnTo>
                  <a:lnTo>
                    <a:pt x="2060715" y="420838"/>
                  </a:lnTo>
                  <a:lnTo>
                    <a:pt x="2097514" y="390905"/>
                  </a:lnTo>
                  <a:lnTo>
                    <a:pt x="2134312" y="360972"/>
                  </a:lnTo>
                  <a:lnTo>
                    <a:pt x="2171111" y="331038"/>
                  </a:lnTo>
                  <a:lnTo>
                    <a:pt x="2207909" y="301105"/>
                  </a:lnTo>
                  <a:lnTo>
                    <a:pt x="2244708" y="271172"/>
                  </a:lnTo>
                  <a:lnTo>
                    <a:pt x="2281506" y="241238"/>
                  </a:lnTo>
                  <a:lnTo>
                    <a:pt x="2318305" y="211305"/>
                  </a:lnTo>
                  <a:lnTo>
                    <a:pt x="2355103" y="181372"/>
                  </a:lnTo>
                  <a:lnTo>
                    <a:pt x="2391902" y="151438"/>
                  </a:lnTo>
                  <a:lnTo>
                    <a:pt x="2428700" y="121505"/>
                  </a:lnTo>
                  <a:lnTo>
                    <a:pt x="2465499" y="91572"/>
                  </a:lnTo>
                  <a:lnTo>
                    <a:pt x="2502297" y="61638"/>
                  </a:lnTo>
                  <a:lnTo>
                    <a:pt x="2539096" y="31705"/>
                  </a:lnTo>
                  <a:lnTo>
                    <a:pt x="2575894" y="1772"/>
                  </a:lnTo>
                  <a:lnTo>
                    <a:pt x="2578073" y="0"/>
                  </a:lnTo>
                </a:path>
              </a:pathLst>
            </a:custGeom>
            <a:ln w="39420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48" name="pl2348"/>
            <p:cNvSpPr/>
            <p:nvPr/>
          </p:nvSpPr>
          <p:spPr>
            <a:xfrm>
              <a:off x="9327998" y="754721"/>
              <a:ext cx="2284135" cy="708067"/>
            </a:xfrm>
            <a:custGeom>
              <a:avLst/>
              <a:gdLst/>
              <a:ahLst/>
              <a:cxnLst/>
              <a:rect l="0" t="0" r="0" b="0"/>
              <a:pathLst>
                <a:path w="2284135" h="708067">
                  <a:moveTo>
                    <a:pt x="0" y="708067"/>
                  </a:moveTo>
                  <a:lnTo>
                    <a:pt x="28913" y="699104"/>
                  </a:lnTo>
                  <a:lnTo>
                    <a:pt x="57826" y="690141"/>
                  </a:lnTo>
                  <a:lnTo>
                    <a:pt x="86739" y="681179"/>
                  </a:lnTo>
                  <a:lnTo>
                    <a:pt x="115652" y="672216"/>
                  </a:lnTo>
                  <a:lnTo>
                    <a:pt x="144565" y="663253"/>
                  </a:lnTo>
                  <a:lnTo>
                    <a:pt x="173478" y="654290"/>
                  </a:lnTo>
                  <a:lnTo>
                    <a:pt x="202391" y="645327"/>
                  </a:lnTo>
                  <a:lnTo>
                    <a:pt x="231304" y="636364"/>
                  </a:lnTo>
                  <a:lnTo>
                    <a:pt x="260217" y="627401"/>
                  </a:lnTo>
                  <a:lnTo>
                    <a:pt x="289131" y="618438"/>
                  </a:lnTo>
                  <a:lnTo>
                    <a:pt x="318044" y="609475"/>
                  </a:lnTo>
                  <a:lnTo>
                    <a:pt x="346957" y="600513"/>
                  </a:lnTo>
                  <a:lnTo>
                    <a:pt x="375870" y="591550"/>
                  </a:lnTo>
                  <a:lnTo>
                    <a:pt x="404783" y="582587"/>
                  </a:lnTo>
                  <a:lnTo>
                    <a:pt x="433696" y="573624"/>
                  </a:lnTo>
                  <a:lnTo>
                    <a:pt x="462609" y="564661"/>
                  </a:lnTo>
                  <a:lnTo>
                    <a:pt x="491522" y="555698"/>
                  </a:lnTo>
                  <a:lnTo>
                    <a:pt x="520435" y="546735"/>
                  </a:lnTo>
                  <a:lnTo>
                    <a:pt x="549348" y="537772"/>
                  </a:lnTo>
                  <a:lnTo>
                    <a:pt x="578262" y="528810"/>
                  </a:lnTo>
                  <a:lnTo>
                    <a:pt x="607175" y="519847"/>
                  </a:lnTo>
                  <a:lnTo>
                    <a:pt x="636088" y="510884"/>
                  </a:lnTo>
                  <a:lnTo>
                    <a:pt x="665001" y="501921"/>
                  </a:lnTo>
                  <a:lnTo>
                    <a:pt x="693914" y="492958"/>
                  </a:lnTo>
                  <a:lnTo>
                    <a:pt x="722827" y="483995"/>
                  </a:lnTo>
                  <a:lnTo>
                    <a:pt x="751740" y="475032"/>
                  </a:lnTo>
                  <a:lnTo>
                    <a:pt x="780653" y="466069"/>
                  </a:lnTo>
                  <a:lnTo>
                    <a:pt x="809566" y="457106"/>
                  </a:lnTo>
                  <a:lnTo>
                    <a:pt x="838479" y="448144"/>
                  </a:lnTo>
                  <a:lnTo>
                    <a:pt x="867393" y="439181"/>
                  </a:lnTo>
                  <a:lnTo>
                    <a:pt x="896306" y="430218"/>
                  </a:lnTo>
                  <a:lnTo>
                    <a:pt x="925219" y="421255"/>
                  </a:lnTo>
                  <a:lnTo>
                    <a:pt x="954132" y="412292"/>
                  </a:lnTo>
                  <a:lnTo>
                    <a:pt x="983045" y="403329"/>
                  </a:lnTo>
                  <a:lnTo>
                    <a:pt x="1011958" y="394366"/>
                  </a:lnTo>
                  <a:lnTo>
                    <a:pt x="1040871" y="385403"/>
                  </a:lnTo>
                  <a:lnTo>
                    <a:pt x="1069784" y="376441"/>
                  </a:lnTo>
                  <a:lnTo>
                    <a:pt x="1098697" y="367478"/>
                  </a:lnTo>
                  <a:lnTo>
                    <a:pt x="1127610" y="358515"/>
                  </a:lnTo>
                  <a:lnTo>
                    <a:pt x="1156524" y="349552"/>
                  </a:lnTo>
                  <a:lnTo>
                    <a:pt x="1185437" y="340589"/>
                  </a:lnTo>
                  <a:lnTo>
                    <a:pt x="1214350" y="331626"/>
                  </a:lnTo>
                  <a:lnTo>
                    <a:pt x="1243263" y="322663"/>
                  </a:lnTo>
                  <a:lnTo>
                    <a:pt x="1272176" y="313700"/>
                  </a:lnTo>
                  <a:lnTo>
                    <a:pt x="1301089" y="304737"/>
                  </a:lnTo>
                  <a:lnTo>
                    <a:pt x="1330002" y="295775"/>
                  </a:lnTo>
                  <a:lnTo>
                    <a:pt x="1358915" y="286812"/>
                  </a:lnTo>
                  <a:lnTo>
                    <a:pt x="1387828" y="277849"/>
                  </a:lnTo>
                  <a:lnTo>
                    <a:pt x="1416742" y="268886"/>
                  </a:lnTo>
                  <a:lnTo>
                    <a:pt x="1445655" y="259923"/>
                  </a:lnTo>
                  <a:lnTo>
                    <a:pt x="1474568" y="250960"/>
                  </a:lnTo>
                  <a:lnTo>
                    <a:pt x="1503481" y="241997"/>
                  </a:lnTo>
                  <a:lnTo>
                    <a:pt x="1532394" y="233034"/>
                  </a:lnTo>
                  <a:lnTo>
                    <a:pt x="1561307" y="224072"/>
                  </a:lnTo>
                  <a:lnTo>
                    <a:pt x="1590220" y="215109"/>
                  </a:lnTo>
                  <a:lnTo>
                    <a:pt x="1619133" y="206146"/>
                  </a:lnTo>
                  <a:lnTo>
                    <a:pt x="1648046" y="197183"/>
                  </a:lnTo>
                  <a:lnTo>
                    <a:pt x="1676959" y="188220"/>
                  </a:lnTo>
                  <a:lnTo>
                    <a:pt x="1705873" y="179257"/>
                  </a:lnTo>
                  <a:lnTo>
                    <a:pt x="1734786" y="170294"/>
                  </a:lnTo>
                  <a:lnTo>
                    <a:pt x="1763699" y="161331"/>
                  </a:lnTo>
                  <a:lnTo>
                    <a:pt x="1792612" y="152368"/>
                  </a:lnTo>
                  <a:lnTo>
                    <a:pt x="1821525" y="143406"/>
                  </a:lnTo>
                  <a:lnTo>
                    <a:pt x="1850438" y="134443"/>
                  </a:lnTo>
                  <a:lnTo>
                    <a:pt x="1879351" y="125480"/>
                  </a:lnTo>
                  <a:lnTo>
                    <a:pt x="1908264" y="116517"/>
                  </a:lnTo>
                  <a:lnTo>
                    <a:pt x="1937177" y="107554"/>
                  </a:lnTo>
                  <a:lnTo>
                    <a:pt x="1966090" y="98591"/>
                  </a:lnTo>
                  <a:lnTo>
                    <a:pt x="1995004" y="89628"/>
                  </a:lnTo>
                  <a:lnTo>
                    <a:pt x="2023917" y="80665"/>
                  </a:lnTo>
                  <a:lnTo>
                    <a:pt x="2052830" y="71703"/>
                  </a:lnTo>
                  <a:lnTo>
                    <a:pt x="2081743" y="62740"/>
                  </a:lnTo>
                  <a:lnTo>
                    <a:pt x="2110656" y="53777"/>
                  </a:lnTo>
                  <a:lnTo>
                    <a:pt x="2139569" y="44814"/>
                  </a:lnTo>
                  <a:lnTo>
                    <a:pt x="2168482" y="35851"/>
                  </a:lnTo>
                  <a:lnTo>
                    <a:pt x="2197395" y="26888"/>
                  </a:lnTo>
                  <a:lnTo>
                    <a:pt x="2226308" y="17925"/>
                  </a:lnTo>
                  <a:lnTo>
                    <a:pt x="2255221" y="8962"/>
                  </a:lnTo>
                  <a:lnTo>
                    <a:pt x="2284135" y="0"/>
                  </a:lnTo>
                </a:path>
              </a:pathLst>
            </a:custGeom>
            <a:ln w="39420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49" name="pl2349"/>
            <p:cNvSpPr/>
            <p:nvPr/>
          </p:nvSpPr>
          <p:spPr>
            <a:xfrm>
              <a:off x="8123636" y="5816242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50" name="pl2350"/>
            <p:cNvSpPr/>
            <p:nvPr/>
          </p:nvSpPr>
          <p:spPr>
            <a:xfrm>
              <a:off x="8123636" y="5124978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51" name="pl2351"/>
            <p:cNvSpPr/>
            <p:nvPr/>
          </p:nvSpPr>
          <p:spPr>
            <a:xfrm>
              <a:off x="8123636" y="4433713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52" name="pl2352"/>
            <p:cNvSpPr/>
            <p:nvPr/>
          </p:nvSpPr>
          <p:spPr>
            <a:xfrm>
              <a:off x="8123636" y="3742449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53" name="pl2353"/>
            <p:cNvSpPr/>
            <p:nvPr/>
          </p:nvSpPr>
          <p:spPr>
            <a:xfrm>
              <a:off x="8808876" y="3548895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54" name="pl2354"/>
            <p:cNvSpPr/>
            <p:nvPr/>
          </p:nvSpPr>
          <p:spPr>
            <a:xfrm>
              <a:off x="9847120" y="3548895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55" name="pl2355"/>
            <p:cNvSpPr/>
            <p:nvPr/>
          </p:nvSpPr>
          <p:spPr>
            <a:xfrm>
              <a:off x="10885363" y="3548895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56" name="pl2356"/>
            <p:cNvSpPr/>
            <p:nvPr/>
          </p:nvSpPr>
          <p:spPr>
            <a:xfrm>
              <a:off x="8123636" y="6161874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57" name="pl2357"/>
            <p:cNvSpPr/>
            <p:nvPr/>
          </p:nvSpPr>
          <p:spPr>
            <a:xfrm>
              <a:off x="8123636" y="5470610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58" name="pl2358"/>
            <p:cNvSpPr/>
            <p:nvPr/>
          </p:nvSpPr>
          <p:spPr>
            <a:xfrm>
              <a:off x="8123636" y="4779345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59" name="pl2359"/>
            <p:cNvSpPr/>
            <p:nvPr/>
          </p:nvSpPr>
          <p:spPr>
            <a:xfrm>
              <a:off x="8123636" y="4088081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60" name="pl2360"/>
            <p:cNvSpPr/>
            <p:nvPr/>
          </p:nvSpPr>
          <p:spPr>
            <a:xfrm>
              <a:off x="8289755" y="3548895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61" name="pl2361"/>
            <p:cNvSpPr/>
            <p:nvPr/>
          </p:nvSpPr>
          <p:spPr>
            <a:xfrm>
              <a:off x="9327998" y="3548895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62" name="pl2362"/>
            <p:cNvSpPr/>
            <p:nvPr/>
          </p:nvSpPr>
          <p:spPr>
            <a:xfrm>
              <a:off x="10366241" y="3548895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63" name="pl2363"/>
            <p:cNvSpPr/>
            <p:nvPr/>
          </p:nvSpPr>
          <p:spPr>
            <a:xfrm>
              <a:off x="11404484" y="3548895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64" name="pt2364"/>
            <p:cNvSpPr/>
            <p:nvPr/>
          </p:nvSpPr>
          <p:spPr>
            <a:xfrm>
              <a:off x="10745428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65" name="pt2365"/>
            <p:cNvSpPr/>
            <p:nvPr/>
          </p:nvSpPr>
          <p:spPr>
            <a:xfrm>
              <a:off x="10537779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66" name="pt2366"/>
            <p:cNvSpPr/>
            <p:nvPr/>
          </p:nvSpPr>
          <p:spPr>
            <a:xfrm>
              <a:off x="9291888" y="515799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67" name="pt2367"/>
            <p:cNvSpPr/>
            <p:nvPr/>
          </p:nvSpPr>
          <p:spPr>
            <a:xfrm>
              <a:off x="10122482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68" name="pt2368"/>
            <p:cNvSpPr/>
            <p:nvPr/>
          </p:nvSpPr>
          <p:spPr>
            <a:xfrm>
              <a:off x="10745428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69" name="pt2369"/>
            <p:cNvSpPr/>
            <p:nvPr/>
          </p:nvSpPr>
          <p:spPr>
            <a:xfrm>
              <a:off x="10537779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70" name="pt2370"/>
            <p:cNvSpPr/>
            <p:nvPr/>
          </p:nvSpPr>
          <p:spPr>
            <a:xfrm>
              <a:off x="9707185" y="421326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71" name="pt2371"/>
            <p:cNvSpPr/>
            <p:nvPr/>
          </p:nvSpPr>
          <p:spPr>
            <a:xfrm>
              <a:off x="10745428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72" name="pt2372"/>
            <p:cNvSpPr/>
            <p:nvPr/>
          </p:nvSpPr>
          <p:spPr>
            <a:xfrm>
              <a:off x="11160725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73" name="pt2373"/>
            <p:cNvSpPr/>
            <p:nvPr/>
          </p:nvSpPr>
          <p:spPr>
            <a:xfrm>
              <a:off x="9291888" y="45128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74" name="pt2374"/>
            <p:cNvSpPr/>
            <p:nvPr/>
          </p:nvSpPr>
          <p:spPr>
            <a:xfrm>
              <a:off x="10745428" y="3844591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75" name="pt2375"/>
            <p:cNvSpPr/>
            <p:nvPr/>
          </p:nvSpPr>
          <p:spPr>
            <a:xfrm>
              <a:off x="9707185" y="405197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76" name="pt2376"/>
            <p:cNvSpPr/>
            <p:nvPr/>
          </p:nvSpPr>
          <p:spPr>
            <a:xfrm>
              <a:off x="10330131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77" name="pt2377"/>
            <p:cNvSpPr/>
            <p:nvPr/>
          </p:nvSpPr>
          <p:spPr>
            <a:xfrm>
              <a:off x="9084239" y="435151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78" name="pt2378"/>
            <p:cNvSpPr/>
            <p:nvPr/>
          </p:nvSpPr>
          <p:spPr>
            <a:xfrm>
              <a:off x="9291888" y="488148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79" name="pt2379"/>
            <p:cNvSpPr/>
            <p:nvPr/>
          </p:nvSpPr>
          <p:spPr>
            <a:xfrm>
              <a:off x="10537779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80" name="pt2380"/>
            <p:cNvSpPr/>
            <p:nvPr/>
          </p:nvSpPr>
          <p:spPr>
            <a:xfrm>
              <a:off x="10537779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81" name="pt2381"/>
            <p:cNvSpPr/>
            <p:nvPr/>
          </p:nvSpPr>
          <p:spPr>
            <a:xfrm>
              <a:off x="10537779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82" name="pt2382"/>
            <p:cNvSpPr/>
            <p:nvPr/>
          </p:nvSpPr>
          <p:spPr>
            <a:xfrm>
              <a:off x="11160725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83" name="pt2383"/>
            <p:cNvSpPr/>
            <p:nvPr/>
          </p:nvSpPr>
          <p:spPr>
            <a:xfrm>
              <a:off x="8668942" y="47893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84" name="pt2384"/>
            <p:cNvSpPr/>
            <p:nvPr/>
          </p:nvSpPr>
          <p:spPr>
            <a:xfrm>
              <a:off x="10330131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85" name="pt2385"/>
            <p:cNvSpPr/>
            <p:nvPr/>
          </p:nvSpPr>
          <p:spPr>
            <a:xfrm>
              <a:off x="11160725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86" name="pt2386"/>
            <p:cNvSpPr/>
            <p:nvPr/>
          </p:nvSpPr>
          <p:spPr>
            <a:xfrm>
              <a:off x="10330131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87" name="pt2387"/>
            <p:cNvSpPr/>
            <p:nvPr/>
          </p:nvSpPr>
          <p:spPr>
            <a:xfrm>
              <a:off x="11368374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88" name="pt2388"/>
            <p:cNvSpPr/>
            <p:nvPr/>
          </p:nvSpPr>
          <p:spPr>
            <a:xfrm>
              <a:off x="9499536" y="400588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89" name="pt2389"/>
            <p:cNvSpPr/>
            <p:nvPr/>
          </p:nvSpPr>
          <p:spPr>
            <a:xfrm>
              <a:off x="8668942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90" name="pt2390"/>
            <p:cNvSpPr/>
            <p:nvPr/>
          </p:nvSpPr>
          <p:spPr>
            <a:xfrm>
              <a:off x="9084239" y="48354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91" name="pt2391"/>
            <p:cNvSpPr/>
            <p:nvPr/>
          </p:nvSpPr>
          <p:spPr>
            <a:xfrm>
              <a:off x="10537779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92" name="pt2392"/>
            <p:cNvSpPr/>
            <p:nvPr/>
          </p:nvSpPr>
          <p:spPr>
            <a:xfrm>
              <a:off x="9914833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93" name="pt2393"/>
            <p:cNvSpPr/>
            <p:nvPr/>
          </p:nvSpPr>
          <p:spPr>
            <a:xfrm>
              <a:off x="9291888" y="455889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94" name="pt2394"/>
            <p:cNvSpPr/>
            <p:nvPr/>
          </p:nvSpPr>
          <p:spPr>
            <a:xfrm>
              <a:off x="9499536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95" name="pt2395"/>
            <p:cNvSpPr/>
            <p:nvPr/>
          </p:nvSpPr>
          <p:spPr>
            <a:xfrm>
              <a:off x="11160725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96" name="pt2396"/>
            <p:cNvSpPr/>
            <p:nvPr/>
          </p:nvSpPr>
          <p:spPr>
            <a:xfrm>
              <a:off x="10745428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97" name="pt2397"/>
            <p:cNvSpPr/>
            <p:nvPr/>
          </p:nvSpPr>
          <p:spPr>
            <a:xfrm>
              <a:off x="10953077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98" name="pt2398"/>
            <p:cNvSpPr/>
            <p:nvPr/>
          </p:nvSpPr>
          <p:spPr>
            <a:xfrm>
              <a:off x="10330131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399" name="pt2399"/>
            <p:cNvSpPr/>
            <p:nvPr/>
          </p:nvSpPr>
          <p:spPr>
            <a:xfrm>
              <a:off x="11576023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00" name="pt2400"/>
            <p:cNvSpPr/>
            <p:nvPr/>
          </p:nvSpPr>
          <p:spPr>
            <a:xfrm>
              <a:off x="11576023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01" name="pt2401"/>
            <p:cNvSpPr/>
            <p:nvPr/>
          </p:nvSpPr>
          <p:spPr>
            <a:xfrm>
              <a:off x="8876590" y="501974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02" name="pt2402"/>
            <p:cNvSpPr/>
            <p:nvPr/>
          </p:nvSpPr>
          <p:spPr>
            <a:xfrm>
              <a:off x="10122482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03" name="pt2403"/>
            <p:cNvSpPr/>
            <p:nvPr/>
          </p:nvSpPr>
          <p:spPr>
            <a:xfrm>
              <a:off x="1095307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04" name="pt2404"/>
            <p:cNvSpPr/>
            <p:nvPr/>
          </p:nvSpPr>
          <p:spPr>
            <a:xfrm>
              <a:off x="10330131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05" name="pt2405"/>
            <p:cNvSpPr/>
            <p:nvPr/>
          </p:nvSpPr>
          <p:spPr>
            <a:xfrm>
              <a:off x="10537779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06" name="pt2406"/>
            <p:cNvSpPr/>
            <p:nvPr/>
          </p:nvSpPr>
          <p:spPr>
            <a:xfrm>
              <a:off x="11160725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07" name="pt2407"/>
            <p:cNvSpPr/>
            <p:nvPr/>
          </p:nvSpPr>
          <p:spPr>
            <a:xfrm>
              <a:off x="11368374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08" name="pt2408"/>
            <p:cNvSpPr/>
            <p:nvPr/>
          </p:nvSpPr>
          <p:spPr>
            <a:xfrm>
              <a:off x="10537779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09" name="pt2409"/>
            <p:cNvSpPr/>
            <p:nvPr/>
          </p:nvSpPr>
          <p:spPr>
            <a:xfrm>
              <a:off x="10330131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10" name="pt2410"/>
            <p:cNvSpPr/>
            <p:nvPr/>
          </p:nvSpPr>
          <p:spPr>
            <a:xfrm>
              <a:off x="9707185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11" name="pt2411"/>
            <p:cNvSpPr/>
            <p:nvPr/>
          </p:nvSpPr>
          <p:spPr>
            <a:xfrm>
              <a:off x="1095307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12" name="pt2412"/>
            <p:cNvSpPr/>
            <p:nvPr/>
          </p:nvSpPr>
          <p:spPr>
            <a:xfrm>
              <a:off x="9914833" y="43976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13" name="pt2413"/>
            <p:cNvSpPr/>
            <p:nvPr/>
          </p:nvSpPr>
          <p:spPr>
            <a:xfrm>
              <a:off x="9707185" y="40750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14" name="pt2414"/>
            <p:cNvSpPr/>
            <p:nvPr/>
          </p:nvSpPr>
          <p:spPr>
            <a:xfrm>
              <a:off x="1095307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15" name="pt2415"/>
            <p:cNvSpPr/>
            <p:nvPr/>
          </p:nvSpPr>
          <p:spPr>
            <a:xfrm>
              <a:off x="9914833" y="522712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16" name="pt2416"/>
            <p:cNvSpPr/>
            <p:nvPr/>
          </p:nvSpPr>
          <p:spPr>
            <a:xfrm>
              <a:off x="11576023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17" name="pt2417"/>
            <p:cNvSpPr/>
            <p:nvPr/>
          </p:nvSpPr>
          <p:spPr>
            <a:xfrm>
              <a:off x="11576023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18" name="pt2418"/>
            <p:cNvSpPr/>
            <p:nvPr/>
          </p:nvSpPr>
          <p:spPr>
            <a:xfrm>
              <a:off x="1095307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19" name="pt2419"/>
            <p:cNvSpPr/>
            <p:nvPr/>
          </p:nvSpPr>
          <p:spPr>
            <a:xfrm>
              <a:off x="11160725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20" name="pt2420"/>
            <p:cNvSpPr/>
            <p:nvPr/>
          </p:nvSpPr>
          <p:spPr>
            <a:xfrm>
              <a:off x="9914833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21" name="pt2421"/>
            <p:cNvSpPr/>
            <p:nvPr/>
          </p:nvSpPr>
          <p:spPr>
            <a:xfrm>
              <a:off x="10953077" y="3775465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22" name="pt2422"/>
            <p:cNvSpPr/>
            <p:nvPr/>
          </p:nvSpPr>
          <p:spPr>
            <a:xfrm>
              <a:off x="10745428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23" name="pt2423"/>
            <p:cNvSpPr/>
            <p:nvPr/>
          </p:nvSpPr>
          <p:spPr>
            <a:xfrm>
              <a:off x="9707185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24" name="pt2424"/>
            <p:cNvSpPr/>
            <p:nvPr/>
          </p:nvSpPr>
          <p:spPr>
            <a:xfrm>
              <a:off x="9914833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25" name="pt2425"/>
            <p:cNvSpPr/>
            <p:nvPr/>
          </p:nvSpPr>
          <p:spPr>
            <a:xfrm>
              <a:off x="9499536" y="432847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26" name="pt2426"/>
            <p:cNvSpPr/>
            <p:nvPr/>
          </p:nvSpPr>
          <p:spPr>
            <a:xfrm>
              <a:off x="10330131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27" name="pt2427"/>
            <p:cNvSpPr/>
            <p:nvPr/>
          </p:nvSpPr>
          <p:spPr>
            <a:xfrm>
              <a:off x="10330131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28" name="pt2428"/>
            <p:cNvSpPr/>
            <p:nvPr/>
          </p:nvSpPr>
          <p:spPr>
            <a:xfrm>
              <a:off x="9084239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29" name="pt2429"/>
            <p:cNvSpPr/>
            <p:nvPr/>
          </p:nvSpPr>
          <p:spPr>
            <a:xfrm>
              <a:off x="10953077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30" name="pt2430"/>
            <p:cNvSpPr/>
            <p:nvPr/>
          </p:nvSpPr>
          <p:spPr>
            <a:xfrm>
              <a:off x="9499536" y="42593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31" name="pt2431"/>
            <p:cNvSpPr/>
            <p:nvPr/>
          </p:nvSpPr>
          <p:spPr>
            <a:xfrm>
              <a:off x="10122482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32" name="pt2432"/>
            <p:cNvSpPr/>
            <p:nvPr/>
          </p:nvSpPr>
          <p:spPr>
            <a:xfrm>
              <a:off x="9499536" y="42593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33" name="pt2433"/>
            <p:cNvSpPr/>
            <p:nvPr/>
          </p:nvSpPr>
          <p:spPr>
            <a:xfrm>
              <a:off x="8668942" y="47662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34" name="pt2434"/>
            <p:cNvSpPr/>
            <p:nvPr/>
          </p:nvSpPr>
          <p:spPr>
            <a:xfrm>
              <a:off x="11368374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35" name="pt2435"/>
            <p:cNvSpPr/>
            <p:nvPr/>
          </p:nvSpPr>
          <p:spPr>
            <a:xfrm>
              <a:off x="10122482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36" name="pt2436"/>
            <p:cNvSpPr/>
            <p:nvPr/>
          </p:nvSpPr>
          <p:spPr>
            <a:xfrm>
              <a:off x="9707185" y="421326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37" name="pt2437"/>
            <p:cNvSpPr/>
            <p:nvPr/>
          </p:nvSpPr>
          <p:spPr>
            <a:xfrm>
              <a:off x="9291888" y="42593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38" name="pt2438"/>
            <p:cNvSpPr/>
            <p:nvPr/>
          </p:nvSpPr>
          <p:spPr>
            <a:xfrm>
              <a:off x="10745428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39" name="pt2439"/>
            <p:cNvSpPr/>
            <p:nvPr/>
          </p:nvSpPr>
          <p:spPr>
            <a:xfrm>
              <a:off x="9914833" y="416718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40" name="pt2440"/>
            <p:cNvSpPr/>
            <p:nvPr/>
          </p:nvSpPr>
          <p:spPr>
            <a:xfrm>
              <a:off x="10330131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41" name="pt2441"/>
            <p:cNvSpPr/>
            <p:nvPr/>
          </p:nvSpPr>
          <p:spPr>
            <a:xfrm>
              <a:off x="8253644" y="536537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42" name="pt2442"/>
            <p:cNvSpPr/>
            <p:nvPr/>
          </p:nvSpPr>
          <p:spPr>
            <a:xfrm>
              <a:off x="9914833" y="453585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43" name="pt2443"/>
            <p:cNvSpPr/>
            <p:nvPr/>
          </p:nvSpPr>
          <p:spPr>
            <a:xfrm>
              <a:off x="8668942" y="48354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44" name="pt2444"/>
            <p:cNvSpPr/>
            <p:nvPr/>
          </p:nvSpPr>
          <p:spPr>
            <a:xfrm>
              <a:off x="9499536" y="405197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45" name="pt2445"/>
            <p:cNvSpPr/>
            <p:nvPr/>
          </p:nvSpPr>
          <p:spPr>
            <a:xfrm>
              <a:off x="8668942" y="531928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46" name="pt2446"/>
            <p:cNvSpPr/>
            <p:nvPr/>
          </p:nvSpPr>
          <p:spPr>
            <a:xfrm>
              <a:off x="8461293" y="548058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47" name="pt2447"/>
            <p:cNvSpPr/>
            <p:nvPr/>
          </p:nvSpPr>
          <p:spPr>
            <a:xfrm>
              <a:off x="8876590" y="490453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48" name="pt2448"/>
            <p:cNvSpPr/>
            <p:nvPr/>
          </p:nvSpPr>
          <p:spPr>
            <a:xfrm>
              <a:off x="8253644" y="6125764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49" name="pt2449"/>
            <p:cNvSpPr/>
            <p:nvPr/>
          </p:nvSpPr>
          <p:spPr>
            <a:xfrm>
              <a:off x="8253644" y="607967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50" name="pt2450"/>
            <p:cNvSpPr/>
            <p:nvPr/>
          </p:nvSpPr>
          <p:spPr>
            <a:xfrm>
              <a:off x="8253644" y="6125764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51" name="pt2451"/>
            <p:cNvSpPr/>
            <p:nvPr/>
          </p:nvSpPr>
          <p:spPr>
            <a:xfrm>
              <a:off x="8253644" y="6125764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52" name="pt2452"/>
            <p:cNvSpPr/>
            <p:nvPr/>
          </p:nvSpPr>
          <p:spPr>
            <a:xfrm>
              <a:off x="9084239" y="42823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53" name="pt2453"/>
            <p:cNvSpPr/>
            <p:nvPr/>
          </p:nvSpPr>
          <p:spPr>
            <a:xfrm>
              <a:off x="8253644" y="499669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54" name="pt2454"/>
            <p:cNvSpPr/>
            <p:nvPr/>
          </p:nvSpPr>
          <p:spPr>
            <a:xfrm>
              <a:off x="9291888" y="45128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55" name="pt2455"/>
            <p:cNvSpPr/>
            <p:nvPr/>
          </p:nvSpPr>
          <p:spPr>
            <a:xfrm>
              <a:off x="9499536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56" name="pt2456"/>
            <p:cNvSpPr/>
            <p:nvPr/>
          </p:nvSpPr>
          <p:spPr>
            <a:xfrm>
              <a:off x="8253644" y="603359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57" name="pt2457"/>
            <p:cNvSpPr/>
            <p:nvPr/>
          </p:nvSpPr>
          <p:spPr>
            <a:xfrm>
              <a:off x="9291888" y="448977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58" name="pt2458"/>
            <p:cNvSpPr/>
            <p:nvPr/>
          </p:nvSpPr>
          <p:spPr>
            <a:xfrm>
              <a:off x="8253644" y="598751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59" name="pt2459"/>
            <p:cNvSpPr/>
            <p:nvPr/>
          </p:nvSpPr>
          <p:spPr>
            <a:xfrm>
              <a:off x="8876590" y="453585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60" name="pt2460"/>
            <p:cNvSpPr/>
            <p:nvPr/>
          </p:nvSpPr>
          <p:spPr>
            <a:xfrm>
              <a:off x="9291888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61" name="pt2461"/>
            <p:cNvSpPr/>
            <p:nvPr/>
          </p:nvSpPr>
          <p:spPr>
            <a:xfrm>
              <a:off x="10745428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62" name="pt2462"/>
            <p:cNvSpPr/>
            <p:nvPr/>
          </p:nvSpPr>
          <p:spPr>
            <a:xfrm>
              <a:off x="10537779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63" name="pt2463"/>
            <p:cNvSpPr/>
            <p:nvPr/>
          </p:nvSpPr>
          <p:spPr>
            <a:xfrm>
              <a:off x="8253644" y="552666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64" name="pt2464"/>
            <p:cNvSpPr/>
            <p:nvPr/>
          </p:nvSpPr>
          <p:spPr>
            <a:xfrm>
              <a:off x="8253644" y="552666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65" name="pt2465"/>
            <p:cNvSpPr/>
            <p:nvPr/>
          </p:nvSpPr>
          <p:spPr>
            <a:xfrm>
              <a:off x="8876590" y="47893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66" name="pt2466"/>
            <p:cNvSpPr/>
            <p:nvPr/>
          </p:nvSpPr>
          <p:spPr>
            <a:xfrm>
              <a:off x="1095307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67" name="pt2467"/>
            <p:cNvSpPr/>
            <p:nvPr/>
          </p:nvSpPr>
          <p:spPr>
            <a:xfrm>
              <a:off x="10953077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68" name="pt2468"/>
            <p:cNvSpPr/>
            <p:nvPr/>
          </p:nvSpPr>
          <p:spPr>
            <a:xfrm>
              <a:off x="8876590" y="497365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69" name="pt2469"/>
            <p:cNvSpPr/>
            <p:nvPr/>
          </p:nvSpPr>
          <p:spPr>
            <a:xfrm>
              <a:off x="8461293" y="50427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70" name="pt2470"/>
            <p:cNvSpPr/>
            <p:nvPr/>
          </p:nvSpPr>
          <p:spPr>
            <a:xfrm>
              <a:off x="11160725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71" name="pt2471"/>
            <p:cNvSpPr/>
            <p:nvPr/>
          </p:nvSpPr>
          <p:spPr>
            <a:xfrm>
              <a:off x="9914833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72" name="pt2472"/>
            <p:cNvSpPr/>
            <p:nvPr/>
          </p:nvSpPr>
          <p:spPr>
            <a:xfrm>
              <a:off x="10122482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73" name="pt2473"/>
            <p:cNvSpPr/>
            <p:nvPr/>
          </p:nvSpPr>
          <p:spPr>
            <a:xfrm>
              <a:off x="9084239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74" name="pt2474"/>
            <p:cNvSpPr/>
            <p:nvPr/>
          </p:nvSpPr>
          <p:spPr>
            <a:xfrm>
              <a:off x="1095307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75" name="pt2475"/>
            <p:cNvSpPr/>
            <p:nvPr/>
          </p:nvSpPr>
          <p:spPr>
            <a:xfrm>
              <a:off x="11160725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76" name="pt2476"/>
            <p:cNvSpPr/>
            <p:nvPr/>
          </p:nvSpPr>
          <p:spPr>
            <a:xfrm>
              <a:off x="10537779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77" name="pt2477"/>
            <p:cNvSpPr/>
            <p:nvPr/>
          </p:nvSpPr>
          <p:spPr>
            <a:xfrm>
              <a:off x="10122482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78" name="pt2478"/>
            <p:cNvSpPr/>
            <p:nvPr/>
          </p:nvSpPr>
          <p:spPr>
            <a:xfrm>
              <a:off x="11368374" y="3775465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79" name="pt2479"/>
            <p:cNvSpPr/>
            <p:nvPr/>
          </p:nvSpPr>
          <p:spPr>
            <a:xfrm>
              <a:off x="11160725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80" name="pt2480"/>
            <p:cNvSpPr/>
            <p:nvPr/>
          </p:nvSpPr>
          <p:spPr>
            <a:xfrm>
              <a:off x="11160725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81" name="pt2481"/>
            <p:cNvSpPr/>
            <p:nvPr/>
          </p:nvSpPr>
          <p:spPr>
            <a:xfrm>
              <a:off x="11160725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82" name="pt2482"/>
            <p:cNvSpPr/>
            <p:nvPr/>
          </p:nvSpPr>
          <p:spPr>
            <a:xfrm>
              <a:off x="11368374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83" name="pt2483"/>
            <p:cNvSpPr/>
            <p:nvPr/>
          </p:nvSpPr>
          <p:spPr>
            <a:xfrm>
              <a:off x="11368374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84" name="pt2484"/>
            <p:cNvSpPr/>
            <p:nvPr/>
          </p:nvSpPr>
          <p:spPr>
            <a:xfrm>
              <a:off x="9914833" y="391371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85" name="pt2485"/>
            <p:cNvSpPr/>
            <p:nvPr/>
          </p:nvSpPr>
          <p:spPr>
            <a:xfrm>
              <a:off x="10953077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86" name="pt2486"/>
            <p:cNvSpPr/>
            <p:nvPr/>
          </p:nvSpPr>
          <p:spPr>
            <a:xfrm>
              <a:off x="10745428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87" name="pt2487"/>
            <p:cNvSpPr/>
            <p:nvPr/>
          </p:nvSpPr>
          <p:spPr>
            <a:xfrm>
              <a:off x="11160725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88" name="pt2488"/>
            <p:cNvSpPr/>
            <p:nvPr/>
          </p:nvSpPr>
          <p:spPr>
            <a:xfrm>
              <a:off x="10122482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89" name="pt2489"/>
            <p:cNvSpPr/>
            <p:nvPr/>
          </p:nvSpPr>
          <p:spPr>
            <a:xfrm>
              <a:off x="10953077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90" name="pt2490"/>
            <p:cNvSpPr/>
            <p:nvPr/>
          </p:nvSpPr>
          <p:spPr>
            <a:xfrm>
              <a:off x="11576023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91" name="pt2491"/>
            <p:cNvSpPr/>
            <p:nvPr/>
          </p:nvSpPr>
          <p:spPr>
            <a:xfrm>
              <a:off x="11576023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92" name="pt2492"/>
            <p:cNvSpPr/>
            <p:nvPr/>
          </p:nvSpPr>
          <p:spPr>
            <a:xfrm>
              <a:off x="10745428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93" name="pt2493"/>
            <p:cNvSpPr/>
            <p:nvPr/>
          </p:nvSpPr>
          <p:spPr>
            <a:xfrm>
              <a:off x="11368374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94" name="pt2494"/>
            <p:cNvSpPr/>
            <p:nvPr/>
          </p:nvSpPr>
          <p:spPr>
            <a:xfrm>
              <a:off x="10537779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95" name="pt2495"/>
            <p:cNvSpPr/>
            <p:nvPr/>
          </p:nvSpPr>
          <p:spPr>
            <a:xfrm>
              <a:off x="10537779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96" name="pt2496"/>
            <p:cNvSpPr/>
            <p:nvPr/>
          </p:nvSpPr>
          <p:spPr>
            <a:xfrm>
              <a:off x="10745428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97" name="pt2497"/>
            <p:cNvSpPr/>
            <p:nvPr/>
          </p:nvSpPr>
          <p:spPr>
            <a:xfrm>
              <a:off x="9291888" y="42593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98" name="pt2498"/>
            <p:cNvSpPr/>
            <p:nvPr/>
          </p:nvSpPr>
          <p:spPr>
            <a:xfrm>
              <a:off x="1095307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499" name="pt2499"/>
            <p:cNvSpPr/>
            <p:nvPr/>
          </p:nvSpPr>
          <p:spPr>
            <a:xfrm>
              <a:off x="10953077" y="3844591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00" name="pt2500"/>
            <p:cNvSpPr/>
            <p:nvPr/>
          </p:nvSpPr>
          <p:spPr>
            <a:xfrm>
              <a:off x="11160725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01" name="pt2501"/>
            <p:cNvSpPr/>
            <p:nvPr/>
          </p:nvSpPr>
          <p:spPr>
            <a:xfrm>
              <a:off x="11576023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02" name="pt2502"/>
            <p:cNvSpPr/>
            <p:nvPr/>
          </p:nvSpPr>
          <p:spPr>
            <a:xfrm>
              <a:off x="8876590" y="557275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03" name="pt2503"/>
            <p:cNvSpPr/>
            <p:nvPr/>
          </p:nvSpPr>
          <p:spPr>
            <a:xfrm>
              <a:off x="1095307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04" name="pt2504"/>
            <p:cNvSpPr/>
            <p:nvPr/>
          </p:nvSpPr>
          <p:spPr>
            <a:xfrm>
              <a:off x="11368374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05" name="pt2505"/>
            <p:cNvSpPr/>
            <p:nvPr/>
          </p:nvSpPr>
          <p:spPr>
            <a:xfrm>
              <a:off x="1095307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06" name="pt2506"/>
            <p:cNvSpPr/>
            <p:nvPr/>
          </p:nvSpPr>
          <p:spPr>
            <a:xfrm>
              <a:off x="9707185" y="44667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07" name="pt2507"/>
            <p:cNvSpPr/>
            <p:nvPr/>
          </p:nvSpPr>
          <p:spPr>
            <a:xfrm>
              <a:off x="11576023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08" name="pt2508"/>
            <p:cNvSpPr/>
            <p:nvPr/>
          </p:nvSpPr>
          <p:spPr>
            <a:xfrm>
              <a:off x="9914833" y="400588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09" name="pt2509"/>
            <p:cNvSpPr/>
            <p:nvPr/>
          </p:nvSpPr>
          <p:spPr>
            <a:xfrm>
              <a:off x="10330131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10" name="pt2510"/>
            <p:cNvSpPr/>
            <p:nvPr/>
          </p:nvSpPr>
          <p:spPr>
            <a:xfrm>
              <a:off x="11160725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11" name="pt2511"/>
            <p:cNvSpPr/>
            <p:nvPr/>
          </p:nvSpPr>
          <p:spPr>
            <a:xfrm>
              <a:off x="9084239" y="432847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12" name="pt2512"/>
            <p:cNvSpPr/>
            <p:nvPr/>
          </p:nvSpPr>
          <p:spPr>
            <a:xfrm>
              <a:off x="10330131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13" name="pt2513"/>
            <p:cNvSpPr/>
            <p:nvPr/>
          </p:nvSpPr>
          <p:spPr>
            <a:xfrm>
              <a:off x="10537779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14" name="pt2514"/>
            <p:cNvSpPr/>
            <p:nvPr/>
          </p:nvSpPr>
          <p:spPr>
            <a:xfrm>
              <a:off x="10537779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15" name="pt2515"/>
            <p:cNvSpPr/>
            <p:nvPr/>
          </p:nvSpPr>
          <p:spPr>
            <a:xfrm>
              <a:off x="11160725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16" name="pt2516"/>
            <p:cNvSpPr/>
            <p:nvPr/>
          </p:nvSpPr>
          <p:spPr>
            <a:xfrm>
              <a:off x="9499536" y="42593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17" name="pt2517"/>
            <p:cNvSpPr/>
            <p:nvPr/>
          </p:nvSpPr>
          <p:spPr>
            <a:xfrm>
              <a:off x="1095307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18" name="pt2518"/>
            <p:cNvSpPr/>
            <p:nvPr/>
          </p:nvSpPr>
          <p:spPr>
            <a:xfrm>
              <a:off x="11160725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19" name="pt2519"/>
            <p:cNvSpPr/>
            <p:nvPr/>
          </p:nvSpPr>
          <p:spPr>
            <a:xfrm>
              <a:off x="10953077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20" name="pt2520"/>
            <p:cNvSpPr/>
            <p:nvPr/>
          </p:nvSpPr>
          <p:spPr>
            <a:xfrm>
              <a:off x="10330131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21" name="pt2521"/>
            <p:cNvSpPr/>
            <p:nvPr/>
          </p:nvSpPr>
          <p:spPr>
            <a:xfrm>
              <a:off x="11160725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22" name="pt2522"/>
            <p:cNvSpPr/>
            <p:nvPr/>
          </p:nvSpPr>
          <p:spPr>
            <a:xfrm>
              <a:off x="10537779" y="3775465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23" name="pt2523"/>
            <p:cNvSpPr/>
            <p:nvPr/>
          </p:nvSpPr>
          <p:spPr>
            <a:xfrm>
              <a:off x="10122482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24" name="pt2524"/>
            <p:cNvSpPr/>
            <p:nvPr/>
          </p:nvSpPr>
          <p:spPr>
            <a:xfrm>
              <a:off x="8668942" y="506582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25" name="pt2525"/>
            <p:cNvSpPr/>
            <p:nvPr/>
          </p:nvSpPr>
          <p:spPr>
            <a:xfrm>
              <a:off x="10953077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26" name="pt2526"/>
            <p:cNvSpPr/>
            <p:nvPr/>
          </p:nvSpPr>
          <p:spPr>
            <a:xfrm>
              <a:off x="10745428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27" name="pt2527"/>
            <p:cNvSpPr/>
            <p:nvPr/>
          </p:nvSpPr>
          <p:spPr>
            <a:xfrm>
              <a:off x="10122482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28" name="pt2528"/>
            <p:cNvSpPr/>
            <p:nvPr/>
          </p:nvSpPr>
          <p:spPr>
            <a:xfrm>
              <a:off x="11160725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29" name="pt2529"/>
            <p:cNvSpPr/>
            <p:nvPr/>
          </p:nvSpPr>
          <p:spPr>
            <a:xfrm>
              <a:off x="10745428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30" name="pt2530"/>
            <p:cNvSpPr/>
            <p:nvPr/>
          </p:nvSpPr>
          <p:spPr>
            <a:xfrm>
              <a:off x="10745428" y="405197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31" name="pt2531"/>
            <p:cNvSpPr/>
            <p:nvPr/>
          </p:nvSpPr>
          <p:spPr>
            <a:xfrm>
              <a:off x="9499536" y="432847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32" name="pt2532"/>
            <p:cNvSpPr/>
            <p:nvPr/>
          </p:nvSpPr>
          <p:spPr>
            <a:xfrm>
              <a:off x="9291888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33" name="pt2533"/>
            <p:cNvSpPr/>
            <p:nvPr/>
          </p:nvSpPr>
          <p:spPr>
            <a:xfrm>
              <a:off x="10953077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34" name="pt2534"/>
            <p:cNvSpPr/>
            <p:nvPr/>
          </p:nvSpPr>
          <p:spPr>
            <a:xfrm>
              <a:off x="10745428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35" name="pt2535"/>
            <p:cNvSpPr/>
            <p:nvPr/>
          </p:nvSpPr>
          <p:spPr>
            <a:xfrm>
              <a:off x="8876590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36" name="pt2536"/>
            <p:cNvSpPr/>
            <p:nvPr/>
          </p:nvSpPr>
          <p:spPr>
            <a:xfrm>
              <a:off x="10122482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37" name="pt2537"/>
            <p:cNvSpPr/>
            <p:nvPr/>
          </p:nvSpPr>
          <p:spPr>
            <a:xfrm>
              <a:off x="10953077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38" name="pt2538"/>
            <p:cNvSpPr/>
            <p:nvPr/>
          </p:nvSpPr>
          <p:spPr>
            <a:xfrm>
              <a:off x="11160725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39" name="pt2539"/>
            <p:cNvSpPr/>
            <p:nvPr/>
          </p:nvSpPr>
          <p:spPr>
            <a:xfrm>
              <a:off x="10330131" y="44667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40" name="pt2540"/>
            <p:cNvSpPr/>
            <p:nvPr/>
          </p:nvSpPr>
          <p:spPr>
            <a:xfrm>
              <a:off x="10745428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41" name="pt2541"/>
            <p:cNvSpPr/>
            <p:nvPr/>
          </p:nvSpPr>
          <p:spPr>
            <a:xfrm>
              <a:off x="9914833" y="398284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42" name="pt2542"/>
            <p:cNvSpPr/>
            <p:nvPr/>
          </p:nvSpPr>
          <p:spPr>
            <a:xfrm>
              <a:off x="10745428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43" name="pt2543"/>
            <p:cNvSpPr/>
            <p:nvPr/>
          </p:nvSpPr>
          <p:spPr>
            <a:xfrm>
              <a:off x="10122482" y="409805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44" name="pt2544"/>
            <p:cNvSpPr/>
            <p:nvPr/>
          </p:nvSpPr>
          <p:spPr>
            <a:xfrm>
              <a:off x="10330131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45" name="pt2545"/>
            <p:cNvSpPr/>
            <p:nvPr/>
          </p:nvSpPr>
          <p:spPr>
            <a:xfrm>
              <a:off x="9914833" y="4190223"/>
              <a:ext cx="72220" cy="72220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309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46" name="pt2546"/>
            <p:cNvSpPr/>
            <p:nvPr/>
          </p:nvSpPr>
          <p:spPr>
            <a:xfrm>
              <a:off x="8461293" y="44667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47" name="pt2547"/>
            <p:cNvSpPr/>
            <p:nvPr/>
          </p:nvSpPr>
          <p:spPr>
            <a:xfrm>
              <a:off x="10330131" y="391371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48" name="pt2548"/>
            <p:cNvSpPr/>
            <p:nvPr/>
          </p:nvSpPr>
          <p:spPr>
            <a:xfrm>
              <a:off x="9707185" y="42593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49" name="pt2549"/>
            <p:cNvSpPr/>
            <p:nvPr/>
          </p:nvSpPr>
          <p:spPr>
            <a:xfrm>
              <a:off x="11576023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50" name="pt2550"/>
            <p:cNvSpPr/>
            <p:nvPr/>
          </p:nvSpPr>
          <p:spPr>
            <a:xfrm>
              <a:off x="9291888" y="4051970"/>
              <a:ext cx="72220" cy="72220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309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51" name="pt2551"/>
            <p:cNvSpPr/>
            <p:nvPr/>
          </p:nvSpPr>
          <p:spPr>
            <a:xfrm>
              <a:off x="8876590" y="43976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52" name="pt2552"/>
            <p:cNvSpPr/>
            <p:nvPr/>
          </p:nvSpPr>
          <p:spPr>
            <a:xfrm>
              <a:off x="11368374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53" name="pt2553"/>
            <p:cNvSpPr/>
            <p:nvPr/>
          </p:nvSpPr>
          <p:spPr>
            <a:xfrm>
              <a:off x="8253644" y="596446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54" name="pt2554"/>
            <p:cNvSpPr/>
            <p:nvPr/>
          </p:nvSpPr>
          <p:spPr>
            <a:xfrm>
              <a:off x="10953077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55" name="pt2555"/>
            <p:cNvSpPr/>
            <p:nvPr/>
          </p:nvSpPr>
          <p:spPr>
            <a:xfrm>
              <a:off x="9084239" y="432847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56" name="pt2556"/>
            <p:cNvSpPr/>
            <p:nvPr/>
          </p:nvSpPr>
          <p:spPr>
            <a:xfrm>
              <a:off x="11160725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57" name="pt2557"/>
            <p:cNvSpPr/>
            <p:nvPr/>
          </p:nvSpPr>
          <p:spPr>
            <a:xfrm>
              <a:off x="10537779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58" name="pt2558"/>
            <p:cNvSpPr/>
            <p:nvPr/>
          </p:nvSpPr>
          <p:spPr>
            <a:xfrm>
              <a:off x="10953077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59" name="pt2559"/>
            <p:cNvSpPr/>
            <p:nvPr/>
          </p:nvSpPr>
          <p:spPr>
            <a:xfrm>
              <a:off x="11368374" y="3775465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60" name="pt2560"/>
            <p:cNvSpPr/>
            <p:nvPr/>
          </p:nvSpPr>
          <p:spPr>
            <a:xfrm>
              <a:off x="10330131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61" name="pt2561"/>
            <p:cNvSpPr/>
            <p:nvPr/>
          </p:nvSpPr>
          <p:spPr>
            <a:xfrm>
              <a:off x="8876590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62" name="pt2562"/>
            <p:cNvSpPr/>
            <p:nvPr/>
          </p:nvSpPr>
          <p:spPr>
            <a:xfrm>
              <a:off x="10330131" y="432847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63" name="pt2563"/>
            <p:cNvSpPr/>
            <p:nvPr/>
          </p:nvSpPr>
          <p:spPr>
            <a:xfrm>
              <a:off x="8668942" y="501974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64" name="pt2564"/>
            <p:cNvSpPr/>
            <p:nvPr/>
          </p:nvSpPr>
          <p:spPr>
            <a:xfrm>
              <a:off x="10745428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65" name="pt2565"/>
            <p:cNvSpPr/>
            <p:nvPr/>
          </p:nvSpPr>
          <p:spPr>
            <a:xfrm>
              <a:off x="9914833" y="430543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66" name="pt2566"/>
            <p:cNvSpPr/>
            <p:nvPr/>
          </p:nvSpPr>
          <p:spPr>
            <a:xfrm>
              <a:off x="10537779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67" name="pt2567"/>
            <p:cNvSpPr/>
            <p:nvPr/>
          </p:nvSpPr>
          <p:spPr>
            <a:xfrm>
              <a:off x="10537779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68" name="pt2568"/>
            <p:cNvSpPr/>
            <p:nvPr/>
          </p:nvSpPr>
          <p:spPr>
            <a:xfrm>
              <a:off x="10745428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69" name="pt2569"/>
            <p:cNvSpPr/>
            <p:nvPr/>
          </p:nvSpPr>
          <p:spPr>
            <a:xfrm>
              <a:off x="10953077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70" name="pt2570"/>
            <p:cNvSpPr/>
            <p:nvPr/>
          </p:nvSpPr>
          <p:spPr>
            <a:xfrm>
              <a:off x="11160725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71" name="pt2571"/>
            <p:cNvSpPr/>
            <p:nvPr/>
          </p:nvSpPr>
          <p:spPr>
            <a:xfrm>
              <a:off x="10953077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72" name="pt2572"/>
            <p:cNvSpPr/>
            <p:nvPr/>
          </p:nvSpPr>
          <p:spPr>
            <a:xfrm>
              <a:off x="10745428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73" name="pt2573"/>
            <p:cNvSpPr/>
            <p:nvPr/>
          </p:nvSpPr>
          <p:spPr>
            <a:xfrm>
              <a:off x="9084239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74" name="pt2574"/>
            <p:cNvSpPr/>
            <p:nvPr/>
          </p:nvSpPr>
          <p:spPr>
            <a:xfrm>
              <a:off x="10537779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75" name="pt2575"/>
            <p:cNvSpPr/>
            <p:nvPr/>
          </p:nvSpPr>
          <p:spPr>
            <a:xfrm>
              <a:off x="10122482" y="4121097"/>
              <a:ext cx="72220" cy="72220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309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76" name="pt2576"/>
            <p:cNvSpPr/>
            <p:nvPr/>
          </p:nvSpPr>
          <p:spPr>
            <a:xfrm>
              <a:off x="9499536" y="453585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77" name="pt2577"/>
            <p:cNvSpPr/>
            <p:nvPr/>
          </p:nvSpPr>
          <p:spPr>
            <a:xfrm>
              <a:off x="9291888" y="44667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78" name="pt2578"/>
            <p:cNvSpPr/>
            <p:nvPr/>
          </p:nvSpPr>
          <p:spPr>
            <a:xfrm>
              <a:off x="10122482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79" name="pt2579"/>
            <p:cNvSpPr/>
            <p:nvPr/>
          </p:nvSpPr>
          <p:spPr>
            <a:xfrm>
              <a:off x="8876590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80" name="pt2580"/>
            <p:cNvSpPr/>
            <p:nvPr/>
          </p:nvSpPr>
          <p:spPr>
            <a:xfrm>
              <a:off x="10953077" y="3844591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81" name="pt2581"/>
            <p:cNvSpPr/>
            <p:nvPr/>
          </p:nvSpPr>
          <p:spPr>
            <a:xfrm>
              <a:off x="9291888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82" name="pt2582"/>
            <p:cNvSpPr/>
            <p:nvPr/>
          </p:nvSpPr>
          <p:spPr>
            <a:xfrm>
              <a:off x="8876590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83" name="pt2583"/>
            <p:cNvSpPr/>
            <p:nvPr/>
          </p:nvSpPr>
          <p:spPr>
            <a:xfrm>
              <a:off x="9707185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84" name="pt2584"/>
            <p:cNvSpPr/>
            <p:nvPr/>
          </p:nvSpPr>
          <p:spPr>
            <a:xfrm>
              <a:off x="11576023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85" name="pt2585"/>
            <p:cNvSpPr/>
            <p:nvPr/>
          </p:nvSpPr>
          <p:spPr>
            <a:xfrm>
              <a:off x="11576023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86" name="pt2586"/>
            <p:cNvSpPr/>
            <p:nvPr/>
          </p:nvSpPr>
          <p:spPr>
            <a:xfrm>
              <a:off x="9084239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87" name="pt2587"/>
            <p:cNvSpPr/>
            <p:nvPr/>
          </p:nvSpPr>
          <p:spPr>
            <a:xfrm>
              <a:off x="8253644" y="488148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88" name="pt2588"/>
            <p:cNvSpPr/>
            <p:nvPr/>
          </p:nvSpPr>
          <p:spPr>
            <a:xfrm>
              <a:off x="8876590" y="465106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89" name="pt2589"/>
            <p:cNvSpPr/>
            <p:nvPr/>
          </p:nvSpPr>
          <p:spPr>
            <a:xfrm>
              <a:off x="10953077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90" name="pt2590"/>
            <p:cNvSpPr/>
            <p:nvPr/>
          </p:nvSpPr>
          <p:spPr>
            <a:xfrm>
              <a:off x="10745428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91" name="pt2591"/>
            <p:cNvSpPr/>
            <p:nvPr/>
          </p:nvSpPr>
          <p:spPr>
            <a:xfrm>
              <a:off x="10330131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92" name="pt2592"/>
            <p:cNvSpPr/>
            <p:nvPr/>
          </p:nvSpPr>
          <p:spPr>
            <a:xfrm>
              <a:off x="10330131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93" name="pt2593"/>
            <p:cNvSpPr/>
            <p:nvPr/>
          </p:nvSpPr>
          <p:spPr>
            <a:xfrm>
              <a:off x="10122482" y="391371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94" name="pt2594"/>
            <p:cNvSpPr/>
            <p:nvPr/>
          </p:nvSpPr>
          <p:spPr>
            <a:xfrm>
              <a:off x="8876590" y="435151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95" name="pt2595"/>
            <p:cNvSpPr/>
            <p:nvPr/>
          </p:nvSpPr>
          <p:spPr>
            <a:xfrm>
              <a:off x="11368374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96" name="pt2596"/>
            <p:cNvSpPr/>
            <p:nvPr/>
          </p:nvSpPr>
          <p:spPr>
            <a:xfrm>
              <a:off x="9084239" y="412109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97" name="pt2597"/>
            <p:cNvSpPr/>
            <p:nvPr/>
          </p:nvSpPr>
          <p:spPr>
            <a:xfrm>
              <a:off x="9291888" y="43976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98" name="pt2598"/>
            <p:cNvSpPr/>
            <p:nvPr/>
          </p:nvSpPr>
          <p:spPr>
            <a:xfrm>
              <a:off x="9084239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599" name="pt2599"/>
            <p:cNvSpPr/>
            <p:nvPr/>
          </p:nvSpPr>
          <p:spPr>
            <a:xfrm>
              <a:off x="10953077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00" name="pt2600"/>
            <p:cNvSpPr/>
            <p:nvPr/>
          </p:nvSpPr>
          <p:spPr>
            <a:xfrm>
              <a:off x="10953077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01" name="pt2601"/>
            <p:cNvSpPr/>
            <p:nvPr/>
          </p:nvSpPr>
          <p:spPr>
            <a:xfrm>
              <a:off x="10537779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02" name="pt2602"/>
            <p:cNvSpPr/>
            <p:nvPr/>
          </p:nvSpPr>
          <p:spPr>
            <a:xfrm>
              <a:off x="10330131" y="393676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03" name="pt2603"/>
            <p:cNvSpPr/>
            <p:nvPr/>
          </p:nvSpPr>
          <p:spPr>
            <a:xfrm>
              <a:off x="11368374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04" name="pt2604"/>
            <p:cNvSpPr/>
            <p:nvPr/>
          </p:nvSpPr>
          <p:spPr>
            <a:xfrm>
              <a:off x="9914833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05" name="pt2605"/>
            <p:cNvSpPr/>
            <p:nvPr/>
          </p:nvSpPr>
          <p:spPr>
            <a:xfrm>
              <a:off x="10953077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06" name="pt2606"/>
            <p:cNvSpPr/>
            <p:nvPr/>
          </p:nvSpPr>
          <p:spPr>
            <a:xfrm>
              <a:off x="11160725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07" name="pt2607"/>
            <p:cNvSpPr/>
            <p:nvPr/>
          </p:nvSpPr>
          <p:spPr>
            <a:xfrm>
              <a:off x="10745428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08" name="pt2608"/>
            <p:cNvSpPr/>
            <p:nvPr/>
          </p:nvSpPr>
          <p:spPr>
            <a:xfrm>
              <a:off x="9084239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09" name="pt2609"/>
            <p:cNvSpPr/>
            <p:nvPr/>
          </p:nvSpPr>
          <p:spPr>
            <a:xfrm>
              <a:off x="10537779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10" name="pt2610"/>
            <p:cNvSpPr/>
            <p:nvPr/>
          </p:nvSpPr>
          <p:spPr>
            <a:xfrm>
              <a:off x="10953077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11" name="pt2611"/>
            <p:cNvSpPr/>
            <p:nvPr/>
          </p:nvSpPr>
          <p:spPr>
            <a:xfrm>
              <a:off x="10537779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12" name="pt2612"/>
            <p:cNvSpPr/>
            <p:nvPr/>
          </p:nvSpPr>
          <p:spPr>
            <a:xfrm>
              <a:off x="11160725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13" name="pt2613"/>
            <p:cNvSpPr/>
            <p:nvPr/>
          </p:nvSpPr>
          <p:spPr>
            <a:xfrm>
              <a:off x="9084239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14" name="pt2614"/>
            <p:cNvSpPr/>
            <p:nvPr/>
          </p:nvSpPr>
          <p:spPr>
            <a:xfrm>
              <a:off x="10537779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15" name="pt2615"/>
            <p:cNvSpPr/>
            <p:nvPr/>
          </p:nvSpPr>
          <p:spPr>
            <a:xfrm>
              <a:off x="11160725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16" name="pt2616"/>
            <p:cNvSpPr/>
            <p:nvPr/>
          </p:nvSpPr>
          <p:spPr>
            <a:xfrm>
              <a:off x="8461293" y="529624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17" name="pt2617"/>
            <p:cNvSpPr/>
            <p:nvPr/>
          </p:nvSpPr>
          <p:spPr>
            <a:xfrm>
              <a:off x="8461293" y="508886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18" name="pt2618"/>
            <p:cNvSpPr/>
            <p:nvPr/>
          </p:nvSpPr>
          <p:spPr>
            <a:xfrm>
              <a:off x="10537779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19" name="pt2619"/>
            <p:cNvSpPr/>
            <p:nvPr/>
          </p:nvSpPr>
          <p:spPr>
            <a:xfrm>
              <a:off x="9707185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20" name="pt2620"/>
            <p:cNvSpPr/>
            <p:nvPr/>
          </p:nvSpPr>
          <p:spPr>
            <a:xfrm>
              <a:off x="9084239" y="50427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21" name="pt2621"/>
            <p:cNvSpPr/>
            <p:nvPr/>
          </p:nvSpPr>
          <p:spPr>
            <a:xfrm>
              <a:off x="11368374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22" name="pt2622"/>
            <p:cNvSpPr/>
            <p:nvPr/>
          </p:nvSpPr>
          <p:spPr>
            <a:xfrm>
              <a:off x="11368374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23" name="pt2623"/>
            <p:cNvSpPr/>
            <p:nvPr/>
          </p:nvSpPr>
          <p:spPr>
            <a:xfrm>
              <a:off x="10745428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24" name="pt2624"/>
            <p:cNvSpPr/>
            <p:nvPr/>
          </p:nvSpPr>
          <p:spPr>
            <a:xfrm>
              <a:off x="10953077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25" name="pt2625"/>
            <p:cNvSpPr/>
            <p:nvPr/>
          </p:nvSpPr>
          <p:spPr>
            <a:xfrm>
              <a:off x="11160725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26" name="pt2626"/>
            <p:cNvSpPr/>
            <p:nvPr/>
          </p:nvSpPr>
          <p:spPr>
            <a:xfrm>
              <a:off x="9707185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27" name="pt2627"/>
            <p:cNvSpPr/>
            <p:nvPr/>
          </p:nvSpPr>
          <p:spPr>
            <a:xfrm>
              <a:off x="11160725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28" name="pt2628"/>
            <p:cNvSpPr/>
            <p:nvPr/>
          </p:nvSpPr>
          <p:spPr>
            <a:xfrm>
              <a:off x="10953077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29" name="pt2629"/>
            <p:cNvSpPr/>
            <p:nvPr/>
          </p:nvSpPr>
          <p:spPr>
            <a:xfrm>
              <a:off x="10745428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30" name="pt2630"/>
            <p:cNvSpPr/>
            <p:nvPr/>
          </p:nvSpPr>
          <p:spPr>
            <a:xfrm>
              <a:off x="8876590" y="501974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31" name="pt2631"/>
            <p:cNvSpPr/>
            <p:nvPr/>
          </p:nvSpPr>
          <p:spPr>
            <a:xfrm>
              <a:off x="10537779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32" name="pt2632"/>
            <p:cNvSpPr/>
            <p:nvPr/>
          </p:nvSpPr>
          <p:spPr>
            <a:xfrm>
              <a:off x="10745428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33" name="pt2633"/>
            <p:cNvSpPr/>
            <p:nvPr/>
          </p:nvSpPr>
          <p:spPr>
            <a:xfrm>
              <a:off x="8668942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34" name="pt2634"/>
            <p:cNvSpPr/>
            <p:nvPr/>
          </p:nvSpPr>
          <p:spPr>
            <a:xfrm>
              <a:off x="10330131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35" name="pt2635"/>
            <p:cNvSpPr/>
            <p:nvPr/>
          </p:nvSpPr>
          <p:spPr>
            <a:xfrm>
              <a:off x="11160725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36" name="pt2636"/>
            <p:cNvSpPr/>
            <p:nvPr/>
          </p:nvSpPr>
          <p:spPr>
            <a:xfrm>
              <a:off x="9291888" y="42363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37" name="pt2637"/>
            <p:cNvSpPr/>
            <p:nvPr/>
          </p:nvSpPr>
          <p:spPr>
            <a:xfrm>
              <a:off x="11160725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38" name="pt2638"/>
            <p:cNvSpPr/>
            <p:nvPr/>
          </p:nvSpPr>
          <p:spPr>
            <a:xfrm>
              <a:off x="8668942" y="531928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39" name="pt2639"/>
            <p:cNvSpPr/>
            <p:nvPr/>
          </p:nvSpPr>
          <p:spPr>
            <a:xfrm>
              <a:off x="10745428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40" name="pt2640"/>
            <p:cNvSpPr/>
            <p:nvPr/>
          </p:nvSpPr>
          <p:spPr>
            <a:xfrm>
              <a:off x="8876590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41" name="pt2641"/>
            <p:cNvSpPr/>
            <p:nvPr/>
          </p:nvSpPr>
          <p:spPr>
            <a:xfrm>
              <a:off x="8668942" y="43976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42" name="pt2642"/>
            <p:cNvSpPr/>
            <p:nvPr/>
          </p:nvSpPr>
          <p:spPr>
            <a:xfrm>
              <a:off x="10745428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43" name="pt2643"/>
            <p:cNvSpPr/>
            <p:nvPr/>
          </p:nvSpPr>
          <p:spPr>
            <a:xfrm>
              <a:off x="11368374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44" name="pt2644"/>
            <p:cNvSpPr/>
            <p:nvPr/>
          </p:nvSpPr>
          <p:spPr>
            <a:xfrm>
              <a:off x="9499536" y="4121097"/>
              <a:ext cx="72220" cy="72220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309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45" name="pt2645"/>
            <p:cNvSpPr/>
            <p:nvPr/>
          </p:nvSpPr>
          <p:spPr>
            <a:xfrm>
              <a:off x="9707185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46" name="pt2646"/>
            <p:cNvSpPr/>
            <p:nvPr/>
          </p:nvSpPr>
          <p:spPr>
            <a:xfrm>
              <a:off x="8668942" y="501974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47" name="pt2647"/>
            <p:cNvSpPr/>
            <p:nvPr/>
          </p:nvSpPr>
          <p:spPr>
            <a:xfrm>
              <a:off x="8461293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48" name="pt2648"/>
            <p:cNvSpPr/>
            <p:nvPr/>
          </p:nvSpPr>
          <p:spPr>
            <a:xfrm>
              <a:off x="9499536" y="47893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49" name="pt2649"/>
            <p:cNvSpPr/>
            <p:nvPr/>
          </p:nvSpPr>
          <p:spPr>
            <a:xfrm>
              <a:off x="8461293" y="499669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50" name="pt2650"/>
            <p:cNvSpPr/>
            <p:nvPr/>
          </p:nvSpPr>
          <p:spPr>
            <a:xfrm>
              <a:off x="9499536" y="453585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51" name="pt2651"/>
            <p:cNvSpPr/>
            <p:nvPr/>
          </p:nvSpPr>
          <p:spPr>
            <a:xfrm>
              <a:off x="8876590" y="469715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52" name="pt2652"/>
            <p:cNvSpPr/>
            <p:nvPr/>
          </p:nvSpPr>
          <p:spPr>
            <a:xfrm>
              <a:off x="11160725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53" name="pt2653"/>
            <p:cNvSpPr/>
            <p:nvPr/>
          </p:nvSpPr>
          <p:spPr>
            <a:xfrm>
              <a:off x="10122482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54" name="pt2654"/>
            <p:cNvSpPr/>
            <p:nvPr/>
          </p:nvSpPr>
          <p:spPr>
            <a:xfrm>
              <a:off x="8253644" y="598751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55" name="pt2655"/>
            <p:cNvSpPr/>
            <p:nvPr/>
          </p:nvSpPr>
          <p:spPr>
            <a:xfrm>
              <a:off x="8876590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56" name="pt2656"/>
            <p:cNvSpPr/>
            <p:nvPr/>
          </p:nvSpPr>
          <p:spPr>
            <a:xfrm>
              <a:off x="8253644" y="536537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57" name="pt2657"/>
            <p:cNvSpPr/>
            <p:nvPr/>
          </p:nvSpPr>
          <p:spPr>
            <a:xfrm>
              <a:off x="8668942" y="43976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58" name="pt2658"/>
            <p:cNvSpPr/>
            <p:nvPr/>
          </p:nvSpPr>
          <p:spPr>
            <a:xfrm>
              <a:off x="8876590" y="44667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59" name="pt2659"/>
            <p:cNvSpPr/>
            <p:nvPr/>
          </p:nvSpPr>
          <p:spPr>
            <a:xfrm>
              <a:off x="8668942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60" name="pt2660"/>
            <p:cNvSpPr/>
            <p:nvPr/>
          </p:nvSpPr>
          <p:spPr>
            <a:xfrm>
              <a:off x="8668942" y="472019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61" name="pt2661"/>
            <p:cNvSpPr/>
            <p:nvPr/>
          </p:nvSpPr>
          <p:spPr>
            <a:xfrm>
              <a:off x="8461293" y="515799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62" name="pt2662"/>
            <p:cNvSpPr/>
            <p:nvPr/>
          </p:nvSpPr>
          <p:spPr>
            <a:xfrm>
              <a:off x="9707185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63" name="pt2663"/>
            <p:cNvSpPr/>
            <p:nvPr/>
          </p:nvSpPr>
          <p:spPr>
            <a:xfrm>
              <a:off x="10330131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64" name="pt2664"/>
            <p:cNvSpPr/>
            <p:nvPr/>
          </p:nvSpPr>
          <p:spPr>
            <a:xfrm>
              <a:off x="8668942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65" name="pt2665"/>
            <p:cNvSpPr/>
            <p:nvPr/>
          </p:nvSpPr>
          <p:spPr>
            <a:xfrm>
              <a:off x="8668942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66" name="pt2666"/>
            <p:cNvSpPr/>
            <p:nvPr/>
          </p:nvSpPr>
          <p:spPr>
            <a:xfrm>
              <a:off x="11160725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67" name="pt2667"/>
            <p:cNvSpPr/>
            <p:nvPr/>
          </p:nvSpPr>
          <p:spPr>
            <a:xfrm>
              <a:off x="8668942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68" name="pt2668"/>
            <p:cNvSpPr/>
            <p:nvPr/>
          </p:nvSpPr>
          <p:spPr>
            <a:xfrm>
              <a:off x="10330131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69" name="pt2669"/>
            <p:cNvSpPr/>
            <p:nvPr/>
          </p:nvSpPr>
          <p:spPr>
            <a:xfrm>
              <a:off x="8876590" y="44667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70" name="pt2670"/>
            <p:cNvSpPr/>
            <p:nvPr/>
          </p:nvSpPr>
          <p:spPr>
            <a:xfrm>
              <a:off x="10953077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71" name="pt2671"/>
            <p:cNvSpPr/>
            <p:nvPr/>
          </p:nvSpPr>
          <p:spPr>
            <a:xfrm>
              <a:off x="8461293" y="578013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72" name="pt2672"/>
            <p:cNvSpPr/>
            <p:nvPr/>
          </p:nvSpPr>
          <p:spPr>
            <a:xfrm>
              <a:off x="10537779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73" name="pt2673"/>
            <p:cNvSpPr/>
            <p:nvPr/>
          </p:nvSpPr>
          <p:spPr>
            <a:xfrm>
              <a:off x="9914833" y="391371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74" name="pt2674"/>
            <p:cNvSpPr/>
            <p:nvPr/>
          </p:nvSpPr>
          <p:spPr>
            <a:xfrm>
              <a:off x="8461293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75" name="pt2675"/>
            <p:cNvSpPr/>
            <p:nvPr/>
          </p:nvSpPr>
          <p:spPr>
            <a:xfrm>
              <a:off x="9291888" y="432847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76" name="pt2676"/>
            <p:cNvSpPr/>
            <p:nvPr/>
          </p:nvSpPr>
          <p:spPr>
            <a:xfrm>
              <a:off x="1095307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77" name="pt2677"/>
            <p:cNvSpPr/>
            <p:nvPr/>
          </p:nvSpPr>
          <p:spPr>
            <a:xfrm>
              <a:off x="11160725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78" name="pt2678"/>
            <p:cNvSpPr/>
            <p:nvPr/>
          </p:nvSpPr>
          <p:spPr>
            <a:xfrm>
              <a:off x="11160725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79" name="pt2679"/>
            <p:cNvSpPr/>
            <p:nvPr/>
          </p:nvSpPr>
          <p:spPr>
            <a:xfrm>
              <a:off x="8668942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80" name="pt2680"/>
            <p:cNvSpPr/>
            <p:nvPr/>
          </p:nvSpPr>
          <p:spPr>
            <a:xfrm>
              <a:off x="8253644" y="557275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81" name="pt2681"/>
            <p:cNvSpPr/>
            <p:nvPr/>
          </p:nvSpPr>
          <p:spPr>
            <a:xfrm>
              <a:off x="8876590" y="44667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82" name="pt2682"/>
            <p:cNvSpPr/>
            <p:nvPr/>
          </p:nvSpPr>
          <p:spPr>
            <a:xfrm>
              <a:off x="8461293" y="488148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83" name="pt2683"/>
            <p:cNvSpPr/>
            <p:nvPr/>
          </p:nvSpPr>
          <p:spPr>
            <a:xfrm>
              <a:off x="8461293" y="501974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84" name="pt2684"/>
            <p:cNvSpPr/>
            <p:nvPr/>
          </p:nvSpPr>
          <p:spPr>
            <a:xfrm>
              <a:off x="10953077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85" name="pt2685"/>
            <p:cNvSpPr/>
            <p:nvPr/>
          </p:nvSpPr>
          <p:spPr>
            <a:xfrm>
              <a:off x="9914833" y="391371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86" name="pt2686"/>
            <p:cNvSpPr/>
            <p:nvPr/>
          </p:nvSpPr>
          <p:spPr>
            <a:xfrm>
              <a:off x="8253644" y="536537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87" name="pt2687"/>
            <p:cNvSpPr/>
            <p:nvPr/>
          </p:nvSpPr>
          <p:spPr>
            <a:xfrm>
              <a:off x="11160725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88" name="pt2688"/>
            <p:cNvSpPr/>
            <p:nvPr/>
          </p:nvSpPr>
          <p:spPr>
            <a:xfrm>
              <a:off x="11368374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89" name="pt2689"/>
            <p:cNvSpPr/>
            <p:nvPr/>
          </p:nvSpPr>
          <p:spPr>
            <a:xfrm>
              <a:off x="11368374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90" name="pt2690"/>
            <p:cNvSpPr/>
            <p:nvPr/>
          </p:nvSpPr>
          <p:spPr>
            <a:xfrm>
              <a:off x="11160725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91" name="pt2691"/>
            <p:cNvSpPr/>
            <p:nvPr/>
          </p:nvSpPr>
          <p:spPr>
            <a:xfrm>
              <a:off x="8253644" y="508886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92" name="pt2692"/>
            <p:cNvSpPr/>
            <p:nvPr/>
          </p:nvSpPr>
          <p:spPr>
            <a:xfrm>
              <a:off x="8668942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93" name="pt2693"/>
            <p:cNvSpPr/>
            <p:nvPr/>
          </p:nvSpPr>
          <p:spPr>
            <a:xfrm>
              <a:off x="8461293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94" name="pt2694"/>
            <p:cNvSpPr/>
            <p:nvPr/>
          </p:nvSpPr>
          <p:spPr>
            <a:xfrm>
              <a:off x="8461293" y="529624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95" name="pt2695"/>
            <p:cNvSpPr/>
            <p:nvPr/>
          </p:nvSpPr>
          <p:spPr>
            <a:xfrm>
              <a:off x="10745428" y="4051970"/>
              <a:ext cx="72220" cy="72220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309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96" name="pt2696"/>
            <p:cNvSpPr/>
            <p:nvPr/>
          </p:nvSpPr>
          <p:spPr>
            <a:xfrm>
              <a:off x="11160725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97" name="pt2697"/>
            <p:cNvSpPr/>
            <p:nvPr/>
          </p:nvSpPr>
          <p:spPr>
            <a:xfrm>
              <a:off x="10953077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98" name="pt2698"/>
            <p:cNvSpPr/>
            <p:nvPr/>
          </p:nvSpPr>
          <p:spPr>
            <a:xfrm>
              <a:off x="10953077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699" name="pt2699"/>
            <p:cNvSpPr/>
            <p:nvPr/>
          </p:nvSpPr>
          <p:spPr>
            <a:xfrm>
              <a:off x="8876590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00" name="pt2700"/>
            <p:cNvSpPr/>
            <p:nvPr/>
          </p:nvSpPr>
          <p:spPr>
            <a:xfrm>
              <a:off x="8668942" y="515799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01" name="pt2701"/>
            <p:cNvSpPr/>
            <p:nvPr/>
          </p:nvSpPr>
          <p:spPr>
            <a:xfrm>
              <a:off x="9084239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02" name="pt2702"/>
            <p:cNvSpPr/>
            <p:nvPr/>
          </p:nvSpPr>
          <p:spPr>
            <a:xfrm>
              <a:off x="8668942" y="508886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03" name="pt2703"/>
            <p:cNvSpPr/>
            <p:nvPr/>
          </p:nvSpPr>
          <p:spPr>
            <a:xfrm>
              <a:off x="9084239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04" name="pt2704"/>
            <p:cNvSpPr/>
            <p:nvPr/>
          </p:nvSpPr>
          <p:spPr>
            <a:xfrm>
              <a:off x="10330131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05" name="pt2705"/>
            <p:cNvSpPr/>
            <p:nvPr/>
          </p:nvSpPr>
          <p:spPr>
            <a:xfrm>
              <a:off x="8668942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06" name="pt2706"/>
            <p:cNvSpPr/>
            <p:nvPr/>
          </p:nvSpPr>
          <p:spPr>
            <a:xfrm>
              <a:off x="8876590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07" name="pt2707"/>
            <p:cNvSpPr/>
            <p:nvPr/>
          </p:nvSpPr>
          <p:spPr>
            <a:xfrm>
              <a:off x="11160725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08" name="pt2708"/>
            <p:cNvSpPr/>
            <p:nvPr/>
          </p:nvSpPr>
          <p:spPr>
            <a:xfrm>
              <a:off x="8668942" y="501974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09" name="pt2709"/>
            <p:cNvSpPr/>
            <p:nvPr/>
          </p:nvSpPr>
          <p:spPr>
            <a:xfrm>
              <a:off x="10537779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10" name="pt2710"/>
            <p:cNvSpPr/>
            <p:nvPr/>
          </p:nvSpPr>
          <p:spPr>
            <a:xfrm>
              <a:off x="8876590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11" name="pt2711"/>
            <p:cNvSpPr/>
            <p:nvPr/>
          </p:nvSpPr>
          <p:spPr>
            <a:xfrm>
              <a:off x="8668942" y="501974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12" name="pt2712"/>
            <p:cNvSpPr/>
            <p:nvPr/>
          </p:nvSpPr>
          <p:spPr>
            <a:xfrm>
              <a:off x="8461293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13" name="pt2713"/>
            <p:cNvSpPr/>
            <p:nvPr/>
          </p:nvSpPr>
          <p:spPr>
            <a:xfrm>
              <a:off x="8876590" y="47893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14" name="pt2714"/>
            <p:cNvSpPr/>
            <p:nvPr/>
          </p:nvSpPr>
          <p:spPr>
            <a:xfrm>
              <a:off x="10122482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15" name="pt2715"/>
            <p:cNvSpPr/>
            <p:nvPr/>
          </p:nvSpPr>
          <p:spPr>
            <a:xfrm>
              <a:off x="9914833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16" name="pt2716"/>
            <p:cNvSpPr/>
            <p:nvPr/>
          </p:nvSpPr>
          <p:spPr>
            <a:xfrm>
              <a:off x="10122482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17" name="pt2717"/>
            <p:cNvSpPr/>
            <p:nvPr/>
          </p:nvSpPr>
          <p:spPr>
            <a:xfrm>
              <a:off x="8876590" y="51810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18" name="pt2718"/>
            <p:cNvSpPr/>
            <p:nvPr/>
          </p:nvSpPr>
          <p:spPr>
            <a:xfrm>
              <a:off x="8461293" y="469715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19" name="pt2719"/>
            <p:cNvSpPr/>
            <p:nvPr/>
          </p:nvSpPr>
          <p:spPr>
            <a:xfrm>
              <a:off x="8668942" y="497365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20" name="pt2720"/>
            <p:cNvSpPr/>
            <p:nvPr/>
          </p:nvSpPr>
          <p:spPr>
            <a:xfrm>
              <a:off x="8876590" y="44436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21" name="pt2721"/>
            <p:cNvSpPr/>
            <p:nvPr/>
          </p:nvSpPr>
          <p:spPr>
            <a:xfrm>
              <a:off x="8253644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22" name="pt2722"/>
            <p:cNvSpPr/>
            <p:nvPr/>
          </p:nvSpPr>
          <p:spPr>
            <a:xfrm>
              <a:off x="9291888" y="43976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23" name="pt2723"/>
            <p:cNvSpPr/>
            <p:nvPr/>
          </p:nvSpPr>
          <p:spPr>
            <a:xfrm>
              <a:off x="8253644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24" name="pt2724"/>
            <p:cNvSpPr/>
            <p:nvPr/>
          </p:nvSpPr>
          <p:spPr>
            <a:xfrm>
              <a:off x="8461293" y="485844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25" name="pt2725"/>
            <p:cNvSpPr/>
            <p:nvPr/>
          </p:nvSpPr>
          <p:spPr>
            <a:xfrm>
              <a:off x="8253644" y="550362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26" name="pt2726"/>
            <p:cNvSpPr/>
            <p:nvPr/>
          </p:nvSpPr>
          <p:spPr>
            <a:xfrm>
              <a:off x="10537779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27" name="pt2727"/>
            <p:cNvSpPr/>
            <p:nvPr/>
          </p:nvSpPr>
          <p:spPr>
            <a:xfrm>
              <a:off x="11160725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28" name="pt2728"/>
            <p:cNvSpPr/>
            <p:nvPr/>
          </p:nvSpPr>
          <p:spPr>
            <a:xfrm>
              <a:off x="8876590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29" name="pt2729"/>
            <p:cNvSpPr/>
            <p:nvPr/>
          </p:nvSpPr>
          <p:spPr>
            <a:xfrm>
              <a:off x="11368374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30" name="pt2730"/>
            <p:cNvSpPr/>
            <p:nvPr/>
          </p:nvSpPr>
          <p:spPr>
            <a:xfrm>
              <a:off x="9499536" y="412109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31" name="pt2731"/>
            <p:cNvSpPr/>
            <p:nvPr/>
          </p:nvSpPr>
          <p:spPr>
            <a:xfrm>
              <a:off x="9084239" y="43976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32" name="pt2732"/>
            <p:cNvSpPr/>
            <p:nvPr/>
          </p:nvSpPr>
          <p:spPr>
            <a:xfrm>
              <a:off x="10330131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33" name="pt2733"/>
            <p:cNvSpPr/>
            <p:nvPr/>
          </p:nvSpPr>
          <p:spPr>
            <a:xfrm>
              <a:off x="8253644" y="550362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34" name="pt2734"/>
            <p:cNvSpPr/>
            <p:nvPr/>
          </p:nvSpPr>
          <p:spPr>
            <a:xfrm>
              <a:off x="8876590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35" name="pt2735"/>
            <p:cNvSpPr/>
            <p:nvPr/>
          </p:nvSpPr>
          <p:spPr>
            <a:xfrm>
              <a:off x="8668942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36" name="pt2736"/>
            <p:cNvSpPr/>
            <p:nvPr/>
          </p:nvSpPr>
          <p:spPr>
            <a:xfrm>
              <a:off x="8876590" y="465106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37" name="pt2737"/>
            <p:cNvSpPr/>
            <p:nvPr/>
          </p:nvSpPr>
          <p:spPr>
            <a:xfrm>
              <a:off x="9914833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38" name="pt2738"/>
            <p:cNvSpPr/>
            <p:nvPr/>
          </p:nvSpPr>
          <p:spPr>
            <a:xfrm>
              <a:off x="8668942" y="469715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39" name="pt2739"/>
            <p:cNvSpPr/>
            <p:nvPr/>
          </p:nvSpPr>
          <p:spPr>
            <a:xfrm>
              <a:off x="8461293" y="515799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40" name="pt2740"/>
            <p:cNvSpPr/>
            <p:nvPr/>
          </p:nvSpPr>
          <p:spPr>
            <a:xfrm>
              <a:off x="11368374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41" name="pt2741"/>
            <p:cNvSpPr/>
            <p:nvPr/>
          </p:nvSpPr>
          <p:spPr>
            <a:xfrm>
              <a:off x="1095307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42" name="pt2742"/>
            <p:cNvSpPr/>
            <p:nvPr/>
          </p:nvSpPr>
          <p:spPr>
            <a:xfrm>
              <a:off x="9914833" y="391371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43" name="pt2743"/>
            <p:cNvSpPr/>
            <p:nvPr/>
          </p:nvSpPr>
          <p:spPr>
            <a:xfrm>
              <a:off x="10537779" y="3729380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44" name="pt2744"/>
            <p:cNvSpPr/>
            <p:nvPr/>
          </p:nvSpPr>
          <p:spPr>
            <a:xfrm>
              <a:off x="11368374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45" name="pt2745"/>
            <p:cNvSpPr/>
            <p:nvPr/>
          </p:nvSpPr>
          <p:spPr>
            <a:xfrm>
              <a:off x="11160725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46" name="pt2746"/>
            <p:cNvSpPr/>
            <p:nvPr/>
          </p:nvSpPr>
          <p:spPr>
            <a:xfrm>
              <a:off x="10745428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47" name="pt2747"/>
            <p:cNvSpPr/>
            <p:nvPr/>
          </p:nvSpPr>
          <p:spPr>
            <a:xfrm>
              <a:off x="1095307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48" name="pt2748"/>
            <p:cNvSpPr/>
            <p:nvPr/>
          </p:nvSpPr>
          <p:spPr>
            <a:xfrm>
              <a:off x="10122482" y="3867633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49" name="pt2749"/>
            <p:cNvSpPr/>
            <p:nvPr/>
          </p:nvSpPr>
          <p:spPr>
            <a:xfrm>
              <a:off x="9707185" y="405197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50" name="pt2750"/>
            <p:cNvSpPr/>
            <p:nvPr/>
          </p:nvSpPr>
          <p:spPr>
            <a:xfrm>
              <a:off x="10953077" y="3775465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51" name="pt2751"/>
            <p:cNvSpPr/>
            <p:nvPr/>
          </p:nvSpPr>
          <p:spPr>
            <a:xfrm>
              <a:off x="10953077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52" name="pt2752"/>
            <p:cNvSpPr/>
            <p:nvPr/>
          </p:nvSpPr>
          <p:spPr>
            <a:xfrm>
              <a:off x="10953077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53" name="pt2753"/>
            <p:cNvSpPr/>
            <p:nvPr/>
          </p:nvSpPr>
          <p:spPr>
            <a:xfrm>
              <a:off x="9291888" y="405197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54" name="pt2754"/>
            <p:cNvSpPr/>
            <p:nvPr/>
          </p:nvSpPr>
          <p:spPr>
            <a:xfrm>
              <a:off x="8668942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55" name="pt2755"/>
            <p:cNvSpPr/>
            <p:nvPr/>
          </p:nvSpPr>
          <p:spPr>
            <a:xfrm>
              <a:off x="9291888" y="40750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56" name="pt2756"/>
            <p:cNvSpPr/>
            <p:nvPr/>
          </p:nvSpPr>
          <p:spPr>
            <a:xfrm>
              <a:off x="10330131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57" name="pt2757"/>
            <p:cNvSpPr/>
            <p:nvPr/>
          </p:nvSpPr>
          <p:spPr>
            <a:xfrm>
              <a:off x="10953077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58" name="pt2758"/>
            <p:cNvSpPr/>
            <p:nvPr/>
          </p:nvSpPr>
          <p:spPr>
            <a:xfrm>
              <a:off x="11368374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59" name="pt2759"/>
            <p:cNvSpPr/>
            <p:nvPr/>
          </p:nvSpPr>
          <p:spPr>
            <a:xfrm>
              <a:off x="8876590" y="44667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60" name="pt2760"/>
            <p:cNvSpPr/>
            <p:nvPr/>
          </p:nvSpPr>
          <p:spPr>
            <a:xfrm>
              <a:off x="9707185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61" name="pt2761"/>
            <p:cNvSpPr/>
            <p:nvPr/>
          </p:nvSpPr>
          <p:spPr>
            <a:xfrm>
              <a:off x="9291888" y="42823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62" name="pt2762"/>
            <p:cNvSpPr/>
            <p:nvPr/>
          </p:nvSpPr>
          <p:spPr>
            <a:xfrm>
              <a:off x="10330131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63" name="pt2763"/>
            <p:cNvSpPr/>
            <p:nvPr/>
          </p:nvSpPr>
          <p:spPr>
            <a:xfrm>
              <a:off x="9914833" y="421326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64" name="pt2764"/>
            <p:cNvSpPr/>
            <p:nvPr/>
          </p:nvSpPr>
          <p:spPr>
            <a:xfrm>
              <a:off x="10122482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65" name="pt2765"/>
            <p:cNvSpPr/>
            <p:nvPr/>
          </p:nvSpPr>
          <p:spPr>
            <a:xfrm>
              <a:off x="10745428" y="3844591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66" name="pt2766"/>
            <p:cNvSpPr/>
            <p:nvPr/>
          </p:nvSpPr>
          <p:spPr>
            <a:xfrm>
              <a:off x="1095307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67" name="pt2767"/>
            <p:cNvSpPr/>
            <p:nvPr/>
          </p:nvSpPr>
          <p:spPr>
            <a:xfrm>
              <a:off x="9707185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68" name="pt2768"/>
            <p:cNvSpPr/>
            <p:nvPr/>
          </p:nvSpPr>
          <p:spPr>
            <a:xfrm>
              <a:off x="10745428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69" name="pt2769"/>
            <p:cNvSpPr/>
            <p:nvPr/>
          </p:nvSpPr>
          <p:spPr>
            <a:xfrm>
              <a:off x="9707185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70" name="pt2770"/>
            <p:cNvSpPr/>
            <p:nvPr/>
          </p:nvSpPr>
          <p:spPr>
            <a:xfrm>
              <a:off x="9499536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71" name="pt2771"/>
            <p:cNvSpPr/>
            <p:nvPr/>
          </p:nvSpPr>
          <p:spPr>
            <a:xfrm>
              <a:off x="10122482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72" name="pt2772"/>
            <p:cNvSpPr/>
            <p:nvPr/>
          </p:nvSpPr>
          <p:spPr>
            <a:xfrm>
              <a:off x="10537779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73" name="pt2773"/>
            <p:cNvSpPr/>
            <p:nvPr/>
          </p:nvSpPr>
          <p:spPr>
            <a:xfrm>
              <a:off x="10537779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74" name="pt2774"/>
            <p:cNvSpPr/>
            <p:nvPr/>
          </p:nvSpPr>
          <p:spPr>
            <a:xfrm>
              <a:off x="9291888" y="453585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75" name="pt2775"/>
            <p:cNvSpPr/>
            <p:nvPr/>
          </p:nvSpPr>
          <p:spPr>
            <a:xfrm>
              <a:off x="8461293" y="520407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76" name="pt2776"/>
            <p:cNvSpPr/>
            <p:nvPr/>
          </p:nvSpPr>
          <p:spPr>
            <a:xfrm>
              <a:off x="10330131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77" name="pt2777"/>
            <p:cNvSpPr/>
            <p:nvPr/>
          </p:nvSpPr>
          <p:spPr>
            <a:xfrm>
              <a:off x="10330131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78" name="pt2778"/>
            <p:cNvSpPr/>
            <p:nvPr/>
          </p:nvSpPr>
          <p:spPr>
            <a:xfrm>
              <a:off x="10537779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79" name="pt2779"/>
            <p:cNvSpPr/>
            <p:nvPr/>
          </p:nvSpPr>
          <p:spPr>
            <a:xfrm>
              <a:off x="10953077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80" name="pt2780"/>
            <p:cNvSpPr/>
            <p:nvPr/>
          </p:nvSpPr>
          <p:spPr>
            <a:xfrm>
              <a:off x="8876590" y="550362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81" name="pt2781"/>
            <p:cNvSpPr/>
            <p:nvPr/>
          </p:nvSpPr>
          <p:spPr>
            <a:xfrm>
              <a:off x="10330131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82" name="pt2782"/>
            <p:cNvSpPr/>
            <p:nvPr/>
          </p:nvSpPr>
          <p:spPr>
            <a:xfrm>
              <a:off x="10953077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83" name="pt2783"/>
            <p:cNvSpPr/>
            <p:nvPr/>
          </p:nvSpPr>
          <p:spPr>
            <a:xfrm>
              <a:off x="11160725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84" name="pt2784"/>
            <p:cNvSpPr/>
            <p:nvPr/>
          </p:nvSpPr>
          <p:spPr>
            <a:xfrm>
              <a:off x="9707185" y="421326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85" name="pt2785"/>
            <p:cNvSpPr/>
            <p:nvPr/>
          </p:nvSpPr>
          <p:spPr>
            <a:xfrm>
              <a:off x="9914833" y="421326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86" name="pt2786"/>
            <p:cNvSpPr/>
            <p:nvPr/>
          </p:nvSpPr>
          <p:spPr>
            <a:xfrm>
              <a:off x="10537779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87" name="pt2787"/>
            <p:cNvSpPr/>
            <p:nvPr/>
          </p:nvSpPr>
          <p:spPr>
            <a:xfrm>
              <a:off x="9914833" y="412109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88" name="pt2788"/>
            <p:cNvSpPr/>
            <p:nvPr/>
          </p:nvSpPr>
          <p:spPr>
            <a:xfrm>
              <a:off x="10745428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89" name="pt2789"/>
            <p:cNvSpPr/>
            <p:nvPr/>
          </p:nvSpPr>
          <p:spPr>
            <a:xfrm>
              <a:off x="9707185" y="40750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90" name="pt2790"/>
            <p:cNvSpPr/>
            <p:nvPr/>
          </p:nvSpPr>
          <p:spPr>
            <a:xfrm>
              <a:off x="9499536" y="42593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91" name="pt2791"/>
            <p:cNvSpPr/>
            <p:nvPr/>
          </p:nvSpPr>
          <p:spPr>
            <a:xfrm>
              <a:off x="10745428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92" name="pt2792"/>
            <p:cNvSpPr/>
            <p:nvPr/>
          </p:nvSpPr>
          <p:spPr>
            <a:xfrm>
              <a:off x="8668942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93" name="pt2793"/>
            <p:cNvSpPr/>
            <p:nvPr/>
          </p:nvSpPr>
          <p:spPr>
            <a:xfrm>
              <a:off x="8668942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94" name="pt2794"/>
            <p:cNvSpPr/>
            <p:nvPr/>
          </p:nvSpPr>
          <p:spPr>
            <a:xfrm>
              <a:off x="10330131" y="391371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95" name="pt2795"/>
            <p:cNvSpPr/>
            <p:nvPr/>
          </p:nvSpPr>
          <p:spPr>
            <a:xfrm>
              <a:off x="8668942" y="47662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96" name="pt2796"/>
            <p:cNvSpPr/>
            <p:nvPr/>
          </p:nvSpPr>
          <p:spPr>
            <a:xfrm>
              <a:off x="11368374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97" name="pt2797"/>
            <p:cNvSpPr/>
            <p:nvPr/>
          </p:nvSpPr>
          <p:spPr>
            <a:xfrm>
              <a:off x="11368374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98" name="pt2798"/>
            <p:cNvSpPr/>
            <p:nvPr/>
          </p:nvSpPr>
          <p:spPr>
            <a:xfrm>
              <a:off x="9084239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799" name="pt2799"/>
            <p:cNvSpPr/>
            <p:nvPr/>
          </p:nvSpPr>
          <p:spPr>
            <a:xfrm>
              <a:off x="8668942" y="485844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00" name="pt2800"/>
            <p:cNvSpPr/>
            <p:nvPr/>
          </p:nvSpPr>
          <p:spPr>
            <a:xfrm>
              <a:off x="10537779" y="3844591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01" name="pt2801"/>
            <p:cNvSpPr/>
            <p:nvPr/>
          </p:nvSpPr>
          <p:spPr>
            <a:xfrm>
              <a:off x="8668942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02" name="pt2802"/>
            <p:cNvSpPr/>
            <p:nvPr/>
          </p:nvSpPr>
          <p:spPr>
            <a:xfrm>
              <a:off x="11368374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03" name="pt2803"/>
            <p:cNvSpPr/>
            <p:nvPr/>
          </p:nvSpPr>
          <p:spPr>
            <a:xfrm>
              <a:off x="11160725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04" name="pt2804"/>
            <p:cNvSpPr/>
            <p:nvPr/>
          </p:nvSpPr>
          <p:spPr>
            <a:xfrm>
              <a:off x="10953077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05" name="pt2805"/>
            <p:cNvSpPr/>
            <p:nvPr/>
          </p:nvSpPr>
          <p:spPr>
            <a:xfrm>
              <a:off x="10745428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06" name="pt2806"/>
            <p:cNvSpPr/>
            <p:nvPr/>
          </p:nvSpPr>
          <p:spPr>
            <a:xfrm>
              <a:off x="9499536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07" name="pt2807"/>
            <p:cNvSpPr/>
            <p:nvPr/>
          </p:nvSpPr>
          <p:spPr>
            <a:xfrm>
              <a:off x="11576023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08" name="pt2808"/>
            <p:cNvSpPr/>
            <p:nvPr/>
          </p:nvSpPr>
          <p:spPr>
            <a:xfrm>
              <a:off x="11160725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09" name="pt2809"/>
            <p:cNvSpPr/>
            <p:nvPr/>
          </p:nvSpPr>
          <p:spPr>
            <a:xfrm>
              <a:off x="8876590" y="430543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10" name="pt2810"/>
            <p:cNvSpPr/>
            <p:nvPr/>
          </p:nvSpPr>
          <p:spPr>
            <a:xfrm>
              <a:off x="10122482" y="3798507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11" name="pt2811"/>
            <p:cNvSpPr/>
            <p:nvPr/>
          </p:nvSpPr>
          <p:spPr>
            <a:xfrm>
              <a:off x="10745428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12" name="pt2812"/>
            <p:cNvSpPr/>
            <p:nvPr/>
          </p:nvSpPr>
          <p:spPr>
            <a:xfrm>
              <a:off x="9291888" y="458194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13" name="pt2813"/>
            <p:cNvSpPr/>
            <p:nvPr/>
          </p:nvSpPr>
          <p:spPr>
            <a:xfrm>
              <a:off x="10745428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14" name="pt2814"/>
            <p:cNvSpPr/>
            <p:nvPr/>
          </p:nvSpPr>
          <p:spPr>
            <a:xfrm>
              <a:off x="9291888" y="42593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15" name="pt2815"/>
            <p:cNvSpPr/>
            <p:nvPr/>
          </p:nvSpPr>
          <p:spPr>
            <a:xfrm>
              <a:off x="8668942" y="488148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16" name="pt2816"/>
            <p:cNvSpPr/>
            <p:nvPr/>
          </p:nvSpPr>
          <p:spPr>
            <a:xfrm>
              <a:off x="9707185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17" name="pt2817"/>
            <p:cNvSpPr/>
            <p:nvPr/>
          </p:nvSpPr>
          <p:spPr>
            <a:xfrm>
              <a:off x="10330131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18" name="pt2818"/>
            <p:cNvSpPr/>
            <p:nvPr/>
          </p:nvSpPr>
          <p:spPr>
            <a:xfrm>
              <a:off x="9084239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19" name="pt2819"/>
            <p:cNvSpPr/>
            <p:nvPr/>
          </p:nvSpPr>
          <p:spPr>
            <a:xfrm>
              <a:off x="8876590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20" name="pt2820"/>
            <p:cNvSpPr/>
            <p:nvPr/>
          </p:nvSpPr>
          <p:spPr>
            <a:xfrm>
              <a:off x="8876590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21" name="pt2821"/>
            <p:cNvSpPr/>
            <p:nvPr/>
          </p:nvSpPr>
          <p:spPr>
            <a:xfrm>
              <a:off x="8668942" y="515799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22" name="pt2822"/>
            <p:cNvSpPr/>
            <p:nvPr/>
          </p:nvSpPr>
          <p:spPr>
            <a:xfrm>
              <a:off x="8668942" y="48354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23" name="pt2823"/>
            <p:cNvSpPr/>
            <p:nvPr/>
          </p:nvSpPr>
          <p:spPr>
            <a:xfrm>
              <a:off x="8461293" y="47893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24" name="pt2824"/>
            <p:cNvSpPr/>
            <p:nvPr/>
          </p:nvSpPr>
          <p:spPr>
            <a:xfrm>
              <a:off x="9084239" y="47893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25" name="pt2825"/>
            <p:cNvSpPr/>
            <p:nvPr/>
          </p:nvSpPr>
          <p:spPr>
            <a:xfrm>
              <a:off x="8668942" y="490453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26" name="pt2826"/>
            <p:cNvSpPr/>
            <p:nvPr/>
          </p:nvSpPr>
          <p:spPr>
            <a:xfrm>
              <a:off x="10330131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27" name="pt2827"/>
            <p:cNvSpPr/>
            <p:nvPr/>
          </p:nvSpPr>
          <p:spPr>
            <a:xfrm>
              <a:off x="8461293" y="47662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28" name="pt2828"/>
            <p:cNvSpPr/>
            <p:nvPr/>
          </p:nvSpPr>
          <p:spPr>
            <a:xfrm>
              <a:off x="10122482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29" name="pt2829"/>
            <p:cNvSpPr/>
            <p:nvPr/>
          </p:nvSpPr>
          <p:spPr>
            <a:xfrm>
              <a:off x="10953077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30" name="pt2830"/>
            <p:cNvSpPr/>
            <p:nvPr/>
          </p:nvSpPr>
          <p:spPr>
            <a:xfrm>
              <a:off x="8253644" y="529624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31" name="pt2831"/>
            <p:cNvSpPr/>
            <p:nvPr/>
          </p:nvSpPr>
          <p:spPr>
            <a:xfrm>
              <a:off x="10330131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32" name="pt2832"/>
            <p:cNvSpPr/>
            <p:nvPr/>
          </p:nvSpPr>
          <p:spPr>
            <a:xfrm>
              <a:off x="8461293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33" name="pt2833"/>
            <p:cNvSpPr/>
            <p:nvPr/>
          </p:nvSpPr>
          <p:spPr>
            <a:xfrm>
              <a:off x="1095307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34" name="pt2834"/>
            <p:cNvSpPr/>
            <p:nvPr/>
          </p:nvSpPr>
          <p:spPr>
            <a:xfrm>
              <a:off x="8668942" y="488148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35" name="pt2835"/>
            <p:cNvSpPr/>
            <p:nvPr/>
          </p:nvSpPr>
          <p:spPr>
            <a:xfrm>
              <a:off x="8668942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36" name="pt2836"/>
            <p:cNvSpPr/>
            <p:nvPr/>
          </p:nvSpPr>
          <p:spPr>
            <a:xfrm>
              <a:off x="8461293" y="511190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37" name="pt2837"/>
            <p:cNvSpPr/>
            <p:nvPr/>
          </p:nvSpPr>
          <p:spPr>
            <a:xfrm>
              <a:off x="10330131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38" name="pt2838"/>
            <p:cNvSpPr/>
            <p:nvPr/>
          </p:nvSpPr>
          <p:spPr>
            <a:xfrm>
              <a:off x="8876590" y="50427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39" name="pt2839"/>
            <p:cNvSpPr/>
            <p:nvPr/>
          </p:nvSpPr>
          <p:spPr>
            <a:xfrm>
              <a:off x="9084239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40" name="pt2840"/>
            <p:cNvSpPr/>
            <p:nvPr/>
          </p:nvSpPr>
          <p:spPr>
            <a:xfrm>
              <a:off x="8461293" y="591838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41" name="pt2841"/>
            <p:cNvSpPr/>
            <p:nvPr/>
          </p:nvSpPr>
          <p:spPr>
            <a:xfrm>
              <a:off x="10745428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42" name="pt2842"/>
            <p:cNvSpPr/>
            <p:nvPr/>
          </p:nvSpPr>
          <p:spPr>
            <a:xfrm>
              <a:off x="8876590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43" name="pt2843"/>
            <p:cNvSpPr/>
            <p:nvPr/>
          </p:nvSpPr>
          <p:spPr>
            <a:xfrm>
              <a:off x="9914833" y="41441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44" name="pt2844"/>
            <p:cNvSpPr/>
            <p:nvPr/>
          </p:nvSpPr>
          <p:spPr>
            <a:xfrm>
              <a:off x="8876590" y="472019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45" name="pt2845"/>
            <p:cNvSpPr/>
            <p:nvPr/>
          </p:nvSpPr>
          <p:spPr>
            <a:xfrm>
              <a:off x="8668942" y="448977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46" name="pt2846"/>
            <p:cNvSpPr/>
            <p:nvPr/>
          </p:nvSpPr>
          <p:spPr>
            <a:xfrm>
              <a:off x="9707185" y="42593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47" name="pt2847"/>
            <p:cNvSpPr/>
            <p:nvPr/>
          </p:nvSpPr>
          <p:spPr>
            <a:xfrm>
              <a:off x="10953077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48" name="pt2848"/>
            <p:cNvSpPr/>
            <p:nvPr/>
          </p:nvSpPr>
          <p:spPr>
            <a:xfrm>
              <a:off x="9084239" y="400588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49" name="pt2849"/>
            <p:cNvSpPr/>
            <p:nvPr/>
          </p:nvSpPr>
          <p:spPr>
            <a:xfrm>
              <a:off x="9914833" y="42593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50" name="pt2850"/>
            <p:cNvSpPr/>
            <p:nvPr/>
          </p:nvSpPr>
          <p:spPr>
            <a:xfrm>
              <a:off x="8461293" y="51810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51" name="pt2851"/>
            <p:cNvSpPr/>
            <p:nvPr/>
          </p:nvSpPr>
          <p:spPr>
            <a:xfrm>
              <a:off x="9291888" y="453585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52" name="pt2852"/>
            <p:cNvSpPr/>
            <p:nvPr/>
          </p:nvSpPr>
          <p:spPr>
            <a:xfrm>
              <a:off x="9084239" y="529624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53" name="pt2853"/>
            <p:cNvSpPr/>
            <p:nvPr/>
          </p:nvSpPr>
          <p:spPr>
            <a:xfrm>
              <a:off x="11160725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54" name="pt2854"/>
            <p:cNvSpPr/>
            <p:nvPr/>
          </p:nvSpPr>
          <p:spPr>
            <a:xfrm>
              <a:off x="9707185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55" name="pt2855"/>
            <p:cNvSpPr/>
            <p:nvPr/>
          </p:nvSpPr>
          <p:spPr>
            <a:xfrm>
              <a:off x="8461293" y="432847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56" name="pt2856"/>
            <p:cNvSpPr/>
            <p:nvPr/>
          </p:nvSpPr>
          <p:spPr>
            <a:xfrm>
              <a:off x="8461293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57" name="pt2857"/>
            <p:cNvSpPr/>
            <p:nvPr/>
          </p:nvSpPr>
          <p:spPr>
            <a:xfrm>
              <a:off x="8668942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58" name="pt2858"/>
            <p:cNvSpPr/>
            <p:nvPr/>
          </p:nvSpPr>
          <p:spPr>
            <a:xfrm>
              <a:off x="8253644" y="575708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59" name="pt2859"/>
            <p:cNvSpPr/>
            <p:nvPr/>
          </p:nvSpPr>
          <p:spPr>
            <a:xfrm>
              <a:off x="11576023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60" name="pt2860"/>
            <p:cNvSpPr/>
            <p:nvPr/>
          </p:nvSpPr>
          <p:spPr>
            <a:xfrm>
              <a:off x="1095307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61" name="pt2861"/>
            <p:cNvSpPr/>
            <p:nvPr/>
          </p:nvSpPr>
          <p:spPr>
            <a:xfrm>
              <a:off x="10953077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62" name="pt2862"/>
            <p:cNvSpPr/>
            <p:nvPr/>
          </p:nvSpPr>
          <p:spPr>
            <a:xfrm>
              <a:off x="9499536" y="44436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63" name="pt2863"/>
            <p:cNvSpPr/>
            <p:nvPr/>
          </p:nvSpPr>
          <p:spPr>
            <a:xfrm>
              <a:off x="10745428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64" name="pt2864"/>
            <p:cNvSpPr/>
            <p:nvPr/>
          </p:nvSpPr>
          <p:spPr>
            <a:xfrm>
              <a:off x="9914833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65" name="pt2865"/>
            <p:cNvSpPr/>
            <p:nvPr/>
          </p:nvSpPr>
          <p:spPr>
            <a:xfrm>
              <a:off x="8668942" y="490453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66" name="pt2866"/>
            <p:cNvSpPr/>
            <p:nvPr/>
          </p:nvSpPr>
          <p:spPr>
            <a:xfrm>
              <a:off x="8668942" y="50427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67" name="pt2867"/>
            <p:cNvSpPr/>
            <p:nvPr/>
          </p:nvSpPr>
          <p:spPr>
            <a:xfrm>
              <a:off x="8876590" y="44667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68" name="pt2868"/>
            <p:cNvSpPr/>
            <p:nvPr/>
          </p:nvSpPr>
          <p:spPr>
            <a:xfrm>
              <a:off x="9914833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69" name="pt2869"/>
            <p:cNvSpPr/>
            <p:nvPr/>
          </p:nvSpPr>
          <p:spPr>
            <a:xfrm>
              <a:off x="11576023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70" name="pt2870"/>
            <p:cNvSpPr/>
            <p:nvPr/>
          </p:nvSpPr>
          <p:spPr>
            <a:xfrm>
              <a:off x="10953077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71" name="pt2871"/>
            <p:cNvSpPr/>
            <p:nvPr/>
          </p:nvSpPr>
          <p:spPr>
            <a:xfrm>
              <a:off x="10122482" y="453585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72" name="pt2872"/>
            <p:cNvSpPr/>
            <p:nvPr/>
          </p:nvSpPr>
          <p:spPr>
            <a:xfrm>
              <a:off x="10122482" y="400588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73" name="pt2873"/>
            <p:cNvSpPr/>
            <p:nvPr/>
          </p:nvSpPr>
          <p:spPr>
            <a:xfrm>
              <a:off x="8876590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74" name="pt2874"/>
            <p:cNvSpPr/>
            <p:nvPr/>
          </p:nvSpPr>
          <p:spPr>
            <a:xfrm>
              <a:off x="9291888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75" name="pt2875"/>
            <p:cNvSpPr/>
            <p:nvPr/>
          </p:nvSpPr>
          <p:spPr>
            <a:xfrm>
              <a:off x="10537779" y="3844591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76" name="pt2876"/>
            <p:cNvSpPr/>
            <p:nvPr/>
          </p:nvSpPr>
          <p:spPr>
            <a:xfrm>
              <a:off x="9084239" y="47662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77" name="pt2877"/>
            <p:cNvSpPr/>
            <p:nvPr/>
          </p:nvSpPr>
          <p:spPr>
            <a:xfrm>
              <a:off x="8668942" y="511190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78" name="pt2878"/>
            <p:cNvSpPr/>
            <p:nvPr/>
          </p:nvSpPr>
          <p:spPr>
            <a:xfrm>
              <a:off x="9291888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79" name="pt2879"/>
            <p:cNvSpPr/>
            <p:nvPr/>
          </p:nvSpPr>
          <p:spPr>
            <a:xfrm>
              <a:off x="11368374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80" name="pt2880"/>
            <p:cNvSpPr/>
            <p:nvPr/>
          </p:nvSpPr>
          <p:spPr>
            <a:xfrm>
              <a:off x="10537779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81" name="pt2881"/>
            <p:cNvSpPr/>
            <p:nvPr/>
          </p:nvSpPr>
          <p:spPr>
            <a:xfrm>
              <a:off x="9707185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82" name="pt2882"/>
            <p:cNvSpPr/>
            <p:nvPr/>
          </p:nvSpPr>
          <p:spPr>
            <a:xfrm>
              <a:off x="10122482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83" name="pt2883"/>
            <p:cNvSpPr/>
            <p:nvPr/>
          </p:nvSpPr>
          <p:spPr>
            <a:xfrm>
              <a:off x="8668942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84" name="pt2884"/>
            <p:cNvSpPr/>
            <p:nvPr/>
          </p:nvSpPr>
          <p:spPr>
            <a:xfrm>
              <a:off x="8876590" y="529624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85" name="pt2885"/>
            <p:cNvSpPr/>
            <p:nvPr/>
          </p:nvSpPr>
          <p:spPr>
            <a:xfrm>
              <a:off x="8461293" y="51810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86" name="pt2886"/>
            <p:cNvSpPr/>
            <p:nvPr/>
          </p:nvSpPr>
          <p:spPr>
            <a:xfrm>
              <a:off x="10537779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87" name="pt2887"/>
            <p:cNvSpPr/>
            <p:nvPr/>
          </p:nvSpPr>
          <p:spPr>
            <a:xfrm>
              <a:off x="1095307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88" name="pt2888"/>
            <p:cNvSpPr/>
            <p:nvPr/>
          </p:nvSpPr>
          <p:spPr>
            <a:xfrm>
              <a:off x="9914833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89" name="pt2889"/>
            <p:cNvSpPr/>
            <p:nvPr/>
          </p:nvSpPr>
          <p:spPr>
            <a:xfrm>
              <a:off x="8461293" y="527320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90" name="pt2890"/>
            <p:cNvSpPr/>
            <p:nvPr/>
          </p:nvSpPr>
          <p:spPr>
            <a:xfrm>
              <a:off x="8461293" y="534233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91" name="pt2891"/>
            <p:cNvSpPr/>
            <p:nvPr/>
          </p:nvSpPr>
          <p:spPr>
            <a:xfrm>
              <a:off x="10537779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92" name="pt2892"/>
            <p:cNvSpPr/>
            <p:nvPr/>
          </p:nvSpPr>
          <p:spPr>
            <a:xfrm>
              <a:off x="10537779" y="3844591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93" name="pt2893"/>
            <p:cNvSpPr/>
            <p:nvPr/>
          </p:nvSpPr>
          <p:spPr>
            <a:xfrm>
              <a:off x="8668942" y="515799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94" name="pt2894"/>
            <p:cNvSpPr/>
            <p:nvPr/>
          </p:nvSpPr>
          <p:spPr>
            <a:xfrm>
              <a:off x="10745428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95" name="pt2895"/>
            <p:cNvSpPr/>
            <p:nvPr/>
          </p:nvSpPr>
          <p:spPr>
            <a:xfrm>
              <a:off x="11368374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96" name="pt2896"/>
            <p:cNvSpPr/>
            <p:nvPr/>
          </p:nvSpPr>
          <p:spPr>
            <a:xfrm>
              <a:off x="10330131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97" name="pt2897"/>
            <p:cNvSpPr/>
            <p:nvPr/>
          </p:nvSpPr>
          <p:spPr>
            <a:xfrm>
              <a:off x="8461293" y="573404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98" name="pt2898"/>
            <p:cNvSpPr/>
            <p:nvPr/>
          </p:nvSpPr>
          <p:spPr>
            <a:xfrm>
              <a:off x="9707185" y="41441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899" name="pt2899"/>
            <p:cNvSpPr/>
            <p:nvPr/>
          </p:nvSpPr>
          <p:spPr>
            <a:xfrm>
              <a:off x="11160725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900" name="pt2900"/>
            <p:cNvSpPr/>
            <p:nvPr/>
          </p:nvSpPr>
          <p:spPr>
            <a:xfrm>
              <a:off x="10953077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901" name="pt2901"/>
            <p:cNvSpPr/>
            <p:nvPr/>
          </p:nvSpPr>
          <p:spPr>
            <a:xfrm>
              <a:off x="11160725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902" name="pt2902"/>
            <p:cNvSpPr/>
            <p:nvPr/>
          </p:nvSpPr>
          <p:spPr>
            <a:xfrm>
              <a:off x="11368374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903" name="pt2903"/>
            <p:cNvSpPr/>
            <p:nvPr/>
          </p:nvSpPr>
          <p:spPr>
            <a:xfrm>
              <a:off x="9707185" y="448977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904" name="pt2904"/>
            <p:cNvSpPr/>
            <p:nvPr/>
          </p:nvSpPr>
          <p:spPr>
            <a:xfrm>
              <a:off x="9084239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905" name="pt2905"/>
            <p:cNvSpPr/>
            <p:nvPr/>
          </p:nvSpPr>
          <p:spPr>
            <a:xfrm>
              <a:off x="1095307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906" name="pt2906"/>
            <p:cNvSpPr/>
            <p:nvPr/>
          </p:nvSpPr>
          <p:spPr>
            <a:xfrm>
              <a:off x="10537779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907" name="pt2907"/>
            <p:cNvSpPr/>
            <p:nvPr/>
          </p:nvSpPr>
          <p:spPr>
            <a:xfrm>
              <a:off x="8461293" y="513495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908" name="pt2908"/>
            <p:cNvSpPr/>
            <p:nvPr/>
          </p:nvSpPr>
          <p:spPr>
            <a:xfrm>
              <a:off x="10745428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909" name="pt2909"/>
            <p:cNvSpPr/>
            <p:nvPr/>
          </p:nvSpPr>
          <p:spPr>
            <a:xfrm>
              <a:off x="9291888" y="432847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910" name="pt2910"/>
            <p:cNvSpPr/>
            <p:nvPr/>
          </p:nvSpPr>
          <p:spPr>
            <a:xfrm>
              <a:off x="9084239" y="41441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911" name="pt2911"/>
            <p:cNvSpPr/>
            <p:nvPr/>
          </p:nvSpPr>
          <p:spPr>
            <a:xfrm>
              <a:off x="10953077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912" name="pt2912"/>
            <p:cNvSpPr/>
            <p:nvPr/>
          </p:nvSpPr>
          <p:spPr>
            <a:xfrm>
              <a:off x="8876590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913" name="pt2913"/>
            <p:cNvSpPr/>
            <p:nvPr/>
          </p:nvSpPr>
          <p:spPr>
            <a:xfrm>
              <a:off x="9084239" y="44667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914" name="pt2914"/>
            <p:cNvSpPr/>
            <p:nvPr/>
          </p:nvSpPr>
          <p:spPr>
            <a:xfrm>
              <a:off x="9084239" y="430543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915" name="pt2915"/>
            <p:cNvSpPr/>
            <p:nvPr/>
          </p:nvSpPr>
          <p:spPr>
            <a:xfrm>
              <a:off x="10953077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916" name="pt2916"/>
            <p:cNvSpPr/>
            <p:nvPr/>
          </p:nvSpPr>
          <p:spPr>
            <a:xfrm>
              <a:off x="8668942" y="571100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917" name="tx2917"/>
            <p:cNvSpPr/>
            <p:nvPr/>
          </p:nvSpPr>
          <p:spPr>
            <a:xfrm>
              <a:off x="8306367" y="3721316"/>
              <a:ext cx="91715" cy="909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1F77B4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R</a:t>
              </a:r>
            </a:p>
          </p:txBody>
        </p:sp>
        <p:sp>
          <p:nvSpPr>
            <p:cNvPr id="2918" name="tx2918"/>
            <p:cNvSpPr/>
            <p:nvPr/>
          </p:nvSpPr>
          <p:spPr>
            <a:xfrm>
              <a:off x="8411718" y="3685765"/>
              <a:ext cx="49441" cy="63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2</a:t>
              </a:r>
            </a:p>
          </p:txBody>
        </p:sp>
        <p:sp>
          <p:nvSpPr>
            <p:cNvPr id="2919" name="tx2919"/>
            <p:cNvSpPr/>
            <p:nvPr/>
          </p:nvSpPr>
          <p:spPr>
            <a:xfrm>
              <a:off x="8461160" y="3812225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Tenorite" panose="00000500000000000000" pitchFamily="2" charset="0"/>
                  <a:cs typeface="Symbol"/>
                </a:rPr>
                <a:t> </a:t>
              </a:r>
            </a:p>
          </p:txBody>
        </p:sp>
        <p:sp>
          <p:nvSpPr>
            <p:cNvPr id="2920" name="tx2920"/>
            <p:cNvSpPr/>
            <p:nvPr/>
          </p:nvSpPr>
          <p:spPr>
            <a:xfrm>
              <a:off x="8495949" y="3774212"/>
              <a:ext cx="74166" cy="380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=</a:t>
              </a:r>
            </a:p>
          </p:txBody>
        </p:sp>
        <p:sp>
          <p:nvSpPr>
            <p:cNvPr id="2921" name="tx2921"/>
            <p:cNvSpPr/>
            <p:nvPr/>
          </p:nvSpPr>
          <p:spPr>
            <a:xfrm>
              <a:off x="8570115" y="3812225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Tenorite" panose="00000500000000000000" pitchFamily="2" charset="0"/>
                  <a:cs typeface="Symbol"/>
                </a:rPr>
                <a:t> </a:t>
              </a:r>
            </a:p>
          </p:txBody>
        </p:sp>
        <p:sp>
          <p:nvSpPr>
            <p:cNvPr id="2922" name="tx2922"/>
            <p:cNvSpPr/>
            <p:nvPr/>
          </p:nvSpPr>
          <p:spPr>
            <a:xfrm>
              <a:off x="8604903" y="3719394"/>
              <a:ext cx="247178" cy="9283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0.68</a:t>
              </a:r>
            </a:p>
          </p:txBody>
        </p:sp>
        <p:sp>
          <p:nvSpPr>
            <p:cNvPr id="2923" name="tx2923"/>
            <p:cNvSpPr/>
            <p:nvPr/>
          </p:nvSpPr>
          <p:spPr>
            <a:xfrm>
              <a:off x="8306367" y="3858187"/>
              <a:ext cx="91715" cy="909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FF7F0E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R</a:t>
              </a:r>
            </a:p>
          </p:txBody>
        </p:sp>
        <p:sp>
          <p:nvSpPr>
            <p:cNvPr id="2924" name="tx2924"/>
            <p:cNvSpPr/>
            <p:nvPr/>
          </p:nvSpPr>
          <p:spPr>
            <a:xfrm>
              <a:off x="8411718" y="3822635"/>
              <a:ext cx="49441" cy="63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2</a:t>
              </a:r>
            </a:p>
          </p:txBody>
        </p:sp>
        <p:sp>
          <p:nvSpPr>
            <p:cNvPr id="2925" name="tx2925"/>
            <p:cNvSpPr/>
            <p:nvPr/>
          </p:nvSpPr>
          <p:spPr>
            <a:xfrm>
              <a:off x="8461160" y="3949096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FF7F0E">
                      <a:alpha val="100000"/>
                    </a:srgbClr>
                  </a:solidFill>
                  <a:latin typeface="Tenorite" panose="00000500000000000000" pitchFamily="2" charset="0"/>
                  <a:cs typeface="Symbol"/>
                </a:rPr>
                <a:t> </a:t>
              </a:r>
            </a:p>
          </p:txBody>
        </p:sp>
        <p:sp>
          <p:nvSpPr>
            <p:cNvPr id="2926" name="tx2926"/>
            <p:cNvSpPr/>
            <p:nvPr/>
          </p:nvSpPr>
          <p:spPr>
            <a:xfrm>
              <a:off x="8495949" y="3911083"/>
              <a:ext cx="74166" cy="380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FF7F0E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=</a:t>
              </a:r>
            </a:p>
          </p:txBody>
        </p:sp>
        <p:sp>
          <p:nvSpPr>
            <p:cNvPr id="2927" name="tx2927"/>
            <p:cNvSpPr/>
            <p:nvPr/>
          </p:nvSpPr>
          <p:spPr>
            <a:xfrm>
              <a:off x="8570115" y="3949096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FF7F0E">
                      <a:alpha val="100000"/>
                    </a:srgbClr>
                  </a:solidFill>
                  <a:latin typeface="Tenorite" panose="00000500000000000000" pitchFamily="2" charset="0"/>
                  <a:cs typeface="Symbol"/>
                </a:rPr>
                <a:t> </a:t>
              </a:r>
            </a:p>
          </p:txBody>
        </p:sp>
        <p:sp>
          <p:nvSpPr>
            <p:cNvPr id="2928" name="tx2928"/>
            <p:cNvSpPr/>
            <p:nvPr/>
          </p:nvSpPr>
          <p:spPr>
            <a:xfrm>
              <a:off x="8604903" y="3856264"/>
              <a:ext cx="247178" cy="9283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FF7F0E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0.57</a:t>
              </a:r>
            </a:p>
          </p:txBody>
        </p:sp>
        <p:sp>
          <p:nvSpPr>
            <p:cNvPr id="2929" name="pl2929"/>
            <p:cNvSpPr/>
            <p:nvPr/>
          </p:nvSpPr>
          <p:spPr>
            <a:xfrm>
              <a:off x="8289755" y="3548895"/>
              <a:ext cx="2775211" cy="1649559"/>
            </a:xfrm>
            <a:custGeom>
              <a:avLst/>
              <a:gdLst/>
              <a:ahLst/>
              <a:cxnLst/>
              <a:rect l="0" t="0" r="0" b="0"/>
              <a:pathLst>
                <a:path w="2775211" h="1649559">
                  <a:moveTo>
                    <a:pt x="0" y="1649559"/>
                  </a:moveTo>
                  <a:lnTo>
                    <a:pt x="39426" y="1626124"/>
                  </a:lnTo>
                  <a:lnTo>
                    <a:pt x="78853" y="1602689"/>
                  </a:lnTo>
                  <a:lnTo>
                    <a:pt x="118280" y="1579254"/>
                  </a:lnTo>
                  <a:lnTo>
                    <a:pt x="157707" y="1555819"/>
                  </a:lnTo>
                  <a:lnTo>
                    <a:pt x="197134" y="1532384"/>
                  </a:lnTo>
                  <a:lnTo>
                    <a:pt x="236561" y="1508949"/>
                  </a:lnTo>
                  <a:lnTo>
                    <a:pt x="275988" y="1485514"/>
                  </a:lnTo>
                  <a:lnTo>
                    <a:pt x="315415" y="1462079"/>
                  </a:lnTo>
                  <a:lnTo>
                    <a:pt x="354842" y="1438644"/>
                  </a:lnTo>
                  <a:lnTo>
                    <a:pt x="394269" y="1415209"/>
                  </a:lnTo>
                  <a:lnTo>
                    <a:pt x="433696" y="1391774"/>
                  </a:lnTo>
                  <a:lnTo>
                    <a:pt x="473123" y="1368339"/>
                  </a:lnTo>
                  <a:lnTo>
                    <a:pt x="512550" y="1344904"/>
                  </a:lnTo>
                  <a:lnTo>
                    <a:pt x="551977" y="1321469"/>
                  </a:lnTo>
                  <a:lnTo>
                    <a:pt x="591404" y="1298034"/>
                  </a:lnTo>
                  <a:lnTo>
                    <a:pt x="630831" y="1274599"/>
                  </a:lnTo>
                  <a:lnTo>
                    <a:pt x="670258" y="1251164"/>
                  </a:lnTo>
                  <a:lnTo>
                    <a:pt x="709685" y="1227729"/>
                  </a:lnTo>
                  <a:lnTo>
                    <a:pt x="749112" y="1204294"/>
                  </a:lnTo>
                  <a:lnTo>
                    <a:pt x="788539" y="1180859"/>
                  </a:lnTo>
                  <a:lnTo>
                    <a:pt x="827966" y="1157424"/>
                  </a:lnTo>
                  <a:lnTo>
                    <a:pt x="867393" y="1133989"/>
                  </a:lnTo>
                  <a:lnTo>
                    <a:pt x="906820" y="1110554"/>
                  </a:lnTo>
                  <a:lnTo>
                    <a:pt x="946246" y="1087119"/>
                  </a:lnTo>
                  <a:lnTo>
                    <a:pt x="985673" y="1063684"/>
                  </a:lnTo>
                  <a:lnTo>
                    <a:pt x="1025100" y="1040249"/>
                  </a:lnTo>
                  <a:lnTo>
                    <a:pt x="1064527" y="1016814"/>
                  </a:lnTo>
                  <a:lnTo>
                    <a:pt x="1103954" y="993379"/>
                  </a:lnTo>
                  <a:lnTo>
                    <a:pt x="1143381" y="969944"/>
                  </a:lnTo>
                  <a:lnTo>
                    <a:pt x="1182808" y="946509"/>
                  </a:lnTo>
                  <a:lnTo>
                    <a:pt x="1222235" y="923074"/>
                  </a:lnTo>
                  <a:lnTo>
                    <a:pt x="1261662" y="899639"/>
                  </a:lnTo>
                  <a:lnTo>
                    <a:pt x="1301089" y="876204"/>
                  </a:lnTo>
                  <a:lnTo>
                    <a:pt x="1340516" y="852769"/>
                  </a:lnTo>
                  <a:lnTo>
                    <a:pt x="1379943" y="829334"/>
                  </a:lnTo>
                  <a:lnTo>
                    <a:pt x="1419370" y="805899"/>
                  </a:lnTo>
                  <a:lnTo>
                    <a:pt x="1458797" y="782464"/>
                  </a:lnTo>
                  <a:lnTo>
                    <a:pt x="1498224" y="759029"/>
                  </a:lnTo>
                  <a:lnTo>
                    <a:pt x="1537651" y="735594"/>
                  </a:lnTo>
                  <a:lnTo>
                    <a:pt x="1577078" y="712159"/>
                  </a:lnTo>
                  <a:lnTo>
                    <a:pt x="1616505" y="688724"/>
                  </a:lnTo>
                  <a:lnTo>
                    <a:pt x="1655932" y="665289"/>
                  </a:lnTo>
                  <a:lnTo>
                    <a:pt x="1695359" y="641854"/>
                  </a:lnTo>
                  <a:lnTo>
                    <a:pt x="1734786" y="618419"/>
                  </a:lnTo>
                  <a:lnTo>
                    <a:pt x="1774213" y="594984"/>
                  </a:lnTo>
                  <a:lnTo>
                    <a:pt x="1813640" y="571549"/>
                  </a:lnTo>
                  <a:lnTo>
                    <a:pt x="1853067" y="548114"/>
                  </a:lnTo>
                  <a:lnTo>
                    <a:pt x="1892493" y="524679"/>
                  </a:lnTo>
                  <a:lnTo>
                    <a:pt x="1931920" y="501244"/>
                  </a:lnTo>
                  <a:lnTo>
                    <a:pt x="1971347" y="477808"/>
                  </a:lnTo>
                  <a:lnTo>
                    <a:pt x="2010774" y="454373"/>
                  </a:lnTo>
                  <a:lnTo>
                    <a:pt x="2050201" y="430938"/>
                  </a:lnTo>
                  <a:lnTo>
                    <a:pt x="2089628" y="407503"/>
                  </a:lnTo>
                  <a:lnTo>
                    <a:pt x="2129055" y="384068"/>
                  </a:lnTo>
                  <a:lnTo>
                    <a:pt x="2168482" y="360633"/>
                  </a:lnTo>
                  <a:lnTo>
                    <a:pt x="2207909" y="337198"/>
                  </a:lnTo>
                  <a:lnTo>
                    <a:pt x="2247336" y="313763"/>
                  </a:lnTo>
                  <a:lnTo>
                    <a:pt x="2286763" y="290328"/>
                  </a:lnTo>
                  <a:lnTo>
                    <a:pt x="2326190" y="266893"/>
                  </a:lnTo>
                  <a:lnTo>
                    <a:pt x="2365617" y="243458"/>
                  </a:lnTo>
                  <a:lnTo>
                    <a:pt x="2405044" y="220023"/>
                  </a:lnTo>
                  <a:lnTo>
                    <a:pt x="2444471" y="196588"/>
                  </a:lnTo>
                  <a:lnTo>
                    <a:pt x="2483898" y="173153"/>
                  </a:lnTo>
                  <a:lnTo>
                    <a:pt x="2523325" y="149718"/>
                  </a:lnTo>
                  <a:lnTo>
                    <a:pt x="2562752" y="126283"/>
                  </a:lnTo>
                  <a:lnTo>
                    <a:pt x="2602179" y="102848"/>
                  </a:lnTo>
                  <a:lnTo>
                    <a:pt x="2641606" y="79413"/>
                  </a:lnTo>
                  <a:lnTo>
                    <a:pt x="2681033" y="55978"/>
                  </a:lnTo>
                  <a:lnTo>
                    <a:pt x="2720460" y="32543"/>
                  </a:lnTo>
                  <a:lnTo>
                    <a:pt x="2759887" y="9108"/>
                  </a:lnTo>
                  <a:lnTo>
                    <a:pt x="2775211" y="0"/>
                  </a:lnTo>
                </a:path>
              </a:pathLst>
            </a:custGeom>
            <a:ln w="39420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930" name="pl2930"/>
            <p:cNvSpPr/>
            <p:nvPr/>
          </p:nvSpPr>
          <p:spPr>
            <a:xfrm>
              <a:off x="9327998" y="3656677"/>
              <a:ext cx="2284135" cy="389032"/>
            </a:xfrm>
            <a:custGeom>
              <a:avLst/>
              <a:gdLst/>
              <a:ahLst/>
              <a:cxnLst/>
              <a:rect l="0" t="0" r="0" b="0"/>
              <a:pathLst>
                <a:path w="2284135" h="389032">
                  <a:moveTo>
                    <a:pt x="0" y="389032"/>
                  </a:moveTo>
                  <a:lnTo>
                    <a:pt x="28913" y="384108"/>
                  </a:lnTo>
                  <a:lnTo>
                    <a:pt x="57826" y="379183"/>
                  </a:lnTo>
                  <a:lnTo>
                    <a:pt x="86739" y="374259"/>
                  </a:lnTo>
                  <a:lnTo>
                    <a:pt x="115652" y="369334"/>
                  </a:lnTo>
                  <a:lnTo>
                    <a:pt x="144565" y="364410"/>
                  </a:lnTo>
                  <a:lnTo>
                    <a:pt x="173478" y="359485"/>
                  </a:lnTo>
                  <a:lnTo>
                    <a:pt x="202391" y="354561"/>
                  </a:lnTo>
                  <a:lnTo>
                    <a:pt x="231304" y="349636"/>
                  </a:lnTo>
                  <a:lnTo>
                    <a:pt x="260217" y="344712"/>
                  </a:lnTo>
                  <a:lnTo>
                    <a:pt x="289131" y="339787"/>
                  </a:lnTo>
                  <a:lnTo>
                    <a:pt x="318044" y="334863"/>
                  </a:lnTo>
                  <a:lnTo>
                    <a:pt x="346957" y="329938"/>
                  </a:lnTo>
                  <a:lnTo>
                    <a:pt x="375870" y="325014"/>
                  </a:lnTo>
                  <a:lnTo>
                    <a:pt x="404783" y="320090"/>
                  </a:lnTo>
                  <a:lnTo>
                    <a:pt x="433696" y="315165"/>
                  </a:lnTo>
                  <a:lnTo>
                    <a:pt x="462609" y="310241"/>
                  </a:lnTo>
                  <a:lnTo>
                    <a:pt x="491522" y="305316"/>
                  </a:lnTo>
                  <a:lnTo>
                    <a:pt x="520435" y="300392"/>
                  </a:lnTo>
                  <a:lnTo>
                    <a:pt x="549348" y="295467"/>
                  </a:lnTo>
                  <a:lnTo>
                    <a:pt x="578262" y="290543"/>
                  </a:lnTo>
                  <a:lnTo>
                    <a:pt x="607175" y="285618"/>
                  </a:lnTo>
                  <a:lnTo>
                    <a:pt x="636088" y="280694"/>
                  </a:lnTo>
                  <a:lnTo>
                    <a:pt x="665001" y="275769"/>
                  </a:lnTo>
                  <a:lnTo>
                    <a:pt x="693914" y="270845"/>
                  </a:lnTo>
                  <a:lnTo>
                    <a:pt x="722827" y="265920"/>
                  </a:lnTo>
                  <a:lnTo>
                    <a:pt x="751740" y="260996"/>
                  </a:lnTo>
                  <a:lnTo>
                    <a:pt x="780653" y="256072"/>
                  </a:lnTo>
                  <a:lnTo>
                    <a:pt x="809566" y="251147"/>
                  </a:lnTo>
                  <a:lnTo>
                    <a:pt x="838479" y="246223"/>
                  </a:lnTo>
                  <a:lnTo>
                    <a:pt x="867393" y="241298"/>
                  </a:lnTo>
                  <a:lnTo>
                    <a:pt x="896306" y="236374"/>
                  </a:lnTo>
                  <a:lnTo>
                    <a:pt x="925219" y="231449"/>
                  </a:lnTo>
                  <a:lnTo>
                    <a:pt x="954132" y="226525"/>
                  </a:lnTo>
                  <a:lnTo>
                    <a:pt x="983045" y="221600"/>
                  </a:lnTo>
                  <a:lnTo>
                    <a:pt x="1011958" y="216676"/>
                  </a:lnTo>
                  <a:lnTo>
                    <a:pt x="1040871" y="211751"/>
                  </a:lnTo>
                  <a:lnTo>
                    <a:pt x="1069784" y="206827"/>
                  </a:lnTo>
                  <a:lnTo>
                    <a:pt x="1098697" y="201902"/>
                  </a:lnTo>
                  <a:lnTo>
                    <a:pt x="1127610" y="196978"/>
                  </a:lnTo>
                  <a:lnTo>
                    <a:pt x="1156524" y="192054"/>
                  </a:lnTo>
                  <a:lnTo>
                    <a:pt x="1185437" y="187129"/>
                  </a:lnTo>
                  <a:lnTo>
                    <a:pt x="1214350" y="182205"/>
                  </a:lnTo>
                  <a:lnTo>
                    <a:pt x="1243263" y="177280"/>
                  </a:lnTo>
                  <a:lnTo>
                    <a:pt x="1272176" y="172356"/>
                  </a:lnTo>
                  <a:lnTo>
                    <a:pt x="1301089" y="167431"/>
                  </a:lnTo>
                  <a:lnTo>
                    <a:pt x="1330002" y="162507"/>
                  </a:lnTo>
                  <a:lnTo>
                    <a:pt x="1358915" y="157582"/>
                  </a:lnTo>
                  <a:lnTo>
                    <a:pt x="1387828" y="152658"/>
                  </a:lnTo>
                  <a:lnTo>
                    <a:pt x="1416742" y="147733"/>
                  </a:lnTo>
                  <a:lnTo>
                    <a:pt x="1445655" y="142809"/>
                  </a:lnTo>
                  <a:lnTo>
                    <a:pt x="1474568" y="137884"/>
                  </a:lnTo>
                  <a:lnTo>
                    <a:pt x="1503481" y="132960"/>
                  </a:lnTo>
                  <a:lnTo>
                    <a:pt x="1532394" y="128036"/>
                  </a:lnTo>
                  <a:lnTo>
                    <a:pt x="1561307" y="123111"/>
                  </a:lnTo>
                  <a:lnTo>
                    <a:pt x="1590220" y="118187"/>
                  </a:lnTo>
                  <a:lnTo>
                    <a:pt x="1619133" y="113262"/>
                  </a:lnTo>
                  <a:lnTo>
                    <a:pt x="1648046" y="108338"/>
                  </a:lnTo>
                  <a:lnTo>
                    <a:pt x="1676959" y="103413"/>
                  </a:lnTo>
                  <a:lnTo>
                    <a:pt x="1705873" y="98489"/>
                  </a:lnTo>
                  <a:lnTo>
                    <a:pt x="1734786" y="93564"/>
                  </a:lnTo>
                  <a:lnTo>
                    <a:pt x="1763699" y="88640"/>
                  </a:lnTo>
                  <a:lnTo>
                    <a:pt x="1792612" y="83715"/>
                  </a:lnTo>
                  <a:lnTo>
                    <a:pt x="1821525" y="78791"/>
                  </a:lnTo>
                  <a:lnTo>
                    <a:pt x="1850438" y="73866"/>
                  </a:lnTo>
                  <a:lnTo>
                    <a:pt x="1879351" y="68942"/>
                  </a:lnTo>
                  <a:lnTo>
                    <a:pt x="1908264" y="64018"/>
                  </a:lnTo>
                  <a:lnTo>
                    <a:pt x="1937177" y="59093"/>
                  </a:lnTo>
                  <a:lnTo>
                    <a:pt x="1966090" y="54169"/>
                  </a:lnTo>
                  <a:lnTo>
                    <a:pt x="1995004" y="49244"/>
                  </a:lnTo>
                  <a:lnTo>
                    <a:pt x="2023917" y="44320"/>
                  </a:lnTo>
                  <a:lnTo>
                    <a:pt x="2052830" y="39395"/>
                  </a:lnTo>
                  <a:lnTo>
                    <a:pt x="2081743" y="34471"/>
                  </a:lnTo>
                  <a:lnTo>
                    <a:pt x="2110656" y="29546"/>
                  </a:lnTo>
                  <a:lnTo>
                    <a:pt x="2139569" y="24622"/>
                  </a:lnTo>
                  <a:lnTo>
                    <a:pt x="2168482" y="19697"/>
                  </a:lnTo>
                  <a:lnTo>
                    <a:pt x="2197395" y="14773"/>
                  </a:lnTo>
                  <a:lnTo>
                    <a:pt x="2226308" y="9848"/>
                  </a:lnTo>
                  <a:lnTo>
                    <a:pt x="2255221" y="4924"/>
                  </a:lnTo>
                  <a:lnTo>
                    <a:pt x="2284135" y="0"/>
                  </a:lnTo>
                </a:path>
              </a:pathLst>
            </a:custGeom>
            <a:ln w="39420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>
                <a:latin typeface="Tenorite" panose="00000500000000000000" pitchFamily="2" charset="0"/>
              </a:endParaRPr>
            </a:p>
          </p:txBody>
        </p:sp>
        <p:sp>
          <p:nvSpPr>
            <p:cNvPr id="2931" name="tx2931"/>
            <p:cNvSpPr/>
            <p:nvPr/>
          </p:nvSpPr>
          <p:spPr>
            <a:xfrm>
              <a:off x="2281156" y="6645720"/>
              <a:ext cx="316230" cy="11636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lang="de-CH" sz="1280" dirty="0">
                  <a:solidFill>
                    <a:srgbClr val="1A1A1A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FA-</a:t>
              </a:r>
              <a:r>
                <a:rPr sz="1280" dirty="0">
                  <a:solidFill>
                    <a:srgbClr val="1A1A1A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ADL</a:t>
              </a:r>
            </a:p>
          </p:txBody>
        </p:sp>
        <p:sp>
          <p:nvSpPr>
            <p:cNvPr id="2932" name="tx2932"/>
            <p:cNvSpPr/>
            <p:nvPr/>
          </p:nvSpPr>
          <p:spPr>
            <a:xfrm>
              <a:off x="5973770" y="6641751"/>
              <a:ext cx="442674" cy="12033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SARA</a:t>
              </a:r>
            </a:p>
          </p:txBody>
        </p:sp>
        <p:sp>
          <p:nvSpPr>
            <p:cNvPr id="2933" name="tx2933"/>
            <p:cNvSpPr/>
            <p:nvPr/>
          </p:nvSpPr>
          <p:spPr>
            <a:xfrm>
              <a:off x="9707025" y="6641751"/>
              <a:ext cx="487838" cy="12033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fSARA</a:t>
              </a:r>
            </a:p>
          </p:txBody>
        </p:sp>
        <p:sp>
          <p:nvSpPr>
            <p:cNvPr id="2934" name="tx2934"/>
            <p:cNvSpPr/>
            <p:nvPr/>
          </p:nvSpPr>
          <p:spPr>
            <a:xfrm rot="5400000">
              <a:off x="11593282" y="2018804"/>
              <a:ext cx="686435" cy="12033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CRCSCA</a:t>
              </a:r>
            </a:p>
          </p:txBody>
        </p:sp>
        <p:sp>
          <p:nvSpPr>
            <p:cNvPr id="2935" name="tx2935"/>
            <p:cNvSpPr/>
            <p:nvPr/>
          </p:nvSpPr>
          <p:spPr>
            <a:xfrm rot="5400000">
              <a:off x="11669086" y="4858424"/>
              <a:ext cx="532844" cy="11834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UNIFAI</a:t>
              </a:r>
            </a:p>
          </p:txBody>
        </p:sp>
        <p:sp>
          <p:nvSpPr>
            <p:cNvPr id="2936" name="tx2936"/>
            <p:cNvSpPr/>
            <p:nvPr/>
          </p:nvSpPr>
          <p:spPr>
            <a:xfrm>
              <a:off x="732878" y="6374940"/>
              <a:ext cx="90408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0</a:t>
              </a:r>
            </a:p>
          </p:txBody>
        </p:sp>
        <p:sp>
          <p:nvSpPr>
            <p:cNvPr id="2937" name="tx2937"/>
            <p:cNvSpPr/>
            <p:nvPr/>
          </p:nvSpPr>
          <p:spPr>
            <a:xfrm>
              <a:off x="1694455" y="6374940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10</a:t>
              </a:r>
            </a:p>
          </p:txBody>
        </p:sp>
        <p:sp>
          <p:nvSpPr>
            <p:cNvPr id="2938" name="tx2938"/>
            <p:cNvSpPr/>
            <p:nvPr/>
          </p:nvSpPr>
          <p:spPr>
            <a:xfrm>
              <a:off x="2701236" y="6374940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20</a:t>
              </a:r>
            </a:p>
          </p:txBody>
        </p:sp>
        <p:sp>
          <p:nvSpPr>
            <p:cNvPr id="2939" name="tx2939"/>
            <p:cNvSpPr/>
            <p:nvPr/>
          </p:nvSpPr>
          <p:spPr>
            <a:xfrm>
              <a:off x="3708017" y="6374860"/>
              <a:ext cx="180816" cy="11890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30</a:t>
              </a:r>
            </a:p>
          </p:txBody>
        </p:sp>
        <p:sp>
          <p:nvSpPr>
            <p:cNvPr id="2940" name="tx2940"/>
            <p:cNvSpPr/>
            <p:nvPr/>
          </p:nvSpPr>
          <p:spPr>
            <a:xfrm>
              <a:off x="4488714" y="6374940"/>
              <a:ext cx="90408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0</a:t>
              </a:r>
            </a:p>
          </p:txBody>
        </p:sp>
        <p:sp>
          <p:nvSpPr>
            <p:cNvPr id="2941" name="tx2941"/>
            <p:cNvSpPr/>
            <p:nvPr/>
          </p:nvSpPr>
          <p:spPr>
            <a:xfrm>
              <a:off x="5274105" y="6374940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10</a:t>
              </a:r>
            </a:p>
          </p:txBody>
        </p:sp>
        <p:sp>
          <p:nvSpPr>
            <p:cNvPr id="2942" name="tx2942"/>
            <p:cNvSpPr/>
            <p:nvPr/>
          </p:nvSpPr>
          <p:spPr>
            <a:xfrm>
              <a:off x="6104699" y="6374940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20</a:t>
              </a:r>
            </a:p>
          </p:txBody>
        </p:sp>
        <p:sp>
          <p:nvSpPr>
            <p:cNvPr id="2943" name="tx2943"/>
            <p:cNvSpPr/>
            <p:nvPr/>
          </p:nvSpPr>
          <p:spPr>
            <a:xfrm>
              <a:off x="6935294" y="6374860"/>
              <a:ext cx="180816" cy="11890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30</a:t>
              </a:r>
            </a:p>
          </p:txBody>
        </p:sp>
        <p:sp>
          <p:nvSpPr>
            <p:cNvPr id="2944" name="tx2944"/>
            <p:cNvSpPr/>
            <p:nvPr/>
          </p:nvSpPr>
          <p:spPr>
            <a:xfrm>
              <a:off x="7765888" y="6374940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40</a:t>
              </a:r>
            </a:p>
          </p:txBody>
        </p:sp>
        <p:sp>
          <p:nvSpPr>
            <p:cNvPr id="2945" name="tx2945"/>
            <p:cNvSpPr/>
            <p:nvPr/>
          </p:nvSpPr>
          <p:spPr>
            <a:xfrm>
              <a:off x="8244551" y="6374940"/>
              <a:ext cx="90408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0</a:t>
              </a:r>
            </a:p>
          </p:txBody>
        </p:sp>
        <p:sp>
          <p:nvSpPr>
            <p:cNvPr id="2946" name="tx2946"/>
            <p:cNvSpPr/>
            <p:nvPr/>
          </p:nvSpPr>
          <p:spPr>
            <a:xfrm>
              <a:off x="9282794" y="6377003"/>
              <a:ext cx="90408" cy="11676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5</a:t>
              </a:r>
            </a:p>
          </p:txBody>
        </p:sp>
        <p:sp>
          <p:nvSpPr>
            <p:cNvPr id="2947" name="tx2947"/>
            <p:cNvSpPr/>
            <p:nvPr/>
          </p:nvSpPr>
          <p:spPr>
            <a:xfrm>
              <a:off x="10275833" y="6374940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10</a:t>
              </a:r>
            </a:p>
          </p:txBody>
        </p:sp>
        <p:sp>
          <p:nvSpPr>
            <p:cNvPr id="2948" name="tx2948"/>
            <p:cNvSpPr/>
            <p:nvPr/>
          </p:nvSpPr>
          <p:spPr>
            <a:xfrm>
              <a:off x="11314076" y="6374940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15</a:t>
              </a:r>
            </a:p>
          </p:txBody>
        </p:sp>
        <p:sp>
          <p:nvSpPr>
            <p:cNvPr id="2949" name="tx2949"/>
            <p:cNvSpPr/>
            <p:nvPr/>
          </p:nvSpPr>
          <p:spPr>
            <a:xfrm>
              <a:off x="430456" y="3262604"/>
              <a:ext cx="90408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0</a:t>
              </a:r>
            </a:p>
          </p:txBody>
        </p:sp>
        <p:sp>
          <p:nvSpPr>
            <p:cNvPr id="2950" name="tx2950"/>
            <p:cNvSpPr/>
            <p:nvPr/>
          </p:nvSpPr>
          <p:spPr>
            <a:xfrm>
              <a:off x="340048" y="2571340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10</a:t>
              </a:r>
            </a:p>
          </p:txBody>
        </p:sp>
        <p:sp>
          <p:nvSpPr>
            <p:cNvPr id="2951" name="tx2951"/>
            <p:cNvSpPr/>
            <p:nvPr/>
          </p:nvSpPr>
          <p:spPr>
            <a:xfrm>
              <a:off x="340048" y="1880075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20</a:t>
              </a:r>
            </a:p>
          </p:txBody>
        </p:sp>
        <p:sp>
          <p:nvSpPr>
            <p:cNvPr id="2952" name="tx2952"/>
            <p:cNvSpPr/>
            <p:nvPr/>
          </p:nvSpPr>
          <p:spPr>
            <a:xfrm>
              <a:off x="340048" y="1188731"/>
              <a:ext cx="180816" cy="11890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30</a:t>
              </a:r>
            </a:p>
          </p:txBody>
        </p:sp>
        <p:sp>
          <p:nvSpPr>
            <p:cNvPr id="2953" name="tx2953"/>
            <p:cNvSpPr/>
            <p:nvPr/>
          </p:nvSpPr>
          <p:spPr>
            <a:xfrm>
              <a:off x="430456" y="6101232"/>
              <a:ext cx="90408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0</a:t>
              </a:r>
            </a:p>
          </p:txBody>
        </p:sp>
        <p:sp>
          <p:nvSpPr>
            <p:cNvPr id="2954" name="tx2954"/>
            <p:cNvSpPr/>
            <p:nvPr/>
          </p:nvSpPr>
          <p:spPr>
            <a:xfrm>
              <a:off x="340048" y="5409967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10</a:t>
              </a:r>
            </a:p>
          </p:txBody>
        </p:sp>
        <p:sp>
          <p:nvSpPr>
            <p:cNvPr id="2955" name="tx2955"/>
            <p:cNvSpPr/>
            <p:nvPr/>
          </p:nvSpPr>
          <p:spPr>
            <a:xfrm>
              <a:off x="340048" y="4718703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20</a:t>
              </a:r>
            </a:p>
          </p:txBody>
        </p:sp>
        <p:sp>
          <p:nvSpPr>
            <p:cNvPr id="2956" name="tx2956"/>
            <p:cNvSpPr/>
            <p:nvPr/>
          </p:nvSpPr>
          <p:spPr>
            <a:xfrm>
              <a:off x="340048" y="4027359"/>
              <a:ext cx="180816" cy="11890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30</a:t>
              </a:r>
            </a:p>
          </p:txBody>
        </p:sp>
        <p:sp>
          <p:nvSpPr>
            <p:cNvPr id="2957" name="tx2957"/>
            <p:cNvSpPr/>
            <p:nvPr/>
          </p:nvSpPr>
          <p:spPr>
            <a:xfrm rot="-5400000">
              <a:off x="-853809" y="3402935"/>
              <a:ext cx="2010271" cy="1906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Tenorite" panose="00000500000000000000" pitchFamily="2" charset="0"/>
                  <a:cs typeface="Arial"/>
                </a:rPr>
                <a:t>Upright Stability Score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Content Placeholder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12191999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" name="pl5"/>
            <p:cNvSpPr/>
            <p:nvPr/>
          </p:nvSpPr>
          <p:spPr>
            <a:xfrm>
              <a:off x="611963" y="2977614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pl6"/>
            <p:cNvSpPr/>
            <p:nvPr/>
          </p:nvSpPr>
          <p:spPr>
            <a:xfrm>
              <a:off x="611963" y="2286350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l7"/>
            <p:cNvSpPr/>
            <p:nvPr/>
          </p:nvSpPr>
          <p:spPr>
            <a:xfrm>
              <a:off x="611963" y="1595086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" name="pl8"/>
            <p:cNvSpPr/>
            <p:nvPr/>
          </p:nvSpPr>
          <p:spPr>
            <a:xfrm>
              <a:off x="611963" y="903821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" name="pl9"/>
            <p:cNvSpPr/>
            <p:nvPr/>
          </p:nvSpPr>
          <p:spPr>
            <a:xfrm>
              <a:off x="1281472" y="710267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" name="pl10"/>
            <p:cNvSpPr/>
            <p:nvPr/>
          </p:nvSpPr>
          <p:spPr>
            <a:xfrm>
              <a:off x="2288254" y="710267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" name="pl11"/>
            <p:cNvSpPr/>
            <p:nvPr/>
          </p:nvSpPr>
          <p:spPr>
            <a:xfrm>
              <a:off x="3295035" y="710267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" name="pl12"/>
            <p:cNvSpPr/>
            <p:nvPr/>
          </p:nvSpPr>
          <p:spPr>
            <a:xfrm>
              <a:off x="611963" y="3323247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" name="pl13"/>
            <p:cNvSpPr/>
            <p:nvPr/>
          </p:nvSpPr>
          <p:spPr>
            <a:xfrm>
              <a:off x="611963" y="2631982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" name="pl14"/>
            <p:cNvSpPr/>
            <p:nvPr/>
          </p:nvSpPr>
          <p:spPr>
            <a:xfrm>
              <a:off x="611963" y="1940718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" name="pl15"/>
            <p:cNvSpPr/>
            <p:nvPr/>
          </p:nvSpPr>
          <p:spPr>
            <a:xfrm>
              <a:off x="611963" y="1249453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" name="pl16"/>
            <p:cNvSpPr/>
            <p:nvPr/>
          </p:nvSpPr>
          <p:spPr>
            <a:xfrm>
              <a:off x="778082" y="710267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" name="pl17"/>
            <p:cNvSpPr/>
            <p:nvPr/>
          </p:nvSpPr>
          <p:spPr>
            <a:xfrm>
              <a:off x="1784863" y="710267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" name="pl18"/>
            <p:cNvSpPr/>
            <p:nvPr/>
          </p:nvSpPr>
          <p:spPr>
            <a:xfrm>
              <a:off x="2791644" y="710267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" name="pl19"/>
            <p:cNvSpPr/>
            <p:nvPr/>
          </p:nvSpPr>
          <p:spPr>
            <a:xfrm>
              <a:off x="3798426" y="710267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" name="pt20"/>
            <p:cNvSpPr/>
            <p:nvPr/>
          </p:nvSpPr>
          <p:spPr>
            <a:xfrm>
              <a:off x="2252143" y="135159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" name="pt21"/>
            <p:cNvSpPr/>
            <p:nvPr/>
          </p:nvSpPr>
          <p:spPr>
            <a:xfrm>
              <a:off x="2906551" y="146680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" name="pt22"/>
            <p:cNvSpPr/>
            <p:nvPr/>
          </p:nvSpPr>
          <p:spPr>
            <a:xfrm>
              <a:off x="3359603" y="79858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" name="pt23"/>
            <p:cNvSpPr/>
            <p:nvPr/>
          </p:nvSpPr>
          <p:spPr>
            <a:xfrm>
              <a:off x="1346040" y="266499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" name="pt24"/>
            <p:cNvSpPr/>
            <p:nvPr/>
          </p:nvSpPr>
          <p:spPr>
            <a:xfrm>
              <a:off x="2252143" y="18585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" name="pt25"/>
            <p:cNvSpPr/>
            <p:nvPr/>
          </p:nvSpPr>
          <p:spPr>
            <a:xfrm>
              <a:off x="2050787" y="275716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" name="pt26"/>
            <p:cNvSpPr/>
            <p:nvPr/>
          </p:nvSpPr>
          <p:spPr>
            <a:xfrm>
              <a:off x="1295701" y="208894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" name="pt27"/>
            <p:cNvSpPr/>
            <p:nvPr/>
          </p:nvSpPr>
          <p:spPr>
            <a:xfrm>
              <a:off x="1698413" y="155897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" name="pt28"/>
            <p:cNvSpPr/>
            <p:nvPr/>
          </p:nvSpPr>
          <p:spPr>
            <a:xfrm>
              <a:off x="2252143" y="162810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" name="pt29"/>
            <p:cNvSpPr/>
            <p:nvPr/>
          </p:nvSpPr>
          <p:spPr>
            <a:xfrm>
              <a:off x="1849431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" name="pt30"/>
            <p:cNvSpPr/>
            <p:nvPr/>
          </p:nvSpPr>
          <p:spPr>
            <a:xfrm>
              <a:off x="2604517" y="190460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" name="pt31"/>
            <p:cNvSpPr/>
            <p:nvPr/>
          </p:nvSpPr>
          <p:spPr>
            <a:xfrm>
              <a:off x="2755534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" name="pt32"/>
            <p:cNvSpPr/>
            <p:nvPr/>
          </p:nvSpPr>
          <p:spPr>
            <a:xfrm>
              <a:off x="842649" y="190460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" name="pt33"/>
            <p:cNvSpPr/>
            <p:nvPr/>
          </p:nvSpPr>
          <p:spPr>
            <a:xfrm>
              <a:off x="2956890" y="135159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" name="pt34"/>
            <p:cNvSpPr/>
            <p:nvPr/>
          </p:nvSpPr>
          <p:spPr>
            <a:xfrm>
              <a:off x="2604517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pt35"/>
            <p:cNvSpPr/>
            <p:nvPr/>
          </p:nvSpPr>
          <p:spPr>
            <a:xfrm>
              <a:off x="1044006" y="310279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" name="pt36"/>
            <p:cNvSpPr/>
            <p:nvPr/>
          </p:nvSpPr>
          <p:spPr>
            <a:xfrm>
              <a:off x="2554178" y="936837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" name="pt37"/>
            <p:cNvSpPr/>
            <p:nvPr/>
          </p:nvSpPr>
          <p:spPr>
            <a:xfrm>
              <a:off x="1899770" y="162810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" name="pt38"/>
            <p:cNvSpPr/>
            <p:nvPr/>
          </p:nvSpPr>
          <p:spPr>
            <a:xfrm>
              <a:off x="1849431" y="257283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" name="pt39"/>
            <p:cNvSpPr/>
            <p:nvPr/>
          </p:nvSpPr>
          <p:spPr>
            <a:xfrm>
              <a:off x="2352821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" name="pt40"/>
            <p:cNvSpPr/>
            <p:nvPr/>
          </p:nvSpPr>
          <p:spPr>
            <a:xfrm>
              <a:off x="1698413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" name="pt41"/>
            <p:cNvSpPr/>
            <p:nvPr/>
          </p:nvSpPr>
          <p:spPr>
            <a:xfrm>
              <a:off x="3107907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" name="pt42"/>
            <p:cNvSpPr/>
            <p:nvPr/>
          </p:nvSpPr>
          <p:spPr>
            <a:xfrm>
              <a:off x="943327" y="22732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" name="pt43"/>
            <p:cNvSpPr/>
            <p:nvPr/>
          </p:nvSpPr>
          <p:spPr>
            <a:xfrm>
              <a:off x="741971" y="28723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" name="pt44"/>
            <p:cNvSpPr/>
            <p:nvPr/>
          </p:nvSpPr>
          <p:spPr>
            <a:xfrm>
              <a:off x="1849431" y="121334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" name="pt45"/>
            <p:cNvSpPr/>
            <p:nvPr/>
          </p:nvSpPr>
          <p:spPr>
            <a:xfrm>
              <a:off x="741971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" name="pt46"/>
            <p:cNvSpPr/>
            <p:nvPr/>
          </p:nvSpPr>
          <p:spPr>
            <a:xfrm>
              <a:off x="1144684" y="197373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" name="pt47"/>
            <p:cNvSpPr/>
            <p:nvPr/>
          </p:nvSpPr>
          <p:spPr>
            <a:xfrm>
              <a:off x="3007229" y="100596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" name="pt48"/>
            <p:cNvSpPr/>
            <p:nvPr/>
          </p:nvSpPr>
          <p:spPr>
            <a:xfrm>
              <a:off x="1497057" y="23424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" name="pt49"/>
            <p:cNvSpPr/>
            <p:nvPr/>
          </p:nvSpPr>
          <p:spPr>
            <a:xfrm>
              <a:off x="1346040" y="321801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" name="pt50"/>
            <p:cNvSpPr/>
            <p:nvPr/>
          </p:nvSpPr>
          <p:spPr>
            <a:xfrm>
              <a:off x="943327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" name="pt51"/>
            <p:cNvSpPr/>
            <p:nvPr/>
          </p:nvSpPr>
          <p:spPr>
            <a:xfrm>
              <a:off x="1547396" y="307975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" name="pt52"/>
            <p:cNvSpPr/>
            <p:nvPr/>
          </p:nvSpPr>
          <p:spPr>
            <a:xfrm>
              <a:off x="1748753" y="21350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" name="pt53"/>
            <p:cNvSpPr/>
            <p:nvPr/>
          </p:nvSpPr>
          <p:spPr>
            <a:xfrm>
              <a:off x="1648074" y="231936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" name="pt54"/>
            <p:cNvSpPr/>
            <p:nvPr/>
          </p:nvSpPr>
          <p:spPr>
            <a:xfrm>
              <a:off x="3460281" y="86771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" name="pt55"/>
            <p:cNvSpPr/>
            <p:nvPr/>
          </p:nvSpPr>
          <p:spPr>
            <a:xfrm>
              <a:off x="1849431" y="167418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" name="pt56"/>
            <p:cNvSpPr/>
            <p:nvPr/>
          </p:nvSpPr>
          <p:spPr>
            <a:xfrm>
              <a:off x="3762315" y="100596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" name="pt57"/>
            <p:cNvSpPr/>
            <p:nvPr/>
          </p:nvSpPr>
          <p:spPr>
            <a:xfrm>
              <a:off x="1648074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" name="pt58"/>
            <p:cNvSpPr/>
            <p:nvPr/>
          </p:nvSpPr>
          <p:spPr>
            <a:xfrm>
              <a:off x="3359603" y="100596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" name="pt59"/>
            <p:cNvSpPr/>
            <p:nvPr/>
          </p:nvSpPr>
          <p:spPr>
            <a:xfrm>
              <a:off x="3460281" y="100596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" name="pt60"/>
            <p:cNvSpPr/>
            <p:nvPr/>
          </p:nvSpPr>
          <p:spPr>
            <a:xfrm>
              <a:off x="1849431" y="208894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" name="pt61"/>
            <p:cNvSpPr/>
            <p:nvPr/>
          </p:nvSpPr>
          <p:spPr>
            <a:xfrm>
              <a:off x="2352821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" name="pt62"/>
            <p:cNvSpPr/>
            <p:nvPr/>
          </p:nvSpPr>
          <p:spPr>
            <a:xfrm>
              <a:off x="2554178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" name="pt63"/>
            <p:cNvSpPr/>
            <p:nvPr/>
          </p:nvSpPr>
          <p:spPr>
            <a:xfrm>
              <a:off x="1346040" y="21811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" name="pt64"/>
            <p:cNvSpPr/>
            <p:nvPr/>
          </p:nvSpPr>
          <p:spPr>
            <a:xfrm>
              <a:off x="943327" y="259587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" name="pt65"/>
            <p:cNvSpPr/>
            <p:nvPr/>
          </p:nvSpPr>
          <p:spPr>
            <a:xfrm>
              <a:off x="2050787" y="206590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" name="pt66"/>
            <p:cNvSpPr/>
            <p:nvPr/>
          </p:nvSpPr>
          <p:spPr>
            <a:xfrm>
              <a:off x="2000448" y="231936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" name="pt67"/>
            <p:cNvSpPr/>
            <p:nvPr/>
          </p:nvSpPr>
          <p:spPr>
            <a:xfrm>
              <a:off x="1497057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" name="pt68"/>
            <p:cNvSpPr/>
            <p:nvPr/>
          </p:nvSpPr>
          <p:spPr>
            <a:xfrm>
              <a:off x="2654856" y="1098132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" name="pt69"/>
            <p:cNvSpPr/>
            <p:nvPr/>
          </p:nvSpPr>
          <p:spPr>
            <a:xfrm>
              <a:off x="2654856" y="22732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" name="pt70"/>
            <p:cNvSpPr/>
            <p:nvPr/>
          </p:nvSpPr>
          <p:spPr>
            <a:xfrm>
              <a:off x="2654856" y="86771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" name="pt71"/>
            <p:cNvSpPr/>
            <p:nvPr/>
          </p:nvSpPr>
          <p:spPr>
            <a:xfrm>
              <a:off x="2654856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" name="pt72"/>
            <p:cNvSpPr/>
            <p:nvPr/>
          </p:nvSpPr>
          <p:spPr>
            <a:xfrm>
              <a:off x="741971" y="27110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" name="pt73"/>
            <p:cNvSpPr/>
            <p:nvPr/>
          </p:nvSpPr>
          <p:spPr>
            <a:xfrm>
              <a:off x="2252143" y="215807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" name="pt74"/>
            <p:cNvSpPr/>
            <p:nvPr/>
          </p:nvSpPr>
          <p:spPr>
            <a:xfrm>
              <a:off x="2050787" y="100596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" name="pt75"/>
            <p:cNvSpPr/>
            <p:nvPr/>
          </p:nvSpPr>
          <p:spPr>
            <a:xfrm>
              <a:off x="1044006" y="197373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" name="pt76"/>
            <p:cNvSpPr/>
            <p:nvPr/>
          </p:nvSpPr>
          <p:spPr>
            <a:xfrm>
              <a:off x="2101126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" name="pt77"/>
            <p:cNvSpPr/>
            <p:nvPr/>
          </p:nvSpPr>
          <p:spPr>
            <a:xfrm>
              <a:off x="1245362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" name="pt78"/>
            <p:cNvSpPr/>
            <p:nvPr/>
          </p:nvSpPr>
          <p:spPr>
            <a:xfrm>
              <a:off x="2755534" y="100596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" name="pt79"/>
            <p:cNvSpPr/>
            <p:nvPr/>
          </p:nvSpPr>
          <p:spPr>
            <a:xfrm>
              <a:off x="1547396" y="231936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" name="pt80"/>
            <p:cNvSpPr/>
            <p:nvPr/>
          </p:nvSpPr>
          <p:spPr>
            <a:xfrm>
              <a:off x="2755534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" name="pt81"/>
            <p:cNvSpPr/>
            <p:nvPr/>
          </p:nvSpPr>
          <p:spPr>
            <a:xfrm>
              <a:off x="1648074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" name="pt82"/>
            <p:cNvSpPr/>
            <p:nvPr/>
          </p:nvSpPr>
          <p:spPr>
            <a:xfrm>
              <a:off x="1899770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" name="pt83"/>
            <p:cNvSpPr/>
            <p:nvPr/>
          </p:nvSpPr>
          <p:spPr>
            <a:xfrm>
              <a:off x="1044006" y="303367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" name="pt84"/>
            <p:cNvSpPr/>
            <p:nvPr/>
          </p:nvSpPr>
          <p:spPr>
            <a:xfrm>
              <a:off x="1698413" y="222719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" name="pt85"/>
            <p:cNvSpPr/>
            <p:nvPr/>
          </p:nvSpPr>
          <p:spPr>
            <a:xfrm>
              <a:off x="1044006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" name="pt86"/>
            <p:cNvSpPr/>
            <p:nvPr/>
          </p:nvSpPr>
          <p:spPr>
            <a:xfrm>
              <a:off x="1748753" y="215807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" name="pt87"/>
            <p:cNvSpPr/>
            <p:nvPr/>
          </p:nvSpPr>
          <p:spPr>
            <a:xfrm>
              <a:off x="2151465" y="18124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" name="pt88"/>
            <p:cNvSpPr/>
            <p:nvPr/>
          </p:nvSpPr>
          <p:spPr>
            <a:xfrm>
              <a:off x="2000448" y="31488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" name="pt89"/>
            <p:cNvSpPr/>
            <p:nvPr/>
          </p:nvSpPr>
          <p:spPr>
            <a:xfrm>
              <a:off x="2554178" y="148984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" name="pt90"/>
            <p:cNvSpPr/>
            <p:nvPr/>
          </p:nvSpPr>
          <p:spPr>
            <a:xfrm>
              <a:off x="993667" y="264195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" name="pt91"/>
            <p:cNvSpPr/>
            <p:nvPr/>
          </p:nvSpPr>
          <p:spPr>
            <a:xfrm>
              <a:off x="1899770" y="23884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" name="pt92"/>
            <p:cNvSpPr/>
            <p:nvPr/>
          </p:nvSpPr>
          <p:spPr>
            <a:xfrm>
              <a:off x="1799092" y="155897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" name="pt93"/>
            <p:cNvSpPr/>
            <p:nvPr/>
          </p:nvSpPr>
          <p:spPr>
            <a:xfrm>
              <a:off x="1245362" y="208894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" name="pt94"/>
            <p:cNvSpPr/>
            <p:nvPr/>
          </p:nvSpPr>
          <p:spPr>
            <a:xfrm>
              <a:off x="1144684" y="24345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" name="pt95"/>
            <p:cNvSpPr/>
            <p:nvPr/>
          </p:nvSpPr>
          <p:spPr>
            <a:xfrm>
              <a:off x="1346040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" name="pt96"/>
            <p:cNvSpPr/>
            <p:nvPr/>
          </p:nvSpPr>
          <p:spPr>
            <a:xfrm>
              <a:off x="1245362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" name="pt97"/>
            <p:cNvSpPr/>
            <p:nvPr/>
          </p:nvSpPr>
          <p:spPr>
            <a:xfrm>
              <a:off x="842649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" name="pt98"/>
            <p:cNvSpPr/>
            <p:nvPr/>
          </p:nvSpPr>
          <p:spPr>
            <a:xfrm>
              <a:off x="3007229" y="125942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" name="pt99"/>
            <p:cNvSpPr/>
            <p:nvPr/>
          </p:nvSpPr>
          <p:spPr>
            <a:xfrm>
              <a:off x="2252143" y="169722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" name="pt100"/>
            <p:cNvSpPr/>
            <p:nvPr/>
          </p:nvSpPr>
          <p:spPr>
            <a:xfrm>
              <a:off x="1849431" y="23884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" name="pt101"/>
            <p:cNvSpPr/>
            <p:nvPr/>
          </p:nvSpPr>
          <p:spPr>
            <a:xfrm>
              <a:off x="842649" y="25037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" name="pt102"/>
            <p:cNvSpPr/>
            <p:nvPr/>
          </p:nvSpPr>
          <p:spPr>
            <a:xfrm>
              <a:off x="1044006" y="27110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" name="pt103"/>
            <p:cNvSpPr/>
            <p:nvPr/>
          </p:nvSpPr>
          <p:spPr>
            <a:xfrm>
              <a:off x="1144684" y="319496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" name="pt104"/>
            <p:cNvSpPr/>
            <p:nvPr/>
          </p:nvSpPr>
          <p:spPr>
            <a:xfrm>
              <a:off x="1446718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" name="pt105"/>
            <p:cNvSpPr/>
            <p:nvPr/>
          </p:nvSpPr>
          <p:spPr>
            <a:xfrm>
              <a:off x="993667" y="321801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" name="pt106"/>
            <p:cNvSpPr/>
            <p:nvPr/>
          </p:nvSpPr>
          <p:spPr>
            <a:xfrm>
              <a:off x="1547396" y="282629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" name="pt107"/>
            <p:cNvSpPr/>
            <p:nvPr/>
          </p:nvSpPr>
          <p:spPr>
            <a:xfrm>
              <a:off x="2856212" y="130551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" name="pt108"/>
            <p:cNvSpPr/>
            <p:nvPr/>
          </p:nvSpPr>
          <p:spPr>
            <a:xfrm>
              <a:off x="2453499" y="192764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" name="pt109"/>
            <p:cNvSpPr/>
            <p:nvPr/>
          </p:nvSpPr>
          <p:spPr>
            <a:xfrm>
              <a:off x="2755534" y="123638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" name="pt110"/>
            <p:cNvSpPr/>
            <p:nvPr/>
          </p:nvSpPr>
          <p:spPr>
            <a:xfrm>
              <a:off x="1748753" y="190460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" name="pt111"/>
            <p:cNvSpPr/>
            <p:nvPr/>
          </p:nvSpPr>
          <p:spPr>
            <a:xfrm>
              <a:off x="2050787" y="23884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" name="pt112"/>
            <p:cNvSpPr/>
            <p:nvPr/>
          </p:nvSpPr>
          <p:spPr>
            <a:xfrm>
              <a:off x="842649" y="31488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" name="pt113"/>
            <p:cNvSpPr/>
            <p:nvPr/>
          </p:nvSpPr>
          <p:spPr>
            <a:xfrm>
              <a:off x="1748753" y="201981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" name="pt114"/>
            <p:cNvSpPr/>
            <p:nvPr/>
          </p:nvSpPr>
          <p:spPr>
            <a:xfrm>
              <a:off x="2654856" y="21811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" name="pt115"/>
            <p:cNvSpPr/>
            <p:nvPr/>
          </p:nvSpPr>
          <p:spPr>
            <a:xfrm>
              <a:off x="792310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" name="pt116"/>
            <p:cNvSpPr/>
            <p:nvPr/>
          </p:nvSpPr>
          <p:spPr>
            <a:xfrm>
              <a:off x="1346040" y="266499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" name="pt117"/>
            <p:cNvSpPr/>
            <p:nvPr/>
          </p:nvSpPr>
          <p:spPr>
            <a:xfrm>
              <a:off x="943327" y="296454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" name="pt118"/>
            <p:cNvSpPr/>
            <p:nvPr/>
          </p:nvSpPr>
          <p:spPr>
            <a:xfrm>
              <a:off x="2252143" y="100596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" name="pt119"/>
            <p:cNvSpPr/>
            <p:nvPr/>
          </p:nvSpPr>
          <p:spPr>
            <a:xfrm>
              <a:off x="2252143" y="146680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" name="pt120"/>
            <p:cNvSpPr/>
            <p:nvPr/>
          </p:nvSpPr>
          <p:spPr>
            <a:xfrm>
              <a:off x="2050787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" name="pt121"/>
            <p:cNvSpPr/>
            <p:nvPr/>
          </p:nvSpPr>
          <p:spPr>
            <a:xfrm>
              <a:off x="741971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" name="pt122"/>
            <p:cNvSpPr/>
            <p:nvPr/>
          </p:nvSpPr>
          <p:spPr>
            <a:xfrm>
              <a:off x="1849431" y="197373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" name="pt123"/>
            <p:cNvSpPr/>
            <p:nvPr/>
          </p:nvSpPr>
          <p:spPr>
            <a:xfrm>
              <a:off x="1648074" y="296454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" name="pt124"/>
            <p:cNvSpPr/>
            <p:nvPr/>
          </p:nvSpPr>
          <p:spPr>
            <a:xfrm>
              <a:off x="1849431" y="22732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" name="pt125"/>
            <p:cNvSpPr/>
            <p:nvPr/>
          </p:nvSpPr>
          <p:spPr>
            <a:xfrm>
              <a:off x="1748753" y="24806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" name="pt126"/>
            <p:cNvSpPr/>
            <p:nvPr/>
          </p:nvSpPr>
          <p:spPr>
            <a:xfrm>
              <a:off x="1547396" y="151289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" name="pt127"/>
            <p:cNvSpPr/>
            <p:nvPr/>
          </p:nvSpPr>
          <p:spPr>
            <a:xfrm>
              <a:off x="3258924" y="100596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" name="pt128"/>
            <p:cNvSpPr/>
            <p:nvPr/>
          </p:nvSpPr>
          <p:spPr>
            <a:xfrm>
              <a:off x="2554178" y="1144216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" name="pt129"/>
            <p:cNvSpPr/>
            <p:nvPr/>
          </p:nvSpPr>
          <p:spPr>
            <a:xfrm>
              <a:off x="1748753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" name="pt130"/>
            <p:cNvSpPr/>
            <p:nvPr/>
          </p:nvSpPr>
          <p:spPr>
            <a:xfrm>
              <a:off x="1295701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" name="pt131"/>
            <p:cNvSpPr/>
            <p:nvPr/>
          </p:nvSpPr>
          <p:spPr>
            <a:xfrm>
              <a:off x="3762315" y="79858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" name="pt132"/>
            <p:cNvSpPr/>
            <p:nvPr/>
          </p:nvSpPr>
          <p:spPr>
            <a:xfrm>
              <a:off x="1748753" y="148984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" name="pt133"/>
            <p:cNvSpPr/>
            <p:nvPr/>
          </p:nvSpPr>
          <p:spPr>
            <a:xfrm>
              <a:off x="2503838" y="1489849"/>
              <a:ext cx="72220" cy="72220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309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" name="pt134"/>
            <p:cNvSpPr/>
            <p:nvPr/>
          </p:nvSpPr>
          <p:spPr>
            <a:xfrm>
              <a:off x="1346040" y="192764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" name="pt135"/>
            <p:cNvSpPr/>
            <p:nvPr/>
          </p:nvSpPr>
          <p:spPr>
            <a:xfrm>
              <a:off x="2151465" y="1144216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" name="pt136"/>
            <p:cNvSpPr/>
            <p:nvPr/>
          </p:nvSpPr>
          <p:spPr>
            <a:xfrm>
              <a:off x="1698413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" name="pt137"/>
            <p:cNvSpPr/>
            <p:nvPr/>
          </p:nvSpPr>
          <p:spPr>
            <a:xfrm>
              <a:off x="2050787" y="190460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" name="pt138"/>
            <p:cNvSpPr/>
            <p:nvPr/>
          </p:nvSpPr>
          <p:spPr>
            <a:xfrm>
              <a:off x="2956890" y="100596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" name="pt139"/>
            <p:cNvSpPr/>
            <p:nvPr/>
          </p:nvSpPr>
          <p:spPr>
            <a:xfrm>
              <a:off x="1547396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" name="pt140"/>
            <p:cNvSpPr/>
            <p:nvPr/>
          </p:nvSpPr>
          <p:spPr>
            <a:xfrm>
              <a:off x="2352821" y="1144216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" name="pt141"/>
            <p:cNvSpPr/>
            <p:nvPr/>
          </p:nvSpPr>
          <p:spPr>
            <a:xfrm>
              <a:off x="4064350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" name="pt142"/>
            <p:cNvSpPr/>
            <p:nvPr/>
          </p:nvSpPr>
          <p:spPr>
            <a:xfrm>
              <a:off x="3460281" y="100596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" name="pt143"/>
            <p:cNvSpPr/>
            <p:nvPr/>
          </p:nvSpPr>
          <p:spPr>
            <a:xfrm>
              <a:off x="842649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" name="pt144"/>
            <p:cNvSpPr/>
            <p:nvPr/>
          </p:nvSpPr>
          <p:spPr>
            <a:xfrm>
              <a:off x="1346040" y="190460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" name="pt145"/>
            <p:cNvSpPr/>
            <p:nvPr/>
          </p:nvSpPr>
          <p:spPr>
            <a:xfrm>
              <a:off x="1346040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" name="pt146"/>
            <p:cNvSpPr/>
            <p:nvPr/>
          </p:nvSpPr>
          <p:spPr>
            <a:xfrm>
              <a:off x="1950109" y="162810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" name="pt147"/>
            <p:cNvSpPr/>
            <p:nvPr/>
          </p:nvSpPr>
          <p:spPr>
            <a:xfrm>
              <a:off x="2654856" y="183548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" name="pt148"/>
            <p:cNvSpPr/>
            <p:nvPr/>
          </p:nvSpPr>
          <p:spPr>
            <a:xfrm>
              <a:off x="1044006" y="28723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" name="pt149"/>
            <p:cNvSpPr/>
            <p:nvPr/>
          </p:nvSpPr>
          <p:spPr>
            <a:xfrm>
              <a:off x="1446718" y="176635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" name="pt150"/>
            <p:cNvSpPr/>
            <p:nvPr/>
          </p:nvSpPr>
          <p:spPr>
            <a:xfrm>
              <a:off x="2000448" y="169722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" name="pt151"/>
            <p:cNvSpPr/>
            <p:nvPr/>
          </p:nvSpPr>
          <p:spPr>
            <a:xfrm>
              <a:off x="1446718" y="294150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" name="pt152"/>
            <p:cNvSpPr/>
            <p:nvPr/>
          </p:nvSpPr>
          <p:spPr>
            <a:xfrm>
              <a:off x="1044006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" name="pt153"/>
            <p:cNvSpPr/>
            <p:nvPr/>
          </p:nvSpPr>
          <p:spPr>
            <a:xfrm>
              <a:off x="741971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" name="pt154"/>
            <p:cNvSpPr/>
            <p:nvPr/>
          </p:nvSpPr>
          <p:spPr>
            <a:xfrm>
              <a:off x="1144684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" name="pt155"/>
            <p:cNvSpPr/>
            <p:nvPr/>
          </p:nvSpPr>
          <p:spPr>
            <a:xfrm>
              <a:off x="2050787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" name="pt156"/>
            <p:cNvSpPr/>
            <p:nvPr/>
          </p:nvSpPr>
          <p:spPr>
            <a:xfrm>
              <a:off x="1245362" y="21811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" name="pt157"/>
            <p:cNvSpPr/>
            <p:nvPr/>
          </p:nvSpPr>
          <p:spPr>
            <a:xfrm>
              <a:off x="1849431" y="183548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" name="pt158"/>
            <p:cNvSpPr/>
            <p:nvPr/>
          </p:nvSpPr>
          <p:spPr>
            <a:xfrm>
              <a:off x="1698413" y="266499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" name="pt159"/>
            <p:cNvSpPr/>
            <p:nvPr/>
          </p:nvSpPr>
          <p:spPr>
            <a:xfrm>
              <a:off x="1144684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" name="pt160"/>
            <p:cNvSpPr/>
            <p:nvPr/>
          </p:nvSpPr>
          <p:spPr>
            <a:xfrm>
              <a:off x="1748753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" name="pt161"/>
            <p:cNvSpPr/>
            <p:nvPr/>
          </p:nvSpPr>
          <p:spPr>
            <a:xfrm>
              <a:off x="741971" y="31488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" name="pt162"/>
            <p:cNvSpPr/>
            <p:nvPr/>
          </p:nvSpPr>
          <p:spPr>
            <a:xfrm>
              <a:off x="1245362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" name="pt163"/>
            <p:cNvSpPr/>
            <p:nvPr/>
          </p:nvSpPr>
          <p:spPr>
            <a:xfrm>
              <a:off x="2453499" y="155897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" name="pt164"/>
            <p:cNvSpPr/>
            <p:nvPr/>
          </p:nvSpPr>
          <p:spPr>
            <a:xfrm>
              <a:off x="1648074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" name="pt165"/>
            <p:cNvSpPr/>
            <p:nvPr/>
          </p:nvSpPr>
          <p:spPr>
            <a:xfrm>
              <a:off x="741971" y="294150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" name="pt166"/>
            <p:cNvSpPr/>
            <p:nvPr/>
          </p:nvSpPr>
          <p:spPr>
            <a:xfrm>
              <a:off x="1346040" y="142072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" name="pt167"/>
            <p:cNvSpPr/>
            <p:nvPr/>
          </p:nvSpPr>
          <p:spPr>
            <a:xfrm>
              <a:off x="1195023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" name="pt168"/>
            <p:cNvSpPr/>
            <p:nvPr/>
          </p:nvSpPr>
          <p:spPr>
            <a:xfrm>
              <a:off x="1295701" y="266499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" name="pt169"/>
            <p:cNvSpPr/>
            <p:nvPr/>
          </p:nvSpPr>
          <p:spPr>
            <a:xfrm>
              <a:off x="2554178" y="128246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" name="pt170"/>
            <p:cNvSpPr/>
            <p:nvPr/>
          </p:nvSpPr>
          <p:spPr>
            <a:xfrm>
              <a:off x="2000448" y="23884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" name="pt171"/>
            <p:cNvSpPr/>
            <p:nvPr/>
          </p:nvSpPr>
          <p:spPr>
            <a:xfrm>
              <a:off x="1044006" y="183548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" name="pt172"/>
            <p:cNvSpPr/>
            <p:nvPr/>
          </p:nvSpPr>
          <p:spPr>
            <a:xfrm>
              <a:off x="741971" y="169722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" name="pt173"/>
            <p:cNvSpPr/>
            <p:nvPr/>
          </p:nvSpPr>
          <p:spPr>
            <a:xfrm>
              <a:off x="1346040" y="135159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" name="pt174"/>
            <p:cNvSpPr/>
            <p:nvPr/>
          </p:nvSpPr>
          <p:spPr>
            <a:xfrm>
              <a:off x="741971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" name="pt175"/>
            <p:cNvSpPr/>
            <p:nvPr/>
          </p:nvSpPr>
          <p:spPr>
            <a:xfrm>
              <a:off x="943327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" name="pt176"/>
            <p:cNvSpPr/>
            <p:nvPr/>
          </p:nvSpPr>
          <p:spPr>
            <a:xfrm>
              <a:off x="993667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" name="pt177"/>
            <p:cNvSpPr/>
            <p:nvPr/>
          </p:nvSpPr>
          <p:spPr>
            <a:xfrm>
              <a:off x="2151465" y="148984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" name="pt178"/>
            <p:cNvSpPr/>
            <p:nvPr/>
          </p:nvSpPr>
          <p:spPr>
            <a:xfrm>
              <a:off x="1245362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" name="pt179"/>
            <p:cNvSpPr/>
            <p:nvPr/>
          </p:nvSpPr>
          <p:spPr>
            <a:xfrm>
              <a:off x="1044006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" name="pt180"/>
            <p:cNvSpPr/>
            <p:nvPr/>
          </p:nvSpPr>
          <p:spPr>
            <a:xfrm>
              <a:off x="1597735" y="197373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" name="pt181"/>
            <p:cNvSpPr/>
            <p:nvPr/>
          </p:nvSpPr>
          <p:spPr>
            <a:xfrm>
              <a:off x="1144684" y="31488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" name="pt182"/>
            <p:cNvSpPr/>
            <p:nvPr/>
          </p:nvSpPr>
          <p:spPr>
            <a:xfrm>
              <a:off x="1748753" y="155897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" name="pt183"/>
            <p:cNvSpPr/>
            <p:nvPr/>
          </p:nvSpPr>
          <p:spPr>
            <a:xfrm>
              <a:off x="2252143" y="1144216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" name="pt184"/>
            <p:cNvSpPr/>
            <p:nvPr/>
          </p:nvSpPr>
          <p:spPr>
            <a:xfrm>
              <a:off x="792310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" name="pt185"/>
            <p:cNvSpPr/>
            <p:nvPr/>
          </p:nvSpPr>
          <p:spPr>
            <a:xfrm>
              <a:off x="2000448" y="121334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" name="pt186"/>
            <p:cNvSpPr/>
            <p:nvPr/>
          </p:nvSpPr>
          <p:spPr>
            <a:xfrm>
              <a:off x="1648074" y="155897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" name="pt187"/>
            <p:cNvSpPr/>
            <p:nvPr/>
          </p:nvSpPr>
          <p:spPr>
            <a:xfrm>
              <a:off x="2101126" y="162810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" name="pt188"/>
            <p:cNvSpPr/>
            <p:nvPr/>
          </p:nvSpPr>
          <p:spPr>
            <a:xfrm>
              <a:off x="2604517" y="1075090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" name="pt189"/>
            <p:cNvSpPr/>
            <p:nvPr/>
          </p:nvSpPr>
          <p:spPr>
            <a:xfrm>
              <a:off x="3007229" y="100596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" name="pt190"/>
            <p:cNvSpPr/>
            <p:nvPr/>
          </p:nvSpPr>
          <p:spPr>
            <a:xfrm>
              <a:off x="741971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" name="pt191"/>
            <p:cNvSpPr/>
            <p:nvPr/>
          </p:nvSpPr>
          <p:spPr>
            <a:xfrm>
              <a:off x="741971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" name="pt192"/>
            <p:cNvSpPr/>
            <p:nvPr/>
          </p:nvSpPr>
          <p:spPr>
            <a:xfrm>
              <a:off x="1748753" y="155897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" name="pt193"/>
            <p:cNvSpPr/>
            <p:nvPr/>
          </p:nvSpPr>
          <p:spPr>
            <a:xfrm>
              <a:off x="2151465" y="231936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" name="pt194"/>
            <p:cNvSpPr/>
            <p:nvPr/>
          </p:nvSpPr>
          <p:spPr>
            <a:xfrm>
              <a:off x="943327" y="24115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" name="pt195"/>
            <p:cNvSpPr/>
            <p:nvPr/>
          </p:nvSpPr>
          <p:spPr>
            <a:xfrm>
              <a:off x="2050787" y="169722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" name="pt196"/>
            <p:cNvSpPr/>
            <p:nvPr/>
          </p:nvSpPr>
          <p:spPr>
            <a:xfrm>
              <a:off x="741971" y="266499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" name="pt197"/>
            <p:cNvSpPr/>
            <p:nvPr/>
          </p:nvSpPr>
          <p:spPr>
            <a:xfrm>
              <a:off x="741971" y="303367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" name="pt198"/>
            <p:cNvSpPr/>
            <p:nvPr/>
          </p:nvSpPr>
          <p:spPr>
            <a:xfrm>
              <a:off x="741971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" name="pt199"/>
            <p:cNvSpPr/>
            <p:nvPr/>
          </p:nvSpPr>
          <p:spPr>
            <a:xfrm>
              <a:off x="1748753" y="936837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" name="pt200"/>
            <p:cNvSpPr/>
            <p:nvPr/>
          </p:nvSpPr>
          <p:spPr>
            <a:xfrm>
              <a:off x="1044006" y="23884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" name="pt201"/>
            <p:cNvSpPr/>
            <p:nvPr/>
          </p:nvSpPr>
          <p:spPr>
            <a:xfrm>
              <a:off x="1346040" y="229632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" name="pt202"/>
            <p:cNvSpPr/>
            <p:nvPr/>
          </p:nvSpPr>
          <p:spPr>
            <a:xfrm>
              <a:off x="741971" y="319496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" name="pt203"/>
            <p:cNvSpPr/>
            <p:nvPr/>
          </p:nvSpPr>
          <p:spPr>
            <a:xfrm>
              <a:off x="943327" y="305671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" name="pt204"/>
            <p:cNvSpPr/>
            <p:nvPr/>
          </p:nvSpPr>
          <p:spPr>
            <a:xfrm>
              <a:off x="1446718" y="31488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" name="pt205"/>
            <p:cNvSpPr/>
            <p:nvPr/>
          </p:nvSpPr>
          <p:spPr>
            <a:xfrm>
              <a:off x="2252143" y="259587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" name="pt206"/>
            <p:cNvSpPr/>
            <p:nvPr/>
          </p:nvSpPr>
          <p:spPr>
            <a:xfrm>
              <a:off x="1446718" y="231936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" name="pt207"/>
            <p:cNvSpPr/>
            <p:nvPr/>
          </p:nvSpPr>
          <p:spPr>
            <a:xfrm>
              <a:off x="1144684" y="301063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" name="pt208"/>
            <p:cNvSpPr/>
            <p:nvPr/>
          </p:nvSpPr>
          <p:spPr>
            <a:xfrm>
              <a:off x="2554178" y="169722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" name="pt209"/>
            <p:cNvSpPr/>
            <p:nvPr/>
          </p:nvSpPr>
          <p:spPr>
            <a:xfrm>
              <a:off x="2050787" y="165114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" name="pt210"/>
            <p:cNvSpPr/>
            <p:nvPr/>
          </p:nvSpPr>
          <p:spPr>
            <a:xfrm>
              <a:off x="2151465" y="142072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" name="pt211"/>
            <p:cNvSpPr/>
            <p:nvPr/>
          </p:nvSpPr>
          <p:spPr>
            <a:xfrm>
              <a:off x="1597735" y="208894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" name="pt212"/>
            <p:cNvSpPr/>
            <p:nvPr/>
          </p:nvSpPr>
          <p:spPr>
            <a:xfrm>
              <a:off x="1648074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" name="pt213"/>
            <p:cNvSpPr/>
            <p:nvPr/>
          </p:nvSpPr>
          <p:spPr>
            <a:xfrm>
              <a:off x="842649" y="301063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" name="pt214"/>
            <p:cNvSpPr/>
            <p:nvPr/>
          </p:nvSpPr>
          <p:spPr>
            <a:xfrm>
              <a:off x="1497057" y="23884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" name="pt215"/>
            <p:cNvSpPr/>
            <p:nvPr/>
          </p:nvSpPr>
          <p:spPr>
            <a:xfrm>
              <a:off x="1346040" y="24115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" name="pt216"/>
            <p:cNvSpPr/>
            <p:nvPr/>
          </p:nvSpPr>
          <p:spPr>
            <a:xfrm>
              <a:off x="1648074" y="220415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" name="pt217"/>
            <p:cNvSpPr/>
            <p:nvPr/>
          </p:nvSpPr>
          <p:spPr>
            <a:xfrm>
              <a:off x="1245362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" name="pt218"/>
            <p:cNvSpPr/>
            <p:nvPr/>
          </p:nvSpPr>
          <p:spPr>
            <a:xfrm>
              <a:off x="1950109" y="128246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" name="pt219"/>
            <p:cNvSpPr/>
            <p:nvPr/>
          </p:nvSpPr>
          <p:spPr>
            <a:xfrm>
              <a:off x="1748753" y="169722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" name="pt220"/>
            <p:cNvSpPr/>
            <p:nvPr/>
          </p:nvSpPr>
          <p:spPr>
            <a:xfrm>
              <a:off x="2151465" y="148984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" name="pt221"/>
            <p:cNvSpPr/>
            <p:nvPr/>
          </p:nvSpPr>
          <p:spPr>
            <a:xfrm>
              <a:off x="842649" y="312584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" name="pt222"/>
            <p:cNvSpPr/>
            <p:nvPr/>
          </p:nvSpPr>
          <p:spPr>
            <a:xfrm>
              <a:off x="741971" y="301063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" name="pt223"/>
            <p:cNvSpPr/>
            <p:nvPr/>
          </p:nvSpPr>
          <p:spPr>
            <a:xfrm>
              <a:off x="2554178" y="137463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" name="pt224"/>
            <p:cNvSpPr/>
            <p:nvPr/>
          </p:nvSpPr>
          <p:spPr>
            <a:xfrm>
              <a:off x="1044006" y="280325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" name="pt225"/>
            <p:cNvSpPr/>
            <p:nvPr/>
          </p:nvSpPr>
          <p:spPr>
            <a:xfrm>
              <a:off x="1346040" y="24806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" name="pt226"/>
            <p:cNvSpPr/>
            <p:nvPr/>
          </p:nvSpPr>
          <p:spPr>
            <a:xfrm>
              <a:off x="1547396" y="178939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" name="pt227"/>
            <p:cNvSpPr/>
            <p:nvPr/>
          </p:nvSpPr>
          <p:spPr>
            <a:xfrm>
              <a:off x="1346040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" name="pt228"/>
            <p:cNvSpPr/>
            <p:nvPr/>
          </p:nvSpPr>
          <p:spPr>
            <a:xfrm>
              <a:off x="2956890" y="137463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" name="pt229"/>
            <p:cNvSpPr/>
            <p:nvPr/>
          </p:nvSpPr>
          <p:spPr>
            <a:xfrm>
              <a:off x="1346040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" name="pt230"/>
            <p:cNvSpPr/>
            <p:nvPr/>
          </p:nvSpPr>
          <p:spPr>
            <a:xfrm>
              <a:off x="741971" y="298758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" name="pt231"/>
            <p:cNvSpPr/>
            <p:nvPr/>
          </p:nvSpPr>
          <p:spPr>
            <a:xfrm>
              <a:off x="2352821" y="936837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" name="pt232"/>
            <p:cNvSpPr/>
            <p:nvPr/>
          </p:nvSpPr>
          <p:spPr>
            <a:xfrm>
              <a:off x="2453499" y="1558975"/>
              <a:ext cx="72220" cy="72220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309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" name="pt233"/>
            <p:cNvSpPr/>
            <p:nvPr/>
          </p:nvSpPr>
          <p:spPr>
            <a:xfrm>
              <a:off x="1748753" y="28723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" name="pt234"/>
            <p:cNvSpPr/>
            <p:nvPr/>
          </p:nvSpPr>
          <p:spPr>
            <a:xfrm>
              <a:off x="1748753" y="24345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" name="pt235"/>
            <p:cNvSpPr/>
            <p:nvPr/>
          </p:nvSpPr>
          <p:spPr>
            <a:xfrm>
              <a:off x="1044006" y="21811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" name="pt236"/>
            <p:cNvSpPr/>
            <p:nvPr/>
          </p:nvSpPr>
          <p:spPr>
            <a:xfrm>
              <a:off x="1748753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" name="pt237"/>
            <p:cNvSpPr/>
            <p:nvPr/>
          </p:nvSpPr>
          <p:spPr>
            <a:xfrm>
              <a:off x="1648074" y="220415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" name="pt238"/>
            <p:cNvSpPr/>
            <p:nvPr/>
          </p:nvSpPr>
          <p:spPr>
            <a:xfrm>
              <a:off x="1044006" y="208894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" name="pt239"/>
            <p:cNvSpPr/>
            <p:nvPr/>
          </p:nvSpPr>
          <p:spPr>
            <a:xfrm>
              <a:off x="1144684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" name="pt240"/>
            <p:cNvSpPr/>
            <p:nvPr/>
          </p:nvSpPr>
          <p:spPr>
            <a:xfrm>
              <a:off x="1346040" y="26189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" name="pt241"/>
            <p:cNvSpPr/>
            <p:nvPr/>
          </p:nvSpPr>
          <p:spPr>
            <a:xfrm>
              <a:off x="2956890" y="100596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" name="pt242"/>
            <p:cNvSpPr/>
            <p:nvPr/>
          </p:nvSpPr>
          <p:spPr>
            <a:xfrm>
              <a:off x="741971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" name="pt243"/>
            <p:cNvSpPr/>
            <p:nvPr/>
          </p:nvSpPr>
          <p:spPr>
            <a:xfrm>
              <a:off x="792310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" name="pt244"/>
            <p:cNvSpPr/>
            <p:nvPr/>
          </p:nvSpPr>
          <p:spPr>
            <a:xfrm>
              <a:off x="2554178" y="1098132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" name="pt245"/>
            <p:cNvSpPr/>
            <p:nvPr/>
          </p:nvSpPr>
          <p:spPr>
            <a:xfrm>
              <a:off x="2050787" y="19506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" name="pt246"/>
            <p:cNvSpPr/>
            <p:nvPr/>
          </p:nvSpPr>
          <p:spPr>
            <a:xfrm>
              <a:off x="1748753" y="190460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" name="pt247"/>
            <p:cNvSpPr/>
            <p:nvPr/>
          </p:nvSpPr>
          <p:spPr>
            <a:xfrm>
              <a:off x="1748753" y="231936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" name="pt248"/>
            <p:cNvSpPr/>
            <p:nvPr/>
          </p:nvSpPr>
          <p:spPr>
            <a:xfrm>
              <a:off x="1849431" y="151289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" name="pt249"/>
            <p:cNvSpPr/>
            <p:nvPr/>
          </p:nvSpPr>
          <p:spPr>
            <a:xfrm>
              <a:off x="1597735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" name="pt250"/>
            <p:cNvSpPr/>
            <p:nvPr/>
          </p:nvSpPr>
          <p:spPr>
            <a:xfrm>
              <a:off x="1396379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" name="pt251"/>
            <p:cNvSpPr/>
            <p:nvPr/>
          </p:nvSpPr>
          <p:spPr>
            <a:xfrm>
              <a:off x="1648074" y="273412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" name="pt252"/>
            <p:cNvSpPr/>
            <p:nvPr/>
          </p:nvSpPr>
          <p:spPr>
            <a:xfrm>
              <a:off x="3057568" y="148984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" name="pt253"/>
            <p:cNvSpPr/>
            <p:nvPr/>
          </p:nvSpPr>
          <p:spPr>
            <a:xfrm>
              <a:off x="2252143" y="165114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" name="pt254"/>
            <p:cNvSpPr/>
            <p:nvPr/>
          </p:nvSpPr>
          <p:spPr>
            <a:xfrm>
              <a:off x="1849431" y="1144216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" name="pt255"/>
            <p:cNvSpPr/>
            <p:nvPr/>
          </p:nvSpPr>
          <p:spPr>
            <a:xfrm>
              <a:off x="1748753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" name="pt256"/>
            <p:cNvSpPr/>
            <p:nvPr/>
          </p:nvSpPr>
          <p:spPr>
            <a:xfrm>
              <a:off x="1346040" y="19506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" name="pt257"/>
            <p:cNvSpPr/>
            <p:nvPr/>
          </p:nvSpPr>
          <p:spPr>
            <a:xfrm>
              <a:off x="842649" y="31488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" name="pt258"/>
            <p:cNvSpPr/>
            <p:nvPr/>
          </p:nvSpPr>
          <p:spPr>
            <a:xfrm>
              <a:off x="3158246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" name="pt259"/>
            <p:cNvSpPr/>
            <p:nvPr/>
          </p:nvSpPr>
          <p:spPr>
            <a:xfrm>
              <a:off x="2252143" y="201981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" name="pt260"/>
            <p:cNvSpPr/>
            <p:nvPr/>
          </p:nvSpPr>
          <p:spPr>
            <a:xfrm>
              <a:off x="1547396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1" name="pt261"/>
            <p:cNvSpPr/>
            <p:nvPr/>
          </p:nvSpPr>
          <p:spPr>
            <a:xfrm>
              <a:off x="3057568" y="135159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2" name="pt262"/>
            <p:cNvSpPr/>
            <p:nvPr/>
          </p:nvSpPr>
          <p:spPr>
            <a:xfrm>
              <a:off x="2151465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3" name="pt263"/>
            <p:cNvSpPr/>
            <p:nvPr/>
          </p:nvSpPr>
          <p:spPr>
            <a:xfrm>
              <a:off x="892988" y="26189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4" name="pt264"/>
            <p:cNvSpPr/>
            <p:nvPr/>
          </p:nvSpPr>
          <p:spPr>
            <a:xfrm>
              <a:off x="1346040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5" name="pt265"/>
            <p:cNvSpPr/>
            <p:nvPr/>
          </p:nvSpPr>
          <p:spPr>
            <a:xfrm>
              <a:off x="1547396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6" name="pt266"/>
            <p:cNvSpPr/>
            <p:nvPr/>
          </p:nvSpPr>
          <p:spPr>
            <a:xfrm>
              <a:off x="2554178" y="190460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7" name="pt267"/>
            <p:cNvSpPr/>
            <p:nvPr/>
          </p:nvSpPr>
          <p:spPr>
            <a:xfrm>
              <a:off x="1346040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8" name="pt268"/>
            <p:cNvSpPr/>
            <p:nvPr/>
          </p:nvSpPr>
          <p:spPr>
            <a:xfrm>
              <a:off x="1648074" y="280325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9" name="pt269"/>
            <p:cNvSpPr/>
            <p:nvPr/>
          </p:nvSpPr>
          <p:spPr>
            <a:xfrm>
              <a:off x="2453499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0" name="pt270"/>
            <p:cNvSpPr/>
            <p:nvPr/>
          </p:nvSpPr>
          <p:spPr>
            <a:xfrm>
              <a:off x="1849431" y="197373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1" name="pt271"/>
            <p:cNvSpPr/>
            <p:nvPr/>
          </p:nvSpPr>
          <p:spPr>
            <a:xfrm>
              <a:off x="2805873" y="197373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2" name="pt272"/>
            <p:cNvSpPr/>
            <p:nvPr/>
          </p:nvSpPr>
          <p:spPr>
            <a:xfrm>
              <a:off x="2151465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3" name="pt273"/>
            <p:cNvSpPr/>
            <p:nvPr/>
          </p:nvSpPr>
          <p:spPr>
            <a:xfrm>
              <a:off x="1245362" y="268804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4" name="pt274"/>
            <p:cNvSpPr/>
            <p:nvPr/>
          </p:nvSpPr>
          <p:spPr>
            <a:xfrm>
              <a:off x="1648074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5" name="pt275"/>
            <p:cNvSpPr/>
            <p:nvPr/>
          </p:nvSpPr>
          <p:spPr>
            <a:xfrm>
              <a:off x="1748753" y="142072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6" name="pt276"/>
            <p:cNvSpPr/>
            <p:nvPr/>
          </p:nvSpPr>
          <p:spPr>
            <a:xfrm>
              <a:off x="1295701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7" name="pt277"/>
            <p:cNvSpPr/>
            <p:nvPr/>
          </p:nvSpPr>
          <p:spPr>
            <a:xfrm>
              <a:off x="2352821" y="167418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8" name="pt278"/>
            <p:cNvSpPr/>
            <p:nvPr/>
          </p:nvSpPr>
          <p:spPr>
            <a:xfrm>
              <a:off x="1446718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9" name="pt279"/>
            <p:cNvSpPr/>
            <p:nvPr/>
          </p:nvSpPr>
          <p:spPr>
            <a:xfrm>
              <a:off x="2252143" y="151289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0" name="pt280"/>
            <p:cNvSpPr/>
            <p:nvPr/>
          </p:nvSpPr>
          <p:spPr>
            <a:xfrm>
              <a:off x="943327" y="23654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1" name="pt281"/>
            <p:cNvSpPr/>
            <p:nvPr/>
          </p:nvSpPr>
          <p:spPr>
            <a:xfrm>
              <a:off x="2453499" y="148984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2" name="pt282"/>
            <p:cNvSpPr/>
            <p:nvPr/>
          </p:nvSpPr>
          <p:spPr>
            <a:xfrm>
              <a:off x="1849431" y="21811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3" name="pt283"/>
            <p:cNvSpPr/>
            <p:nvPr/>
          </p:nvSpPr>
          <p:spPr>
            <a:xfrm>
              <a:off x="1849431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4" name="pt284"/>
            <p:cNvSpPr/>
            <p:nvPr/>
          </p:nvSpPr>
          <p:spPr>
            <a:xfrm>
              <a:off x="1144684" y="257283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5" name="pt285"/>
            <p:cNvSpPr/>
            <p:nvPr/>
          </p:nvSpPr>
          <p:spPr>
            <a:xfrm>
              <a:off x="1446718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6" name="pt286"/>
            <p:cNvSpPr/>
            <p:nvPr/>
          </p:nvSpPr>
          <p:spPr>
            <a:xfrm>
              <a:off x="1849431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7" name="pt287"/>
            <p:cNvSpPr/>
            <p:nvPr/>
          </p:nvSpPr>
          <p:spPr>
            <a:xfrm>
              <a:off x="2050787" y="190460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8" name="pt288"/>
            <p:cNvSpPr/>
            <p:nvPr/>
          </p:nvSpPr>
          <p:spPr>
            <a:xfrm>
              <a:off x="1547396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9" name="pt289"/>
            <p:cNvSpPr/>
            <p:nvPr/>
          </p:nvSpPr>
          <p:spPr>
            <a:xfrm>
              <a:off x="792310" y="268804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0" name="pt290"/>
            <p:cNvSpPr/>
            <p:nvPr/>
          </p:nvSpPr>
          <p:spPr>
            <a:xfrm>
              <a:off x="741971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1" name="pt291"/>
            <p:cNvSpPr/>
            <p:nvPr/>
          </p:nvSpPr>
          <p:spPr>
            <a:xfrm>
              <a:off x="1799092" y="25037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2" name="pt292"/>
            <p:cNvSpPr/>
            <p:nvPr/>
          </p:nvSpPr>
          <p:spPr>
            <a:xfrm>
              <a:off x="1849431" y="1144216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3" name="pt293"/>
            <p:cNvSpPr/>
            <p:nvPr/>
          </p:nvSpPr>
          <p:spPr>
            <a:xfrm>
              <a:off x="2151465" y="188156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4" name="pt294"/>
            <p:cNvSpPr/>
            <p:nvPr/>
          </p:nvSpPr>
          <p:spPr>
            <a:xfrm>
              <a:off x="1396379" y="291846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5" name="pt295"/>
            <p:cNvSpPr/>
            <p:nvPr/>
          </p:nvSpPr>
          <p:spPr>
            <a:xfrm>
              <a:off x="892988" y="28723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6" name="pt296"/>
            <p:cNvSpPr/>
            <p:nvPr/>
          </p:nvSpPr>
          <p:spPr>
            <a:xfrm>
              <a:off x="1899770" y="1190301"/>
              <a:ext cx="72220" cy="72220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309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7" name="pt297"/>
            <p:cNvSpPr/>
            <p:nvPr/>
          </p:nvSpPr>
          <p:spPr>
            <a:xfrm>
              <a:off x="993667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8" name="pt298"/>
            <p:cNvSpPr/>
            <p:nvPr/>
          </p:nvSpPr>
          <p:spPr>
            <a:xfrm>
              <a:off x="1547396" y="307975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9" name="pt299"/>
            <p:cNvSpPr/>
            <p:nvPr/>
          </p:nvSpPr>
          <p:spPr>
            <a:xfrm>
              <a:off x="1899770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0" name="pt300"/>
            <p:cNvSpPr/>
            <p:nvPr/>
          </p:nvSpPr>
          <p:spPr>
            <a:xfrm>
              <a:off x="2503838" y="172027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1" name="pt301"/>
            <p:cNvSpPr/>
            <p:nvPr/>
          </p:nvSpPr>
          <p:spPr>
            <a:xfrm>
              <a:off x="943327" y="268804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2" name="pt302"/>
            <p:cNvSpPr/>
            <p:nvPr/>
          </p:nvSpPr>
          <p:spPr>
            <a:xfrm>
              <a:off x="741971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3" name="pt303"/>
            <p:cNvSpPr/>
            <p:nvPr/>
          </p:nvSpPr>
          <p:spPr>
            <a:xfrm>
              <a:off x="741971" y="298758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4" name="pt304"/>
            <p:cNvSpPr/>
            <p:nvPr/>
          </p:nvSpPr>
          <p:spPr>
            <a:xfrm>
              <a:off x="741971" y="321801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5" name="pt305"/>
            <p:cNvSpPr/>
            <p:nvPr/>
          </p:nvSpPr>
          <p:spPr>
            <a:xfrm>
              <a:off x="943327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6" name="pt306"/>
            <p:cNvSpPr/>
            <p:nvPr/>
          </p:nvSpPr>
          <p:spPr>
            <a:xfrm>
              <a:off x="2151465" y="280325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7" name="pt307"/>
            <p:cNvSpPr/>
            <p:nvPr/>
          </p:nvSpPr>
          <p:spPr>
            <a:xfrm>
              <a:off x="1396379" y="220415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8" name="pt308"/>
            <p:cNvSpPr/>
            <p:nvPr/>
          </p:nvSpPr>
          <p:spPr>
            <a:xfrm>
              <a:off x="1295701" y="266499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09" name="pt309"/>
            <p:cNvSpPr/>
            <p:nvPr/>
          </p:nvSpPr>
          <p:spPr>
            <a:xfrm>
              <a:off x="892988" y="291846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0" name="pt310"/>
            <p:cNvSpPr/>
            <p:nvPr/>
          </p:nvSpPr>
          <p:spPr>
            <a:xfrm>
              <a:off x="3057568" y="1075090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1" name="pt311"/>
            <p:cNvSpPr/>
            <p:nvPr/>
          </p:nvSpPr>
          <p:spPr>
            <a:xfrm>
              <a:off x="3258924" y="86771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2" name="pt312"/>
            <p:cNvSpPr/>
            <p:nvPr/>
          </p:nvSpPr>
          <p:spPr>
            <a:xfrm>
              <a:off x="1346040" y="172027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3" name="pt313"/>
            <p:cNvSpPr/>
            <p:nvPr/>
          </p:nvSpPr>
          <p:spPr>
            <a:xfrm>
              <a:off x="2554178" y="936837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4" name="pt314"/>
            <p:cNvSpPr/>
            <p:nvPr/>
          </p:nvSpPr>
          <p:spPr>
            <a:xfrm>
              <a:off x="1748753" y="144376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5" name="pt315"/>
            <p:cNvSpPr/>
            <p:nvPr/>
          </p:nvSpPr>
          <p:spPr>
            <a:xfrm>
              <a:off x="943327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6" name="pt316"/>
            <p:cNvSpPr/>
            <p:nvPr/>
          </p:nvSpPr>
          <p:spPr>
            <a:xfrm>
              <a:off x="842649" y="296454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7" name="pt317"/>
            <p:cNvSpPr/>
            <p:nvPr/>
          </p:nvSpPr>
          <p:spPr>
            <a:xfrm>
              <a:off x="1748753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8" name="pt318"/>
            <p:cNvSpPr/>
            <p:nvPr/>
          </p:nvSpPr>
          <p:spPr>
            <a:xfrm>
              <a:off x="1446718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19" name="pt319"/>
            <p:cNvSpPr/>
            <p:nvPr/>
          </p:nvSpPr>
          <p:spPr>
            <a:xfrm>
              <a:off x="1346040" y="188156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0" name="pt320"/>
            <p:cNvSpPr/>
            <p:nvPr/>
          </p:nvSpPr>
          <p:spPr>
            <a:xfrm>
              <a:off x="1648074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1" name="pt321"/>
            <p:cNvSpPr/>
            <p:nvPr/>
          </p:nvSpPr>
          <p:spPr>
            <a:xfrm>
              <a:off x="1446718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2" name="pt322"/>
            <p:cNvSpPr/>
            <p:nvPr/>
          </p:nvSpPr>
          <p:spPr>
            <a:xfrm>
              <a:off x="1144684" y="268804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3" name="pt323"/>
            <p:cNvSpPr/>
            <p:nvPr/>
          </p:nvSpPr>
          <p:spPr>
            <a:xfrm>
              <a:off x="1950109" y="135159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4" name="pt324"/>
            <p:cNvSpPr/>
            <p:nvPr/>
          </p:nvSpPr>
          <p:spPr>
            <a:xfrm>
              <a:off x="1446718" y="231936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5" name="pt325"/>
            <p:cNvSpPr/>
            <p:nvPr/>
          </p:nvSpPr>
          <p:spPr>
            <a:xfrm>
              <a:off x="1648074" y="142072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6" name="pt326"/>
            <p:cNvSpPr/>
            <p:nvPr/>
          </p:nvSpPr>
          <p:spPr>
            <a:xfrm>
              <a:off x="1849431" y="172027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7" name="pt327"/>
            <p:cNvSpPr/>
            <p:nvPr/>
          </p:nvSpPr>
          <p:spPr>
            <a:xfrm>
              <a:off x="1849431" y="162810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8" name="pt328"/>
            <p:cNvSpPr/>
            <p:nvPr/>
          </p:nvSpPr>
          <p:spPr>
            <a:xfrm>
              <a:off x="1346040" y="282629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29" name="pt329"/>
            <p:cNvSpPr/>
            <p:nvPr/>
          </p:nvSpPr>
          <p:spPr>
            <a:xfrm>
              <a:off x="2654856" y="183548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0" name="pt330"/>
            <p:cNvSpPr/>
            <p:nvPr/>
          </p:nvSpPr>
          <p:spPr>
            <a:xfrm>
              <a:off x="2201804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1" name="pt331"/>
            <p:cNvSpPr/>
            <p:nvPr/>
          </p:nvSpPr>
          <p:spPr>
            <a:xfrm>
              <a:off x="2604517" y="125942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2" name="pt332"/>
            <p:cNvSpPr/>
            <p:nvPr/>
          </p:nvSpPr>
          <p:spPr>
            <a:xfrm>
              <a:off x="2554178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3" name="pt333"/>
            <p:cNvSpPr/>
            <p:nvPr/>
          </p:nvSpPr>
          <p:spPr>
            <a:xfrm>
              <a:off x="1799092" y="23654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4" name="pt334"/>
            <p:cNvSpPr/>
            <p:nvPr/>
          </p:nvSpPr>
          <p:spPr>
            <a:xfrm>
              <a:off x="2856212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5" name="pt335"/>
            <p:cNvSpPr/>
            <p:nvPr/>
          </p:nvSpPr>
          <p:spPr>
            <a:xfrm>
              <a:off x="1648074" y="25497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6" name="pt336"/>
            <p:cNvSpPr/>
            <p:nvPr/>
          </p:nvSpPr>
          <p:spPr>
            <a:xfrm>
              <a:off x="1446718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7" name="pt337"/>
            <p:cNvSpPr/>
            <p:nvPr/>
          </p:nvSpPr>
          <p:spPr>
            <a:xfrm>
              <a:off x="2705195" y="135159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8" name="pt338"/>
            <p:cNvSpPr/>
            <p:nvPr/>
          </p:nvSpPr>
          <p:spPr>
            <a:xfrm>
              <a:off x="1346040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39" name="pt339"/>
            <p:cNvSpPr/>
            <p:nvPr/>
          </p:nvSpPr>
          <p:spPr>
            <a:xfrm>
              <a:off x="2705195" y="142072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0" name="pt340"/>
            <p:cNvSpPr/>
            <p:nvPr/>
          </p:nvSpPr>
          <p:spPr>
            <a:xfrm>
              <a:off x="943327" y="282629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1" name="pt341"/>
            <p:cNvSpPr/>
            <p:nvPr/>
          </p:nvSpPr>
          <p:spPr>
            <a:xfrm>
              <a:off x="1446718" y="291846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2" name="pt342"/>
            <p:cNvSpPr/>
            <p:nvPr/>
          </p:nvSpPr>
          <p:spPr>
            <a:xfrm>
              <a:off x="943327" y="317192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3" name="pt343"/>
            <p:cNvSpPr/>
            <p:nvPr/>
          </p:nvSpPr>
          <p:spPr>
            <a:xfrm>
              <a:off x="741971" y="31488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4" name="pt344"/>
            <p:cNvSpPr/>
            <p:nvPr/>
          </p:nvSpPr>
          <p:spPr>
            <a:xfrm>
              <a:off x="2352821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5" name="pt345"/>
            <p:cNvSpPr/>
            <p:nvPr/>
          </p:nvSpPr>
          <p:spPr>
            <a:xfrm>
              <a:off x="1950109" y="206590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6" name="pt346"/>
            <p:cNvSpPr/>
            <p:nvPr/>
          </p:nvSpPr>
          <p:spPr>
            <a:xfrm>
              <a:off x="2151465" y="148984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7" name="pt347"/>
            <p:cNvSpPr/>
            <p:nvPr/>
          </p:nvSpPr>
          <p:spPr>
            <a:xfrm>
              <a:off x="1245362" y="25497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8" name="pt348"/>
            <p:cNvSpPr/>
            <p:nvPr/>
          </p:nvSpPr>
          <p:spPr>
            <a:xfrm>
              <a:off x="1497057" y="183548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49" name="pt349"/>
            <p:cNvSpPr/>
            <p:nvPr/>
          </p:nvSpPr>
          <p:spPr>
            <a:xfrm>
              <a:off x="1648074" y="176635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0" name="pt350"/>
            <p:cNvSpPr/>
            <p:nvPr/>
          </p:nvSpPr>
          <p:spPr>
            <a:xfrm>
              <a:off x="1346040" y="28723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1" name="pt351"/>
            <p:cNvSpPr/>
            <p:nvPr/>
          </p:nvSpPr>
          <p:spPr>
            <a:xfrm>
              <a:off x="1547396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2" name="pt352"/>
            <p:cNvSpPr/>
            <p:nvPr/>
          </p:nvSpPr>
          <p:spPr>
            <a:xfrm>
              <a:off x="842649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3" name="pt353"/>
            <p:cNvSpPr/>
            <p:nvPr/>
          </p:nvSpPr>
          <p:spPr>
            <a:xfrm>
              <a:off x="1245362" y="190460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4" name="pt354"/>
            <p:cNvSpPr/>
            <p:nvPr/>
          </p:nvSpPr>
          <p:spPr>
            <a:xfrm>
              <a:off x="792310" y="326409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5" name="pt355"/>
            <p:cNvSpPr/>
            <p:nvPr/>
          </p:nvSpPr>
          <p:spPr>
            <a:xfrm>
              <a:off x="1899770" y="18585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6" name="pt356"/>
            <p:cNvSpPr/>
            <p:nvPr/>
          </p:nvSpPr>
          <p:spPr>
            <a:xfrm>
              <a:off x="2403160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7" name="pt357"/>
            <p:cNvSpPr/>
            <p:nvPr/>
          </p:nvSpPr>
          <p:spPr>
            <a:xfrm>
              <a:off x="1648074" y="21350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8" name="pt358"/>
            <p:cNvSpPr/>
            <p:nvPr/>
          </p:nvSpPr>
          <p:spPr>
            <a:xfrm>
              <a:off x="2050787" y="23884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9" name="pt359"/>
            <p:cNvSpPr/>
            <p:nvPr/>
          </p:nvSpPr>
          <p:spPr>
            <a:xfrm>
              <a:off x="1044006" y="259587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0" name="pt360"/>
            <p:cNvSpPr/>
            <p:nvPr/>
          </p:nvSpPr>
          <p:spPr>
            <a:xfrm>
              <a:off x="1648074" y="183548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1" name="pt361"/>
            <p:cNvSpPr/>
            <p:nvPr/>
          </p:nvSpPr>
          <p:spPr>
            <a:xfrm>
              <a:off x="2151465" y="1098132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2" name="pt362"/>
            <p:cNvSpPr/>
            <p:nvPr/>
          </p:nvSpPr>
          <p:spPr>
            <a:xfrm>
              <a:off x="2906551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3" name="pt363"/>
            <p:cNvSpPr/>
            <p:nvPr/>
          </p:nvSpPr>
          <p:spPr>
            <a:xfrm>
              <a:off x="2050787" y="135159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4" name="pt364"/>
            <p:cNvSpPr/>
            <p:nvPr/>
          </p:nvSpPr>
          <p:spPr>
            <a:xfrm>
              <a:off x="2101126" y="142072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5" name="pt365"/>
            <p:cNvSpPr/>
            <p:nvPr/>
          </p:nvSpPr>
          <p:spPr>
            <a:xfrm>
              <a:off x="2554178" y="165114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6" name="pt366"/>
            <p:cNvSpPr/>
            <p:nvPr/>
          </p:nvSpPr>
          <p:spPr>
            <a:xfrm>
              <a:off x="842649" y="321801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7" name="pt367"/>
            <p:cNvSpPr/>
            <p:nvPr/>
          </p:nvSpPr>
          <p:spPr>
            <a:xfrm>
              <a:off x="3158246" y="936837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8" name="pt368"/>
            <p:cNvSpPr/>
            <p:nvPr/>
          </p:nvSpPr>
          <p:spPr>
            <a:xfrm>
              <a:off x="2050787" y="231936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9" name="pt369"/>
            <p:cNvSpPr/>
            <p:nvPr/>
          </p:nvSpPr>
          <p:spPr>
            <a:xfrm>
              <a:off x="1950109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0" name="pt370"/>
            <p:cNvSpPr/>
            <p:nvPr/>
          </p:nvSpPr>
          <p:spPr>
            <a:xfrm>
              <a:off x="993667" y="21811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1" name="pt371"/>
            <p:cNvSpPr/>
            <p:nvPr/>
          </p:nvSpPr>
          <p:spPr>
            <a:xfrm>
              <a:off x="1446718" y="23424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2" name="pt372"/>
            <p:cNvSpPr/>
            <p:nvPr/>
          </p:nvSpPr>
          <p:spPr>
            <a:xfrm>
              <a:off x="842649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3" name="pt373"/>
            <p:cNvSpPr/>
            <p:nvPr/>
          </p:nvSpPr>
          <p:spPr>
            <a:xfrm>
              <a:off x="993667" y="26189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4" name="pt374"/>
            <p:cNvSpPr/>
            <p:nvPr/>
          </p:nvSpPr>
          <p:spPr>
            <a:xfrm>
              <a:off x="741971" y="310279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5" name="pt375"/>
            <p:cNvSpPr/>
            <p:nvPr/>
          </p:nvSpPr>
          <p:spPr>
            <a:xfrm>
              <a:off x="1446718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6" name="pt376"/>
            <p:cNvSpPr/>
            <p:nvPr/>
          </p:nvSpPr>
          <p:spPr>
            <a:xfrm>
              <a:off x="1044006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7" name="pt377"/>
            <p:cNvSpPr/>
            <p:nvPr/>
          </p:nvSpPr>
          <p:spPr>
            <a:xfrm>
              <a:off x="741971" y="298758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8" name="pt378"/>
            <p:cNvSpPr/>
            <p:nvPr/>
          </p:nvSpPr>
          <p:spPr>
            <a:xfrm>
              <a:off x="2050787" y="135159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79" name="pt379"/>
            <p:cNvSpPr/>
            <p:nvPr/>
          </p:nvSpPr>
          <p:spPr>
            <a:xfrm>
              <a:off x="1195023" y="298758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0" name="pt380"/>
            <p:cNvSpPr/>
            <p:nvPr/>
          </p:nvSpPr>
          <p:spPr>
            <a:xfrm>
              <a:off x="1295701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1" name="pt381"/>
            <p:cNvSpPr/>
            <p:nvPr/>
          </p:nvSpPr>
          <p:spPr>
            <a:xfrm>
              <a:off x="1295701" y="24806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82" name="tx382"/>
            <p:cNvSpPr/>
            <p:nvPr/>
          </p:nvSpPr>
          <p:spPr>
            <a:xfrm>
              <a:off x="794694" y="882689"/>
              <a:ext cx="91715" cy="909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383" name="tx383"/>
            <p:cNvSpPr/>
            <p:nvPr/>
          </p:nvSpPr>
          <p:spPr>
            <a:xfrm>
              <a:off x="900045" y="847137"/>
              <a:ext cx="49441" cy="63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384" name="tx384"/>
            <p:cNvSpPr/>
            <p:nvPr/>
          </p:nvSpPr>
          <p:spPr>
            <a:xfrm>
              <a:off x="949487" y="973598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385" name="tx385"/>
            <p:cNvSpPr/>
            <p:nvPr/>
          </p:nvSpPr>
          <p:spPr>
            <a:xfrm>
              <a:off x="984276" y="935585"/>
              <a:ext cx="74166" cy="380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386" name="tx386"/>
            <p:cNvSpPr/>
            <p:nvPr/>
          </p:nvSpPr>
          <p:spPr>
            <a:xfrm>
              <a:off x="1058442" y="973598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387" name="tx387"/>
            <p:cNvSpPr/>
            <p:nvPr/>
          </p:nvSpPr>
          <p:spPr>
            <a:xfrm>
              <a:off x="1093230" y="880704"/>
              <a:ext cx="247178" cy="9289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0.53</a:t>
              </a:r>
            </a:p>
          </p:txBody>
        </p:sp>
        <p:sp>
          <p:nvSpPr>
            <p:cNvPr id="388" name="tx388"/>
            <p:cNvSpPr/>
            <p:nvPr/>
          </p:nvSpPr>
          <p:spPr>
            <a:xfrm>
              <a:off x="794694" y="1019559"/>
              <a:ext cx="91715" cy="909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389" name="tx389"/>
            <p:cNvSpPr/>
            <p:nvPr/>
          </p:nvSpPr>
          <p:spPr>
            <a:xfrm>
              <a:off x="900045" y="984008"/>
              <a:ext cx="49441" cy="63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390" name="tx390"/>
            <p:cNvSpPr/>
            <p:nvPr/>
          </p:nvSpPr>
          <p:spPr>
            <a:xfrm>
              <a:off x="949487" y="1110468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FF7F0E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391" name="tx391"/>
            <p:cNvSpPr/>
            <p:nvPr/>
          </p:nvSpPr>
          <p:spPr>
            <a:xfrm>
              <a:off x="984276" y="1072455"/>
              <a:ext cx="74166" cy="380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392" name="tx392"/>
            <p:cNvSpPr/>
            <p:nvPr/>
          </p:nvSpPr>
          <p:spPr>
            <a:xfrm>
              <a:off x="1058442" y="1110468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FF7F0E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393" name="tx393"/>
            <p:cNvSpPr/>
            <p:nvPr/>
          </p:nvSpPr>
          <p:spPr>
            <a:xfrm>
              <a:off x="1093230" y="1017637"/>
              <a:ext cx="247178" cy="9283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0.27</a:t>
              </a:r>
            </a:p>
          </p:txBody>
        </p:sp>
        <p:sp>
          <p:nvSpPr>
            <p:cNvPr id="394" name="pl394"/>
            <p:cNvSpPr/>
            <p:nvPr/>
          </p:nvSpPr>
          <p:spPr>
            <a:xfrm>
              <a:off x="778082" y="710267"/>
              <a:ext cx="2952828" cy="2181163"/>
            </a:xfrm>
            <a:custGeom>
              <a:avLst/>
              <a:gdLst/>
              <a:ahLst/>
              <a:cxnLst/>
              <a:rect l="0" t="0" r="0" b="0"/>
              <a:pathLst>
                <a:path w="2952828" h="2181163">
                  <a:moveTo>
                    <a:pt x="0" y="2181163"/>
                  </a:moveTo>
                  <a:lnTo>
                    <a:pt x="42055" y="2150098"/>
                  </a:lnTo>
                  <a:lnTo>
                    <a:pt x="84110" y="2119033"/>
                  </a:lnTo>
                  <a:lnTo>
                    <a:pt x="126166" y="2087968"/>
                  </a:lnTo>
                  <a:lnTo>
                    <a:pt x="168221" y="2056903"/>
                  </a:lnTo>
                  <a:lnTo>
                    <a:pt x="210277" y="2025838"/>
                  </a:lnTo>
                  <a:lnTo>
                    <a:pt x="252332" y="1994773"/>
                  </a:lnTo>
                  <a:lnTo>
                    <a:pt x="294387" y="1963708"/>
                  </a:lnTo>
                  <a:lnTo>
                    <a:pt x="336443" y="1932643"/>
                  </a:lnTo>
                  <a:lnTo>
                    <a:pt x="378498" y="1901578"/>
                  </a:lnTo>
                  <a:lnTo>
                    <a:pt x="420554" y="1870513"/>
                  </a:lnTo>
                  <a:lnTo>
                    <a:pt x="462609" y="1839448"/>
                  </a:lnTo>
                  <a:lnTo>
                    <a:pt x="504665" y="1808383"/>
                  </a:lnTo>
                  <a:lnTo>
                    <a:pt x="546720" y="1777318"/>
                  </a:lnTo>
                  <a:lnTo>
                    <a:pt x="588775" y="1746253"/>
                  </a:lnTo>
                  <a:lnTo>
                    <a:pt x="630831" y="1715188"/>
                  </a:lnTo>
                  <a:lnTo>
                    <a:pt x="672886" y="1684123"/>
                  </a:lnTo>
                  <a:lnTo>
                    <a:pt x="714942" y="1653057"/>
                  </a:lnTo>
                  <a:lnTo>
                    <a:pt x="756997" y="1621992"/>
                  </a:lnTo>
                  <a:lnTo>
                    <a:pt x="799053" y="1590927"/>
                  </a:lnTo>
                  <a:lnTo>
                    <a:pt x="841108" y="1559862"/>
                  </a:lnTo>
                  <a:lnTo>
                    <a:pt x="883163" y="1528797"/>
                  </a:lnTo>
                  <a:lnTo>
                    <a:pt x="925219" y="1497732"/>
                  </a:lnTo>
                  <a:lnTo>
                    <a:pt x="967274" y="1466667"/>
                  </a:lnTo>
                  <a:lnTo>
                    <a:pt x="1009330" y="1435602"/>
                  </a:lnTo>
                  <a:lnTo>
                    <a:pt x="1051385" y="1404537"/>
                  </a:lnTo>
                  <a:lnTo>
                    <a:pt x="1093440" y="1373472"/>
                  </a:lnTo>
                  <a:lnTo>
                    <a:pt x="1135496" y="1342407"/>
                  </a:lnTo>
                  <a:lnTo>
                    <a:pt x="1177551" y="1311342"/>
                  </a:lnTo>
                  <a:lnTo>
                    <a:pt x="1219607" y="1280277"/>
                  </a:lnTo>
                  <a:lnTo>
                    <a:pt x="1261662" y="1249212"/>
                  </a:lnTo>
                  <a:lnTo>
                    <a:pt x="1303718" y="1218147"/>
                  </a:lnTo>
                  <a:lnTo>
                    <a:pt x="1345773" y="1187082"/>
                  </a:lnTo>
                  <a:lnTo>
                    <a:pt x="1387828" y="1156017"/>
                  </a:lnTo>
                  <a:lnTo>
                    <a:pt x="1429884" y="1124952"/>
                  </a:lnTo>
                  <a:lnTo>
                    <a:pt x="1471939" y="1093887"/>
                  </a:lnTo>
                  <a:lnTo>
                    <a:pt x="1513995" y="1062822"/>
                  </a:lnTo>
                  <a:lnTo>
                    <a:pt x="1556050" y="1031756"/>
                  </a:lnTo>
                  <a:lnTo>
                    <a:pt x="1598106" y="1000691"/>
                  </a:lnTo>
                  <a:lnTo>
                    <a:pt x="1640161" y="969626"/>
                  </a:lnTo>
                  <a:lnTo>
                    <a:pt x="1682216" y="938561"/>
                  </a:lnTo>
                  <a:lnTo>
                    <a:pt x="1724272" y="907496"/>
                  </a:lnTo>
                  <a:lnTo>
                    <a:pt x="1766327" y="876431"/>
                  </a:lnTo>
                  <a:lnTo>
                    <a:pt x="1808383" y="845366"/>
                  </a:lnTo>
                  <a:lnTo>
                    <a:pt x="1850438" y="814301"/>
                  </a:lnTo>
                  <a:lnTo>
                    <a:pt x="1892493" y="783236"/>
                  </a:lnTo>
                  <a:lnTo>
                    <a:pt x="1934549" y="752171"/>
                  </a:lnTo>
                  <a:lnTo>
                    <a:pt x="1976604" y="721106"/>
                  </a:lnTo>
                  <a:lnTo>
                    <a:pt x="2018660" y="690041"/>
                  </a:lnTo>
                  <a:lnTo>
                    <a:pt x="2060715" y="658976"/>
                  </a:lnTo>
                  <a:lnTo>
                    <a:pt x="2102771" y="627911"/>
                  </a:lnTo>
                  <a:lnTo>
                    <a:pt x="2144826" y="596846"/>
                  </a:lnTo>
                  <a:lnTo>
                    <a:pt x="2186881" y="565781"/>
                  </a:lnTo>
                  <a:lnTo>
                    <a:pt x="2228937" y="534716"/>
                  </a:lnTo>
                  <a:lnTo>
                    <a:pt x="2270992" y="503651"/>
                  </a:lnTo>
                  <a:lnTo>
                    <a:pt x="2313048" y="472586"/>
                  </a:lnTo>
                  <a:lnTo>
                    <a:pt x="2355103" y="441521"/>
                  </a:lnTo>
                  <a:lnTo>
                    <a:pt x="2397159" y="410456"/>
                  </a:lnTo>
                  <a:lnTo>
                    <a:pt x="2439214" y="379390"/>
                  </a:lnTo>
                  <a:lnTo>
                    <a:pt x="2481269" y="348325"/>
                  </a:lnTo>
                  <a:lnTo>
                    <a:pt x="2523325" y="317260"/>
                  </a:lnTo>
                  <a:lnTo>
                    <a:pt x="2565380" y="286195"/>
                  </a:lnTo>
                  <a:lnTo>
                    <a:pt x="2607436" y="255130"/>
                  </a:lnTo>
                  <a:lnTo>
                    <a:pt x="2649491" y="224065"/>
                  </a:lnTo>
                  <a:lnTo>
                    <a:pt x="2691546" y="193000"/>
                  </a:lnTo>
                  <a:lnTo>
                    <a:pt x="2733602" y="161935"/>
                  </a:lnTo>
                  <a:lnTo>
                    <a:pt x="2775657" y="130870"/>
                  </a:lnTo>
                  <a:lnTo>
                    <a:pt x="2817713" y="99805"/>
                  </a:lnTo>
                  <a:lnTo>
                    <a:pt x="2859768" y="68740"/>
                  </a:lnTo>
                  <a:lnTo>
                    <a:pt x="2901824" y="37675"/>
                  </a:lnTo>
                  <a:lnTo>
                    <a:pt x="2943879" y="6610"/>
                  </a:lnTo>
                  <a:lnTo>
                    <a:pt x="2952828" y="0"/>
                  </a:lnTo>
                </a:path>
              </a:pathLst>
            </a:custGeom>
            <a:ln w="39420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5" name="pl395"/>
            <p:cNvSpPr/>
            <p:nvPr/>
          </p:nvSpPr>
          <p:spPr>
            <a:xfrm>
              <a:off x="1935880" y="905599"/>
              <a:ext cx="1862545" cy="374529"/>
            </a:xfrm>
            <a:custGeom>
              <a:avLst/>
              <a:gdLst/>
              <a:ahLst/>
              <a:cxnLst/>
              <a:rect l="0" t="0" r="0" b="0"/>
              <a:pathLst>
                <a:path w="1862545" h="374529">
                  <a:moveTo>
                    <a:pt x="0" y="374529"/>
                  </a:moveTo>
                  <a:lnTo>
                    <a:pt x="23576" y="369788"/>
                  </a:lnTo>
                  <a:lnTo>
                    <a:pt x="47153" y="365047"/>
                  </a:lnTo>
                  <a:lnTo>
                    <a:pt x="70729" y="360307"/>
                  </a:lnTo>
                  <a:lnTo>
                    <a:pt x="94306" y="355566"/>
                  </a:lnTo>
                  <a:lnTo>
                    <a:pt x="117882" y="350825"/>
                  </a:lnTo>
                  <a:lnTo>
                    <a:pt x="141459" y="346084"/>
                  </a:lnTo>
                  <a:lnTo>
                    <a:pt x="165035" y="341343"/>
                  </a:lnTo>
                  <a:lnTo>
                    <a:pt x="188612" y="336602"/>
                  </a:lnTo>
                  <a:lnTo>
                    <a:pt x="212188" y="331861"/>
                  </a:lnTo>
                  <a:lnTo>
                    <a:pt x="235765" y="327120"/>
                  </a:lnTo>
                  <a:lnTo>
                    <a:pt x="259341" y="322380"/>
                  </a:lnTo>
                  <a:lnTo>
                    <a:pt x="282918" y="317639"/>
                  </a:lnTo>
                  <a:lnTo>
                    <a:pt x="306494" y="312898"/>
                  </a:lnTo>
                  <a:lnTo>
                    <a:pt x="330071" y="308157"/>
                  </a:lnTo>
                  <a:lnTo>
                    <a:pt x="353647" y="303416"/>
                  </a:lnTo>
                  <a:lnTo>
                    <a:pt x="377224" y="298675"/>
                  </a:lnTo>
                  <a:lnTo>
                    <a:pt x="400800" y="293934"/>
                  </a:lnTo>
                  <a:lnTo>
                    <a:pt x="424377" y="289193"/>
                  </a:lnTo>
                  <a:lnTo>
                    <a:pt x="447953" y="284452"/>
                  </a:lnTo>
                  <a:lnTo>
                    <a:pt x="471530" y="279712"/>
                  </a:lnTo>
                  <a:lnTo>
                    <a:pt x="495107" y="274971"/>
                  </a:lnTo>
                  <a:lnTo>
                    <a:pt x="518683" y="270230"/>
                  </a:lnTo>
                  <a:lnTo>
                    <a:pt x="542260" y="265489"/>
                  </a:lnTo>
                  <a:lnTo>
                    <a:pt x="565836" y="260748"/>
                  </a:lnTo>
                  <a:lnTo>
                    <a:pt x="589413" y="256007"/>
                  </a:lnTo>
                  <a:lnTo>
                    <a:pt x="612989" y="251266"/>
                  </a:lnTo>
                  <a:lnTo>
                    <a:pt x="636566" y="246525"/>
                  </a:lnTo>
                  <a:lnTo>
                    <a:pt x="660142" y="241785"/>
                  </a:lnTo>
                  <a:lnTo>
                    <a:pt x="683719" y="237044"/>
                  </a:lnTo>
                  <a:lnTo>
                    <a:pt x="707295" y="232303"/>
                  </a:lnTo>
                  <a:lnTo>
                    <a:pt x="730872" y="227562"/>
                  </a:lnTo>
                  <a:lnTo>
                    <a:pt x="754448" y="222821"/>
                  </a:lnTo>
                  <a:lnTo>
                    <a:pt x="778025" y="218080"/>
                  </a:lnTo>
                  <a:lnTo>
                    <a:pt x="801601" y="213339"/>
                  </a:lnTo>
                  <a:lnTo>
                    <a:pt x="825178" y="208598"/>
                  </a:lnTo>
                  <a:lnTo>
                    <a:pt x="848754" y="203857"/>
                  </a:lnTo>
                  <a:lnTo>
                    <a:pt x="872331" y="199117"/>
                  </a:lnTo>
                  <a:lnTo>
                    <a:pt x="895907" y="194376"/>
                  </a:lnTo>
                  <a:lnTo>
                    <a:pt x="919484" y="189635"/>
                  </a:lnTo>
                  <a:lnTo>
                    <a:pt x="943060" y="184894"/>
                  </a:lnTo>
                  <a:lnTo>
                    <a:pt x="966637" y="180153"/>
                  </a:lnTo>
                  <a:lnTo>
                    <a:pt x="990214" y="175412"/>
                  </a:lnTo>
                  <a:lnTo>
                    <a:pt x="1013790" y="170671"/>
                  </a:lnTo>
                  <a:lnTo>
                    <a:pt x="1037367" y="165930"/>
                  </a:lnTo>
                  <a:lnTo>
                    <a:pt x="1060943" y="161190"/>
                  </a:lnTo>
                  <a:lnTo>
                    <a:pt x="1084520" y="156449"/>
                  </a:lnTo>
                  <a:lnTo>
                    <a:pt x="1108096" y="151708"/>
                  </a:lnTo>
                  <a:lnTo>
                    <a:pt x="1131673" y="146967"/>
                  </a:lnTo>
                  <a:lnTo>
                    <a:pt x="1155249" y="142226"/>
                  </a:lnTo>
                  <a:lnTo>
                    <a:pt x="1178826" y="137485"/>
                  </a:lnTo>
                  <a:lnTo>
                    <a:pt x="1202402" y="132744"/>
                  </a:lnTo>
                  <a:lnTo>
                    <a:pt x="1225979" y="128003"/>
                  </a:lnTo>
                  <a:lnTo>
                    <a:pt x="1249555" y="123262"/>
                  </a:lnTo>
                  <a:lnTo>
                    <a:pt x="1273132" y="118522"/>
                  </a:lnTo>
                  <a:lnTo>
                    <a:pt x="1296708" y="113781"/>
                  </a:lnTo>
                  <a:lnTo>
                    <a:pt x="1320285" y="109040"/>
                  </a:lnTo>
                  <a:lnTo>
                    <a:pt x="1343861" y="104299"/>
                  </a:lnTo>
                  <a:lnTo>
                    <a:pt x="1367438" y="99558"/>
                  </a:lnTo>
                  <a:lnTo>
                    <a:pt x="1391014" y="94817"/>
                  </a:lnTo>
                  <a:lnTo>
                    <a:pt x="1414591" y="90076"/>
                  </a:lnTo>
                  <a:lnTo>
                    <a:pt x="1438167" y="85335"/>
                  </a:lnTo>
                  <a:lnTo>
                    <a:pt x="1461744" y="80595"/>
                  </a:lnTo>
                  <a:lnTo>
                    <a:pt x="1485321" y="75854"/>
                  </a:lnTo>
                  <a:lnTo>
                    <a:pt x="1508897" y="71113"/>
                  </a:lnTo>
                  <a:lnTo>
                    <a:pt x="1532474" y="66372"/>
                  </a:lnTo>
                  <a:lnTo>
                    <a:pt x="1556050" y="61631"/>
                  </a:lnTo>
                  <a:lnTo>
                    <a:pt x="1579627" y="56890"/>
                  </a:lnTo>
                  <a:lnTo>
                    <a:pt x="1603203" y="52149"/>
                  </a:lnTo>
                  <a:lnTo>
                    <a:pt x="1626780" y="47408"/>
                  </a:lnTo>
                  <a:lnTo>
                    <a:pt x="1650356" y="42667"/>
                  </a:lnTo>
                  <a:lnTo>
                    <a:pt x="1673933" y="37927"/>
                  </a:lnTo>
                  <a:lnTo>
                    <a:pt x="1697509" y="33186"/>
                  </a:lnTo>
                  <a:lnTo>
                    <a:pt x="1721086" y="28445"/>
                  </a:lnTo>
                  <a:lnTo>
                    <a:pt x="1744662" y="23704"/>
                  </a:lnTo>
                  <a:lnTo>
                    <a:pt x="1768239" y="18963"/>
                  </a:lnTo>
                  <a:lnTo>
                    <a:pt x="1791815" y="14222"/>
                  </a:lnTo>
                  <a:lnTo>
                    <a:pt x="1815392" y="9481"/>
                  </a:lnTo>
                  <a:lnTo>
                    <a:pt x="1838968" y="4740"/>
                  </a:lnTo>
                  <a:lnTo>
                    <a:pt x="1862545" y="0"/>
                  </a:lnTo>
                </a:path>
              </a:pathLst>
            </a:custGeom>
            <a:ln w="39420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6" name="pl396"/>
            <p:cNvSpPr/>
            <p:nvPr/>
          </p:nvSpPr>
          <p:spPr>
            <a:xfrm>
              <a:off x="778082" y="3323247"/>
              <a:ext cx="604068" cy="0"/>
            </a:xfrm>
            <a:custGeom>
              <a:avLst/>
              <a:gdLst/>
              <a:ahLst/>
              <a:cxnLst/>
              <a:rect l="0" t="0" r="0" b="0"/>
              <a:pathLst>
                <a:path w="604068">
                  <a:moveTo>
                    <a:pt x="0" y="0"/>
                  </a:moveTo>
                  <a:lnTo>
                    <a:pt x="7646" y="0"/>
                  </a:lnTo>
                  <a:lnTo>
                    <a:pt x="15292" y="0"/>
                  </a:lnTo>
                  <a:lnTo>
                    <a:pt x="22939" y="0"/>
                  </a:lnTo>
                  <a:lnTo>
                    <a:pt x="30585" y="0"/>
                  </a:lnTo>
                  <a:lnTo>
                    <a:pt x="38232" y="0"/>
                  </a:lnTo>
                  <a:lnTo>
                    <a:pt x="45878" y="0"/>
                  </a:lnTo>
                  <a:lnTo>
                    <a:pt x="53525" y="0"/>
                  </a:lnTo>
                  <a:lnTo>
                    <a:pt x="61171" y="0"/>
                  </a:lnTo>
                  <a:lnTo>
                    <a:pt x="68817" y="0"/>
                  </a:lnTo>
                  <a:lnTo>
                    <a:pt x="76464" y="0"/>
                  </a:lnTo>
                  <a:lnTo>
                    <a:pt x="84110" y="0"/>
                  </a:lnTo>
                  <a:lnTo>
                    <a:pt x="91757" y="0"/>
                  </a:lnTo>
                  <a:lnTo>
                    <a:pt x="99403" y="0"/>
                  </a:lnTo>
                  <a:lnTo>
                    <a:pt x="107050" y="0"/>
                  </a:lnTo>
                  <a:lnTo>
                    <a:pt x="114696" y="0"/>
                  </a:lnTo>
                  <a:lnTo>
                    <a:pt x="122343" y="0"/>
                  </a:lnTo>
                  <a:lnTo>
                    <a:pt x="129989" y="0"/>
                  </a:lnTo>
                  <a:lnTo>
                    <a:pt x="137635" y="0"/>
                  </a:lnTo>
                  <a:lnTo>
                    <a:pt x="145282" y="0"/>
                  </a:lnTo>
                  <a:lnTo>
                    <a:pt x="152928" y="0"/>
                  </a:lnTo>
                  <a:lnTo>
                    <a:pt x="160575" y="0"/>
                  </a:lnTo>
                  <a:lnTo>
                    <a:pt x="168221" y="0"/>
                  </a:lnTo>
                  <a:lnTo>
                    <a:pt x="175868" y="0"/>
                  </a:lnTo>
                  <a:lnTo>
                    <a:pt x="183514" y="0"/>
                  </a:lnTo>
                  <a:lnTo>
                    <a:pt x="191161" y="0"/>
                  </a:lnTo>
                  <a:lnTo>
                    <a:pt x="198807" y="0"/>
                  </a:lnTo>
                  <a:lnTo>
                    <a:pt x="206453" y="0"/>
                  </a:lnTo>
                  <a:lnTo>
                    <a:pt x="214100" y="0"/>
                  </a:lnTo>
                  <a:lnTo>
                    <a:pt x="221746" y="0"/>
                  </a:lnTo>
                  <a:lnTo>
                    <a:pt x="229393" y="0"/>
                  </a:lnTo>
                  <a:lnTo>
                    <a:pt x="237039" y="0"/>
                  </a:lnTo>
                  <a:lnTo>
                    <a:pt x="244686" y="0"/>
                  </a:lnTo>
                  <a:lnTo>
                    <a:pt x="252332" y="0"/>
                  </a:lnTo>
                  <a:lnTo>
                    <a:pt x="259978" y="0"/>
                  </a:lnTo>
                  <a:lnTo>
                    <a:pt x="267625" y="0"/>
                  </a:lnTo>
                  <a:lnTo>
                    <a:pt x="275271" y="0"/>
                  </a:lnTo>
                  <a:lnTo>
                    <a:pt x="282918" y="0"/>
                  </a:lnTo>
                  <a:lnTo>
                    <a:pt x="290564" y="0"/>
                  </a:lnTo>
                  <a:lnTo>
                    <a:pt x="298211" y="0"/>
                  </a:lnTo>
                  <a:lnTo>
                    <a:pt x="305857" y="0"/>
                  </a:lnTo>
                  <a:lnTo>
                    <a:pt x="313504" y="0"/>
                  </a:lnTo>
                  <a:lnTo>
                    <a:pt x="321150" y="0"/>
                  </a:lnTo>
                  <a:lnTo>
                    <a:pt x="328796" y="0"/>
                  </a:lnTo>
                  <a:lnTo>
                    <a:pt x="336443" y="0"/>
                  </a:lnTo>
                  <a:lnTo>
                    <a:pt x="344089" y="0"/>
                  </a:lnTo>
                  <a:lnTo>
                    <a:pt x="351736" y="0"/>
                  </a:lnTo>
                  <a:lnTo>
                    <a:pt x="359382" y="0"/>
                  </a:lnTo>
                  <a:lnTo>
                    <a:pt x="367029" y="0"/>
                  </a:lnTo>
                  <a:lnTo>
                    <a:pt x="374675" y="0"/>
                  </a:lnTo>
                  <a:lnTo>
                    <a:pt x="382322" y="0"/>
                  </a:lnTo>
                  <a:lnTo>
                    <a:pt x="389968" y="0"/>
                  </a:lnTo>
                  <a:lnTo>
                    <a:pt x="397614" y="0"/>
                  </a:lnTo>
                  <a:lnTo>
                    <a:pt x="405261" y="0"/>
                  </a:lnTo>
                  <a:lnTo>
                    <a:pt x="412907" y="0"/>
                  </a:lnTo>
                  <a:lnTo>
                    <a:pt x="420554" y="0"/>
                  </a:lnTo>
                  <a:lnTo>
                    <a:pt x="428200" y="0"/>
                  </a:lnTo>
                  <a:lnTo>
                    <a:pt x="435847" y="0"/>
                  </a:lnTo>
                  <a:lnTo>
                    <a:pt x="443493" y="0"/>
                  </a:lnTo>
                  <a:lnTo>
                    <a:pt x="451139" y="0"/>
                  </a:lnTo>
                  <a:lnTo>
                    <a:pt x="458786" y="0"/>
                  </a:lnTo>
                  <a:lnTo>
                    <a:pt x="466432" y="0"/>
                  </a:lnTo>
                  <a:lnTo>
                    <a:pt x="474079" y="0"/>
                  </a:lnTo>
                  <a:lnTo>
                    <a:pt x="481725" y="0"/>
                  </a:lnTo>
                  <a:lnTo>
                    <a:pt x="489372" y="0"/>
                  </a:lnTo>
                  <a:lnTo>
                    <a:pt x="497018" y="0"/>
                  </a:lnTo>
                  <a:lnTo>
                    <a:pt x="504665" y="0"/>
                  </a:lnTo>
                  <a:lnTo>
                    <a:pt x="512311" y="0"/>
                  </a:lnTo>
                  <a:lnTo>
                    <a:pt x="519957" y="0"/>
                  </a:lnTo>
                  <a:lnTo>
                    <a:pt x="527604" y="0"/>
                  </a:lnTo>
                  <a:lnTo>
                    <a:pt x="535250" y="0"/>
                  </a:lnTo>
                  <a:lnTo>
                    <a:pt x="542897" y="0"/>
                  </a:lnTo>
                  <a:lnTo>
                    <a:pt x="550543" y="0"/>
                  </a:lnTo>
                  <a:lnTo>
                    <a:pt x="558190" y="0"/>
                  </a:lnTo>
                  <a:lnTo>
                    <a:pt x="565836" y="0"/>
                  </a:lnTo>
                  <a:lnTo>
                    <a:pt x="573483" y="0"/>
                  </a:lnTo>
                  <a:lnTo>
                    <a:pt x="581129" y="0"/>
                  </a:lnTo>
                  <a:lnTo>
                    <a:pt x="588775" y="0"/>
                  </a:lnTo>
                  <a:lnTo>
                    <a:pt x="596422" y="0"/>
                  </a:lnTo>
                  <a:lnTo>
                    <a:pt x="604068" y="0"/>
                  </a:lnTo>
                </a:path>
              </a:pathLst>
            </a:custGeom>
            <a:ln w="39420" cap="flat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7" name="pl397"/>
            <p:cNvSpPr/>
            <p:nvPr/>
          </p:nvSpPr>
          <p:spPr>
            <a:xfrm>
              <a:off x="611963" y="5816242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8" name="pl398"/>
            <p:cNvSpPr/>
            <p:nvPr/>
          </p:nvSpPr>
          <p:spPr>
            <a:xfrm>
              <a:off x="611963" y="5124978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99" name="pl399"/>
            <p:cNvSpPr/>
            <p:nvPr/>
          </p:nvSpPr>
          <p:spPr>
            <a:xfrm>
              <a:off x="611963" y="4433713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0" name="pl400"/>
            <p:cNvSpPr/>
            <p:nvPr/>
          </p:nvSpPr>
          <p:spPr>
            <a:xfrm>
              <a:off x="611963" y="3742449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1" name="pl401"/>
            <p:cNvSpPr/>
            <p:nvPr/>
          </p:nvSpPr>
          <p:spPr>
            <a:xfrm>
              <a:off x="1281472" y="3548895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2" name="pl402"/>
            <p:cNvSpPr/>
            <p:nvPr/>
          </p:nvSpPr>
          <p:spPr>
            <a:xfrm>
              <a:off x="2288254" y="3548895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3" name="pl403"/>
            <p:cNvSpPr/>
            <p:nvPr/>
          </p:nvSpPr>
          <p:spPr>
            <a:xfrm>
              <a:off x="3295035" y="3548895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4" name="pl404"/>
            <p:cNvSpPr/>
            <p:nvPr/>
          </p:nvSpPr>
          <p:spPr>
            <a:xfrm>
              <a:off x="611963" y="6161874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5" name="pl405"/>
            <p:cNvSpPr/>
            <p:nvPr/>
          </p:nvSpPr>
          <p:spPr>
            <a:xfrm>
              <a:off x="611963" y="5470610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6" name="pl406"/>
            <p:cNvSpPr/>
            <p:nvPr/>
          </p:nvSpPr>
          <p:spPr>
            <a:xfrm>
              <a:off x="611963" y="4779345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7" name="pl407"/>
            <p:cNvSpPr/>
            <p:nvPr/>
          </p:nvSpPr>
          <p:spPr>
            <a:xfrm>
              <a:off x="611963" y="4088081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8" name="pl408"/>
            <p:cNvSpPr/>
            <p:nvPr/>
          </p:nvSpPr>
          <p:spPr>
            <a:xfrm>
              <a:off x="778082" y="3548895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09" name="pl409"/>
            <p:cNvSpPr/>
            <p:nvPr/>
          </p:nvSpPr>
          <p:spPr>
            <a:xfrm>
              <a:off x="1784863" y="3548895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0" name="pl410"/>
            <p:cNvSpPr/>
            <p:nvPr/>
          </p:nvSpPr>
          <p:spPr>
            <a:xfrm>
              <a:off x="2791644" y="3548895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1" name="pl411"/>
            <p:cNvSpPr/>
            <p:nvPr/>
          </p:nvSpPr>
          <p:spPr>
            <a:xfrm>
              <a:off x="3798426" y="3548895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2" name="pt412"/>
            <p:cNvSpPr/>
            <p:nvPr/>
          </p:nvSpPr>
          <p:spPr>
            <a:xfrm>
              <a:off x="3258924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3" name="pt413"/>
            <p:cNvSpPr/>
            <p:nvPr/>
          </p:nvSpPr>
          <p:spPr>
            <a:xfrm>
              <a:off x="2755534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4" name="pt414"/>
            <p:cNvSpPr/>
            <p:nvPr/>
          </p:nvSpPr>
          <p:spPr>
            <a:xfrm>
              <a:off x="1950109" y="515799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5" name="pt415"/>
            <p:cNvSpPr/>
            <p:nvPr/>
          </p:nvSpPr>
          <p:spPr>
            <a:xfrm>
              <a:off x="1547396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6" name="pt416"/>
            <p:cNvSpPr/>
            <p:nvPr/>
          </p:nvSpPr>
          <p:spPr>
            <a:xfrm>
              <a:off x="1748753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7" name="pt417"/>
            <p:cNvSpPr/>
            <p:nvPr/>
          </p:nvSpPr>
          <p:spPr>
            <a:xfrm>
              <a:off x="2755534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8" name="pt418"/>
            <p:cNvSpPr/>
            <p:nvPr/>
          </p:nvSpPr>
          <p:spPr>
            <a:xfrm>
              <a:off x="1950109" y="421326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19" name="pt419"/>
            <p:cNvSpPr/>
            <p:nvPr/>
          </p:nvSpPr>
          <p:spPr>
            <a:xfrm>
              <a:off x="2453499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0" name="pt420"/>
            <p:cNvSpPr/>
            <p:nvPr/>
          </p:nvSpPr>
          <p:spPr>
            <a:xfrm>
              <a:off x="3158246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1" name="pt421"/>
            <p:cNvSpPr/>
            <p:nvPr/>
          </p:nvSpPr>
          <p:spPr>
            <a:xfrm>
              <a:off x="2252143" y="45128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2" name="pt422"/>
            <p:cNvSpPr/>
            <p:nvPr/>
          </p:nvSpPr>
          <p:spPr>
            <a:xfrm>
              <a:off x="2554178" y="3844591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3" name="pt423"/>
            <p:cNvSpPr/>
            <p:nvPr/>
          </p:nvSpPr>
          <p:spPr>
            <a:xfrm>
              <a:off x="1497057" y="405197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4" name="pt424"/>
            <p:cNvSpPr/>
            <p:nvPr/>
          </p:nvSpPr>
          <p:spPr>
            <a:xfrm>
              <a:off x="2151465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5" name="pt425"/>
            <p:cNvSpPr/>
            <p:nvPr/>
          </p:nvSpPr>
          <p:spPr>
            <a:xfrm>
              <a:off x="2050787" y="435151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6" name="pt426"/>
            <p:cNvSpPr/>
            <p:nvPr/>
          </p:nvSpPr>
          <p:spPr>
            <a:xfrm>
              <a:off x="1245362" y="488148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7" name="pt427"/>
            <p:cNvSpPr/>
            <p:nvPr/>
          </p:nvSpPr>
          <p:spPr>
            <a:xfrm>
              <a:off x="2805873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8" name="pt428"/>
            <p:cNvSpPr/>
            <p:nvPr/>
          </p:nvSpPr>
          <p:spPr>
            <a:xfrm>
              <a:off x="2403160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29" name="pt429"/>
            <p:cNvSpPr/>
            <p:nvPr/>
          </p:nvSpPr>
          <p:spPr>
            <a:xfrm>
              <a:off x="2554178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0" name="pt430"/>
            <p:cNvSpPr/>
            <p:nvPr/>
          </p:nvSpPr>
          <p:spPr>
            <a:xfrm>
              <a:off x="3409942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1" name="pt431"/>
            <p:cNvSpPr/>
            <p:nvPr/>
          </p:nvSpPr>
          <p:spPr>
            <a:xfrm>
              <a:off x="1648074" y="47893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2" name="pt432"/>
            <p:cNvSpPr/>
            <p:nvPr/>
          </p:nvSpPr>
          <p:spPr>
            <a:xfrm>
              <a:off x="2856212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3" name="pt433"/>
            <p:cNvSpPr/>
            <p:nvPr/>
          </p:nvSpPr>
          <p:spPr>
            <a:xfrm>
              <a:off x="3258924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4" name="pt434"/>
            <p:cNvSpPr/>
            <p:nvPr/>
          </p:nvSpPr>
          <p:spPr>
            <a:xfrm>
              <a:off x="2453499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5" name="pt435"/>
            <p:cNvSpPr/>
            <p:nvPr/>
          </p:nvSpPr>
          <p:spPr>
            <a:xfrm>
              <a:off x="3258924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6" name="pt436"/>
            <p:cNvSpPr/>
            <p:nvPr/>
          </p:nvSpPr>
          <p:spPr>
            <a:xfrm>
              <a:off x="2101126" y="400588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7" name="pt437"/>
            <p:cNvSpPr/>
            <p:nvPr/>
          </p:nvSpPr>
          <p:spPr>
            <a:xfrm>
              <a:off x="1144684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8" name="pt438"/>
            <p:cNvSpPr/>
            <p:nvPr/>
          </p:nvSpPr>
          <p:spPr>
            <a:xfrm>
              <a:off x="2050787" y="48354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39" name="pt439"/>
            <p:cNvSpPr/>
            <p:nvPr/>
          </p:nvSpPr>
          <p:spPr>
            <a:xfrm>
              <a:off x="3208585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0" name="pt440"/>
            <p:cNvSpPr/>
            <p:nvPr/>
          </p:nvSpPr>
          <p:spPr>
            <a:xfrm>
              <a:off x="2503838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1" name="pt441"/>
            <p:cNvSpPr/>
            <p:nvPr/>
          </p:nvSpPr>
          <p:spPr>
            <a:xfrm>
              <a:off x="1648074" y="455889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2" name="pt442"/>
            <p:cNvSpPr/>
            <p:nvPr/>
          </p:nvSpPr>
          <p:spPr>
            <a:xfrm>
              <a:off x="2352821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3" name="pt443"/>
            <p:cNvSpPr/>
            <p:nvPr/>
          </p:nvSpPr>
          <p:spPr>
            <a:xfrm>
              <a:off x="2956890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4" name="pt444"/>
            <p:cNvSpPr/>
            <p:nvPr/>
          </p:nvSpPr>
          <p:spPr>
            <a:xfrm>
              <a:off x="2805873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5" name="pt445"/>
            <p:cNvSpPr/>
            <p:nvPr/>
          </p:nvSpPr>
          <p:spPr>
            <a:xfrm>
              <a:off x="2403160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6" name="pt446"/>
            <p:cNvSpPr/>
            <p:nvPr/>
          </p:nvSpPr>
          <p:spPr>
            <a:xfrm>
              <a:off x="2252143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7" name="pt447"/>
            <p:cNvSpPr/>
            <p:nvPr/>
          </p:nvSpPr>
          <p:spPr>
            <a:xfrm>
              <a:off x="3963671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8" name="pt448"/>
            <p:cNvSpPr/>
            <p:nvPr/>
          </p:nvSpPr>
          <p:spPr>
            <a:xfrm>
              <a:off x="3661637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9" name="pt449"/>
            <p:cNvSpPr/>
            <p:nvPr/>
          </p:nvSpPr>
          <p:spPr>
            <a:xfrm>
              <a:off x="943327" y="501974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0" name="pt450"/>
            <p:cNvSpPr/>
            <p:nvPr/>
          </p:nvSpPr>
          <p:spPr>
            <a:xfrm>
              <a:off x="2453499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1" name="pt451"/>
            <p:cNvSpPr/>
            <p:nvPr/>
          </p:nvSpPr>
          <p:spPr>
            <a:xfrm>
              <a:off x="3158246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2" name="pt452"/>
            <p:cNvSpPr/>
            <p:nvPr/>
          </p:nvSpPr>
          <p:spPr>
            <a:xfrm>
              <a:off x="2453499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3" name="pt453"/>
            <p:cNvSpPr/>
            <p:nvPr/>
          </p:nvSpPr>
          <p:spPr>
            <a:xfrm>
              <a:off x="2654856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4" name="pt454"/>
            <p:cNvSpPr/>
            <p:nvPr/>
          </p:nvSpPr>
          <p:spPr>
            <a:xfrm>
              <a:off x="3057568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5" name="pt455"/>
            <p:cNvSpPr/>
            <p:nvPr/>
          </p:nvSpPr>
          <p:spPr>
            <a:xfrm>
              <a:off x="3560959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6" name="pt456"/>
            <p:cNvSpPr/>
            <p:nvPr/>
          </p:nvSpPr>
          <p:spPr>
            <a:xfrm>
              <a:off x="3158246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7" name="pt457"/>
            <p:cNvSpPr/>
            <p:nvPr/>
          </p:nvSpPr>
          <p:spPr>
            <a:xfrm>
              <a:off x="2705195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8" name="pt458"/>
            <p:cNvSpPr/>
            <p:nvPr/>
          </p:nvSpPr>
          <p:spPr>
            <a:xfrm>
              <a:off x="2101126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9" name="pt459"/>
            <p:cNvSpPr/>
            <p:nvPr/>
          </p:nvSpPr>
          <p:spPr>
            <a:xfrm>
              <a:off x="2956890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0" name="pt460"/>
            <p:cNvSpPr/>
            <p:nvPr/>
          </p:nvSpPr>
          <p:spPr>
            <a:xfrm>
              <a:off x="3158246" y="43976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1" name="pt461"/>
            <p:cNvSpPr/>
            <p:nvPr/>
          </p:nvSpPr>
          <p:spPr>
            <a:xfrm>
              <a:off x="2151465" y="40750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2" name="pt462"/>
            <p:cNvSpPr/>
            <p:nvPr/>
          </p:nvSpPr>
          <p:spPr>
            <a:xfrm>
              <a:off x="3611298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3" name="pt463"/>
            <p:cNvSpPr/>
            <p:nvPr/>
          </p:nvSpPr>
          <p:spPr>
            <a:xfrm>
              <a:off x="2654856" y="522712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4" name="pt464"/>
            <p:cNvSpPr/>
            <p:nvPr/>
          </p:nvSpPr>
          <p:spPr>
            <a:xfrm>
              <a:off x="3812654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5" name="pt465"/>
            <p:cNvSpPr/>
            <p:nvPr/>
          </p:nvSpPr>
          <p:spPr>
            <a:xfrm>
              <a:off x="366163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6" name="pt466"/>
            <p:cNvSpPr/>
            <p:nvPr/>
          </p:nvSpPr>
          <p:spPr>
            <a:xfrm>
              <a:off x="2906551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7" name="pt467"/>
            <p:cNvSpPr/>
            <p:nvPr/>
          </p:nvSpPr>
          <p:spPr>
            <a:xfrm>
              <a:off x="2654856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8" name="pt468"/>
            <p:cNvSpPr/>
            <p:nvPr/>
          </p:nvSpPr>
          <p:spPr>
            <a:xfrm>
              <a:off x="2201804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9" name="pt469"/>
            <p:cNvSpPr/>
            <p:nvPr/>
          </p:nvSpPr>
          <p:spPr>
            <a:xfrm>
              <a:off x="3007229" y="3775465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0" name="pt470"/>
            <p:cNvSpPr/>
            <p:nvPr/>
          </p:nvSpPr>
          <p:spPr>
            <a:xfrm>
              <a:off x="2352821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1" name="pt471"/>
            <p:cNvSpPr/>
            <p:nvPr/>
          </p:nvSpPr>
          <p:spPr>
            <a:xfrm>
              <a:off x="2554178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2" name="pt472"/>
            <p:cNvSpPr/>
            <p:nvPr/>
          </p:nvSpPr>
          <p:spPr>
            <a:xfrm>
              <a:off x="2705195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3" name="pt473"/>
            <p:cNvSpPr/>
            <p:nvPr/>
          </p:nvSpPr>
          <p:spPr>
            <a:xfrm>
              <a:off x="2050787" y="432847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4" name="pt474"/>
            <p:cNvSpPr/>
            <p:nvPr/>
          </p:nvSpPr>
          <p:spPr>
            <a:xfrm>
              <a:off x="2352821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5" name="pt475"/>
            <p:cNvSpPr/>
            <p:nvPr/>
          </p:nvSpPr>
          <p:spPr>
            <a:xfrm>
              <a:off x="3359603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6" name="pt476"/>
            <p:cNvSpPr/>
            <p:nvPr/>
          </p:nvSpPr>
          <p:spPr>
            <a:xfrm>
              <a:off x="2705195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7" name="pt477"/>
            <p:cNvSpPr/>
            <p:nvPr/>
          </p:nvSpPr>
          <p:spPr>
            <a:xfrm>
              <a:off x="3258924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8" name="pt478"/>
            <p:cNvSpPr/>
            <p:nvPr/>
          </p:nvSpPr>
          <p:spPr>
            <a:xfrm>
              <a:off x="2352821" y="42593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79" name="pt479"/>
            <p:cNvSpPr/>
            <p:nvPr/>
          </p:nvSpPr>
          <p:spPr>
            <a:xfrm>
              <a:off x="2856212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0" name="pt480"/>
            <p:cNvSpPr/>
            <p:nvPr/>
          </p:nvSpPr>
          <p:spPr>
            <a:xfrm>
              <a:off x="2403160" y="42593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1" name="pt481"/>
            <p:cNvSpPr/>
            <p:nvPr/>
          </p:nvSpPr>
          <p:spPr>
            <a:xfrm>
              <a:off x="1849431" y="47662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2" name="pt482"/>
            <p:cNvSpPr/>
            <p:nvPr/>
          </p:nvSpPr>
          <p:spPr>
            <a:xfrm>
              <a:off x="3510620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3" name="pt483"/>
            <p:cNvSpPr/>
            <p:nvPr/>
          </p:nvSpPr>
          <p:spPr>
            <a:xfrm>
              <a:off x="3510620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4" name="pt484"/>
            <p:cNvSpPr/>
            <p:nvPr/>
          </p:nvSpPr>
          <p:spPr>
            <a:xfrm>
              <a:off x="2403160" y="421326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5" name="pt485"/>
            <p:cNvSpPr/>
            <p:nvPr/>
          </p:nvSpPr>
          <p:spPr>
            <a:xfrm>
              <a:off x="1698413" y="42593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6" name="pt486"/>
            <p:cNvSpPr/>
            <p:nvPr/>
          </p:nvSpPr>
          <p:spPr>
            <a:xfrm>
              <a:off x="1950109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7" name="pt487"/>
            <p:cNvSpPr/>
            <p:nvPr/>
          </p:nvSpPr>
          <p:spPr>
            <a:xfrm>
              <a:off x="2201804" y="416718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8" name="pt488"/>
            <p:cNvSpPr/>
            <p:nvPr/>
          </p:nvSpPr>
          <p:spPr>
            <a:xfrm>
              <a:off x="2805873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89" name="pt489"/>
            <p:cNvSpPr/>
            <p:nvPr/>
          </p:nvSpPr>
          <p:spPr>
            <a:xfrm>
              <a:off x="1547396" y="536537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0" name="pt490"/>
            <p:cNvSpPr/>
            <p:nvPr/>
          </p:nvSpPr>
          <p:spPr>
            <a:xfrm>
              <a:off x="2252143" y="453585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1" name="pt491"/>
            <p:cNvSpPr/>
            <p:nvPr/>
          </p:nvSpPr>
          <p:spPr>
            <a:xfrm>
              <a:off x="1295701" y="48354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2" name="pt492"/>
            <p:cNvSpPr/>
            <p:nvPr/>
          </p:nvSpPr>
          <p:spPr>
            <a:xfrm>
              <a:off x="2201804" y="405197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3" name="pt493"/>
            <p:cNvSpPr/>
            <p:nvPr/>
          </p:nvSpPr>
          <p:spPr>
            <a:xfrm>
              <a:off x="1446718" y="531928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4" name="pt494"/>
            <p:cNvSpPr/>
            <p:nvPr/>
          </p:nvSpPr>
          <p:spPr>
            <a:xfrm>
              <a:off x="792310" y="548058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5" name="pt495"/>
            <p:cNvSpPr/>
            <p:nvPr/>
          </p:nvSpPr>
          <p:spPr>
            <a:xfrm>
              <a:off x="1648074" y="490453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6" name="pt496"/>
            <p:cNvSpPr/>
            <p:nvPr/>
          </p:nvSpPr>
          <p:spPr>
            <a:xfrm>
              <a:off x="741971" y="6125764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7" name="pt497"/>
            <p:cNvSpPr/>
            <p:nvPr/>
          </p:nvSpPr>
          <p:spPr>
            <a:xfrm>
              <a:off x="741971" y="607967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8" name="pt498"/>
            <p:cNvSpPr/>
            <p:nvPr/>
          </p:nvSpPr>
          <p:spPr>
            <a:xfrm>
              <a:off x="741971" y="6125764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99" name="pt499"/>
            <p:cNvSpPr/>
            <p:nvPr/>
          </p:nvSpPr>
          <p:spPr>
            <a:xfrm>
              <a:off x="741971" y="6125764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0" name="pt500"/>
            <p:cNvSpPr/>
            <p:nvPr/>
          </p:nvSpPr>
          <p:spPr>
            <a:xfrm>
              <a:off x="1950109" y="42823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1" name="pt501"/>
            <p:cNvSpPr/>
            <p:nvPr/>
          </p:nvSpPr>
          <p:spPr>
            <a:xfrm>
              <a:off x="2453499" y="45128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2" name="pt502"/>
            <p:cNvSpPr/>
            <p:nvPr/>
          </p:nvSpPr>
          <p:spPr>
            <a:xfrm>
              <a:off x="2503838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3" name="pt503"/>
            <p:cNvSpPr/>
            <p:nvPr/>
          </p:nvSpPr>
          <p:spPr>
            <a:xfrm>
              <a:off x="741971" y="603359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4" name="pt504"/>
            <p:cNvSpPr/>
            <p:nvPr/>
          </p:nvSpPr>
          <p:spPr>
            <a:xfrm>
              <a:off x="2252143" y="448977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5" name="pt505"/>
            <p:cNvSpPr/>
            <p:nvPr/>
          </p:nvSpPr>
          <p:spPr>
            <a:xfrm>
              <a:off x="741971" y="598751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6" name="pt506"/>
            <p:cNvSpPr/>
            <p:nvPr/>
          </p:nvSpPr>
          <p:spPr>
            <a:xfrm>
              <a:off x="1195023" y="453585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7" name="pt507"/>
            <p:cNvSpPr/>
            <p:nvPr/>
          </p:nvSpPr>
          <p:spPr>
            <a:xfrm>
              <a:off x="1950109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8" name="pt508"/>
            <p:cNvSpPr/>
            <p:nvPr/>
          </p:nvSpPr>
          <p:spPr>
            <a:xfrm>
              <a:off x="260451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9" name="pt509"/>
            <p:cNvSpPr/>
            <p:nvPr/>
          </p:nvSpPr>
          <p:spPr>
            <a:xfrm>
              <a:off x="2805873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0" name="pt510"/>
            <p:cNvSpPr/>
            <p:nvPr/>
          </p:nvSpPr>
          <p:spPr>
            <a:xfrm>
              <a:off x="1547396" y="552666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1" name="pt511"/>
            <p:cNvSpPr/>
            <p:nvPr/>
          </p:nvSpPr>
          <p:spPr>
            <a:xfrm>
              <a:off x="741971" y="552666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2" name="pt512"/>
            <p:cNvSpPr/>
            <p:nvPr/>
          </p:nvSpPr>
          <p:spPr>
            <a:xfrm>
              <a:off x="1497057" y="47893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3" name="pt513"/>
            <p:cNvSpPr/>
            <p:nvPr/>
          </p:nvSpPr>
          <p:spPr>
            <a:xfrm>
              <a:off x="3258924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4" name="pt514"/>
            <p:cNvSpPr/>
            <p:nvPr/>
          </p:nvSpPr>
          <p:spPr>
            <a:xfrm>
              <a:off x="3208585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5" name="pt515"/>
            <p:cNvSpPr/>
            <p:nvPr/>
          </p:nvSpPr>
          <p:spPr>
            <a:xfrm>
              <a:off x="2302482" y="497365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6" name="pt516"/>
            <p:cNvSpPr/>
            <p:nvPr/>
          </p:nvSpPr>
          <p:spPr>
            <a:xfrm>
              <a:off x="2101126" y="50427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7" name="pt517"/>
            <p:cNvSpPr/>
            <p:nvPr/>
          </p:nvSpPr>
          <p:spPr>
            <a:xfrm>
              <a:off x="3359603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8" name="pt518"/>
            <p:cNvSpPr/>
            <p:nvPr/>
          </p:nvSpPr>
          <p:spPr>
            <a:xfrm>
              <a:off x="2403160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19" name="pt519"/>
            <p:cNvSpPr/>
            <p:nvPr/>
          </p:nvSpPr>
          <p:spPr>
            <a:xfrm>
              <a:off x="3208585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0" name="pt520"/>
            <p:cNvSpPr/>
            <p:nvPr/>
          </p:nvSpPr>
          <p:spPr>
            <a:xfrm>
              <a:off x="2252143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1" name="pt521"/>
            <p:cNvSpPr/>
            <p:nvPr/>
          </p:nvSpPr>
          <p:spPr>
            <a:xfrm>
              <a:off x="3057568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2" name="pt522"/>
            <p:cNvSpPr/>
            <p:nvPr/>
          </p:nvSpPr>
          <p:spPr>
            <a:xfrm>
              <a:off x="3057568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3" name="pt523"/>
            <p:cNvSpPr/>
            <p:nvPr/>
          </p:nvSpPr>
          <p:spPr>
            <a:xfrm>
              <a:off x="2956890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4" name="pt524"/>
            <p:cNvSpPr/>
            <p:nvPr/>
          </p:nvSpPr>
          <p:spPr>
            <a:xfrm>
              <a:off x="2755534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5" name="pt525"/>
            <p:cNvSpPr/>
            <p:nvPr/>
          </p:nvSpPr>
          <p:spPr>
            <a:xfrm>
              <a:off x="3158246" y="3775465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6" name="pt526"/>
            <p:cNvSpPr/>
            <p:nvPr/>
          </p:nvSpPr>
          <p:spPr>
            <a:xfrm>
              <a:off x="310790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7" name="pt527"/>
            <p:cNvSpPr/>
            <p:nvPr/>
          </p:nvSpPr>
          <p:spPr>
            <a:xfrm>
              <a:off x="2956890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8" name="pt528"/>
            <p:cNvSpPr/>
            <p:nvPr/>
          </p:nvSpPr>
          <p:spPr>
            <a:xfrm>
              <a:off x="3057568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9" name="pt529"/>
            <p:cNvSpPr/>
            <p:nvPr/>
          </p:nvSpPr>
          <p:spPr>
            <a:xfrm>
              <a:off x="310790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0" name="pt530"/>
            <p:cNvSpPr/>
            <p:nvPr/>
          </p:nvSpPr>
          <p:spPr>
            <a:xfrm>
              <a:off x="3913332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1" name="pt531"/>
            <p:cNvSpPr/>
            <p:nvPr/>
          </p:nvSpPr>
          <p:spPr>
            <a:xfrm>
              <a:off x="1950109" y="391371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2" name="pt532"/>
            <p:cNvSpPr/>
            <p:nvPr/>
          </p:nvSpPr>
          <p:spPr>
            <a:xfrm>
              <a:off x="3359603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3" name="pt533"/>
            <p:cNvSpPr/>
            <p:nvPr/>
          </p:nvSpPr>
          <p:spPr>
            <a:xfrm>
              <a:off x="2554178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4" name="pt534"/>
            <p:cNvSpPr/>
            <p:nvPr/>
          </p:nvSpPr>
          <p:spPr>
            <a:xfrm>
              <a:off x="3258924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5" name="pt535"/>
            <p:cNvSpPr/>
            <p:nvPr/>
          </p:nvSpPr>
          <p:spPr>
            <a:xfrm>
              <a:off x="1295701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6" name="pt536"/>
            <p:cNvSpPr/>
            <p:nvPr/>
          </p:nvSpPr>
          <p:spPr>
            <a:xfrm>
              <a:off x="3007229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7" name="pt537"/>
            <p:cNvSpPr/>
            <p:nvPr/>
          </p:nvSpPr>
          <p:spPr>
            <a:xfrm>
              <a:off x="4014010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8" name="pt538"/>
            <p:cNvSpPr/>
            <p:nvPr/>
          </p:nvSpPr>
          <p:spPr>
            <a:xfrm>
              <a:off x="3812654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39" name="pt539"/>
            <p:cNvSpPr/>
            <p:nvPr/>
          </p:nvSpPr>
          <p:spPr>
            <a:xfrm>
              <a:off x="3158246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0" name="pt540"/>
            <p:cNvSpPr/>
            <p:nvPr/>
          </p:nvSpPr>
          <p:spPr>
            <a:xfrm>
              <a:off x="3208585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1" name="pt541"/>
            <p:cNvSpPr/>
            <p:nvPr/>
          </p:nvSpPr>
          <p:spPr>
            <a:xfrm>
              <a:off x="2151465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2" name="pt542"/>
            <p:cNvSpPr/>
            <p:nvPr/>
          </p:nvSpPr>
          <p:spPr>
            <a:xfrm>
              <a:off x="3007229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3" name="pt543"/>
            <p:cNvSpPr/>
            <p:nvPr/>
          </p:nvSpPr>
          <p:spPr>
            <a:xfrm>
              <a:off x="2956890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4" name="pt544"/>
            <p:cNvSpPr/>
            <p:nvPr/>
          </p:nvSpPr>
          <p:spPr>
            <a:xfrm>
              <a:off x="2453499" y="42593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5" name="pt545"/>
            <p:cNvSpPr/>
            <p:nvPr/>
          </p:nvSpPr>
          <p:spPr>
            <a:xfrm>
              <a:off x="2403160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6" name="pt546"/>
            <p:cNvSpPr/>
            <p:nvPr/>
          </p:nvSpPr>
          <p:spPr>
            <a:xfrm>
              <a:off x="2906551" y="3844591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7" name="pt547"/>
            <p:cNvSpPr/>
            <p:nvPr/>
          </p:nvSpPr>
          <p:spPr>
            <a:xfrm>
              <a:off x="3460281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8" name="pt548"/>
            <p:cNvSpPr/>
            <p:nvPr/>
          </p:nvSpPr>
          <p:spPr>
            <a:xfrm>
              <a:off x="3158246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49" name="pt549"/>
            <p:cNvSpPr/>
            <p:nvPr/>
          </p:nvSpPr>
          <p:spPr>
            <a:xfrm>
              <a:off x="1497057" y="557275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0" name="pt550"/>
            <p:cNvSpPr/>
            <p:nvPr/>
          </p:nvSpPr>
          <p:spPr>
            <a:xfrm>
              <a:off x="2453499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1" name="pt551"/>
            <p:cNvSpPr/>
            <p:nvPr/>
          </p:nvSpPr>
          <p:spPr>
            <a:xfrm>
              <a:off x="4014010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2" name="pt552"/>
            <p:cNvSpPr/>
            <p:nvPr/>
          </p:nvSpPr>
          <p:spPr>
            <a:xfrm>
              <a:off x="3158246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3" name="pt553"/>
            <p:cNvSpPr/>
            <p:nvPr/>
          </p:nvSpPr>
          <p:spPr>
            <a:xfrm>
              <a:off x="2654856" y="44667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4" name="pt554"/>
            <p:cNvSpPr/>
            <p:nvPr/>
          </p:nvSpPr>
          <p:spPr>
            <a:xfrm>
              <a:off x="3258924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5" name="pt555"/>
            <p:cNvSpPr/>
            <p:nvPr/>
          </p:nvSpPr>
          <p:spPr>
            <a:xfrm>
              <a:off x="2755534" y="400588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6" name="pt556"/>
            <p:cNvSpPr/>
            <p:nvPr/>
          </p:nvSpPr>
          <p:spPr>
            <a:xfrm>
              <a:off x="1648074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7" name="pt557"/>
            <p:cNvSpPr/>
            <p:nvPr/>
          </p:nvSpPr>
          <p:spPr>
            <a:xfrm>
              <a:off x="3409942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8" name="pt558"/>
            <p:cNvSpPr/>
            <p:nvPr/>
          </p:nvSpPr>
          <p:spPr>
            <a:xfrm>
              <a:off x="1950109" y="432847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59" name="pt559"/>
            <p:cNvSpPr/>
            <p:nvPr/>
          </p:nvSpPr>
          <p:spPr>
            <a:xfrm>
              <a:off x="2654856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0" name="pt560"/>
            <p:cNvSpPr/>
            <p:nvPr/>
          </p:nvSpPr>
          <p:spPr>
            <a:xfrm>
              <a:off x="2503838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1" name="pt561"/>
            <p:cNvSpPr/>
            <p:nvPr/>
          </p:nvSpPr>
          <p:spPr>
            <a:xfrm>
              <a:off x="2050787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2" name="pt562"/>
            <p:cNvSpPr/>
            <p:nvPr/>
          </p:nvSpPr>
          <p:spPr>
            <a:xfrm>
              <a:off x="2906551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3" name="pt563"/>
            <p:cNvSpPr/>
            <p:nvPr/>
          </p:nvSpPr>
          <p:spPr>
            <a:xfrm>
              <a:off x="1899770" y="42593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4" name="pt564"/>
            <p:cNvSpPr/>
            <p:nvPr/>
          </p:nvSpPr>
          <p:spPr>
            <a:xfrm>
              <a:off x="2906551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5" name="pt565"/>
            <p:cNvSpPr/>
            <p:nvPr/>
          </p:nvSpPr>
          <p:spPr>
            <a:xfrm>
              <a:off x="3812654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6" name="pt566"/>
            <p:cNvSpPr/>
            <p:nvPr/>
          </p:nvSpPr>
          <p:spPr>
            <a:xfrm>
              <a:off x="2654856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7" name="pt567"/>
            <p:cNvSpPr/>
            <p:nvPr/>
          </p:nvSpPr>
          <p:spPr>
            <a:xfrm>
              <a:off x="3158246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8" name="pt568"/>
            <p:cNvSpPr/>
            <p:nvPr/>
          </p:nvSpPr>
          <p:spPr>
            <a:xfrm>
              <a:off x="2352821" y="3775465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69" name="pt569"/>
            <p:cNvSpPr/>
            <p:nvPr/>
          </p:nvSpPr>
          <p:spPr>
            <a:xfrm>
              <a:off x="2554178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0" name="pt570"/>
            <p:cNvSpPr/>
            <p:nvPr/>
          </p:nvSpPr>
          <p:spPr>
            <a:xfrm>
              <a:off x="1446718" y="506582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1" name="pt571"/>
            <p:cNvSpPr/>
            <p:nvPr/>
          </p:nvSpPr>
          <p:spPr>
            <a:xfrm>
              <a:off x="3007229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2" name="pt572"/>
            <p:cNvSpPr/>
            <p:nvPr/>
          </p:nvSpPr>
          <p:spPr>
            <a:xfrm>
              <a:off x="2956890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3" name="pt573"/>
            <p:cNvSpPr/>
            <p:nvPr/>
          </p:nvSpPr>
          <p:spPr>
            <a:xfrm>
              <a:off x="2302482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4" name="pt574"/>
            <p:cNvSpPr/>
            <p:nvPr/>
          </p:nvSpPr>
          <p:spPr>
            <a:xfrm>
              <a:off x="3560959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5" name="pt575"/>
            <p:cNvSpPr/>
            <p:nvPr/>
          </p:nvSpPr>
          <p:spPr>
            <a:xfrm>
              <a:off x="2654856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6" name="pt576"/>
            <p:cNvSpPr/>
            <p:nvPr/>
          </p:nvSpPr>
          <p:spPr>
            <a:xfrm>
              <a:off x="3057568" y="405197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7" name="pt577"/>
            <p:cNvSpPr/>
            <p:nvPr/>
          </p:nvSpPr>
          <p:spPr>
            <a:xfrm>
              <a:off x="2302482" y="432847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8" name="pt578"/>
            <p:cNvSpPr/>
            <p:nvPr/>
          </p:nvSpPr>
          <p:spPr>
            <a:xfrm>
              <a:off x="1547396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79" name="pt579"/>
            <p:cNvSpPr/>
            <p:nvPr/>
          </p:nvSpPr>
          <p:spPr>
            <a:xfrm>
              <a:off x="2453499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0" name="pt580"/>
            <p:cNvSpPr/>
            <p:nvPr/>
          </p:nvSpPr>
          <p:spPr>
            <a:xfrm>
              <a:off x="3309264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1" name="pt581"/>
            <p:cNvSpPr/>
            <p:nvPr/>
          </p:nvSpPr>
          <p:spPr>
            <a:xfrm>
              <a:off x="1648074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2" name="pt582"/>
            <p:cNvSpPr/>
            <p:nvPr/>
          </p:nvSpPr>
          <p:spPr>
            <a:xfrm>
              <a:off x="2050787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3" name="pt583"/>
            <p:cNvSpPr/>
            <p:nvPr/>
          </p:nvSpPr>
          <p:spPr>
            <a:xfrm>
              <a:off x="3208585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4" name="pt584"/>
            <p:cNvSpPr/>
            <p:nvPr/>
          </p:nvSpPr>
          <p:spPr>
            <a:xfrm>
              <a:off x="3158246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5" name="pt585"/>
            <p:cNvSpPr/>
            <p:nvPr/>
          </p:nvSpPr>
          <p:spPr>
            <a:xfrm>
              <a:off x="2453499" y="44667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6" name="pt586"/>
            <p:cNvSpPr/>
            <p:nvPr/>
          </p:nvSpPr>
          <p:spPr>
            <a:xfrm>
              <a:off x="3007229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7" name="pt587"/>
            <p:cNvSpPr/>
            <p:nvPr/>
          </p:nvSpPr>
          <p:spPr>
            <a:xfrm>
              <a:off x="1899770" y="398284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8" name="pt588"/>
            <p:cNvSpPr/>
            <p:nvPr/>
          </p:nvSpPr>
          <p:spPr>
            <a:xfrm>
              <a:off x="3107907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89" name="pt589"/>
            <p:cNvSpPr/>
            <p:nvPr/>
          </p:nvSpPr>
          <p:spPr>
            <a:xfrm>
              <a:off x="2453499" y="409805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0" name="pt590"/>
            <p:cNvSpPr/>
            <p:nvPr/>
          </p:nvSpPr>
          <p:spPr>
            <a:xfrm>
              <a:off x="2252143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1" name="pt591"/>
            <p:cNvSpPr/>
            <p:nvPr/>
          </p:nvSpPr>
          <p:spPr>
            <a:xfrm>
              <a:off x="2352821" y="4190223"/>
              <a:ext cx="72220" cy="72220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309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2" name="pt592"/>
            <p:cNvSpPr/>
            <p:nvPr/>
          </p:nvSpPr>
          <p:spPr>
            <a:xfrm>
              <a:off x="1144684" y="44667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3" name="pt593"/>
            <p:cNvSpPr/>
            <p:nvPr/>
          </p:nvSpPr>
          <p:spPr>
            <a:xfrm>
              <a:off x="2252143" y="391371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4" name="pt594"/>
            <p:cNvSpPr/>
            <p:nvPr/>
          </p:nvSpPr>
          <p:spPr>
            <a:xfrm>
              <a:off x="1547396" y="42593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5" name="pt595"/>
            <p:cNvSpPr/>
            <p:nvPr/>
          </p:nvSpPr>
          <p:spPr>
            <a:xfrm>
              <a:off x="3862993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6" name="pt596"/>
            <p:cNvSpPr/>
            <p:nvPr/>
          </p:nvSpPr>
          <p:spPr>
            <a:xfrm>
              <a:off x="1396379" y="4051970"/>
              <a:ext cx="72220" cy="72220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309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7" name="pt597"/>
            <p:cNvSpPr/>
            <p:nvPr/>
          </p:nvSpPr>
          <p:spPr>
            <a:xfrm>
              <a:off x="1849431" y="43976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8" name="pt598"/>
            <p:cNvSpPr/>
            <p:nvPr/>
          </p:nvSpPr>
          <p:spPr>
            <a:xfrm>
              <a:off x="3611298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99" name="pt599"/>
            <p:cNvSpPr/>
            <p:nvPr/>
          </p:nvSpPr>
          <p:spPr>
            <a:xfrm>
              <a:off x="1648074" y="432847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0" name="pt600"/>
            <p:cNvSpPr/>
            <p:nvPr/>
          </p:nvSpPr>
          <p:spPr>
            <a:xfrm>
              <a:off x="3258924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1" name="pt601"/>
            <p:cNvSpPr/>
            <p:nvPr/>
          </p:nvSpPr>
          <p:spPr>
            <a:xfrm>
              <a:off x="2453499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2" name="pt602"/>
            <p:cNvSpPr/>
            <p:nvPr/>
          </p:nvSpPr>
          <p:spPr>
            <a:xfrm>
              <a:off x="3359603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3" name="pt603"/>
            <p:cNvSpPr/>
            <p:nvPr/>
          </p:nvSpPr>
          <p:spPr>
            <a:xfrm>
              <a:off x="2805873" y="3775465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4" name="pt604"/>
            <p:cNvSpPr/>
            <p:nvPr/>
          </p:nvSpPr>
          <p:spPr>
            <a:xfrm>
              <a:off x="2151465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5" name="pt605"/>
            <p:cNvSpPr/>
            <p:nvPr/>
          </p:nvSpPr>
          <p:spPr>
            <a:xfrm>
              <a:off x="1446718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6" name="pt606"/>
            <p:cNvSpPr/>
            <p:nvPr/>
          </p:nvSpPr>
          <p:spPr>
            <a:xfrm>
              <a:off x="1899770" y="432847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7" name="pt607"/>
            <p:cNvSpPr/>
            <p:nvPr/>
          </p:nvSpPr>
          <p:spPr>
            <a:xfrm>
              <a:off x="1346040" y="501974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8" name="pt608"/>
            <p:cNvSpPr/>
            <p:nvPr/>
          </p:nvSpPr>
          <p:spPr>
            <a:xfrm>
              <a:off x="2755534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09" name="pt609"/>
            <p:cNvSpPr/>
            <p:nvPr/>
          </p:nvSpPr>
          <p:spPr>
            <a:xfrm>
              <a:off x="2352821" y="430543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0" name="pt610"/>
            <p:cNvSpPr/>
            <p:nvPr/>
          </p:nvSpPr>
          <p:spPr>
            <a:xfrm>
              <a:off x="2906551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1" name="pt611"/>
            <p:cNvSpPr/>
            <p:nvPr/>
          </p:nvSpPr>
          <p:spPr>
            <a:xfrm>
              <a:off x="2856212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2" name="pt612"/>
            <p:cNvSpPr/>
            <p:nvPr/>
          </p:nvSpPr>
          <p:spPr>
            <a:xfrm>
              <a:off x="2352821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3" name="pt613"/>
            <p:cNvSpPr/>
            <p:nvPr/>
          </p:nvSpPr>
          <p:spPr>
            <a:xfrm>
              <a:off x="2554178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4" name="pt614"/>
            <p:cNvSpPr/>
            <p:nvPr/>
          </p:nvSpPr>
          <p:spPr>
            <a:xfrm>
              <a:off x="2956890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5" name="pt615"/>
            <p:cNvSpPr/>
            <p:nvPr/>
          </p:nvSpPr>
          <p:spPr>
            <a:xfrm>
              <a:off x="3107907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6" name="pt616"/>
            <p:cNvSpPr/>
            <p:nvPr/>
          </p:nvSpPr>
          <p:spPr>
            <a:xfrm>
              <a:off x="2956890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7" name="pt617"/>
            <p:cNvSpPr/>
            <p:nvPr/>
          </p:nvSpPr>
          <p:spPr>
            <a:xfrm>
              <a:off x="1950109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8" name="pt618"/>
            <p:cNvSpPr/>
            <p:nvPr/>
          </p:nvSpPr>
          <p:spPr>
            <a:xfrm>
              <a:off x="3258924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19" name="pt619"/>
            <p:cNvSpPr/>
            <p:nvPr/>
          </p:nvSpPr>
          <p:spPr>
            <a:xfrm>
              <a:off x="2252143" y="4121097"/>
              <a:ext cx="72220" cy="72220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309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0" name="pt620"/>
            <p:cNvSpPr/>
            <p:nvPr/>
          </p:nvSpPr>
          <p:spPr>
            <a:xfrm>
              <a:off x="2453499" y="453585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1" name="pt621"/>
            <p:cNvSpPr/>
            <p:nvPr/>
          </p:nvSpPr>
          <p:spPr>
            <a:xfrm>
              <a:off x="1950109" y="44667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2" name="pt622"/>
            <p:cNvSpPr/>
            <p:nvPr/>
          </p:nvSpPr>
          <p:spPr>
            <a:xfrm>
              <a:off x="1950109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3" name="pt623"/>
            <p:cNvSpPr/>
            <p:nvPr/>
          </p:nvSpPr>
          <p:spPr>
            <a:xfrm>
              <a:off x="2050787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4" name="pt624"/>
            <p:cNvSpPr/>
            <p:nvPr/>
          </p:nvSpPr>
          <p:spPr>
            <a:xfrm>
              <a:off x="2554178" y="3844591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5" name="pt625"/>
            <p:cNvSpPr/>
            <p:nvPr/>
          </p:nvSpPr>
          <p:spPr>
            <a:xfrm>
              <a:off x="1748753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6" name="pt626"/>
            <p:cNvSpPr/>
            <p:nvPr/>
          </p:nvSpPr>
          <p:spPr>
            <a:xfrm>
              <a:off x="2050787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7" name="pt627"/>
            <p:cNvSpPr/>
            <p:nvPr/>
          </p:nvSpPr>
          <p:spPr>
            <a:xfrm>
              <a:off x="2503838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8" name="pt628"/>
            <p:cNvSpPr/>
            <p:nvPr/>
          </p:nvSpPr>
          <p:spPr>
            <a:xfrm>
              <a:off x="3812654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29" name="pt629"/>
            <p:cNvSpPr/>
            <p:nvPr/>
          </p:nvSpPr>
          <p:spPr>
            <a:xfrm>
              <a:off x="3409942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0" name="pt630"/>
            <p:cNvSpPr/>
            <p:nvPr/>
          </p:nvSpPr>
          <p:spPr>
            <a:xfrm>
              <a:off x="1748753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1" name="pt631"/>
            <p:cNvSpPr/>
            <p:nvPr/>
          </p:nvSpPr>
          <p:spPr>
            <a:xfrm>
              <a:off x="1245362" y="488148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2" name="pt632"/>
            <p:cNvSpPr/>
            <p:nvPr/>
          </p:nvSpPr>
          <p:spPr>
            <a:xfrm>
              <a:off x="1799092" y="465106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3" name="pt633"/>
            <p:cNvSpPr/>
            <p:nvPr/>
          </p:nvSpPr>
          <p:spPr>
            <a:xfrm>
              <a:off x="2252143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4" name="pt634"/>
            <p:cNvSpPr/>
            <p:nvPr/>
          </p:nvSpPr>
          <p:spPr>
            <a:xfrm>
              <a:off x="3258924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5" name="pt635"/>
            <p:cNvSpPr/>
            <p:nvPr/>
          </p:nvSpPr>
          <p:spPr>
            <a:xfrm>
              <a:off x="3007229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6" name="pt636"/>
            <p:cNvSpPr/>
            <p:nvPr/>
          </p:nvSpPr>
          <p:spPr>
            <a:xfrm>
              <a:off x="2151465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7" name="pt637"/>
            <p:cNvSpPr/>
            <p:nvPr/>
          </p:nvSpPr>
          <p:spPr>
            <a:xfrm>
              <a:off x="2352821" y="391371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8" name="pt638"/>
            <p:cNvSpPr/>
            <p:nvPr/>
          </p:nvSpPr>
          <p:spPr>
            <a:xfrm>
              <a:off x="1597735" y="435151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39" name="pt639"/>
            <p:cNvSpPr/>
            <p:nvPr/>
          </p:nvSpPr>
          <p:spPr>
            <a:xfrm>
              <a:off x="3007229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0" name="pt640"/>
            <p:cNvSpPr/>
            <p:nvPr/>
          </p:nvSpPr>
          <p:spPr>
            <a:xfrm>
              <a:off x="2554178" y="412109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1" name="pt641"/>
            <p:cNvSpPr/>
            <p:nvPr/>
          </p:nvSpPr>
          <p:spPr>
            <a:xfrm>
              <a:off x="1799092" y="43976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2" name="pt642"/>
            <p:cNvSpPr/>
            <p:nvPr/>
          </p:nvSpPr>
          <p:spPr>
            <a:xfrm>
              <a:off x="1547396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3" name="pt643"/>
            <p:cNvSpPr/>
            <p:nvPr/>
          </p:nvSpPr>
          <p:spPr>
            <a:xfrm>
              <a:off x="2755534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4" name="pt644"/>
            <p:cNvSpPr/>
            <p:nvPr/>
          </p:nvSpPr>
          <p:spPr>
            <a:xfrm>
              <a:off x="2755534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5" name="pt645"/>
            <p:cNvSpPr/>
            <p:nvPr/>
          </p:nvSpPr>
          <p:spPr>
            <a:xfrm>
              <a:off x="2050787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6" name="pt646"/>
            <p:cNvSpPr/>
            <p:nvPr/>
          </p:nvSpPr>
          <p:spPr>
            <a:xfrm>
              <a:off x="2906551" y="393676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7" name="pt647"/>
            <p:cNvSpPr/>
            <p:nvPr/>
          </p:nvSpPr>
          <p:spPr>
            <a:xfrm>
              <a:off x="3409942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8" name="pt648"/>
            <p:cNvSpPr/>
            <p:nvPr/>
          </p:nvSpPr>
          <p:spPr>
            <a:xfrm>
              <a:off x="2755534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49" name="pt649"/>
            <p:cNvSpPr/>
            <p:nvPr/>
          </p:nvSpPr>
          <p:spPr>
            <a:xfrm>
              <a:off x="3158246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0" name="pt650"/>
            <p:cNvSpPr/>
            <p:nvPr/>
          </p:nvSpPr>
          <p:spPr>
            <a:xfrm>
              <a:off x="3359603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1" name="pt651"/>
            <p:cNvSpPr/>
            <p:nvPr/>
          </p:nvSpPr>
          <p:spPr>
            <a:xfrm>
              <a:off x="2755534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2" name="pt652"/>
            <p:cNvSpPr/>
            <p:nvPr/>
          </p:nvSpPr>
          <p:spPr>
            <a:xfrm>
              <a:off x="2101126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3" name="pt653"/>
            <p:cNvSpPr/>
            <p:nvPr/>
          </p:nvSpPr>
          <p:spPr>
            <a:xfrm>
              <a:off x="2755534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4" name="pt654"/>
            <p:cNvSpPr/>
            <p:nvPr/>
          </p:nvSpPr>
          <p:spPr>
            <a:xfrm>
              <a:off x="3258924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5" name="pt655"/>
            <p:cNvSpPr/>
            <p:nvPr/>
          </p:nvSpPr>
          <p:spPr>
            <a:xfrm>
              <a:off x="3007229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6" name="pt656"/>
            <p:cNvSpPr/>
            <p:nvPr/>
          </p:nvSpPr>
          <p:spPr>
            <a:xfrm>
              <a:off x="3409942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7" name="pt657"/>
            <p:cNvSpPr/>
            <p:nvPr/>
          </p:nvSpPr>
          <p:spPr>
            <a:xfrm>
              <a:off x="2352821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8" name="pt658"/>
            <p:cNvSpPr/>
            <p:nvPr/>
          </p:nvSpPr>
          <p:spPr>
            <a:xfrm>
              <a:off x="2554178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59" name="pt659"/>
            <p:cNvSpPr/>
            <p:nvPr/>
          </p:nvSpPr>
          <p:spPr>
            <a:xfrm>
              <a:off x="3107907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0" name="pt660"/>
            <p:cNvSpPr/>
            <p:nvPr/>
          </p:nvSpPr>
          <p:spPr>
            <a:xfrm>
              <a:off x="943327" y="529624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1" name="pt661"/>
            <p:cNvSpPr/>
            <p:nvPr/>
          </p:nvSpPr>
          <p:spPr>
            <a:xfrm>
              <a:off x="943327" y="508886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2" name="pt662"/>
            <p:cNvSpPr/>
            <p:nvPr/>
          </p:nvSpPr>
          <p:spPr>
            <a:xfrm>
              <a:off x="2705195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3" name="pt663"/>
            <p:cNvSpPr/>
            <p:nvPr/>
          </p:nvSpPr>
          <p:spPr>
            <a:xfrm>
              <a:off x="2000448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4" name="pt664"/>
            <p:cNvSpPr/>
            <p:nvPr/>
          </p:nvSpPr>
          <p:spPr>
            <a:xfrm>
              <a:off x="1446718" y="50427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5" name="pt665"/>
            <p:cNvSpPr/>
            <p:nvPr/>
          </p:nvSpPr>
          <p:spPr>
            <a:xfrm>
              <a:off x="3460281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6" name="pt666"/>
            <p:cNvSpPr/>
            <p:nvPr/>
          </p:nvSpPr>
          <p:spPr>
            <a:xfrm>
              <a:off x="3762315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7" name="pt667"/>
            <p:cNvSpPr/>
            <p:nvPr/>
          </p:nvSpPr>
          <p:spPr>
            <a:xfrm>
              <a:off x="2906551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8" name="pt668"/>
            <p:cNvSpPr/>
            <p:nvPr/>
          </p:nvSpPr>
          <p:spPr>
            <a:xfrm>
              <a:off x="2906551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69" name="pt669"/>
            <p:cNvSpPr/>
            <p:nvPr/>
          </p:nvSpPr>
          <p:spPr>
            <a:xfrm>
              <a:off x="3208585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0" name="pt670"/>
            <p:cNvSpPr/>
            <p:nvPr/>
          </p:nvSpPr>
          <p:spPr>
            <a:xfrm>
              <a:off x="2604517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1" name="pt671"/>
            <p:cNvSpPr/>
            <p:nvPr/>
          </p:nvSpPr>
          <p:spPr>
            <a:xfrm>
              <a:off x="2906551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2" name="pt672"/>
            <p:cNvSpPr/>
            <p:nvPr/>
          </p:nvSpPr>
          <p:spPr>
            <a:xfrm>
              <a:off x="2654856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3" name="pt673"/>
            <p:cNvSpPr/>
            <p:nvPr/>
          </p:nvSpPr>
          <p:spPr>
            <a:xfrm>
              <a:off x="3409942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4" name="pt674"/>
            <p:cNvSpPr/>
            <p:nvPr/>
          </p:nvSpPr>
          <p:spPr>
            <a:xfrm>
              <a:off x="1648074" y="501974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5" name="pt675"/>
            <p:cNvSpPr/>
            <p:nvPr/>
          </p:nvSpPr>
          <p:spPr>
            <a:xfrm>
              <a:off x="2453499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6" name="pt676"/>
            <p:cNvSpPr/>
            <p:nvPr/>
          </p:nvSpPr>
          <p:spPr>
            <a:xfrm>
              <a:off x="3057568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7" name="pt677"/>
            <p:cNvSpPr/>
            <p:nvPr/>
          </p:nvSpPr>
          <p:spPr>
            <a:xfrm>
              <a:off x="1648074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8" name="pt678"/>
            <p:cNvSpPr/>
            <p:nvPr/>
          </p:nvSpPr>
          <p:spPr>
            <a:xfrm>
              <a:off x="2201804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79" name="pt679"/>
            <p:cNvSpPr/>
            <p:nvPr/>
          </p:nvSpPr>
          <p:spPr>
            <a:xfrm>
              <a:off x="3460281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0" name="pt680"/>
            <p:cNvSpPr/>
            <p:nvPr/>
          </p:nvSpPr>
          <p:spPr>
            <a:xfrm>
              <a:off x="2453499" y="42363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1" name="pt681"/>
            <p:cNvSpPr/>
            <p:nvPr/>
          </p:nvSpPr>
          <p:spPr>
            <a:xfrm>
              <a:off x="2755534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2" name="pt682"/>
            <p:cNvSpPr/>
            <p:nvPr/>
          </p:nvSpPr>
          <p:spPr>
            <a:xfrm>
              <a:off x="1044006" y="531928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3" name="pt683"/>
            <p:cNvSpPr/>
            <p:nvPr/>
          </p:nvSpPr>
          <p:spPr>
            <a:xfrm>
              <a:off x="3057568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4" name="pt684"/>
            <p:cNvSpPr/>
            <p:nvPr/>
          </p:nvSpPr>
          <p:spPr>
            <a:xfrm>
              <a:off x="1547396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5" name="pt685"/>
            <p:cNvSpPr/>
            <p:nvPr/>
          </p:nvSpPr>
          <p:spPr>
            <a:xfrm>
              <a:off x="2352821" y="43976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6" name="pt686"/>
            <p:cNvSpPr/>
            <p:nvPr/>
          </p:nvSpPr>
          <p:spPr>
            <a:xfrm>
              <a:off x="2654856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7" name="pt687"/>
            <p:cNvSpPr/>
            <p:nvPr/>
          </p:nvSpPr>
          <p:spPr>
            <a:xfrm>
              <a:off x="3862993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8" name="pt688"/>
            <p:cNvSpPr/>
            <p:nvPr/>
          </p:nvSpPr>
          <p:spPr>
            <a:xfrm>
              <a:off x="1748753" y="4121097"/>
              <a:ext cx="72220" cy="72220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309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89" name="pt689"/>
            <p:cNvSpPr/>
            <p:nvPr/>
          </p:nvSpPr>
          <p:spPr>
            <a:xfrm>
              <a:off x="2302482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0" name="pt690"/>
            <p:cNvSpPr/>
            <p:nvPr/>
          </p:nvSpPr>
          <p:spPr>
            <a:xfrm>
              <a:off x="1044006" y="501974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1" name="pt691"/>
            <p:cNvSpPr/>
            <p:nvPr/>
          </p:nvSpPr>
          <p:spPr>
            <a:xfrm>
              <a:off x="1648074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2" name="pt692"/>
            <p:cNvSpPr/>
            <p:nvPr/>
          </p:nvSpPr>
          <p:spPr>
            <a:xfrm>
              <a:off x="2252143" y="47893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3" name="pt693"/>
            <p:cNvSpPr/>
            <p:nvPr/>
          </p:nvSpPr>
          <p:spPr>
            <a:xfrm>
              <a:off x="1446718" y="499669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4" name="pt694"/>
            <p:cNvSpPr/>
            <p:nvPr/>
          </p:nvSpPr>
          <p:spPr>
            <a:xfrm>
              <a:off x="2755534" y="453585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5" name="pt695"/>
            <p:cNvSpPr/>
            <p:nvPr/>
          </p:nvSpPr>
          <p:spPr>
            <a:xfrm>
              <a:off x="1396379" y="469715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6" name="pt696"/>
            <p:cNvSpPr/>
            <p:nvPr/>
          </p:nvSpPr>
          <p:spPr>
            <a:xfrm>
              <a:off x="3510620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7" name="pt697"/>
            <p:cNvSpPr/>
            <p:nvPr/>
          </p:nvSpPr>
          <p:spPr>
            <a:xfrm>
              <a:off x="1950109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8" name="pt698"/>
            <p:cNvSpPr/>
            <p:nvPr/>
          </p:nvSpPr>
          <p:spPr>
            <a:xfrm>
              <a:off x="842649" y="598751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99" name="pt699"/>
            <p:cNvSpPr/>
            <p:nvPr/>
          </p:nvSpPr>
          <p:spPr>
            <a:xfrm>
              <a:off x="1950109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0" name="pt700"/>
            <p:cNvSpPr/>
            <p:nvPr/>
          </p:nvSpPr>
          <p:spPr>
            <a:xfrm>
              <a:off x="1144684" y="536537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1" name="pt701"/>
            <p:cNvSpPr/>
            <p:nvPr/>
          </p:nvSpPr>
          <p:spPr>
            <a:xfrm>
              <a:off x="1446718" y="43976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2" name="pt702"/>
            <p:cNvSpPr/>
            <p:nvPr/>
          </p:nvSpPr>
          <p:spPr>
            <a:xfrm>
              <a:off x="1144684" y="44667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3" name="pt703"/>
            <p:cNvSpPr/>
            <p:nvPr/>
          </p:nvSpPr>
          <p:spPr>
            <a:xfrm>
              <a:off x="943327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4" name="pt704"/>
            <p:cNvSpPr/>
            <p:nvPr/>
          </p:nvSpPr>
          <p:spPr>
            <a:xfrm>
              <a:off x="1899770" y="472019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5" name="pt705"/>
            <p:cNvSpPr/>
            <p:nvPr/>
          </p:nvSpPr>
          <p:spPr>
            <a:xfrm>
              <a:off x="943327" y="515799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6" name="pt706"/>
            <p:cNvSpPr/>
            <p:nvPr/>
          </p:nvSpPr>
          <p:spPr>
            <a:xfrm>
              <a:off x="2604517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7" name="pt707"/>
            <p:cNvSpPr/>
            <p:nvPr/>
          </p:nvSpPr>
          <p:spPr>
            <a:xfrm>
              <a:off x="2654856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8" name="pt708"/>
            <p:cNvSpPr/>
            <p:nvPr/>
          </p:nvSpPr>
          <p:spPr>
            <a:xfrm>
              <a:off x="1648074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09" name="pt709"/>
            <p:cNvSpPr/>
            <p:nvPr/>
          </p:nvSpPr>
          <p:spPr>
            <a:xfrm>
              <a:off x="1144684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0" name="pt710"/>
            <p:cNvSpPr/>
            <p:nvPr/>
          </p:nvSpPr>
          <p:spPr>
            <a:xfrm>
              <a:off x="3258924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1" name="pt711"/>
            <p:cNvSpPr/>
            <p:nvPr/>
          </p:nvSpPr>
          <p:spPr>
            <a:xfrm>
              <a:off x="1245362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2" name="pt712"/>
            <p:cNvSpPr/>
            <p:nvPr/>
          </p:nvSpPr>
          <p:spPr>
            <a:xfrm>
              <a:off x="2856212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3" name="pt713"/>
            <p:cNvSpPr/>
            <p:nvPr/>
          </p:nvSpPr>
          <p:spPr>
            <a:xfrm>
              <a:off x="1547396" y="44667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4" name="pt714"/>
            <p:cNvSpPr/>
            <p:nvPr/>
          </p:nvSpPr>
          <p:spPr>
            <a:xfrm>
              <a:off x="3158246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5" name="pt715"/>
            <p:cNvSpPr/>
            <p:nvPr/>
          </p:nvSpPr>
          <p:spPr>
            <a:xfrm>
              <a:off x="1044006" y="578013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6" name="pt716"/>
            <p:cNvSpPr/>
            <p:nvPr/>
          </p:nvSpPr>
          <p:spPr>
            <a:xfrm>
              <a:off x="2856212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7" name="pt717"/>
            <p:cNvSpPr/>
            <p:nvPr/>
          </p:nvSpPr>
          <p:spPr>
            <a:xfrm>
              <a:off x="2654856" y="391371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8" name="pt718"/>
            <p:cNvSpPr/>
            <p:nvPr/>
          </p:nvSpPr>
          <p:spPr>
            <a:xfrm>
              <a:off x="741971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19" name="pt719"/>
            <p:cNvSpPr/>
            <p:nvPr/>
          </p:nvSpPr>
          <p:spPr>
            <a:xfrm>
              <a:off x="1899770" y="432847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0" name="pt720"/>
            <p:cNvSpPr/>
            <p:nvPr/>
          </p:nvSpPr>
          <p:spPr>
            <a:xfrm>
              <a:off x="2705195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1" name="pt721"/>
            <p:cNvSpPr/>
            <p:nvPr/>
          </p:nvSpPr>
          <p:spPr>
            <a:xfrm>
              <a:off x="3208585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2" name="pt722"/>
            <p:cNvSpPr/>
            <p:nvPr/>
          </p:nvSpPr>
          <p:spPr>
            <a:xfrm>
              <a:off x="2956890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3" name="pt723"/>
            <p:cNvSpPr/>
            <p:nvPr/>
          </p:nvSpPr>
          <p:spPr>
            <a:xfrm>
              <a:off x="1849431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4" name="pt724"/>
            <p:cNvSpPr/>
            <p:nvPr/>
          </p:nvSpPr>
          <p:spPr>
            <a:xfrm>
              <a:off x="741971" y="557275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5" name="pt725"/>
            <p:cNvSpPr/>
            <p:nvPr/>
          </p:nvSpPr>
          <p:spPr>
            <a:xfrm>
              <a:off x="1346040" y="44667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6" name="pt726"/>
            <p:cNvSpPr/>
            <p:nvPr/>
          </p:nvSpPr>
          <p:spPr>
            <a:xfrm>
              <a:off x="1849431" y="488148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7" name="pt727"/>
            <p:cNvSpPr/>
            <p:nvPr/>
          </p:nvSpPr>
          <p:spPr>
            <a:xfrm>
              <a:off x="1648074" y="501974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8" name="pt728"/>
            <p:cNvSpPr/>
            <p:nvPr/>
          </p:nvSpPr>
          <p:spPr>
            <a:xfrm>
              <a:off x="3158246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29" name="pt729"/>
            <p:cNvSpPr/>
            <p:nvPr/>
          </p:nvSpPr>
          <p:spPr>
            <a:xfrm>
              <a:off x="2755534" y="391371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0" name="pt730"/>
            <p:cNvSpPr/>
            <p:nvPr/>
          </p:nvSpPr>
          <p:spPr>
            <a:xfrm>
              <a:off x="1346040" y="536537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1" name="pt731"/>
            <p:cNvSpPr/>
            <p:nvPr/>
          </p:nvSpPr>
          <p:spPr>
            <a:xfrm>
              <a:off x="3460281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2" name="pt732"/>
            <p:cNvSpPr/>
            <p:nvPr/>
          </p:nvSpPr>
          <p:spPr>
            <a:xfrm>
              <a:off x="3409942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3" name="pt733"/>
            <p:cNvSpPr/>
            <p:nvPr/>
          </p:nvSpPr>
          <p:spPr>
            <a:xfrm>
              <a:off x="3208585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4" name="pt734"/>
            <p:cNvSpPr/>
            <p:nvPr/>
          </p:nvSpPr>
          <p:spPr>
            <a:xfrm>
              <a:off x="3661637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5" name="pt735"/>
            <p:cNvSpPr/>
            <p:nvPr/>
          </p:nvSpPr>
          <p:spPr>
            <a:xfrm>
              <a:off x="741971" y="508886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6" name="pt736"/>
            <p:cNvSpPr/>
            <p:nvPr/>
          </p:nvSpPr>
          <p:spPr>
            <a:xfrm>
              <a:off x="2252143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7" name="pt737"/>
            <p:cNvSpPr/>
            <p:nvPr/>
          </p:nvSpPr>
          <p:spPr>
            <a:xfrm>
              <a:off x="1849431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8" name="pt738"/>
            <p:cNvSpPr/>
            <p:nvPr/>
          </p:nvSpPr>
          <p:spPr>
            <a:xfrm>
              <a:off x="741971" y="529624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39" name="pt739"/>
            <p:cNvSpPr/>
            <p:nvPr/>
          </p:nvSpPr>
          <p:spPr>
            <a:xfrm>
              <a:off x="2453499" y="4051970"/>
              <a:ext cx="72220" cy="72220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309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0" name="pt740"/>
            <p:cNvSpPr/>
            <p:nvPr/>
          </p:nvSpPr>
          <p:spPr>
            <a:xfrm>
              <a:off x="3158246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1" name="pt741"/>
            <p:cNvSpPr/>
            <p:nvPr/>
          </p:nvSpPr>
          <p:spPr>
            <a:xfrm>
              <a:off x="3460281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2" name="pt742"/>
            <p:cNvSpPr/>
            <p:nvPr/>
          </p:nvSpPr>
          <p:spPr>
            <a:xfrm>
              <a:off x="2856212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3" name="pt743"/>
            <p:cNvSpPr/>
            <p:nvPr/>
          </p:nvSpPr>
          <p:spPr>
            <a:xfrm>
              <a:off x="1950109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4" name="pt744"/>
            <p:cNvSpPr/>
            <p:nvPr/>
          </p:nvSpPr>
          <p:spPr>
            <a:xfrm>
              <a:off x="1446718" y="515799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5" name="pt745"/>
            <p:cNvSpPr/>
            <p:nvPr/>
          </p:nvSpPr>
          <p:spPr>
            <a:xfrm>
              <a:off x="1849431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6" name="pt746"/>
            <p:cNvSpPr/>
            <p:nvPr/>
          </p:nvSpPr>
          <p:spPr>
            <a:xfrm>
              <a:off x="1799092" y="508886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7" name="pt747"/>
            <p:cNvSpPr/>
            <p:nvPr/>
          </p:nvSpPr>
          <p:spPr>
            <a:xfrm>
              <a:off x="2352821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8" name="pt748"/>
            <p:cNvSpPr/>
            <p:nvPr/>
          </p:nvSpPr>
          <p:spPr>
            <a:xfrm>
              <a:off x="2151465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49" name="pt749"/>
            <p:cNvSpPr/>
            <p:nvPr/>
          </p:nvSpPr>
          <p:spPr>
            <a:xfrm>
              <a:off x="2101126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0" name="pt750"/>
            <p:cNvSpPr/>
            <p:nvPr/>
          </p:nvSpPr>
          <p:spPr>
            <a:xfrm>
              <a:off x="3762315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1" name="pt751"/>
            <p:cNvSpPr/>
            <p:nvPr/>
          </p:nvSpPr>
          <p:spPr>
            <a:xfrm>
              <a:off x="2050787" y="501974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2" name="pt752"/>
            <p:cNvSpPr/>
            <p:nvPr/>
          </p:nvSpPr>
          <p:spPr>
            <a:xfrm>
              <a:off x="2755534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3" name="pt753"/>
            <p:cNvSpPr/>
            <p:nvPr/>
          </p:nvSpPr>
          <p:spPr>
            <a:xfrm>
              <a:off x="1648074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4" name="pt754"/>
            <p:cNvSpPr/>
            <p:nvPr/>
          </p:nvSpPr>
          <p:spPr>
            <a:xfrm>
              <a:off x="1144684" y="501974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5" name="pt755"/>
            <p:cNvSpPr/>
            <p:nvPr/>
          </p:nvSpPr>
          <p:spPr>
            <a:xfrm>
              <a:off x="1547396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6" name="pt756"/>
            <p:cNvSpPr/>
            <p:nvPr/>
          </p:nvSpPr>
          <p:spPr>
            <a:xfrm>
              <a:off x="1849431" y="47893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7" name="pt757"/>
            <p:cNvSpPr/>
            <p:nvPr/>
          </p:nvSpPr>
          <p:spPr>
            <a:xfrm>
              <a:off x="2151465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8" name="pt758"/>
            <p:cNvSpPr/>
            <p:nvPr/>
          </p:nvSpPr>
          <p:spPr>
            <a:xfrm>
              <a:off x="2151465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59" name="pt759"/>
            <p:cNvSpPr/>
            <p:nvPr/>
          </p:nvSpPr>
          <p:spPr>
            <a:xfrm>
              <a:off x="1849431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0" name="pt760"/>
            <p:cNvSpPr/>
            <p:nvPr/>
          </p:nvSpPr>
          <p:spPr>
            <a:xfrm>
              <a:off x="1648074" y="51810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1" name="pt761"/>
            <p:cNvSpPr/>
            <p:nvPr/>
          </p:nvSpPr>
          <p:spPr>
            <a:xfrm>
              <a:off x="2050787" y="469715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2" name="pt762"/>
            <p:cNvSpPr/>
            <p:nvPr/>
          </p:nvSpPr>
          <p:spPr>
            <a:xfrm>
              <a:off x="1547396" y="497365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3" name="pt763"/>
            <p:cNvSpPr/>
            <p:nvPr/>
          </p:nvSpPr>
          <p:spPr>
            <a:xfrm>
              <a:off x="1950109" y="44436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4" name="pt764"/>
            <p:cNvSpPr/>
            <p:nvPr/>
          </p:nvSpPr>
          <p:spPr>
            <a:xfrm>
              <a:off x="1346040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5" name="pt765"/>
            <p:cNvSpPr/>
            <p:nvPr/>
          </p:nvSpPr>
          <p:spPr>
            <a:xfrm>
              <a:off x="2604517" y="43976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6" name="pt766"/>
            <p:cNvSpPr/>
            <p:nvPr/>
          </p:nvSpPr>
          <p:spPr>
            <a:xfrm>
              <a:off x="842649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7" name="pt767"/>
            <p:cNvSpPr/>
            <p:nvPr/>
          </p:nvSpPr>
          <p:spPr>
            <a:xfrm>
              <a:off x="1245362" y="485844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8" name="pt768"/>
            <p:cNvSpPr/>
            <p:nvPr/>
          </p:nvSpPr>
          <p:spPr>
            <a:xfrm>
              <a:off x="741971" y="550362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69" name="pt769"/>
            <p:cNvSpPr/>
            <p:nvPr/>
          </p:nvSpPr>
          <p:spPr>
            <a:xfrm>
              <a:off x="2755534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0" name="pt770"/>
            <p:cNvSpPr/>
            <p:nvPr/>
          </p:nvSpPr>
          <p:spPr>
            <a:xfrm>
              <a:off x="3460281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1" name="pt771"/>
            <p:cNvSpPr/>
            <p:nvPr/>
          </p:nvSpPr>
          <p:spPr>
            <a:xfrm>
              <a:off x="2050787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2" name="pt772"/>
            <p:cNvSpPr/>
            <p:nvPr/>
          </p:nvSpPr>
          <p:spPr>
            <a:xfrm>
              <a:off x="3560959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3" name="pt773"/>
            <p:cNvSpPr/>
            <p:nvPr/>
          </p:nvSpPr>
          <p:spPr>
            <a:xfrm>
              <a:off x="1547396" y="412109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4" name="pt774"/>
            <p:cNvSpPr/>
            <p:nvPr/>
          </p:nvSpPr>
          <p:spPr>
            <a:xfrm>
              <a:off x="2201804" y="43976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5" name="pt775"/>
            <p:cNvSpPr/>
            <p:nvPr/>
          </p:nvSpPr>
          <p:spPr>
            <a:xfrm>
              <a:off x="2403160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6" name="pt776"/>
            <p:cNvSpPr/>
            <p:nvPr/>
          </p:nvSpPr>
          <p:spPr>
            <a:xfrm>
              <a:off x="741971" y="550362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7" name="pt777"/>
            <p:cNvSpPr/>
            <p:nvPr/>
          </p:nvSpPr>
          <p:spPr>
            <a:xfrm>
              <a:off x="1446718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8" name="pt778"/>
            <p:cNvSpPr/>
            <p:nvPr/>
          </p:nvSpPr>
          <p:spPr>
            <a:xfrm>
              <a:off x="943327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79" name="pt779"/>
            <p:cNvSpPr/>
            <p:nvPr/>
          </p:nvSpPr>
          <p:spPr>
            <a:xfrm>
              <a:off x="1648074" y="465106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0" name="pt780"/>
            <p:cNvSpPr/>
            <p:nvPr/>
          </p:nvSpPr>
          <p:spPr>
            <a:xfrm>
              <a:off x="2956890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1" name="pt781"/>
            <p:cNvSpPr/>
            <p:nvPr/>
          </p:nvSpPr>
          <p:spPr>
            <a:xfrm>
              <a:off x="1245362" y="469715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2" name="pt782"/>
            <p:cNvSpPr/>
            <p:nvPr/>
          </p:nvSpPr>
          <p:spPr>
            <a:xfrm>
              <a:off x="1044006" y="515799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3" name="pt783"/>
            <p:cNvSpPr/>
            <p:nvPr/>
          </p:nvSpPr>
          <p:spPr>
            <a:xfrm>
              <a:off x="3057568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4" name="pt784"/>
            <p:cNvSpPr/>
            <p:nvPr/>
          </p:nvSpPr>
          <p:spPr>
            <a:xfrm>
              <a:off x="3409942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5" name="pt785"/>
            <p:cNvSpPr/>
            <p:nvPr/>
          </p:nvSpPr>
          <p:spPr>
            <a:xfrm>
              <a:off x="2554178" y="391371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6" name="pt786"/>
            <p:cNvSpPr/>
            <p:nvPr/>
          </p:nvSpPr>
          <p:spPr>
            <a:xfrm>
              <a:off x="3007229" y="3729380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7" name="pt787"/>
            <p:cNvSpPr/>
            <p:nvPr/>
          </p:nvSpPr>
          <p:spPr>
            <a:xfrm>
              <a:off x="4064350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8" name="pt788"/>
            <p:cNvSpPr/>
            <p:nvPr/>
          </p:nvSpPr>
          <p:spPr>
            <a:xfrm>
              <a:off x="3611298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89" name="pt789"/>
            <p:cNvSpPr/>
            <p:nvPr/>
          </p:nvSpPr>
          <p:spPr>
            <a:xfrm>
              <a:off x="2956890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0" name="pt790"/>
            <p:cNvSpPr/>
            <p:nvPr/>
          </p:nvSpPr>
          <p:spPr>
            <a:xfrm>
              <a:off x="2654856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1" name="pt791"/>
            <p:cNvSpPr/>
            <p:nvPr/>
          </p:nvSpPr>
          <p:spPr>
            <a:xfrm>
              <a:off x="2705195" y="3867633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2" name="pt792"/>
            <p:cNvSpPr/>
            <p:nvPr/>
          </p:nvSpPr>
          <p:spPr>
            <a:xfrm>
              <a:off x="2252143" y="405197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3" name="pt793"/>
            <p:cNvSpPr/>
            <p:nvPr/>
          </p:nvSpPr>
          <p:spPr>
            <a:xfrm>
              <a:off x="2503838" y="3775465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4" name="pt794"/>
            <p:cNvSpPr/>
            <p:nvPr/>
          </p:nvSpPr>
          <p:spPr>
            <a:xfrm>
              <a:off x="2654856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5" name="pt795"/>
            <p:cNvSpPr/>
            <p:nvPr/>
          </p:nvSpPr>
          <p:spPr>
            <a:xfrm>
              <a:off x="1899770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6" name="pt796"/>
            <p:cNvSpPr/>
            <p:nvPr/>
          </p:nvSpPr>
          <p:spPr>
            <a:xfrm>
              <a:off x="1245362" y="405197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7" name="pt797"/>
            <p:cNvSpPr/>
            <p:nvPr/>
          </p:nvSpPr>
          <p:spPr>
            <a:xfrm>
              <a:off x="2050787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8" name="pt798"/>
            <p:cNvSpPr/>
            <p:nvPr/>
          </p:nvSpPr>
          <p:spPr>
            <a:xfrm>
              <a:off x="2050787" y="40750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99" name="pt799"/>
            <p:cNvSpPr/>
            <p:nvPr/>
          </p:nvSpPr>
          <p:spPr>
            <a:xfrm>
              <a:off x="2352821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0" name="pt800"/>
            <p:cNvSpPr/>
            <p:nvPr/>
          </p:nvSpPr>
          <p:spPr>
            <a:xfrm>
              <a:off x="2604517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1" name="pt801"/>
            <p:cNvSpPr/>
            <p:nvPr/>
          </p:nvSpPr>
          <p:spPr>
            <a:xfrm>
              <a:off x="3510620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2" name="pt802"/>
            <p:cNvSpPr/>
            <p:nvPr/>
          </p:nvSpPr>
          <p:spPr>
            <a:xfrm>
              <a:off x="1950109" y="44667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3" name="pt803"/>
            <p:cNvSpPr/>
            <p:nvPr/>
          </p:nvSpPr>
          <p:spPr>
            <a:xfrm>
              <a:off x="2101126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4" name="pt804"/>
            <p:cNvSpPr/>
            <p:nvPr/>
          </p:nvSpPr>
          <p:spPr>
            <a:xfrm>
              <a:off x="1648074" y="42823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5" name="pt805"/>
            <p:cNvSpPr/>
            <p:nvPr/>
          </p:nvSpPr>
          <p:spPr>
            <a:xfrm>
              <a:off x="3258924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6" name="pt806"/>
            <p:cNvSpPr/>
            <p:nvPr/>
          </p:nvSpPr>
          <p:spPr>
            <a:xfrm>
              <a:off x="2554178" y="421326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7" name="pt807"/>
            <p:cNvSpPr/>
            <p:nvPr/>
          </p:nvSpPr>
          <p:spPr>
            <a:xfrm>
              <a:off x="3107907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8" name="pt808"/>
            <p:cNvSpPr/>
            <p:nvPr/>
          </p:nvSpPr>
          <p:spPr>
            <a:xfrm>
              <a:off x="2755534" y="3844591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09" name="pt809"/>
            <p:cNvSpPr/>
            <p:nvPr/>
          </p:nvSpPr>
          <p:spPr>
            <a:xfrm>
              <a:off x="3510620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0" name="pt810"/>
            <p:cNvSpPr/>
            <p:nvPr/>
          </p:nvSpPr>
          <p:spPr>
            <a:xfrm>
              <a:off x="2755534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1" name="pt811"/>
            <p:cNvSpPr/>
            <p:nvPr/>
          </p:nvSpPr>
          <p:spPr>
            <a:xfrm>
              <a:off x="2856212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2" name="pt812"/>
            <p:cNvSpPr/>
            <p:nvPr/>
          </p:nvSpPr>
          <p:spPr>
            <a:xfrm>
              <a:off x="2352821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3" name="pt813"/>
            <p:cNvSpPr/>
            <p:nvPr/>
          </p:nvSpPr>
          <p:spPr>
            <a:xfrm>
              <a:off x="2352821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4" name="pt814"/>
            <p:cNvSpPr/>
            <p:nvPr/>
          </p:nvSpPr>
          <p:spPr>
            <a:xfrm>
              <a:off x="2453499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5" name="pt815"/>
            <p:cNvSpPr/>
            <p:nvPr/>
          </p:nvSpPr>
          <p:spPr>
            <a:xfrm>
              <a:off x="2554178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6" name="pt816"/>
            <p:cNvSpPr/>
            <p:nvPr/>
          </p:nvSpPr>
          <p:spPr>
            <a:xfrm>
              <a:off x="2554178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7" name="pt817"/>
            <p:cNvSpPr/>
            <p:nvPr/>
          </p:nvSpPr>
          <p:spPr>
            <a:xfrm>
              <a:off x="2453499" y="453585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8" name="pt818"/>
            <p:cNvSpPr/>
            <p:nvPr/>
          </p:nvSpPr>
          <p:spPr>
            <a:xfrm>
              <a:off x="1849431" y="520407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19" name="pt819"/>
            <p:cNvSpPr/>
            <p:nvPr/>
          </p:nvSpPr>
          <p:spPr>
            <a:xfrm>
              <a:off x="2956890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0" name="pt820"/>
            <p:cNvSpPr/>
            <p:nvPr/>
          </p:nvSpPr>
          <p:spPr>
            <a:xfrm>
              <a:off x="2151465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1" name="pt821"/>
            <p:cNvSpPr/>
            <p:nvPr/>
          </p:nvSpPr>
          <p:spPr>
            <a:xfrm>
              <a:off x="2403160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2" name="pt822"/>
            <p:cNvSpPr/>
            <p:nvPr/>
          </p:nvSpPr>
          <p:spPr>
            <a:xfrm>
              <a:off x="2352821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3" name="pt823"/>
            <p:cNvSpPr/>
            <p:nvPr/>
          </p:nvSpPr>
          <p:spPr>
            <a:xfrm>
              <a:off x="2252143" y="550362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4" name="pt824"/>
            <p:cNvSpPr/>
            <p:nvPr/>
          </p:nvSpPr>
          <p:spPr>
            <a:xfrm>
              <a:off x="2956890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5" name="pt825"/>
            <p:cNvSpPr/>
            <p:nvPr/>
          </p:nvSpPr>
          <p:spPr>
            <a:xfrm>
              <a:off x="2755534" y="421326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6" name="pt826"/>
            <p:cNvSpPr/>
            <p:nvPr/>
          </p:nvSpPr>
          <p:spPr>
            <a:xfrm>
              <a:off x="2780703" y="421326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7" name="pt827"/>
            <p:cNvSpPr/>
            <p:nvPr/>
          </p:nvSpPr>
          <p:spPr>
            <a:xfrm>
              <a:off x="3057568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8" name="pt828"/>
            <p:cNvSpPr/>
            <p:nvPr/>
          </p:nvSpPr>
          <p:spPr>
            <a:xfrm>
              <a:off x="2755534" y="412109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29" name="pt829"/>
            <p:cNvSpPr/>
            <p:nvPr/>
          </p:nvSpPr>
          <p:spPr>
            <a:xfrm>
              <a:off x="3158246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0" name="pt830"/>
            <p:cNvSpPr/>
            <p:nvPr/>
          </p:nvSpPr>
          <p:spPr>
            <a:xfrm>
              <a:off x="2554178" y="40750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1" name="pt831"/>
            <p:cNvSpPr/>
            <p:nvPr/>
          </p:nvSpPr>
          <p:spPr>
            <a:xfrm>
              <a:off x="2705195" y="42593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2" name="pt832"/>
            <p:cNvSpPr/>
            <p:nvPr/>
          </p:nvSpPr>
          <p:spPr>
            <a:xfrm>
              <a:off x="3107907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3" name="pt833"/>
            <p:cNvSpPr/>
            <p:nvPr/>
          </p:nvSpPr>
          <p:spPr>
            <a:xfrm>
              <a:off x="1648074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4" name="pt834"/>
            <p:cNvSpPr/>
            <p:nvPr/>
          </p:nvSpPr>
          <p:spPr>
            <a:xfrm>
              <a:off x="892988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5" name="pt835"/>
            <p:cNvSpPr/>
            <p:nvPr/>
          </p:nvSpPr>
          <p:spPr>
            <a:xfrm>
              <a:off x="2252143" y="47662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6" name="pt836"/>
            <p:cNvSpPr/>
            <p:nvPr/>
          </p:nvSpPr>
          <p:spPr>
            <a:xfrm>
              <a:off x="3963671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7" name="pt837"/>
            <p:cNvSpPr/>
            <p:nvPr/>
          </p:nvSpPr>
          <p:spPr>
            <a:xfrm>
              <a:off x="3862993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8" name="pt838"/>
            <p:cNvSpPr/>
            <p:nvPr/>
          </p:nvSpPr>
          <p:spPr>
            <a:xfrm>
              <a:off x="1144684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39" name="pt839"/>
            <p:cNvSpPr/>
            <p:nvPr/>
          </p:nvSpPr>
          <p:spPr>
            <a:xfrm>
              <a:off x="1748753" y="485844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0" name="pt840"/>
            <p:cNvSpPr/>
            <p:nvPr/>
          </p:nvSpPr>
          <p:spPr>
            <a:xfrm>
              <a:off x="2050787" y="3844591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1" name="pt841"/>
            <p:cNvSpPr/>
            <p:nvPr/>
          </p:nvSpPr>
          <p:spPr>
            <a:xfrm>
              <a:off x="1547396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2" name="pt842"/>
            <p:cNvSpPr/>
            <p:nvPr/>
          </p:nvSpPr>
          <p:spPr>
            <a:xfrm>
              <a:off x="366163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3" name="pt843"/>
            <p:cNvSpPr/>
            <p:nvPr/>
          </p:nvSpPr>
          <p:spPr>
            <a:xfrm>
              <a:off x="3762315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4" name="pt844"/>
            <p:cNvSpPr/>
            <p:nvPr/>
          </p:nvSpPr>
          <p:spPr>
            <a:xfrm>
              <a:off x="2856212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5" name="pt845"/>
            <p:cNvSpPr/>
            <p:nvPr/>
          </p:nvSpPr>
          <p:spPr>
            <a:xfrm>
              <a:off x="3057568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6" name="pt846"/>
            <p:cNvSpPr/>
            <p:nvPr/>
          </p:nvSpPr>
          <p:spPr>
            <a:xfrm>
              <a:off x="1950109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7" name="pt847"/>
            <p:cNvSpPr/>
            <p:nvPr/>
          </p:nvSpPr>
          <p:spPr>
            <a:xfrm>
              <a:off x="3963671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8" name="pt848"/>
            <p:cNvSpPr/>
            <p:nvPr/>
          </p:nvSpPr>
          <p:spPr>
            <a:xfrm>
              <a:off x="3560959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49" name="pt849"/>
            <p:cNvSpPr/>
            <p:nvPr/>
          </p:nvSpPr>
          <p:spPr>
            <a:xfrm>
              <a:off x="1346040" y="430543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0" name="pt850"/>
            <p:cNvSpPr/>
            <p:nvPr/>
          </p:nvSpPr>
          <p:spPr>
            <a:xfrm>
              <a:off x="2453499" y="3798507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1" name="pt851"/>
            <p:cNvSpPr/>
            <p:nvPr/>
          </p:nvSpPr>
          <p:spPr>
            <a:xfrm>
              <a:off x="2302482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2" name="pt852"/>
            <p:cNvSpPr/>
            <p:nvPr/>
          </p:nvSpPr>
          <p:spPr>
            <a:xfrm>
              <a:off x="2705195" y="458194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3" name="pt853"/>
            <p:cNvSpPr/>
            <p:nvPr/>
          </p:nvSpPr>
          <p:spPr>
            <a:xfrm>
              <a:off x="2252143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4" name="pt854"/>
            <p:cNvSpPr/>
            <p:nvPr/>
          </p:nvSpPr>
          <p:spPr>
            <a:xfrm>
              <a:off x="1044006" y="42593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5" name="pt855"/>
            <p:cNvSpPr/>
            <p:nvPr/>
          </p:nvSpPr>
          <p:spPr>
            <a:xfrm>
              <a:off x="1849431" y="488148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6" name="pt856"/>
            <p:cNvSpPr/>
            <p:nvPr/>
          </p:nvSpPr>
          <p:spPr>
            <a:xfrm>
              <a:off x="1950109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7" name="pt857"/>
            <p:cNvSpPr/>
            <p:nvPr/>
          </p:nvSpPr>
          <p:spPr>
            <a:xfrm>
              <a:off x="2050787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8" name="pt858"/>
            <p:cNvSpPr/>
            <p:nvPr/>
          </p:nvSpPr>
          <p:spPr>
            <a:xfrm>
              <a:off x="1547396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59" name="pt859"/>
            <p:cNvSpPr/>
            <p:nvPr/>
          </p:nvSpPr>
          <p:spPr>
            <a:xfrm>
              <a:off x="2252143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0" name="pt860"/>
            <p:cNvSpPr/>
            <p:nvPr/>
          </p:nvSpPr>
          <p:spPr>
            <a:xfrm>
              <a:off x="1748753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1" name="pt861"/>
            <p:cNvSpPr/>
            <p:nvPr/>
          </p:nvSpPr>
          <p:spPr>
            <a:xfrm>
              <a:off x="2000448" y="515799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2" name="pt862"/>
            <p:cNvSpPr/>
            <p:nvPr/>
          </p:nvSpPr>
          <p:spPr>
            <a:xfrm>
              <a:off x="2403160" y="48354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3" name="pt863"/>
            <p:cNvSpPr/>
            <p:nvPr/>
          </p:nvSpPr>
          <p:spPr>
            <a:xfrm>
              <a:off x="1446718" y="47893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4" name="pt864"/>
            <p:cNvSpPr/>
            <p:nvPr/>
          </p:nvSpPr>
          <p:spPr>
            <a:xfrm>
              <a:off x="1547396" y="47893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5" name="pt865"/>
            <p:cNvSpPr/>
            <p:nvPr/>
          </p:nvSpPr>
          <p:spPr>
            <a:xfrm>
              <a:off x="1144684" y="490453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6" name="pt866"/>
            <p:cNvSpPr/>
            <p:nvPr/>
          </p:nvSpPr>
          <p:spPr>
            <a:xfrm>
              <a:off x="2554178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7" name="pt867"/>
            <p:cNvSpPr/>
            <p:nvPr/>
          </p:nvSpPr>
          <p:spPr>
            <a:xfrm>
              <a:off x="2201804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8" name="pt868"/>
            <p:cNvSpPr/>
            <p:nvPr/>
          </p:nvSpPr>
          <p:spPr>
            <a:xfrm>
              <a:off x="842649" y="529624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69" name="pt869"/>
            <p:cNvSpPr/>
            <p:nvPr/>
          </p:nvSpPr>
          <p:spPr>
            <a:xfrm>
              <a:off x="2956890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0" name="pt870"/>
            <p:cNvSpPr/>
            <p:nvPr/>
          </p:nvSpPr>
          <p:spPr>
            <a:xfrm>
              <a:off x="1547396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1" name="pt871"/>
            <p:cNvSpPr/>
            <p:nvPr/>
          </p:nvSpPr>
          <p:spPr>
            <a:xfrm>
              <a:off x="3258924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2" name="pt872"/>
            <p:cNvSpPr/>
            <p:nvPr/>
          </p:nvSpPr>
          <p:spPr>
            <a:xfrm>
              <a:off x="1446718" y="488148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3" name="pt873"/>
            <p:cNvSpPr/>
            <p:nvPr/>
          </p:nvSpPr>
          <p:spPr>
            <a:xfrm>
              <a:off x="1044006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4" name="pt874"/>
            <p:cNvSpPr/>
            <p:nvPr/>
          </p:nvSpPr>
          <p:spPr>
            <a:xfrm>
              <a:off x="943327" y="511190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5" name="pt875"/>
            <p:cNvSpPr/>
            <p:nvPr/>
          </p:nvSpPr>
          <p:spPr>
            <a:xfrm>
              <a:off x="2453499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6" name="pt876"/>
            <p:cNvSpPr/>
            <p:nvPr/>
          </p:nvSpPr>
          <p:spPr>
            <a:xfrm>
              <a:off x="1597735" y="50427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7" name="pt877"/>
            <p:cNvSpPr/>
            <p:nvPr/>
          </p:nvSpPr>
          <p:spPr>
            <a:xfrm>
              <a:off x="1950109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8" name="pt878"/>
            <p:cNvSpPr/>
            <p:nvPr/>
          </p:nvSpPr>
          <p:spPr>
            <a:xfrm>
              <a:off x="1044006" y="591838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79" name="pt879"/>
            <p:cNvSpPr/>
            <p:nvPr/>
          </p:nvSpPr>
          <p:spPr>
            <a:xfrm>
              <a:off x="2956890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0" name="pt880"/>
            <p:cNvSpPr/>
            <p:nvPr/>
          </p:nvSpPr>
          <p:spPr>
            <a:xfrm>
              <a:off x="2050787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1" name="pt881"/>
            <p:cNvSpPr/>
            <p:nvPr/>
          </p:nvSpPr>
          <p:spPr>
            <a:xfrm>
              <a:off x="1849431" y="41441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2" name="pt882"/>
            <p:cNvSpPr/>
            <p:nvPr/>
          </p:nvSpPr>
          <p:spPr>
            <a:xfrm>
              <a:off x="1295701" y="472019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3" name="pt883"/>
            <p:cNvSpPr/>
            <p:nvPr/>
          </p:nvSpPr>
          <p:spPr>
            <a:xfrm>
              <a:off x="1698413" y="448977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4" name="pt884"/>
            <p:cNvSpPr/>
            <p:nvPr/>
          </p:nvSpPr>
          <p:spPr>
            <a:xfrm>
              <a:off x="1497057" y="42593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5" name="pt885"/>
            <p:cNvSpPr/>
            <p:nvPr/>
          </p:nvSpPr>
          <p:spPr>
            <a:xfrm>
              <a:off x="3208585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6" name="pt886"/>
            <p:cNvSpPr/>
            <p:nvPr/>
          </p:nvSpPr>
          <p:spPr>
            <a:xfrm>
              <a:off x="1648074" y="400588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7" name="pt887"/>
            <p:cNvSpPr/>
            <p:nvPr/>
          </p:nvSpPr>
          <p:spPr>
            <a:xfrm>
              <a:off x="2151465" y="42593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8" name="pt888"/>
            <p:cNvSpPr/>
            <p:nvPr/>
          </p:nvSpPr>
          <p:spPr>
            <a:xfrm>
              <a:off x="1094345" y="51810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89" name="pt889"/>
            <p:cNvSpPr/>
            <p:nvPr/>
          </p:nvSpPr>
          <p:spPr>
            <a:xfrm>
              <a:off x="2554178" y="453585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0" name="pt890"/>
            <p:cNvSpPr/>
            <p:nvPr/>
          </p:nvSpPr>
          <p:spPr>
            <a:xfrm>
              <a:off x="1799092" y="529624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1" name="pt891"/>
            <p:cNvSpPr/>
            <p:nvPr/>
          </p:nvSpPr>
          <p:spPr>
            <a:xfrm>
              <a:off x="3510620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2" name="pt892"/>
            <p:cNvSpPr/>
            <p:nvPr/>
          </p:nvSpPr>
          <p:spPr>
            <a:xfrm>
              <a:off x="1497057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3" name="pt893"/>
            <p:cNvSpPr/>
            <p:nvPr/>
          </p:nvSpPr>
          <p:spPr>
            <a:xfrm>
              <a:off x="1547396" y="432847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4" name="pt894"/>
            <p:cNvSpPr/>
            <p:nvPr/>
          </p:nvSpPr>
          <p:spPr>
            <a:xfrm>
              <a:off x="2453499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5" name="pt895"/>
            <p:cNvSpPr/>
            <p:nvPr/>
          </p:nvSpPr>
          <p:spPr>
            <a:xfrm>
              <a:off x="1044006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6" name="pt896"/>
            <p:cNvSpPr/>
            <p:nvPr/>
          </p:nvSpPr>
          <p:spPr>
            <a:xfrm>
              <a:off x="1094345" y="575708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7" name="pt897"/>
            <p:cNvSpPr/>
            <p:nvPr/>
          </p:nvSpPr>
          <p:spPr>
            <a:xfrm>
              <a:off x="366163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8" name="pt898"/>
            <p:cNvSpPr/>
            <p:nvPr/>
          </p:nvSpPr>
          <p:spPr>
            <a:xfrm>
              <a:off x="3460281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899" name="pt899"/>
            <p:cNvSpPr/>
            <p:nvPr/>
          </p:nvSpPr>
          <p:spPr>
            <a:xfrm>
              <a:off x="3158246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0" name="pt900"/>
            <p:cNvSpPr/>
            <p:nvPr/>
          </p:nvSpPr>
          <p:spPr>
            <a:xfrm>
              <a:off x="1597735" y="44436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1" name="pt901"/>
            <p:cNvSpPr/>
            <p:nvPr/>
          </p:nvSpPr>
          <p:spPr>
            <a:xfrm>
              <a:off x="2705195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2" name="pt902"/>
            <p:cNvSpPr/>
            <p:nvPr/>
          </p:nvSpPr>
          <p:spPr>
            <a:xfrm>
              <a:off x="2604517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3" name="pt903"/>
            <p:cNvSpPr/>
            <p:nvPr/>
          </p:nvSpPr>
          <p:spPr>
            <a:xfrm>
              <a:off x="1748753" y="50427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4" name="pt904"/>
            <p:cNvSpPr/>
            <p:nvPr/>
          </p:nvSpPr>
          <p:spPr>
            <a:xfrm>
              <a:off x="1396379" y="44667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5" name="pt905"/>
            <p:cNvSpPr/>
            <p:nvPr/>
          </p:nvSpPr>
          <p:spPr>
            <a:xfrm>
              <a:off x="1547396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6" name="pt906"/>
            <p:cNvSpPr/>
            <p:nvPr/>
          </p:nvSpPr>
          <p:spPr>
            <a:xfrm>
              <a:off x="3762315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7" name="pt907"/>
            <p:cNvSpPr/>
            <p:nvPr/>
          </p:nvSpPr>
          <p:spPr>
            <a:xfrm>
              <a:off x="2856212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8" name="pt908"/>
            <p:cNvSpPr/>
            <p:nvPr/>
          </p:nvSpPr>
          <p:spPr>
            <a:xfrm>
              <a:off x="1899770" y="453585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09" name="pt909"/>
            <p:cNvSpPr/>
            <p:nvPr/>
          </p:nvSpPr>
          <p:spPr>
            <a:xfrm>
              <a:off x="1748753" y="400588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0" name="pt910"/>
            <p:cNvSpPr/>
            <p:nvPr/>
          </p:nvSpPr>
          <p:spPr>
            <a:xfrm>
              <a:off x="2000448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1" name="pt911"/>
            <p:cNvSpPr/>
            <p:nvPr/>
          </p:nvSpPr>
          <p:spPr>
            <a:xfrm>
              <a:off x="2453499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2" name="pt912"/>
            <p:cNvSpPr/>
            <p:nvPr/>
          </p:nvSpPr>
          <p:spPr>
            <a:xfrm>
              <a:off x="2755534" y="3844591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3" name="pt913"/>
            <p:cNvSpPr/>
            <p:nvPr/>
          </p:nvSpPr>
          <p:spPr>
            <a:xfrm>
              <a:off x="1446718" y="47662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4" name="pt914"/>
            <p:cNvSpPr/>
            <p:nvPr/>
          </p:nvSpPr>
          <p:spPr>
            <a:xfrm>
              <a:off x="2050787" y="511190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5" name="pt915"/>
            <p:cNvSpPr/>
            <p:nvPr/>
          </p:nvSpPr>
          <p:spPr>
            <a:xfrm>
              <a:off x="2453499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6" name="pt916"/>
            <p:cNvSpPr/>
            <p:nvPr/>
          </p:nvSpPr>
          <p:spPr>
            <a:xfrm>
              <a:off x="3611298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7" name="pt917"/>
            <p:cNvSpPr/>
            <p:nvPr/>
          </p:nvSpPr>
          <p:spPr>
            <a:xfrm>
              <a:off x="2453499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8" name="pt918"/>
            <p:cNvSpPr/>
            <p:nvPr/>
          </p:nvSpPr>
          <p:spPr>
            <a:xfrm>
              <a:off x="2252143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19" name="pt919"/>
            <p:cNvSpPr/>
            <p:nvPr/>
          </p:nvSpPr>
          <p:spPr>
            <a:xfrm>
              <a:off x="2252143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0" name="pt920"/>
            <p:cNvSpPr/>
            <p:nvPr/>
          </p:nvSpPr>
          <p:spPr>
            <a:xfrm>
              <a:off x="1648074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1" name="pt921"/>
            <p:cNvSpPr/>
            <p:nvPr/>
          </p:nvSpPr>
          <p:spPr>
            <a:xfrm>
              <a:off x="1547396" y="529624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2" name="pt922"/>
            <p:cNvSpPr/>
            <p:nvPr/>
          </p:nvSpPr>
          <p:spPr>
            <a:xfrm>
              <a:off x="892988" y="51810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3" name="pt923"/>
            <p:cNvSpPr/>
            <p:nvPr/>
          </p:nvSpPr>
          <p:spPr>
            <a:xfrm>
              <a:off x="2503838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4" name="pt924"/>
            <p:cNvSpPr/>
            <p:nvPr/>
          </p:nvSpPr>
          <p:spPr>
            <a:xfrm>
              <a:off x="2654856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5" name="pt925"/>
            <p:cNvSpPr/>
            <p:nvPr/>
          </p:nvSpPr>
          <p:spPr>
            <a:xfrm>
              <a:off x="2000448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6" name="pt926"/>
            <p:cNvSpPr/>
            <p:nvPr/>
          </p:nvSpPr>
          <p:spPr>
            <a:xfrm>
              <a:off x="1044006" y="527320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7" name="pt927"/>
            <p:cNvSpPr/>
            <p:nvPr/>
          </p:nvSpPr>
          <p:spPr>
            <a:xfrm>
              <a:off x="842649" y="534233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8" name="pt928"/>
            <p:cNvSpPr/>
            <p:nvPr/>
          </p:nvSpPr>
          <p:spPr>
            <a:xfrm>
              <a:off x="2050787" y="3844591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29" name="pt929"/>
            <p:cNvSpPr/>
            <p:nvPr/>
          </p:nvSpPr>
          <p:spPr>
            <a:xfrm>
              <a:off x="3208585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0" name="pt930"/>
            <p:cNvSpPr/>
            <p:nvPr/>
          </p:nvSpPr>
          <p:spPr>
            <a:xfrm>
              <a:off x="3359603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1" name="pt931"/>
            <p:cNvSpPr/>
            <p:nvPr/>
          </p:nvSpPr>
          <p:spPr>
            <a:xfrm>
              <a:off x="2906551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2" name="pt932"/>
            <p:cNvSpPr/>
            <p:nvPr/>
          </p:nvSpPr>
          <p:spPr>
            <a:xfrm>
              <a:off x="1144684" y="573404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3" name="pt933"/>
            <p:cNvSpPr/>
            <p:nvPr/>
          </p:nvSpPr>
          <p:spPr>
            <a:xfrm>
              <a:off x="2302482" y="41441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4" name="pt934"/>
            <p:cNvSpPr/>
            <p:nvPr/>
          </p:nvSpPr>
          <p:spPr>
            <a:xfrm>
              <a:off x="3460281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5" name="pt935"/>
            <p:cNvSpPr/>
            <p:nvPr/>
          </p:nvSpPr>
          <p:spPr>
            <a:xfrm>
              <a:off x="3309264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6" name="pt936"/>
            <p:cNvSpPr/>
            <p:nvPr/>
          </p:nvSpPr>
          <p:spPr>
            <a:xfrm>
              <a:off x="3309264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7" name="pt937"/>
            <p:cNvSpPr/>
            <p:nvPr/>
          </p:nvSpPr>
          <p:spPr>
            <a:xfrm>
              <a:off x="3158246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8" name="pt938"/>
            <p:cNvSpPr/>
            <p:nvPr/>
          </p:nvSpPr>
          <p:spPr>
            <a:xfrm>
              <a:off x="2554178" y="448977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39" name="pt939"/>
            <p:cNvSpPr/>
            <p:nvPr/>
          </p:nvSpPr>
          <p:spPr>
            <a:xfrm>
              <a:off x="1849431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0" name="pt940"/>
            <p:cNvSpPr/>
            <p:nvPr/>
          </p:nvSpPr>
          <p:spPr>
            <a:xfrm>
              <a:off x="2956890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1" name="pt941"/>
            <p:cNvSpPr/>
            <p:nvPr/>
          </p:nvSpPr>
          <p:spPr>
            <a:xfrm>
              <a:off x="2705195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2" name="pt942"/>
            <p:cNvSpPr/>
            <p:nvPr/>
          </p:nvSpPr>
          <p:spPr>
            <a:xfrm>
              <a:off x="1396379" y="513495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3" name="pt943"/>
            <p:cNvSpPr/>
            <p:nvPr/>
          </p:nvSpPr>
          <p:spPr>
            <a:xfrm>
              <a:off x="2554178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4" name="pt944"/>
            <p:cNvSpPr/>
            <p:nvPr/>
          </p:nvSpPr>
          <p:spPr>
            <a:xfrm>
              <a:off x="1044006" y="41441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5" name="pt945"/>
            <p:cNvSpPr/>
            <p:nvPr/>
          </p:nvSpPr>
          <p:spPr>
            <a:xfrm>
              <a:off x="2856212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6" name="pt946"/>
            <p:cNvSpPr/>
            <p:nvPr/>
          </p:nvSpPr>
          <p:spPr>
            <a:xfrm>
              <a:off x="1849431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7" name="pt947"/>
            <p:cNvSpPr/>
            <p:nvPr/>
          </p:nvSpPr>
          <p:spPr>
            <a:xfrm>
              <a:off x="2000448" y="44667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8" name="pt948"/>
            <p:cNvSpPr/>
            <p:nvPr/>
          </p:nvSpPr>
          <p:spPr>
            <a:xfrm>
              <a:off x="2101126" y="430543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49" name="pt949"/>
            <p:cNvSpPr/>
            <p:nvPr/>
          </p:nvSpPr>
          <p:spPr>
            <a:xfrm>
              <a:off x="2755534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0" name="pt950"/>
            <p:cNvSpPr/>
            <p:nvPr/>
          </p:nvSpPr>
          <p:spPr>
            <a:xfrm>
              <a:off x="1044006" y="571100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51" name="tx951"/>
            <p:cNvSpPr/>
            <p:nvPr/>
          </p:nvSpPr>
          <p:spPr>
            <a:xfrm>
              <a:off x="794694" y="3721316"/>
              <a:ext cx="91715" cy="909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952" name="tx952"/>
            <p:cNvSpPr/>
            <p:nvPr/>
          </p:nvSpPr>
          <p:spPr>
            <a:xfrm>
              <a:off x="900045" y="3685765"/>
              <a:ext cx="49441" cy="63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953" name="tx953"/>
            <p:cNvSpPr/>
            <p:nvPr/>
          </p:nvSpPr>
          <p:spPr>
            <a:xfrm>
              <a:off x="949487" y="3812225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954" name="tx954"/>
            <p:cNvSpPr/>
            <p:nvPr/>
          </p:nvSpPr>
          <p:spPr>
            <a:xfrm>
              <a:off x="984276" y="3774212"/>
              <a:ext cx="74166" cy="380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955" name="tx955"/>
            <p:cNvSpPr/>
            <p:nvPr/>
          </p:nvSpPr>
          <p:spPr>
            <a:xfrm>
              <a:off x="1058442" y="3812225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956" name="tx956"/>
            <p:cNvSpPr/>
            <p:nvPr/>
          </p:nvSpPr>
          <p:spPr>
            <a:xfrm>
              <a:off x="1093230" y="3719394"/>
              <a:ext cx="247178" cy="9283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0.46</a:t>
              </a:r>
            </a:p>
          </p:txBody>
        </p:sp>
        <p:sp>
          <p:nvSpPr>
            <p:cNvPr id="957" name="tx957"/>
            <p:cNvSpPr/>
            <p:nvPr/>
          </p:nvSpPr>
          <p:spPr>
            <a:xfrm>
              <a:off x="794694" y="3858187"/>
              <a:ext cx="91715" cy="909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958" name="tx958"/>
            <p:cNvSpPr/>
            <p:nvPr/>
          </p:nvSpPr>
          <p:spPr>
            <a:xfrm>
              <a:off x="900045" y="3822635"/>
              <a:ext cx="49441" cy="63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959" name="tx959"/>
            <p:cNvSpPr/>
            <p:nvPr/>
          </p:nvSpPr>
          <p:spPr>
            <a:xfrm>
              <a:off x="949487" y="3949096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FF7F0E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960" name="tx960"/>
            <p:cNvSpPr/>
            <p:nvPr/>
          </p:nvSpPr>
          <p:spPr>
            <a:xfrm>
              <a:off x="984276" y="3911083"/>
              <a:ext cx="74166" cy="380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961" name="tx961"/>
            <p:cNvSpPr/>
            <p:nvPr/>
          </p:nvSpPr>
          <p:spPr>
            <a:xfrm>
              <a:off x="1058442" y="3949096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FF7F0E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962" name="tx962"/>
            <p:cNvSpPr/>
            <p:nvPr/>
          </p:nvSpPr>
          <p:spPr>
            <a:xfrm>
              <a:off x="1093230" y="3856202"/>
              <a:ext cx="247178" cy="9289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0.31</a:t>
              </a:r>
            </a:p>
          </p:txBody>
        </p:sp>
        <p:sp>
          <p:nvSpPr>
            <p:cNvPr id="963" name="pl963"/>
            <p:cNvSpPr/>
            <p:nvPr/>
          </p:nvSpPr>
          <p:spPr>
            <a:xfrm>
              <a:off x="778082" y="3840864"/>
              <a:ext cx="2466614" cy="1428104"/>
            </a:xfrm>
            <a:custGeom>
              <a:avLst/>
              <a:gdLst/>
              <a:ahLst/>
              <a:cxnLst/>
              <a:rect l="0" t="0" r="0" b="0"/>
              <a:pathLst>
                <a:path w="2466614" h="1428104">
                  <a:moveTo>
                    <a:pt x="0" y="1428104"/>
                  </a:moveTo>
                  <a:lnTo>
                    <a:pt x="31222" y="1410027"/>
                  </a:lnTo>
                  <a:lnTo>
                    <a:pt x="62445" y="1391949"/>
                  </a:lnTo>
                  <a:lnTo>
                    <a:pt x="93668" y="1373872"/>
                  </a:lnTo>
                  <a:lnTo>
                    <a:pt x="124891" y="1355795"/>
                  </a:lnTo>
                  <a:lnTo>
                    <a:pt x="156114" y="1337718"/>
                  </a:lnTo>
                  <a:lnTo>
                    <a:pt x="187337" y="1319640"/>
                  </a:lnTo>
                  <a:lnTo>
                    <a:pt x="218560" y="1301563"/>
                  </a:lnTo>
                  <a:lnTo>
                    <a:pt x="249783" y="1283486"/>
                  </a:lnTo>
                  <a:lnTo>
                    <a:pt x="281006" y="1265408"/>
                  </a:lnTo>
                  <a:lnTo>
                    <a:pt x="312229" y="1247331"/>
                  </a:lnTo>
                  <a:lnTo>
                    <a:pt x="343452" y="1229254"/>
                  </a:lnTo>
                  <a:lnTo>
                    <a:pt x="374675" y="1211177"/>
                  </a:lnTo>
                  <a:lnTo>
                    <a:pt x="405898" y="1193099"/>
                  </a:lnTo>
                  <a:lnTo>
                    <a:pt x="437121" y="1175022"/>
                  </a:lnTo>
                  <a:lnTo>
                    <a:pt x="468344" y="1156945"/>
                  </a:lnTo>
                  <a:lnTo>
                    <a:pt x="499567" y="1138868"/>
                  </a:lnTo>
                  <a:lnTo>
                    <a:pt x="530790" y="1120790"/>
                  </a:lnTo>
                  <a:lnTo>
                    <a:pt x="562013" y="1102713"/>
                  </a:lnTo>
                  <a:lnTo>
                    <a:pt x="593236" y="1084636"/>
                  </a:lnTo>
                  <a:lnTo>
                    <a:pt x="624459" y="1066558"/>
                  </a:lnTo>
                  <a:lnTo>
                    <a:pt x="655682" y="1048481"/>
                  </a:lnTo>
                  <a:lnTo>
                    <a:pt x="686905" y="1030404"/>
                  </a:lnTo>
                  <a:lnTo>
                    <a:pt x="718128" y="1012327"/>
                  </a:lnTo>
                  <a:lnTo>
                    <a:pt x="749351" y="994249"/>
                  </a:lnTo>
                  <a:lnTo>
                    <a:pt x="780574" y="976172"/>
                  </a:lnTo>
                  <a:lnTo>
                    <a:pt x="811797" y="958095"/>
                  </a:lnTo>
                  <a:lnTo>
                    <a:pt x="843020" y="940018"/>
                  </a:lnTo>
                  <a:lnTo>
                    <a:pt x="874243" y="921940"/>
                  </a:lnTo>
                  <a:lnTo>
                    <a:pt x="905465" y="903863"/>
                  </a:lnTo>
                  <a:lnTo>
                    <a:pt x="936688" y="885786"/>
                  </a:lnTo>
                  <a:lnTo>
                    <a:pt x="967911" y="867708"/>
                  </a:lnTo>
                  <a:lnTo>
                    <a:pt x="999134" y="849631"/>
                  </a:lnTo>
                  <a:lnTo>
                    <a:pt x="1030357" y="831554"/>
                  </a:lnTo>
                  <a:lnTo>
                    <a:pt x="1061580" y="813477"/>
                  </a:lnTo>
                  <a:lnTo>
                    <a:pt x="1092803" y="795399"/>
                  </a:lnTo>
                  <a:lnTo>
                    <a:pt x="1124026" y="777322"/>
                  </a:lnTo>
                  <a:lnTo>
                    <a:pt x="1155249" y="759245"/>
                  </a:lnTo>
                  <a:lnTo>
                    <a:pt x="1186472" y="741168"/>
                  </a:lnTo>
                  <a:lnTo>
                    <a:pt x="1217695" y="723090"/>
                  </a:lnTo>
                  <a:lnTo>
                    <a:pt x="1248918" y="705013"/>
                  </a:lnTo>
                  <a:lnTo>
                    <a:pt x="1280141" y="686936"/>
                  </a:lnTo>
                  <a:lnTo>
                    <a:pt x="1311364" y="668859"/>
                  </a:lnTo>
                  <a:lnTo>
                    <a:pt x="1342587" y="650781"/>
                  </a:lnTo>
                  <a:lnTo>
                    <a:pt x="1373810" y="632704"/>
                  </a:lnTo>
                  <a:lnTo>
                    <a:pt x="1405033" y="614627"/>
                  </a:lnTo>
                  <a:lnTo>
                    <a:pt x="1436256" y="596549"/>
                  </a:lnTo>
                  <a:lnTo>
                    <a:pt x="1467479" y="578472"/>
                  </a:lnTo>
                  <a:lnTo>
                    <a:pt x="1498702" y="560395"/>
                  </a:lnTo>
                  <a:lnTo>
                    <a:pt x="1529925" y="542318"/>
                  </a:lnTo>
                  <a:lnTo>
                    <a:pt x="1561148" y="524240"/>
                  </a:lnTo>
                  <a:lnTo>
                    <a:pt x="1592371" y="506163"/>
                  </a:lnTo>
                  <a:lnTo>
                    <a:pt x="1623594" y="488086"/>
                  </a:lnTo>
                  <a:lnTo>
                    <a:pt x="1654817" y="470009"/>
                  </a:lnTo>
                  <a:lnTo>
                    <a:pt x="1686040" y="451931"/>
                  </a:lnTo>
                  <a:lnTo>
                    <a:pt x="1717263" y="433854"/>
                  </a:lnTo>
                  <a:lnTo>
                    <a:pt x="1748486" y="415777"/>
                  </a:lnTo>
                  <a:lnTo>
                    <a:pt x="1779708" y="397699"/>
                  </a:lnTo>
                  <a:lnTo>
                    <a:pt x="1810931" y="379622"/>
                  </a:lnTo>
                  <a:lnTo>
                    <a:pt x="1842154" y="361545"/>
                  </a:lnTo>
                  <a:lnTo>
                    <a:pt x="1873377" y="343468"/>
                  </a:lnTo>
                  <a:lnTo>
                    <a:pt x="1904600" y="325390"/>
                  </a:lnTo>
                  <a:lnTo>
                    <a:pt x="1935823" y="307313"/>
                  </a:lnTo>
                  <a:lnTo>
                    <a:pt x="1967046" y="289236"/>
                  </a:lnTo>
                  <a:lnTo>
                    <a:pt x="1998269" y="271159"/>
                  </a:lnTo>
                  <a:lnTo>
                    <a:pt x="2029492" y="253081"/>
                  </a:lnTo>
                  <a:lnTo>
                    <a:pt x="2060715" y="235004"/>
                  </a:lnTo>
                  <a:lnTo>
                    <a:pt x="2091938" y="216927"/>
                  </a:lnTo>
                  <a:lnTo>
                    <a:pt x="2123161" y="198849"/>
                  </a:lnTo>
                  <a:lnTo>
                    <a:pt x="2154384" y="180772"/>
                  </a:lnTo>
                  <a:lnTo>
                    <a:pt x="2185607" y="162695"/>
                  </a:lnTo>
                  <a:lnTo>
                    <a:pt x="2216830" y="144618"/>
                  </a:lnTo>
                  <a:lnTo>
                    <a:pt x="2248053" y="126540"/>
                  </a:lnTo>
                  <a:lnTo>
                    <a:pt x="2279276" y="108463"/>
                  </a:lnTo>
                  <a:lnTo>
                    <a:pt x="2310499" y="90386"/>
                  </a:lnTo>
                  <a:lnTo>
                    <a:pt x="2341722" y="72309"/>
                  </a:lnTo>
                  <a:lnTo>
                    <a:pt x="2372945" y="54231"/>
                  </a:lnTo>
                  <a:lnTo>
                    <a:pt x="2404168" y="36154"/>
                  </a:lnTo>
                  <a:lnTo>
                    <a:pt x="2435391" y="18077"/>
                  </a:lnTo>
                  <a:lnTo>
                    <a:pt x="2466614" y="0"/>
                  </a:lnTo>
                </a:path>
              </a:pathLst>
            </a:custGeom>
            <a:ln w="39420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4" name="pl964"/>
            <p:cNvSpPr/>
            <p:nvPr/>
          </p:nvSpPr>
          <p:spPr>
            <a:xfrm>
              <a:off x="1432490" y="3663729"/>
              <a:ext cx="2667970" cy="282662"/>
            </a:xfrm>
            <a:custGeom>
              <a:avLst/>
              <a:gdLst/>
              <a:ahLst/>
              <a:cxnLst/>
              <a:rect l="0" t="0" r="0" b="0"/>
              <a:pathLst>
                <a:path w="2667970" h="282662">
                  <a:moveTo>
                    <a:pt x="0" y="282662"/>
                  </a:moveTo>
                  <a:lnTo>
                    <a:pt x="33771" y="279084"/>
                  </a:lnTo>
                  <a:lnTo>
                    <a:pt x="67543" y="275506"/>
                  </a:lnTo>
                  <a:lnTo>
                    <a:pt x="101315" y="271928"/>
                  </a:lnTo>
                  <a:lnTo>
                    <a:pt x="135087" y="268350"/>
                  </a:lnTo>
                  <a:lnTo>
                    <a:pt x="168858" y="264772"/>
                  </a:lnTo>
                  <a:lnTo>
                    <a:pt x="202630" y="261194"/>
                  </a:lnTo>
                  <a:lnTo>
                    <a:pt x="236402" y="257616"/>
                  </a:lnTo>
                  <a:lnTo>
                    <a:pt x="270174" y="254038"/>
                  </a:lnTo>
                  <a:lnTo>
                    <a:pt x="303946" y="250460"/>
                  </a:lnTo>
                  <a:lnTo>
                    <a:pt x="337717" y="246882"/>
                  </a:lnTo>
                  <a:lnTo>
                    <a:pt x="371489" y="243304"/>
                  </a:lnTo>
                  <a:lnTo>
                    <a:pt x="405261" y="239726"/>
                  </a:lnTo>
                  <a:lnTo>
                    <a:pt x="439033" y="236148"/>
                  </a:lnTo>
                  <a:lnTo>
                    <a:pt x="472804" y="232570"/>
                  </a:lnTo>
                  <a:lnTo>
                    <a:pt x="506576" y="228992"/>
                  </a:lnTo>
                  <a:lnTo>
                    <a:pt x="540348" y="225414"/>
                  </a:lnTo>
                  <a:lnTo>
                    <a:pt x="574120" y="221836"/>
                  </a:lnTo>
                  <a:lnTo>
                    <a:pt x="607892" y="218258"/>
                  </a:lnTo>
                  <a:lnTo>
                    <a:pt x="641663" y="214680"/>
                  </a:lnTo>
                  <a:lnTo>
                    <a:pt x="675435" y="211102"/>
                  </a:lnTo>
                  <a:lnTo>
                    <a:pt x="709207" y="207524"/>
                  </a:lnTo>
                  <a:lnTo>
                    <a:pt x="742979" y="203946"/>
                  </a:lnTo>
                  <a:lnTo>
                    <a:pt x="776750" y="200368"/>
                  </a:lnTo>
                  <a:lnTo>
                    <a:pt x="810522" y="196790"/>
                  </a:lnTo>
                  <a:lnTo>
                    <a:pt x="844294" y="193212"/>
                  </a:lnTo>
                  <a:lnTo>
                    <a:pt x="878066" y="189634"/>
                  </a:lnTo>
                  <a:lnTo>
                    <a:pt x="911838" y="186056"/>
                  </a:lnTo>
                  <a:lnTo>
                    <a:pt x="945609" y="182478"/>
                  </a:lnTo>
                  <a:lnTo>
                    <a:pt x="979381" y="178900"/>
                  </a:lnTo>
                  <a:lnTo>
                    <a:pt x="1013153" y="175322"/>
                  </a:lnTo>
                  <a:lnTo>
                    <a:pt x="1046925" y="171744"/>
                  </a:lnTo>
                  <a:lnTo>
                    <a:pt x="1080696" y="168166"/>
                  </a:lnTo>
                  <a:lnTo>
                    <a:pt x="1114468" y="164588"/>
                  </a:lnTo>
                  <a:lnTo>
                    <a:pt x="1148240" y="161010"/>
                  </a:lnTo>
                  <a:lnTo>
                    <a:pt x="1182012" y="157432"/>
                  </a:lnTo>
                  <a:lnTo>
                    <a:pt x="1215784" y="153854"/>
                  </a:lnTo>
                  <a:lnTo>
                    <a:pt x="1249555" y="150276"/>
                  </a:lnTo>
                  <a:lnTo>
                    <a:pt x="1283327" y="146698"/>
                  </a:lnTo>
                  <a:lnTo>
                    <a:pt x="1317099" y="143120"/>
                  </a:lnTo>
                  <a:lnTo>
                    <a:pt x="1350871" y="139542"/>
                  </a:lnTo>
                  <a:lnTo>
                    <a:pt x="1384642" y="135964"/>
                  </a:lnTo>
                  <a:lnTo>
                    <a:pt x="1418414" y="132386"/>
                  </a:lnTo>
                  <a:lnTo>
                    <a:pt x="1452186" y="128808"/>
                  </a:lnTo>
                  <a:lnTo>
                    <a:pt x="1485958" y="125230"/>
                  </a:lnTo>
                  <a:lnTo>
                    <a:pt x="1519730" y="121652"/>
                  </a:lnTo>
                  <a:lnTo>
                    <a:pt x="1553501" y="118074"/>
                  </a:lnTo>
                  <a:lnTo>
                    <a:pt x="1587273" y="114496"/>
                  </a:lnTo>
                  <a:lnTo>
                    <a:pt x="1621045" y="110918"/>
                  </a:lnTo>
                  <a:lnTo>
                    <a:pt x="1654817" y="107340"/>
                  </a:lnTo>
                  <a:lnTo>
                    <a:pt x="1688588" y="103762"/>
                  </a:lnTo>
                  <a:lnTo>
                    <a:pt x="1722360" y="100184"/>
                  </a:lnTo>
                  <a:lnTo>
                    <a:pt x="1756132" y="96606"/>
                  </a:lnTo>
                  <a:lnTo>
                    <a:pt x="1789904" y="93028"/>
                  </a:lnTo>
                  <a:lnTo>
                    <a:pt x="1823676" y="89450"/>
                  </a:lnTo>
                  <a:lnTo>
                    <a:pt x="1857447" y="85872"/>
                  </a:lnTo>
                  <a:lnTo>
                    <a:pt x="1891219" y="82294"/>
                  </a:lnTo>
                  <a:lnTo>
                    <a:pt x="1924991" y="78716"/>
                  </a:lnTo>
                  <a:lnTo>
                    <a:pt x="1958763" y="75138"/>
                  </a:lnTo>
                  <a:lnTo>
                    <a:pt x="1992534" y="71560"/>
                  </a:lnTo>
                  <a:lnTo>
                    <a:pt x="2026306" y="67982"/>
                  </a:lnTo>
                  <a:lnTo>
                    <a:pt x="2060078" y="64404"/>
                  </a:lnTo>
                  <a:lnTo>
                    <a:pt x="2093850" y="60826"/>
                  </a:lnTo>
                  <a:lnTo>
                    <a:pt x="2127622" y="57248"/>
                  </a:lnTo>
                  <a:lnTo>
                    <a:pt x="2161393" y="53670"/>
                  </a:lnTo>
                  <a:lnTo>
                    <a:pt x="2195165" y="50092"/>
                  </a:lnTo>
                  <a:lnTo>
                    <a:pt x="2228937" y="46514"/>
                  </a:lnTo>
                  <a:lnTo>
                    <a:pt x="2262709" y="42936"/>
                  </a:lnTo>
                  <a:lnTo>
                    <a:pt x="2296480" y="39358"/>
                  </a:lnTo>
                  <a:lnTo>
                    <a:pt x="2330252" y="35780"/>
                  </a:lnTo>
                  <a:lnTo>
                    <a:pt x="2364024" y="32202"/>
                  </a:lnTo>
                  <a:lnTo>
                    <a:pt x="2397796" y="28624"/>
                  </a:lnTo>
                  <a:lnTo>
                    <a:pt x="2431568" y="25046"/>
                  </a:lnTo>
                  <a:lnTo>
                    <a:pt x="2465339" y="21468"/>
                  </a:lnTo>
                  <a:lnTo>
                    <a:pt x="2499111" y="17890"/>
                  </a:lnTo>
                  <a:lnTo>
                    <a:pt x="2532883" y="14312"/>
                  </a:lnTo>
                  <a:lnTo>
                    <a:pt x="2566655" y="10734"/>
                  </a:lnTo>
                  <a:lnTo>
                    <a:pt x="2600426" y="7156"/>
                  </a:lnTo>
                  <a:lnTo>
                    <a:pt x="2634198" y="3578"/>
                  </a:lnTo>
                  <a:lnTo>
                    <a:pt x="2667970" y="0"/>
                  </a:lnTo>
                </a:path>
              </a:pathLst>
            </a:custGeom>
            <a:ln w="39420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5" name="pl965"/>
            <p:cNvSpPr/>
            <p:nvPr/>
          </p:nvSpPr>
          <p:spPr>
            <a:xfrm>
              <a:off x="4367799" y="2977614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6" name="pl966"/>
            <p:cNvSpPr/>
            <p:nvPr/>
          </p:nvSpPr>
          <p:spPr>
            <a:xfrm>
              <a:off x="4367799" y="2286350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7" name="pl967"/>
            <p:cNvSpPr/>
            <p:nvPr/>
          </p:nvSpPr>
          <p:spPr>
            <a:xfrm>
              <a:off x="4367799" y="1595086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8" name="pl968"/>
            <p:cNvSpPr/>
            <p:nvPr/>
          </p:nvSpPr>
          <p:spPr>
            <a:xfrm>
              <a:off x="4367799" y="903821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69" name="pl969"/>
            <p:cNvSpPr/>
            <p:nvPr/>
          </p:nvSpPr>
          <p:spPr>
            <a:xfrm>
              <a:off x="4949216" y="710267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0" name="pl970"/>
            <p:cNvSpPr/>
            <p:nvPr/>
          </p:nvSpPr>
          <p:spPr>
            <a:xfrm>
              <a:off x="5779810" y="710267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1" name="pl971"/>
            <p:cNvSpPr/>
            <p:nvPr/>
          </p:nvSpPr>
          <p:spPr>
            <a:xfrm>
              <a:off x="6610405" y="710267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2" name="pl972"/>
            <p:cNvSpPr/>
            <p:nvPr/>
          </p:nvSpPr>
          <p:spPr>
            <a:xfrm>
              <a:off x="7440999" y="710267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3" name="pl973"/>
            <p:cNvSpPr/>
            <p:nvPr/>
          </p:nvSpPr>
          <p:spPr>
            <a:xfrm>
              <a:off x="4367799" y="3323247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4" name="pl974"/>
            <p:cNvSpPr/>
            <p:nvPr/>
          </p:nvSpPr>
          <p:spPr>
            <a:xfrm>
              <a:off x="4367799" y="2631982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5" name="pl975"/>
            <p:cNvSpPr/>
            <p:nvPr/>
          </p:nvSpPr>
          <p:spPr>
            <a:xfrm>
              <a:off x="4367799" y="1940718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6" name="pl976"/>
            <p:cNvSpPr/>
            <p:nvPr/>
          </p:nvSpPr>
          <p:spPr>
            <a:xfrm>
              <a:off x="4367799" y="1249453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7" name="pl977"/>
            <p:cNvSpPr/>
            <p:nvPr/>
          </p:nvSpPr>
          <p:spPr>
            <a:xfrm>
              <a:off x="4533918" y="710267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8" name="pl978"/>
            <p:cNvSpPr/>
            <p:nvPr/>
          </p:nvSpPr>
          <p:spPr>
            <a:xfrm>
              <a:off x="5364513" y="710267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79" name="pl979"/>
            <p:cNvSpPr/>
            <p:nvPr/>
          </p:nvSpPr>
          <p:spPr>
            <a:xfrm>
              <a:off x="6195107" y="710267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0" name="pl980"/>
            <p:cNvSpPr/>
            <p:nvPr/>
          </p:nvSpPr>
          <p:spPr>
            <a:xfrm>
              <a:off x="7025702" y="710267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1" name="pl981"/>
            <p:cNvSpPr/>
            <p:nvPr/>
          </p:nvSpPr>
          <p:spPr>
            <a:xfrm>
              <a:off x="7856297" y="710267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2" name="pt982"/>
            <p:cNvSpPr/>
            <p:nvPr/>
          </p:nvSpPr>
          <p:spPr>
            <a:xfrm>
              <a:off x="6200527" y="135159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3" name="pt983"/>
            <p:cNvSpPr/>
            <p:nvPr/>
          </p:nvSpPr>
          <p:spPr>
            <a:xfrm>
              <a:off x="6781943" y="936837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4" name="pt984"/>
            <p:cNvSpPr/>
            <p:nvPr/>
          </p:nvSpPr>
          <p:spPr>
            <a:xfrm>
              <a:off x="5909819" y="146680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5" name="pt985"/>
            <p:cNvSpPr/>
            <p:nvPr/>
          </p:nvSpPr>
          <p:spPr>
            <a:xfrm>
              <a:off x="6906532" y="79858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6" name="pt986"/>
            <p:cNvSpPr/>
            <p:nvPr/>
          </p:nvSpPr>
          <p:spPr>
            <a:xfrm>
              <a:off x="5452992" y="266499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7" name="pt987"/>
            <p:cNvSpPr/>
            <p:nvPr/>
          </p:nvSpPr>
          <p:spPr>
            <a:xfrm>
              <a:off x="5826759" y="18585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8" name="pt988"/>
            <p:cNvSpPr/>
            <p:nvPr/>
          </p:nvSpPr>
          <p:spPr>
            <a:xfrm>
              <a:off x="5452992" y="275716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89" name="pt989"/>
            <p:cNvSpPr/>
            <p:nvPr/>
          </p:nvSpPr>
          <p:spPr>
            <a:xfrm>
              <a:off x="5494521" y="208894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0" name="pt990"/>
            <p:cNvSpPr/>
            <p:nvPr/>
          </p:nvSpPr>
          <p:spPr>
            <a:xfrm>
              <a:off x="6158997" y="155897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1" name="pt991"/>
            <p:cNvSpPr/>
            <p:nvPr/>
          </p:nvSpPr>
          <p:spPr>
            <a:xfrm>
              <a:off x="5577581" y="23884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2" name="pt992"/>
            <p:cNvSpPr/>
            <p:nvPr/>
          </p:nvSpPr>
          <p:spPr>
            <a:xfrm>
              <a:off x="5909819" y="162810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3" name="pt993"/>
            <p:cNvSpPr/>
            <p:nvPr/>
          </p:nvSpPr>
          <p:spPr>
            <a:xfrm>
              <a:off x="5702170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4" name="pt994"/>
            <p:cNvSpPr/>
            <p:nvPr/>
          </p:nvSpPr>
          <p:spPr>
            <a:xfrm>
              <a:off x="5120754" y="190460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5" name="pt995"/>
            <p:cNvSpPr/>
            <p:nvPr/>
          </p:nvSpPr>
          <p:spPr>
            <a:xfrm>
              <a:off x="6532764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6" name="pt996"/>
            <p:cNvSpPr/>
            <p:nvPr/>
          </p:nvSpPr>
          <p:spPr>
            <a:xfrm>
              <a:off x="5868289" y="190460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7" name="pt997"/>
            <p:cNvSpPr/>
            <p:nvPr/>
          </p:nvSpPr>
          <p:spPr>
            <a:xfrm>
              <a:off x="6366646" y="135159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8" name="pt998"/>
            <p:cNvSpPr/>
            <p:nvPr/>
          </p:nvSpPr>
          <p:spPr>
            <a:xfrm>
              <a:off x="6366646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999" name="pt999"/>
            <p:cNvSpPr/>
            <p:nvPr/>
          </p:nvSpPr>
          <p:spPr>
            <a:xfrm>
              <a:off x="4996165" y="310279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0" name="pt1000"/>
            <p:cNvSpPr/>
            <p:nvPr/>
          </p:nvSpPr>
          <p:spPr>
            <a:xfrm>
              <a:off x="7238770" y="936837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1" name="pt1001"/>
            <p:cNvSpPr/>
            <p:nvPr/>
          </p:nvSpPr>
          <p:spPr>
            <a:xfrm>
              <a:off x="5660640" y="162810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2" name="pt1002"/>
            <p:cNvSpPr/>
            <p:nvPr/>
          </p:nvSpPr>
          <p:spPr>
            <a:xfrm>
              <a:off x="4954635" y="257283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3" name="pt1003"/>
            <p:cNvSpPr/>
            <p:nvPr/>
          </p:nvSpPr>
          <p:spPr>
            <a:xfrm>
              <a:off x="6408175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4" name="pt1004"/>
            <p:cNvSpPr/>
            <p:nvPr/>
          </p:nvSpPr>
          <p:spPr>
            <a:xfrm>
              <a:off x="5328402" y="27110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5" name="pt1005"/>
            <p:cNvSpPr/>
            <p:nvPr/>
          </p:nvSpPr>
          <p:spPr>
            <a:xfrm>
              <a:off x="5660640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6" name="pt1006"/>
            <p:cNvSpPr/>
            <p:nvPr/>
          </p:nvSpPr>
          <p:spPr>
            <a:xfrm>
              <a:off x="6449705" y="1098132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7" name="pt1007"/>
            <p:cNvSpPr/>
            <p:nvPr/>
          </p:nvSpPr>
          <p:spPr>
            <a:xfrm>
              <a:off x="4871575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8" name="pt1008"/>
            <p:cNvSpPr/>
            <p:nvPr/>
          </p:nvSpPr>
          <p:spPr>
            <a:xfrm>
              <a:off x="6698883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09" name="pt1009"/>
            <p:cNvSpPr/>
            <p:nvPr/>
          </p:nvSpPr>
          <p:spPr>
            <a:xfrm>
              <a:off x="5328402" y="22732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0" name="pt1010"/>
            <p:cNvSpPr/>
            <p:nvPr/>
          </p:nvSpPr>
          <p:spPr>
            <a:xfrm>
              <a:off x="5079224" y="28723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1" name="pt1011"/>
            <p:cNvSpPr/>
            <p:nvPr/>
          </p:nvSpPr>
          <p:spPr>
            <a:xfrm>
              <a:off x="5951348" y="121334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2" name="pt1012"/>
            <p:cNvSpPr/>
            <p:nvPr/>
          </p:nvSpPr>
          <p:spPr>
            <a:xfrm>
              <a:off x="4663927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3" name="pt1013"/>
            <p:cNvSpPr/>
            <p:nvPr/>
          </p:nvSpPr>
          <p:spPr>
            <a:xfrm>
              <a:off x="5203813" y="197373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4" name="pt1014"/>
            <p:cNvSpPr/>
            <p:nvPr/>
          </p:nvSpPr>
          <p:spPr>
            <a:xfrm>
              <a:off x="6366646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5" name="pt1015"/>
            <p:cNvSpPr/>
            <p:nvPr/>
          </p:nvSpPr>
          <p:spPr>
            <a:xfrm>
              <a:off x="7031121" y="100596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6" name="pt1016"/>
            <p:cNvSpPr/>
            <p:nvPr/>
          </p:nvSpPr>
          <p:spPr>
            <a:xfrm>
              <a:off x="5120754" y="23424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7" name="pt1017"/>
            <p:cNvSpPr/>
            <p:nvPr/>
          </p:nvSpPr>
          <p:spPr>
            <a:xfrm>
              <a:off x="4663927" y="321801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8" name="pt1018"/>
            <p:cNvSpPr/>
            <p:nvPr/>
          </p:nvSpPr>
          <p:spPr>
            <a:xfrm>
              <a:off x="4788516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19" name="pt1019"/>
            <p:cNvSpPr/>
            <p:nvPr/>
          </p:nvSpPr>
          <p:spPr>
            <a:xfrm>
              <a:off x="4788516" y="307975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0" name="pt1020"/>
            <p:cNvSpPr/>
            <p:nvPr/>
          </p:nvSpPr>
          <p:spPr>
            <a:xfrm>
              <a:off x="5411462" y="21350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1" name="pt1021"/>
            <p:cNvSpPr/>
            <p:nvPr/>
          </p:nvSpPr>
          <p:spPr>
            <a:xfrm>
              <a:off x="4954635" y="231936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2" name="pt1022"/>
            <p:cNvSpPr/>
            <p:nvPr/>
          </p:nvSpPr>
          <p:spPr>
            <a:xfrm>
              <a:off x="7155710" y="86771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3" name="pt1023"/>
            <p:cNvSpPr/>
            <p:nvPr/>
          </p:nvSpPr>
          <p:spPr>
            <a:xfrm>
              <a:off x="6158997" y="167418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4" name="pt1024"/>
            <p:cNvSpPr/>
            <p:nvPr/>
          </p:nvSpPr>
          <p:spPr>
            <a:xfrm>
              <a:off x="7031121" y="100596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5" name="pt1025"/>
            <p:cNvSpPr/>
            <p:nvPr/>
          </p:nvSpPr>
          <p:spPr>
            <a:xfrm>
              <a:off x="5826759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6" name="pt1026"/>
            <p:cNvSpPr/>
            <p:nvPr/>
          </p:nvSpPr>
          <p:spPr>
            <a:xfrm>
              <a:off x="6657354" y="100596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7" name="pt1027"/>
            <p:cNvSpPr/>
            <p:nvPr/>
          </p:nvSpPr>
          <p:spPr>
            <a:xfrm>
              <a:off x="6906532" y="100596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8" name="pt1028"/>
            <p:cNvSpPr/>
            <p:nvPr/>
          </p:nvSpPr>
          <p:spPr>
            <a:xfrm>
              <a:off x="5494521" y="208894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29" name="pt1029"/>
            <p:cNvSpPr/>
            <p:nvPr/>
          </p:nvSpPr>
          <p:spPr>
            <a:xfrm>
              <a:off x="7820186" y="79858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0" name="pt1030"/>
            <p:cNvSpPr/>
            <p:nvPr/>
          </p:nvSpPr>
          <p:spPr>
            <a:xfrm>
              <a:off x="6823473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1" name="pt1031"/>
            <p:cNvSpPr/>
            <p:nvPr/>
          </p:nvSpPr>
          <p:spPr>
            <a:xfrm>
              <a:off x="6740413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2" name="pt1032"/>
            <p:cNvSpPr/>
            <p:nvPr/>
          </p:nvSpPr>
          <p:spPr>
            <a:xfrm>
              <a:off x="5619110" y="21811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3" name="pt1033"/>
            <p:cNvSpPr/>
            <p:nvPr/>
          </p:nvSpPr>
          <p:spPr>
            <a:xfrm>
              <a:off x="5037694" y="259587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4" name="pt1034"/>
            <p:cNvSpPr/>
            <p:nvPr/>
          </p:nvSpPr>
          <p:spPr>
            <a:xfrm>
              <a:off x="5452992" y="206590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5" name="pt1035"/>
            <p:cNvSpPr/>
            <p:nvPr/>
          </p:nvSpPr>
          <p:spPr>
            <a:xfrm>
              <a:off x="6075937" y="231936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6" name="pt1036"/>
            <p:cNvSpPr/>
            <p:nvPr/>
          </p:nvSpPr>
          <p:spPr>
            <a:xfrm>
              <a:off x="5369932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7" name="pt1037"/>
            <p:cNvSpPr/>
            <p:nvPr/>
          </p:nvSpPr>
          <p:spPr>
            <a:xfrm>
              <a:off x="6491235" y="1098132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8" name="pt1038"/>
            <p:cNvSpPr/>
            <p:nvPr/>
          </p:nvSpPr>
          <p:spPr>
            <a:xfrm>
              <a:off x="6117467" y="22732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39" name="pt1039"/>
            <p:cNvSpPr/>
            <p:nvPr/>
          </p:nvSpPr>
          <p:spPr>
            <a:xfrm>
              <a:off x="7072651" y="86771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0" name="pt1040"/>
            <p:cNvSpPr/>
            <p:nvPr/>
          </p:nvSpPr>
          <p:spPr>
            <a:xfrm>
              <a:off x="6948062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1" name="pt1041"/>
            <p:cNvSpPr/>
            <p:nvPr/>
          </p:nvSpPr>
          <p:spPr>
            <a:xfrm>
              <a:off x="4871575" y="27110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2" name="pt1042"/>
            <p:cNvSpPr/>
            <p:nvPr/>
          </p:nvSpPr>
          <p:spPr>
            <a:xfrm>
              <a:off x="5577581" y="215807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3" name="pt1043"/>
            <p:cNvSpPr/>
            <p:nvPr/>
          </p:nvSpPr>
          <p:spPr>
            <a:xfrm>
              <a:off x="6491235" y="100596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4" name="pt1044"/>
            <p:cNvSpPr/>
            <p:nvPr/>
          </p:nvSpPr>
          <p:spPr>
            <a:xfrm>
              <a:off x="5411462" y="197373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5" name="pt1045"/>
            <p:cNvSpPr/>
            <p:nvPr/>
          </p:nvSpPr>
          <p:spPr>
            <a:xfrm>
              <a:off x="5743700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6" name="pt1046"/>
            <p:cNvSpPr/>
            <p:nvPr/>
          </p:nvSpPr>
          <p:spPr>
            <a:xfrm>
              <a:off x="6075937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7" name="pt1047"/>
            <p:cNvSpPr/>
            <p:nvPr/>
          </p:nvSpPr>
          <p:spPr>
            <a:xfrm>
              <a:off x="6781943" y="100596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8" name="pt1048"/>
            <p:cNvSpPr/>
            <p:nvPr/>
          </p:nvSpPr>
          <p:spPr>
            <a:xfrm>
              <a:off x="5120754" y="231936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49" name="pt1049"/>
            <p:cNvSpPr/>
            <p:nvPr/>
          </p:nvSpPr>
          <p:spPr>
            <a:xfrm>
              <a:off x="6532764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0" name="pt1050"/>
            <p:cNvSpPr/>
            <p:nvPr/>
          </p:nvSpPr>
          <p:spPr>
            <a:xfrm>
              <a:off x="5079224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1" name="pt1051"/>
            <p:cNvSpPr/>
            <p:nvPr/>
          </p:nvSpPr>
          <p:spPr>
            <a:xfrm>
              <a:off x="4996165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2" name="pt1052"/>
            <p:cNvSpPr/>
            <p:nvPr/>
          </p:nvSpPr>
          <p:spPr>
            <a:xfrm>
              <a:off x="4705456" y="303367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3" name="pt1053"/>
            <p:cNvSpPr/>
            <p:nvPr/>
          </p:nvSpPr>
          <p:spPr>
            <a:xfrm>
              <a:off x="4871575" y="222719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4" name="pt1054"/>
            <p:cNvSpPr/>
            <p:nvPr/>
          </p:nvSpPr>
          <p:spPr>
            <a:xfrm>
              <a:off x="4663927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5" name="pt1055"/>
            <p:cNvSpPr/>
            <p:nvPr/>
          </p:nvSpPr>
          <p:spPr>
            <a:xfrm>
              <a:off x="5826759" y="215807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6" name="pt1056"/>
            <p:cNvSpPr/>
            <p:nvPr/>
          </p:nvSpPr>
          <p:spPr>
            <a:xfrm>
              <a:off x="5992878" y="18124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7" name="pt1057"/>
            <p:cNvSpPr/>
            <p:nvPr/>
          </p:nvSpPr>
          <p:spPr>
            <a:xfrm>
              <a:off x="4830046" y="31488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8" name="pt1058"/>
            <p:cNvSpPr/>
            <p:nvPr/>
          </p:nvSpPr>
          <p:spPr>
            <a:xfrm>
              <a:off x="5868289" y="148984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59" name="pt1059"/>
            <p:cNvSpPr/>
            <p:nvPr/>
          </p:nvSpPr>
          <p:spPr>
            <a:xfrm>
              <a:off x="5120754" y="264195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0" name="pt1060"/>
            <p:cNvSpPr/>
            <p:nvPr/>
          </p:nvSpPr>
          <p:spPr>
            <a:xfrm>
              <a:off x="5702170" y="23884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1" name="pt1061"/>
            <p:cNvSpPr/>
            <p:nvPr/>
          </p:nvSpPr>
          <p:spPr>
            <a:xfrm>
              <a:off x="5411462" y="155897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2" name="pt1062"/>
            <p:cNvSpPr/>
            <p:nvPr/>
          </p:nvSpPr>
          <p:spPr>
            <a:xfrm>
              <a:off x="5079224" y="208894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3" name="pt1063"/>
            <p:cNvSpPr/>
            <p:nvPr/>
          </p:nvSpPr>
          <p:spPr>
            <a:xfrm>
              <a:off x="5203813" y="24345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4" name="pt1064"/>
            <p:cNvSpPr/>
            <p:nvPr/>
          </p:nvSpPr>
          <p:spPr>
            <a:xfrm>
              <a:off x="4996165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5" name="pt1065"/>
            <p:cNvSpPr/>
            <p:nvPr/>
          </p:nvSpPr>
          <p:spPr>
            <a:xfrm>
              <a:off x="4954635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6" name="pt1066"/>
            <p:cNvSpPr/>
            <p:nvPr/>
          </p:nvSpPr>
          <p:spPr>
            <a:xfrm>
              <a:off x="4497808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7" name="pt1067"/>
            <p:cNvSpPr/>
            <p:nvPr/>
          </p:nvSpPr>
          <p:spPr>
            <a:xfrm>
              <a:off x="5660640" y="125942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8" name="pt1068"/>
            <p:cNvSpPr/>
            <p:nvPr/>
          </p:nvSpPr>
          <p:spPr>
            <a:xfrm>
              <a:off x="5826759" y="169722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69" name="pt1069"/>
            <p:cNvSpPr/>
            <p:nvPr/>
          </p:nvSpPr>
          <p:spPr>
            <a:xfrm>
              <a:off x="5826759" y="23884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0" name="pt1070"/>
            <p:cNvSpPr/>
            <p:nvPr/>
          </p:nvSpPr>
          <p:spPr>
            <a:xfrm>
              <a:off x="4871575" y="25037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1" name="pt1071"/>
            <p:cNvSpPr/>
            <p:nvPr/>
          </p:nvSpPr>
          <p:spPr>
            <a:xfrm>
              <a:off x="4996165" y="27110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2" name="pt1072"/>
            <p:cNvSpPr/>
            <p:nvPr/>
          </p:nvSpPr>
          <p:spPr>
            <a:xfrm>
              <a:off x="4580867" y="319496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3" name="pt1073"/>
            <p:cNvSpPr/>
            <p:nvPr/>
          </p:nvSpPr>
          <p:spPr>
            <a:xfrm>
              <a:off x="5619110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4" name="pt1074"/>
            <p:cNvSpPr/>
            <p:nvPr/>
          </p:nvSpPr>
          <p:spPr>
            <a:xfrm>
              <a:off x="4830046" y="321801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5" name="pt1075"/>
            <p:cNvSpPr/>
            <p:nvPr/>
          </p:nvSpPr>
          <p:spPr>
            <a:xfrm>
              <a:off x="5120754" y="282629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6" name="pt1076"/>
            <p:cNvSpPr/>
            <p:nvPr/>
          </p:nvSpPr>
          <p:spPr>
            <a:xfrm>
              <a:off x="5909819" y="130551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7" name="pt1077"/>
            <p:cNvSpPr/>
            <p:nvPr/>
          </p:nvSpPr>
          <p:spPr>
            <a:xfrm>
              <a:off x="5577581" y="192764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8" name="pt1078"/>
            <p:cNvSpPr/>
            <p:nvPr/>
          </p:nvSpPr>
          <p:spPr>
            <a:xfrm>
              <a:off x="6325116" y="123638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79" name="pt1079"/>
            <p:cNvSpPr/>
            <p:nvPr/>
          </p:nvSpPr>
          <p:spPr>
            <a:xfrm>
              <a:off x="5660640" y="190460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0" name="pt1080"/>
            <p:cNvSpPr/>
            <p:nvPr/>
          </p:nvSpPr>
          <p:spPr>
            <a:xfrm>
              <a:off x="5868289" y="23884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1" name="pt1081"/>
            <p:cNvSpPr/>
            <p:nvPr/>
          </p:nvSpPr>
          <p:spPr>
            <a:xfrm>
              <a:off x="4746986" y="31488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2" name="pt1082"/>
            <p:cNvSpPr/>
            <p:nvPr/>
          </p:nvSpPr>
          <p:spPr>
            <a:xfrm>
              <a:off x="5577581" y="201981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3" name="pt1083"/>
            <p:cNvSpPr/>
            <p:nvPr/>
          </p:nvSpPr>
          <p:spPr>
            <a:xfrm>
              <a:off x="6408175" y="21811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4" name="pt1084"/>
            <p:cNvSpPr/>
            <p:nvPr/>
          </p:nvSpPr>
          <p:spPr>
            <a:xfrm>
              <a:off x="5120754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5" name="pt1085"/>
            <p:cNvSpPr/>
            <p:nvPr/>
          </p:nvSpPr>
          <p:spPr>
            <a:xfrm>
              <a:off x="4954635" y="266499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6" name="pt1086"/>
            <p:cNvSpPr/>
            <p:nvPr/>
          </p:nvSpPr>
          <p:spPr>
            <a:xfrm>
              <a:off x="4996165" y="296454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7" name="pt1087"/>
            <p:cNvSpPr/>
            <p:nvPr/>
          </p:nvSpPr>
          <p:spPr>
            <a:xfrm>
              <a:off x="6823473" y="100596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8" name="pt1088"/>
            <p:cNvSpPr/>
            <p:nvPr/>
          </p:nvSpPr>
          <p:spPr>
            <a:xfrm>
              <a:off x="5868289" y="146680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89" name="pt1089"/>
            <p:cNvSpPr/>
            <p:nvPr/>
          </p:nvSpPr>
          <p:spPr>
            <a:xfrm>
              <a:off x="5203813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0" name="pt1090"/>
            <p:cNvSpPr/>
            <p:nvPr/>
          </p:nvSpPr>
          <p:spPr>
            <a:xfrm>
              <a:off x="4663927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1" name="pt1091"/>
            <p:cNvSpPr/>
            <p:nvPr/>
          </p:nvSpPr>
          <p:spPr>
            <a:xfrm>
              <a:off x="5369932" y="197373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2" name="pt1092"/>
            <p:cNvSpPr/>
            <p:nvPr/>
          </p:nvSpPr>
          <p:spPr>
            <a:xfrm>
              <a:off x="5411462" y="296454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3" name="pt1093"/>
            <p:cNvSpPr/>
            <p:nvPr/>
          </p:nvSpPr>
          <p:spPr>
            <a:xfrm>
              <a:off x="5785229" y="22732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4" name="pt1094"/>
            <p:cNvSpPr/>
            <p:nvPr/>
          </p:nvSpPr>
          <p:spPr>
            <a:xfrm>
              <a:off x="5162283" y="24806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5" name="pt1095"/>
            <p:cNvSpPr/>
            <p:nvPr/>
          </p:nvSpPr>
          <p:spPr>
            <a:xfrm>
              <a:off x="5743700" y="151289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6" name="pt1096"/>
            <p:cNvSpPr/>
            <p:nvPr/>
          </p:nvSpPr>
          <p:spPr>
            <a:xfrm>
              <a:off x="6574294" y="100596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7" name="pt1097"/>
            <p:cNvSpPr/>
            <p:nvPr/>
          </p:nvSpPr>
          <p:spPr>
            <a:xfrm>
              <a:off x="6117467" y="1144216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8" name="pt1098"/>
            <p:cNvSpPr/>
            <p:nvPr/>
          </p:nvSpPr>
          <p:spPr>
            <a:xfrm>
              <a:off x="5826759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099" name="pt1099"/>
            <p:cNvSpPr/>
            <p:nvPr/>
          </p:nvSpPr>
          <p:spPr>
            <a:xfrm>
              <a:off x="4663927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0" name="pt1100"/>
            <p:cNvSpPr/>
            <p:nvPr/>
          </p:nvSpPr>
          <p:spPr>
            <a:xfrm>
              <a:off x="6906532" y="79858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1" name="pt1101"/>
            <p:cNvSpPr/>
            <p:nvPr/>
          </p:nvSpPr>
          <p:spPr>
            <a:xfrm>
              <a:off x="5743700" y="148984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2" name="pt1102"/>
            <p:cNvSpPr/>
            <p:nvPr/>
          </p:nvSpPr>
          <p:spPr>
            <a:xfrm>
              <a:off x="5702170" y="1489849"/>
              <a:ext cx="72220" cy="72220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309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3" name="pt1103"/>
            <p:cNvSpPr/>
            <p:nvPr/>
          </p:nvSpPr>
          <p:spPr>
            <a:xfrm>
              <a:off x="4996165" y="192764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4" name="pt1104"/>
            <p:cNvSpPr/>
            <p:nvPr/>
          </p:nvSpPr>
          <p:spPr>
            <a:xfrm>
              <a:off x="5992878" y="1144216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5" name="pt1105"/>
            <p:cNvSpPr/>
            <p:nvPr/>
          </p:nvSpPr>
          <p:spPr>
            <a:xfrm>
              <a:off x="4913105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6" name="pt1106"/>
            <p:cNvSpPr/>
            <p:nvPr/>
          </p:nvSpPr>
          <p:spPr>
            <a:xfrm>
              <a:off x="5245343" y="190460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7" name="pt1107"/>
            <p:cNvSpPr/>
            <p:nvPr/>
          </p:nvSpPr>
          <p:spPr>
            <a:xfrm>
              <a:off x="6408175" y="100596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8" name="pt1108"/>
            <p:cNvSpPr/>
            <p:nvPr/>
          </p:nvSpPr>
          <p:spPr>
            <a:xfrm>
              <a:off x="4913105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09" name="pt1109"/>
            <p:cNvSpPr/>
            <p:nvPr/>
          </p:nvSpPr>
          <p:spPr>
            <a:xfrm>
              <a:off x="6034408" y="1144216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0" name="pt1110"/>
            <p:cNvSpPr/>
            <p:nvPr/>
          </p:nvSpPr>
          <p:spPr>
            <a:xfrm>
              <a:off x="7571008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1" name="pt1111"/>
            <p:cNvSpPr/>
            <p:nvPr/>
          </p:nvSpPr>
          <p:spPr>
            <a:xfrm>
              <a:off x="5992878" y="100596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2" name="pt1112"/>
            <p:cNvSpPr/>
            <p:nvPr/>
          </p:nvSpPr>
          <p:spPr>
            <a:xfrm>
              <a:off x="4913105" y="294150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3" name="pt1113"/>
            <p:cNvSpPr/>
            <p:nvPr/>
          </p:nvSpPr>
          <p:spPr>
            <a:xfrm>
              <a:off x="5079224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4" name="pt1114"/>
            <p:cNvSpPr/>
            <p:nvPr/>
          </p:nvSpPr>
          <p:spPr>
            <a:xfrm>
              <a:off x="5162283" y="190460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5" name="pt1115"/>
            <p:cNvSpPr/>
            <p:nvPr/>
          </p:nvSpPr>
          <p:spPr>
            <a:xfrm>
              <a:off x="5162283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6" name="pt1116"/>
            <p:cNvSpPr/>
            <p:nvPr/>
          </p:nvSpPr>
          <p:spPr>
            <a:xfrm>
              <a:off x="5328402" y="162810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7" name="pt1117"/>
            <p:cNvSpPr/>
            <p:nvPr/>
          </p:nvSpPr>
          <p:spPr>
            <a:xfrm>
              <a:off x="5411462" y="183548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8" name="pt1118"/>
            <p:cNvSpPr/>
            <p:nvPr/>
          </p:nvSpPr>
          <p:spPr>
            <a:xfrm>
              <a:off x="4705456" y="28723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19" name="pt1119"/>
            <p:cNvSpPr/>
            <p:nvPr/>
          </p:nvSpPr>
          <p:spPr>
            <a:xfrm>
              <a:off x="5494521" y="176635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0" name="pt1120"/>
            <p:cNvSpPr/>
            <p:nvPr/>
          </p:nvSpPr>
          <p:spPr>
            <a:xfrm>
              <a:off x="5660640" y="169722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1" name="pt1121"/>
            <p:cNvSpPr/>
            <p:nvPr/>
          </p:nvSpPr>
          <p:spPr>
            <a:xfrm>
              <a:off x="5079224" y="294150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2" name="pt1122"/>
            <p:cNvSpPr/>
            <p:nvPr/>
          </p:nvSpPr>
          <p:spPr>
            <a:xfrm>
              <a:off x="4663927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3" name="pt1123"/>
            <p:cNvSpPr/>
            <p:nvPr/>
          </p:nvSpPr>
          <p:spPr>
            <a:xfrm>
              <a:off x="4497808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4" name="pt1124"/>
            <p:cNvSpPr/>
            <p:nvPr/>
          </p:nvSpPr>
          <p:spPr>
            <a:xfrm>
              <a:off x="4871575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5" name="pt1125"/>
            <p:cNvSpPr/>
            <p:nvPr/>
          </p:nvSpPr>
          <p:spPr>
            <a:xfrm>
              <a:off x="5702170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6" name="pt1126"/>
            <p:cNvSpPr/>
            <p:nvPr/>
          </p:nvSpPr>
          <p:spPr>
            <a:xfrm>
              <a:off x="5162283" y="21811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7" name="pt1127"/>
            <p:cNvSpPr/>
            <p:nvPr/>
          </p:nvSpPr>
          <p:spPr>
            <a:xfrm>
              <a:off x="5369932" y="183548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8" name="pt1128"/>
            <p:cNvSpPr/>
            <p:nvPr/>
          </p:nvSpPr>
          <p:spPr>
            <a:xfrm>
              <a:off x="4913105" y="266499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29" name="pt1129"/>
            <p:cNvSpPr/>
            <p:nvPr/>
          </p:nvSpPr>
          <p:spPr>
            <a:xfrm>
              <a:off x="4954635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0" name="pt1130"/>
            <p:cNvSpPr/>
            <p:nvPr/>
          </p:nvSpPr>
          <p:spPr>
            <a:xfrm>
              <a:off x="5037694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1" name="pt1131"/>
            <p:cNvSpPr/>
            <p:nvPr/>
          </p:nvSpPr>
          <p:spPr>
            <a:xfrm>
              <a:off x="4705456" y="31488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2" name="pt1132"/>
            <p:cNvSpPr/>
            <p:nvPr/>
          </p:nvSpPr>
          <p:spPr>
            <a:xfrm>
              <a:off x="4539337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3" name="pt1133"/>
            <p:cNvSpPr/>
            <p:nvPr/>
          </p:nvSpPr>
          <p:spPr>
            <a:xfrm>
              <a:off x="5494521" y="155897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4" name="pt1134"/>
            <p:cNvSpPr/>
            <p:nvPr/>
          </p:nvSpPr>
          <p:spPr>
            <a:xfrm>
              <a:off x="5369932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5" name="pt1135"/>
            <p:cNvSpPr/>
            <p:nvPr/>
          </p:nvSpPr>
          <p:spPr>
            <a:xfrm>
              <a:off x="4622397" y="294150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6" name="pt1136"/>
            <p:cNvSpPr/>
            <p:nvPr/>
          </p:nvSpPr>
          <p:spPr>
            <a:xfrm>
              <a:off x="5826759" y="142072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7" name="pt1137"/>
            <p:cNvSpPr/>
            <p:nvPr/>
          </p:nvSpPr>
          <p:spPr>
            <a:xfrm>
              <a:off x="4871575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8" name="pt1138"/>
            <p:cNvSpPr/>
            <p:nvPr/>
          </p:nvSpPr>
          <p:spPr>
            <a:xfrm>
              <a:off x="4663927" y="266499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39" name="pt1139"/>
            <p:cNvSpPr/>
            <p:nvPr/>
          </p:nvSpPr>
          <p:spPr>
            <a:xfrm>
              <a:off x="5494521" y="128246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0" name="pt1140"/>
            <p:cNvSpPr/>
            <p:nvPr/>
          </p:nvSpPr>
          <p:spPr>
            <a:xfrm>
              <a:off x="5079224" y="23884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1" name="pt1141"/>
            <p:cNvSpPr/>
            <p:nvPr/>
          </p:nvSpPr>
          <p:spPr>
            <a:xfrm>
              <a:off x="5452992" y="183548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2" name="pt1142"/>
            <p:cNvSpPr/>
            <p:nvPr/>
          </p:nvSpPr>
          <p:spPr>
            <a:xfrm>
              <a:off x="5411462" y="169722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3" name="pt1143"/>
            <p:cNvSpPr/>
            <p:nvPr/>
          </p:nvSpPr>
          <p:spPr>
            <a:xfrm>
              <a:off x="5536051" y="135159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4" name="pt1144"/>
            <p:cNvSpPr/>
            <p:nvPr/>
          </p:nvSpPr>
          <p:spPr>
            <a:xfrm>
              <a:off x="4497808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5" name="pt1145"/>
            <p:cNvSpPr/>
            <p:nvPr/>
          </p:nvSpPr>
          <p:spPr>
            <a:xfrm>
              <a:off x="4622397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6" name="pt1146"/>
            <p:cNvSpPr/>
            <p:nvPr/>
          </p:nvSpPr>
          <p:spPr>
            <a:xfrm>
              <a:off x="4705456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7" name="pt1147"/>
            <p:cNvSpPr/>
            <p:nvPr/>
          </p:nvSpPr>
          <p:spPr>
            <a:xfrm>
              <a:off x="5577581" y="148984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8" name="pt1148"/>
            <p:cNvSpPr/>
            <p:nvPr/>
          </p:nvSpPr>
          <p:spPr>
            <a:xfrm>
              <a:off x="4788516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49" name="pt1149"/>
            <p:cNvSpPr/>
            <p:nvPr/>
          </p:nvSpPr>
          <p:spPr>
            <a:xfrm>
              <a:off x="4954635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0" name="pt1150"/>
            <p:cNvSpPr/>
            <p:nvPr/>
          </p:nvSpPr>
          <p:spPr>
            <a:xfrm>
              <a:off x="5120754" y="197373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1" name="pt1151"/>
            <p:cNvSpPr/>
            <p:nvPr/>
          </p:nvSpPr>
          <p:spPr>
            <a:xfrm>
              <a:off x="4746986" y="31488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2" name="pt1152"/>
            <p:cNvSpPr/>
            <p:nvPr/>
          </p:nvSpPr>
          <p:spPr>
            <a:xfrm>
              <a:off x="5286873" y="155897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3" name="pt1153"/>
            <p:cNvSpPr/>
            <p:nvPr/>
          </p:nvSpPr>
          <p:spPr>
            <a:xfrm>
              <a:off x="6158997" y="1144216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4" name="pt1154"/>
            <p:cNvSpPr/>
            <p:nvPr/>
          </p:nvSpPr>
          <p:spPr>
            <a:xfrm>
              <a:off x="4497808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5" name="pt1155"/>
            <p:cNvSpPr/>
            <p:nvPr/>
          </p:nvSpPr>
          <p:spPr>
            <a:xfrm>
              <a:off x="5203813" y="121334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6" name="pt1156"/>
            <p:cNvSpPr/>
            <p:nvPr/>
          </p:nvSpPr>
          <p:spPr>
            <a:xfrm>
              <a:off x="5743700" y="155897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7" name="pt1157"/>
            <p:cNvSpPr/>
            <p:nvPr/>
          </p:nvSpPr>
          <p:spPr>
            <a:xfrm>
              <a:off x="5369932" y="162810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8" name="pt1158"/>
            <p:cNvSpPr/>
            <p:nvPr/>
          </p:nvSpPr>
          <p:spPr>
            <a:xfrm>
              <a:off x="6200527" y="1075090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59" name="pt1159"/>
            <p:cNvSpPr/>
            <p:nvPr/>
          </p:nvSpPr>
          <p:spPr>
            <a:xfrm>
              <a:off x="6781943" y="100596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0" name="pt1160"/>
            <p:cNvSpPr/>
            <p:nvPr/>
          </p:nvSpPr>
          <p:spPr>
            <a:xfrm>
              <a:off x="4580867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1" name="pt1161"/>
            <p:cNvSpPr/>
            <p:nvPr/>
          </p:nvSpPr>
          <p:spPr>
            <a:xfrm>
              <a:off x="4497808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2" name="pt1162"/>
            <p:cNvSpPr/>
            <p:nvPr/>
          </p:nvSpPr>
          <p:spPr>
            <a:xfrm>
              <a:off x="5660640" y="155897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3" name="pt1163"/>
            <p:cNvSpPr/>
            <p:nvPr/>
          </p:nvSpPr>
          <p:spPr>
            <a:xfrm>
              <a:off x="5494521" y="231936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4" name="pt1164"/>
            <p:cNvSpPr/>
            <p:nvPr/>
          </p:nvSpPr>
          <p:spPr>
            <a:xfrm>
              <a:off x="4996165" y="24115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5" name="pt1165"/>
            <p:cNvSpPr/>
            <p:nvPr/>
          </p:nvSpPr>
          <p:spPr>
            <a:xfrm>
              <a:off x="5909819" y="169722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6" name="pt1166"/>
            <p:cNvSpPr/>
            <p:nvPr/>
          </p:nvSpPr>
          <p:spPr>
            <a:xfrm>
              <a:off x="4663927" y="266499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7" name="pt1167"/>
            <p:cNvSpPr/>
            <p:nvPr/>
          </p:nvSpPr>
          <p:spPr>
            <a:xfrm>
              <a:off x="4580867" y="303367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8" name="pt1168"/>
            <p:cNvSpPr/>
            <p:nvPr/>
          </p:nvSpPr>
          <p:spPr>
            <a:xfrm>
              <a:off x="4539337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69" name="pt1169"/>
            <p:cNvSpPr/>
            <p:nvPr/>
          </p:nvSpPr>
          <p:spPr>
            <a:xfrm>
              <a:off x="6449705" y="936837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0" name="pt1170"/>
            <p:cNvSpPr/>
            <p:nvPr/>
          </p:nvSpPr>
          <p:spPr>
            <a:xfrm>
              <a:off x="5536051" y="23884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1" name="pt1171"/>
            <p:cNvSpPr/>
            <p:nvPr/>
          </p:nvSpPr>
          <p:spPr>
            <a:xfrm>
              <a:off x="4954635" y="229632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2" name="pt1172"/>
            <p:cNvSpPr/>
            <p:nvPr/>
          </p:nvSpPr>
          <p:spPr>
            <a:xfrm>
              <a:off x="4497808" y="319496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3" name="pt1173"/>
            <p:cNvSpPr/>
            <p:nvPr/>
          </p:nvSpPr>
          <p:spPr>
            <a:xfrm>
              <a:off x="4622397" y="305671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4" name="pt1174"/>
            <p:cNvSpPr/>
            <p:nvPr/>
          </p:nvSpPr>
          <p:spPr>
            <a:xfrm>
              <a:off x="5328402" y="31488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5" name="pt1175"/>
            <p:cNvSpPr/>
            <p:nvPr/>
          </p:nvSpPr>
          <p:spPr>
            <a:xfrm>
              <a:off x="5619110" y="259587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6" name="pt1176"/>
            <p:cNvSpPr/>
            <p:nvPr/>
          </p:nvSpPr>
          <p:spPr>
            <a:xfrm>
              <a:off x="5328402" y="231936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7" name="pt1177"/>
            <p:cNvSpPr/>
            <p:nvPr/>
          </p:nvSpPr>
          <p:spPr>
            <a:xfrm>
              <a:off x="4913105" y="301063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8" name="pt1178"/>
            <p:cNvSpPr/>
            <p:nvPr/>
          </p:nvSpPr>
          <p:spPr>
            <a:xfrm>
              <a:off x="6283586" y="169722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79" name="pt1179"/>
            <p:cNvSpPr/>
            <p:nvPr/>
          </p:nvSpPr>
          <p:spPr>
            <a:xfrm>
              <a:off x="5702170" y="165114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0" name="pt1180"/>
            <p:cNvSpPr/>
            <p:nvPr/>
          </p:nvSpPr>
          <p:spPr>
            <a:xfrm>
              <a:off x="6034408" y="142072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1" name="pt1181"/>
            <p:cNvSpPr/>
            <p:nvPr/>
          </p:nvSpPr>
          <p:spPr>
            <a:xfrm>
              <a:off x="4996165" y="208894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2" name="pt1182"/>
            <p:cNvSpPr/>
            <p:nvPr/>
          </p:nvSpPr>
          <p:spPr>
            <a:xfrm>
              <a:off x="5286873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3" name="pt1183"/>
            <p:cNvSpPr/>
            <p:nvPr/>
          </p:nvSpPr>
          <p:spPr>
            <a:xfrm>
              <a:off x="4580867" y="301063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4" name="pt1184"/>
            <p:cNvSpPr/>
            <p:nvPr/>
          </p:nvSpPr>
          <p:spPr>
            <a:xfrm>
              <a:off x="5120754" y="23884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5" name="pt1185"/>
            <p:cNvSpPr/>
            <p:nvPr/>
          </p:nvSpPr>
          <p:spPr>
            <a:xfrm>
              <a:off x="4954635" y="24115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6" name="pt1186"/>
            <p:cNvSpPr/>
            <p:nvPr/>
          </p:nvSpPr>
          <p:spPr>
            <a:xfrm>
              <a:off x="5120754" y="220415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7" name="pt1187"/>
            <p:cNvSpPr/>
            <p:nvPr/>
          </p:nvSpPr>
          <p:spPr>
            <a:xfrm>
              <a:off x="4954635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8" name="pt1188"/>
            <p:cNvSpPr/>
            <p:nvPr/>
          </p:nvSpPr>
          <p:spPr>
            <a:xfrm>
              <a:off x="5951348" y="128246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89" name="pt1189"/>
            <p:cNvSpPr/>
            <p:nvPr/>
          </p:nvSpPr>
          <p:spPr>
            <a:xfrm>
              <a:off x="5826759" y="169722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0" name="pt1190"/>
            <p:cNvSpPr/>
            <p:nvPr/>
          </p:nvSpPr>
          <p:spPr>
            <a:xfrm>
              <a:off x="5577581" y="148984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1" name="pt1191"/>
            <p:cNvSpPr/>
            <p:nvPr/>
          </p:nvSpPr>
          <p:spPr>
            <a:xfrm>
              <a:off x="4497808" y="312584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2" name="pt1192"/>
            <p:cNvSpPr/>
            <p:nvPr/>
          </p:nvSpPr>
          <p:spPr>
            <a:xfrm>
              <a:off x="4830046" y="301063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3" name="pt1193"/>
            <p:cNvSpPr/>
            <p:nvPr/>
          </p:nvSpPr>
          <p:spPr>
            <a:xfrm>
              <a:off x="6408175" y="137463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4" name="pt1194"/>
            <p:cNvSpPr/>
            <p:nvPr/>
          </p:nvSpPr>
          <p:spPr>
            <a:xfrm>
              <a:off x="4663927" y="280325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5" name="pt1195"/>
            <p:cNvSpPr/>
            <p:nvPr/>
          </p:nvSpPr>
          <p:spPr>
            <a:xfrm>
              <a:off x="5494521" y="24806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6" name="pt1196"/>
            <p:cNvSpPr/>
            <p:nvPr/>
          </p:nvSpPr>
          <p:spPr>
            <a:xfrm>
              <a:off x="6117467" y="178939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7" name="pt1197"/>
            <p:cNvSpPr/>
            <p:nvPr/>
          </p:nvSpPr>
          <p:spPr>
            <a:xfrm>
              <a:off x="5203813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8" name="pt1198"/>
            <p:cNvSpPr/>
            <p:nvPr/>
          </p:nvSpPr>
          <p:spPr>
            <a:xfrm>
              <a:off x="6491235" y="137463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199" name="pt1199"/>
            <p:cNvSpPr/>
            <p:nvPr/>
          </p:nvSpPr>
          <p:spPr>
            <a:xfrm>
              <a:off x="4497808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0" name="pt1200"/>
            <p:cNvSpPr/>
            <p:nvPr/>
          </p:nvSpPr>
          <p:spPr>
            <a:xfrm>
              <a:off x="4954635" y="298758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1" name="pt1201"/>
            <p:cNvSpPr/>
            <p:nvPr/>
          </p:nvSpPr>
          <p:spPr>
            <a:xfrm>
              <a:off x="6823473" y="936837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2" name="pt1202"/>
            <p:cNvSpPr/>
            <p:nvPr/>
          </p:nvSpPr>
          <p:spPr>
            <a:xfrm>
              <a:off x="5826759" y="1558975"/>
              <a:ext cx="72220" cy="72220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309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3" name="pt1203"/>
            <p:cNvSpPr/>
            <p:nvPr/>
          </p:nvSpPr>
          <p:spPr>
            <a:xfrm>
              <a:off x="4580867" y="28723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4" name="pt1204"/>
            <p:cNvSpPr/>
            <p:nvPr/>
          </p:nvSpPr>
          <p:spPr>
            <a:xfrm>
              <a:off x="5203813" y="24345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5" name="pt1205"/>
            <p:cNvSpPr/>
            <p:nvPr/>
          </p:nvSpPr>
          <p:spPr>
            <a:xfrm>
              <a:off x="5328402" y="21811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6" name="pt1206"/>
            <p:cNvSpPr/>
            <p:nvPr/>
          </p:nvSpPr>
          <p:spPr>
            <a:xfrm>
              <a:off x="5079224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7" name="pt1207"/>
            <p:cNvSpPr/>
            <p:nvPr/>
          </p:nvSpPr>
          <p:spPr>
            <a:xfrm>
              <a:off x="5245343" y="220415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8" name="pt1208"/>
            <p:cNvSpPr/>
            <p:nvPr/>
          </p:nvSpPr>
          <p:spPr>
            <a:xfrm>
              <a:off x="5162283" y="208894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09" name="pt1209"/>
            <p:cNvSpPr/>
            <p:nvPr/>
          </p:nvSpPr>
          <p:spPr>
            <a:xfrm>
              <a:off x="5494521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0" name="pt1210"/>
            <p:cNvSpPr/>
            <p:nvPr/>
          </p:nvSpPr>
          <p:spPr>
            <a:xfrm>
              <a:off x="5079224" y="26189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1" name="pt1211"/>
            <p:cNvSpPr/>
            <p:nvPr/>
          </p:nvSpPr>
          <p:spPr>
            <a:xfrm>
              <a:off x="6532764" y="100596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2" name="pt1212"/>
            <p:cNvSpPr/>
            <p:nvPr/>
          </p:nvSpPr>
          <p:spPr>
            <a:xfrm>
              <a:off x="4497808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3" name="pt1213"/>
            <p:cNvSpPr/>
            <p:nvPr/>
          </p:nvSpPr>
          <p:spPr>
            <a:xfrm>
              <a:off x="4497808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4" name="pt1214"/>
            <p:cNvSpPr/>
            <p:nvPr/>
          </p:nvSpPr>
          <p:spPr>
            <a:xfrm>
              <a:off x="6158997" y="1098132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5" name="pt1215"/>
            <p:cNvSpPr/>
            <p:nvPr/>
          </p:nvSpPr>
          <p:spPr>
            <a:xfrm>
              <a:off x="5494521" y="19506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6" name="pt1216"/>
            <p:cNvSpPr/>
            <p:nvPr/>
          </p:nvSpPr>
          <p:spPr>
            <a:xfrm>
              <a:off x="5826759" y="190460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7" name="pt1217"/>
            <p:cNvSpPr/>
            <p:nvPr/>
          </p:nvSpPr>
          <p:spPr>
            <a:xfrm>
              <a:off x="5411462" y="231936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8" name="pt1218"/>
            <p:cNvSpPr/>
            <p:nvPr/>
          </p:nvSpPr>
          <p:spPr>
            <a:xfrm>
              <a:off x="5702170" y="151289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19" name="pt1219"/>
            <p:cNvSpPr/>
            <p:nvPr/>
          </p:nvSpPr>
          <p:spPr>
            <a:xfrm>
              <a:off x="5577581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0" name="pt1220"/>
            <p:cNvSpPr/>
            <p:nvPr/>
          </p:nvSpPr>
          <p:spPr>
            <a:xfrm>
              <a:off x="5245343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1" name="pt1221"/>
            <p:cNvSpPr/>
            <p:nvPr/>
          </p:nvSpPr>
          <p:spPr>
            <a:xfrm>
              <a:off x="5037694" y="273412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2" name="pt1222"/>
            <p:cNvSpPr/>
            <p:nvPr/>
          </p:nvSpPr>
          <p:spPr>
            <a:xfrm>
              <a:off x="5785229" y="148984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3" name="pt1223"/>
            <p:cNvSpPr/>
            <p:nvPr/>
          </p:nvSpPr>
          <p:spPr>
            <a:xfrm>
              <a:off x="6117467" y="165114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4" name="pt1224"/>
            <p:cNvSpPr/>
            <p:nvPr/>
          </p:nvSpPr>
          <p:spPr>
            <a:xfrm>
              <a:off x="6242056" y="1144216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5" name="pt1225"/>
            <p:cNvSpPr/>
            <p:nvPr/>
          </p:nvSpPr>
          <p:spPr>
            <a:xfrm>
              <a:off x="5079224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6" name="pt1226"/>
            <p:cNvSpPr/>
            <p:nvPr/>
          </p:nvSpPr>
          <p:spPr>
            <a:xfrm>
              <a:off x="5702170" y="19506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7" name="pt1227"/>
            <p:cNvSpPr/>
            <p:nvPr/>
          </p:nvSpPr>
          <p:spPr>
            <a:xfrm>
              <a:off x="4705456" y="31488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8" name="pt1228"/>
            <p:cNvSpPr/>
            <p:nvPr/>
          </p:nvSpPr>
          <p:spPr>
            <a:xfrm>
              <a:off x="6242056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29" name="pt1229"/>
            <p:cNvSpPr/>
            <p:nvPr/>
          </p:nvSpPr>
          <p:spPr>
            <a:xfrm>
              <a:off x="5328402" y="201981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0" name="pt1230"/>
            <p:cNvSpPr/>
            <p:nvPr/>
          </p:nvSpPr>
          <p:spPr>
            <a:xfrm>
              <a:off x="5452992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1" name="pt1231"/>
            <p:cNvSpPr/>
            <p:nvPr/>
          </p:nvSpPr>
          <p:spPr>
            <a:xfrm>
              <a:off x="6698883" y="135159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2" name="pt1232"/>
            <p:cNvSpPr/>
            <p:nvPr/>
          </p:nvSpPr>
          <p:spPr>
            <a:xfrm>
              <a:off x="5452992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3" name="pt1233"/>
            <p:cNvSpPr/>
            <p:nvPr/>
          </p:nvSpPr>
          <p:spPr>
            <a:xfrm>
              <a:off x="4871575" y="26189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4" name="pt1234"/>
            <p:cNvSpPr/>
            <p:nvPr/>
          </p:nvSpPr>
          <p:spPr>
            <a:xfrm>
              <a:off x="5702170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5" name="pt1235"/>
            <p:cNvSpPr/>
            <p:nvPr/>
          </p:nvSpPr>
          <p:spPr>
            <a:xfrm>
              <a:off x="5245343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6" name="pt1236"/>
            <p:cNvSpPr/>
            <p:nvPr/>
          </p:nvSpPr>
          <p:spPr>
            <a:xfrm>
              <a:off x="5411462" y="190460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7" name="pt1237"/>
            <p:cNvSpPr/>
            <p:nvPr/>
          </p:nvSpPr>
          <p:spPr>
            <a:xfrm>
              <a:off x="4871575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8" name="pt1238"/>
            <p:cNvSpPr/>
            <p:nvPr/>
          </p:nvSpPr>
          <p:spPr>
            <a:xfrm>
              <a:off x="4788516" y="280325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39" name="pt1239"/>
            <p:cNvSpPr/>
            <p:nvPr/>
          </p:nvSpPr>
          <p:spPr>
            <a:xfrm>
              <a:off x="5660640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0" name="pt1240"/>
            <p:cNvSpPr/>
            <p:nvPr/>
          </p:nvSpPr>
          <p:spPr>
            <a:xfrm>
              <a:off x="5785229" y="197373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1" name="pt1241"/>
            <p:cNvSpPr/>
            <p:nvPr/>
          </p:nvSpPr>
          <p:spPr>
            <a:xfrm>
              <a:off x="5702170" y="197373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2" name="pt1242"/>
            <p:cNvSpPr/>
            <p:nvPr/>
          </p:nvSpPr>
          <p:spPr>
            <a:xfrm>
              <a:off x="5328402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3" name="pt1243"/>
            <p:cNvSpPr/>
            <p:nvPr/>
          </p:nvSpPr>
          <p:spPr>
            <a:xfrm>
              <a:off x="5245343" y="268804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4" name="pt1244"/>
            <p:cNvSpPr/>
            <p:nvPr/>
          </p:nvSpPr>
          <p:spPr>
            <a:xfrm>
              <a:off x="5577581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5" name="pt1245"/>
            <p:cNvSpPr/>
            <p:nvPr/>
          </p:nvSpPr>
          <p:spPr>
            <a:xfrm>
              <a:off x="6034408" y="142072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6" name="pt1246"/>
            <p:cNvSpPr/>
            <p:nvPr/>
          </p:nvSpPr>
          <p:spPr>
            <a:xfrm>
              <a:off x="5286873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7" name="pt1247"/>
            <p:cNvSpPr/>
            <p:nvPr/>
          </p:nvSpPr>
          <p:spPr>
            <a:xfrm>
              <a:off x="5702170" y="167418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8" name="pt1248"/>
            <p:cNvSpPr/>
            <p:nvPr/>
          </p:nvSpPr>
          <p:spPr>
            <a:xfrm>
              <a:off x="5452992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49" name="pt1249"/>
            <p:cNvSpPr/>
            <p:nvPr/>
          </p:nvSpPr>
          <p:spPr>
            <a:xfrm>
              <a:off x="5785229" y="151289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0" name="pt1250"/>
            <p:cNvSpPr/>
            <p:nvPr/>
          </p:nvSpPr>
          <p:spPr>
            <a:xfrm>
              <a:off x="5203813" y="23654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1" name="pt1251"/>
            <p:cNvSpPr/>
            <p:nvPr/>
          </p:nvSpPr>
          <p:spPr>
            <a:xfrm>
              <a:off x="6366646" y="148984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2" name="pt1252"/>
            <p:cNvSpPr/>
            <p:nvPr/>
          </p:nvSpPr>
          <p:spPr>
            <a:xfrm>
              <a:off x="5868289" y="21811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3" name="pt1253"/>
            <p:cNvSpPr/>
            <p:nvPr/>
          </p:nvSpPr>
          <p:spPr>
            <a:xfrm>
              <a:off x="5286873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4" name="pt1254"/>
            <p:cNvSpPr/>
            <p:nvPr/>
          </p:nvSpPr>
          <p:spPr>
            <a:xfrm>
              <a:off x="5203813" y="257283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5" name="pt1255"/>
            <p:cNvSpPr/>
            <p:nvPr/>
          </p:nvSpPr>
          <p:spPr>
            <a:xfrm>
              <a:off x="5203813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6" name="pt1256"/>
            <p:cNvSpPr/>
            <p:nvPr/>
          </p:nvSpPr>
          <p:spPr>
            <a:xfrm>
              <a:off x="4913105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7" name="pt1257"/>
            <p:cNvSpPr/>
            <p:nvPr/>
          </p:nvSpPr>
          <p:spPr>
            <a:xfrm>
              <a:off x="5619110" y="190460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8" name="pt1258"/>
            <p:cNvSpPr/>
            <p:nvPr/>
          </p:nvSpPr>
          <p:spPr>
            <a:xfrm>
              <a:off x="4913105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59" name="pt1259"/>
            <p:cNvSpPr/>
            <p:nvPr/>
          </p:nvSpPr>
          <p:spPr>
            <a:xfrm>
              <a:off x="5037694" y="268804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0" name="pt1260"/>
            <p:cNvSpPr/>
            <p:nvPr/>
          </p:nvSpPr>
          <p:spPr>
            <a:xfrm>
              <a:off x="4622397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1" name="pt1261"/>
            <p:cNvSpPr/>
            <p:nvPr/>
          </p:nvSpPr>
          <p:spPr>
            <a:xfrm>
              <a:off x="5245343" y="25037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2" name="pt1262"/>
            <p:cNvSpPr/>
            <p:nvPr/>
          </p:nvSpPr>
          <p:spPr>
            <a:xfrm>
              <a:off x="6408175" y="1144216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3" name="pt1263"/>
            <p:cNvSpPr/>
            <p:nvPr/>
          </p:nvSpPr>
          <p:spPr>
            <a:xfrm>
              <a:off x="5452992" y="188156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4" name="pt1264"/>
            <p:cNvSpPr/>
            <p:nvPr/>
          </p:nvSpPr>
          <p:spPr>
            <a:xfrm>
              <a:off x="4913105" y="291846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5" name="pt1265"/>
            <p:cNvSpPr/>
            <p:nvPr/>
          </p:nvSpPr>
          <p:spPr>
            <a:xfrm>
              <a:off x="4580867" y="28723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6" name="pt1266"/>
            <p:cNvSpPr/>
            <p:nvPr/>
          </p:nvSpPr>
          <p:spPr>
            <a:xfrm>
              <a:off x="6200527" y="1190301"/>
              <a:ext cx="72220" cy="72220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309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7" name="pt1267"/>
            <p:cNvSpPr/>
            <p:nvPr/>
          </p:nvSpPr>
          <p:spPr>
            <a:xfrm>
              <a:off x="4497808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8" name="pt1268"/>
            <p:cNvSpPr/>
            <p:nvPr/>
          </p:nvSpPr>
          <p:spPr>
            <a:xfrm>
              <a:off x="4580867" y="307975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69" name="pt1269"/>
            <p:cNvSpPr/>
            <p:nvPr/>
          </p:nvSpPr>
          <p:spPr>
            <a:xfrm>
              <a:off x="5411462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0" name="pt1270"/>
            <p:cNvSpPr/>
            <p:nvPr/>
          </p:nvSpPr>
          <p:spPr>
            <a:xfrm>
              <a:off x="5951348" y="172027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1" name="pt1271"/>
            <p:cNvSpPr/>
            <p:nvPr/>
          </p:nvSpPr>
          <p:spPr>
            <a:xfrm>
              <a:off x="5037694" y="268804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2" name="pt1272"/>
            <p:cNvSpPr/>
            <p:nvPr/>
          </p:nvSpPr>
          <p:spPr>
            <a:xfrm>
              <a:off x="4663927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3" name="pt1273"/>
            <p:cNvSpPr/>
            <p:nvPr/>
          </p:nvSpPr>
          <p:spPr>
            <a:xfrm>
              <a:off x="4954635" y="298758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4" name="pt1274"/>
            <p:cNvSpPr/>
            <p:nvPr/>
          </p:nvSpPr>
          <p:spPr>
            <a:xfrm>
              <a:off x="4580867" y="321801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5" name="pt1275"/>
            <p:cNvSpPr/>
            <p:nvPr/>
          </p:nvSpPr>
          <p:spPr>
            <a:xfrm>
              <a:off x="4497808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6" name="pt1276"/>
            <p:cNvSpPr/>
            <p:nvPr/>
          </p:nvSpPr>
          <p:spPr>
            <a:xfrm>
              <a:off x="5120754" y="280325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7" name="pt1277"/>
            <p:cNvSpPr/>
            <p:nvPr/>
          </p:nvSpPr>
          <p:spPr>
            <a:xfrm>
              <a:off x="5369932" y="220415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8" name="pt1278"/>
            <p:cNvSpPr/>
            <p:nvPr/>
          </p:nvSpPr>
          <p:spPr>
            <a:xfrm>
              <a:off x="4746986" y="266499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79" name="pt1279"/>
            <p:cNvSpPr/>
            <p:nvPr/>
          </p:nvSpPr>
          <p:spPr>
            <a:xfrm>
              <a:off x="4580867" y="291846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0" name="pt1280"/>
            <p:cNvSpPr/>
            <p:nvPr/>
          </p:nvSpPr>
          <p:spPr>
            <a:xfrm>
              <a:off x="6242056" y="1075090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1" name="pt1281"/>
            <p:cNvSpPr/>
            <p:nvPr/>
          </p:nvSpPr>
          <p:spPr>
            <a:xfrm>
              <a:off x="7072651" y="86771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2" name="pt1282"/>
            <p:cNvSpPr/>
            <p:nvPr/>
          </p:nvSpPr>
          <p:spPr>
            <a:xfrm>
              <a:off x="5494521" y="172027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3" name="pt1283"/>
            <p:cNvSpPr/>
            <p:nvPr/>
          </p:nvSpPr>
          <p:spPr>
            <a:xfrm>
              <a:off x="7155710" y="936837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4" name="pt1284"/>
            <p:cNvSpPr/>
            <p:nvPr/>
          </p:nvSpPr>
          <p:spPr>
            <a:xfrm>
              <a:off x="5536051" y="144376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5" name="pt1285"/>
            <p:cNvSpPr/>
            <p:nvPr/>
          </p:nvSpPr>
          <p:spPr>
            <a:xfrm>
              <a:off x="5162283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6" name="pt1286"/>
            <p:cNvSpPr/>
            <p:nvPr/>
          </p:nvSpPr>
          <p:spPr>
            <a:xfrm>
              <a:off x="4580867" y="296454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7" name="pt1287"/>
            <p:cNvSpPr/>
            <p:nvPr/>
          </p:nvSpPr>
          <p:spPr>
            <a:xfrm>
              <a:off x="5494521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8" name="pt1288"/>
            <p:cNvSpPr/>
            <p:nvPr/>
          </p:nvSpPr>
          <p:spPr>
            <a:xfrm>
              <a:off x="5245343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89" name="pt1289"/>
            <p:cNvSpPr/>
            <p:nvPr/>
          </p:nvSpPr>
          <p:spPr>
            <a:xfrm>
              <a:off x="5743700" y="188156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0" name="pt1290"/>
            <p:cNvSpPr/>
            <p:nvPr/>
          </p:nvSpPr>
          <p:spPr>
            <a:xfrm>
              <a:off x="5577581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1" name="pt1291"/>
            <p:cNvSpPr/>
            <p:nvPr/>
          </p:nvSpPr>
          <p:spPr>
            <a:xfrm>
              <a:off x="5120754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2" name="pt1292"/>
            <p:cNvSpPr/>
            <p:nvPr/>
          </p:nvSpPr>
          <p:spPr>
            <a:xfrm>
              <a:off x="4705456" y="268804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3" name="pt1293"/>
            <p:cNvSpPr/>
            <p:nvPr/>
          </p:nvSpPr>
          <p:spPr>
            <a:xfrm>
              <a:off x="5577581" y="135159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4" name="pt1294"/>
            <p:cNvSpPr/>
            <p:nvPr/>
          </p:nvSpPr>
          <p:spPr>
            <a:xfrm>
              <a:off x="5785229" y="231936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5" name="pt1295"/>
            <p:cNvSpPr/>
            <p:nvPr/>
          </p:nvSpPr>
          <p:spPr>
            <a:xfrm>
              <a:off x="6075937" y="142072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6" name="pt1296"/>
            <p:cNvSpPr/>
            <p:nvPr/>
          </p:nvSpPr>
          <p:spPr>
            <a:xfrm>
              <a:off x="5868289" y="172027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7" name="pt1297"/>
            <p:cNvSpPr/>
            <p:nvPr/>
          </p:nvSpPr>
          <p:spPr>
            <a:xfrm>
              <a:off x="6075937" y="162810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8" name="pt1298"/>
            <p:cNvSpPr/>
            <p:nvPr/>
          </p:nvSpPr>
          <p:spPr>
            <a:xfrm>
              <a:off x="4954635" y="282629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299" name="pt1299"/>
            <p:cNvSpPr/>
            <p:nvPr/>
          </p:nvSpPr>
          <p:spPr>
            <a:xfrm>
              <a:off x="5452992" y="183548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0" name="pt1300"/>
            <p:cNvSpPr/>
            <p:nvPr/>
          </p:nvSpPr>
          <p:spPr>
            <a:xfrm>
              <a:off x="5452992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1" name="pt1301"/>
            <p:cNvSpPr/>
            <p:nvPr/>
          </p:nvSpPr>
          <p:spPr>
            <a:xfrm>
              <a:off x="6200527" y="125942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2" name="pt1302"/>
            <p:cNvSpPr/>
            <p:nvPr/>
          </p:nvSpPr>
          <p:spPr>
            <a:xfrm>
              <a:off x="5909819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3" name="pt1303"/>
            <p:cNvSpPr/>
            <p:nvPr/>
          </p:nvSpPr>
          <p:spPr>
            <a:xfrm>
              <a:off x="5328402" y="23654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4" name="pt1304"/>
            <p:cNvSpPr/>
            <p:nvPr/>
          </p:nvSpPr>
          <p:spPr>
            <a:xfrm>
              <a:off x="6574294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5" name="pt1305"/>
            <p:cNvSpPr/>
            <p:nvPr/>
          </p:nvSpPr>
          <p:spPr>
            <a:xfrm>
              <a:off x="4746986" y="25497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6" name="pt1306"/>
            <p:cNvSpPr/>
            <p:nvPr/>
          </p:nvSpPr>
          <p:spPr>
            <a:xfrm>
              <a:off x="4996165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7" name="pt1307"/>
            <p:cNvSpPr/>
            <p:nvPr/>
          </p:nvSpPr>
          <p:spPr>
            <a:xfrm>
              <a:off x="6158997" y="135159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8" name="pt1308"/>
            <p:cNvSpPr/>
            <p:nvPr/>
          </p:nvSpPr>
          <p:spPr>
            <a:xfrm>
              <a:off x="5037694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09" name="pt1309"/>
            <p:cNvSpPr/>
            <p:nvPr/>
          </p:nvSpPr>
          <p:spPr>
            <a:xfrm>
              <a:off x="5951348" y="142072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0" name="pt1310"/>
            <p:cNvSpPr/>
            <p:nvPr/>
          </p:nvSpPr>
          <p:spPr>
            <a:xfrm>
              <a:off x="4871575" y="282629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1" name="pt1311"/>
            <p:cNvSpPr/>
            <p:nvPr/>
          </p:nvSpPr>
          <p:spPr>
            <a:xfrm>
              <a:off x="4913105" y="291846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2" name="pt1312"/>
            <p:cNvSpPr/>
            <p:nvPr/>
          </p:nvSpPr>
          <p:spPr>
            <a:xfrm>
              <a:off x="4663927" y="317192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3" name="pt1313"/>
            <p:cNvSpPr/>
            <p:nvPr/>
          </p:nvSpPr>
          <p:spPr>
            <a:xfrm>
              <a:off x="4497808" y="31488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4" name="pt1314"/>
            <p:cNvSpPr/>
            <p:nvPr/>
          </p:nvSpPr>
          <p:spPr>
            <a:xfrm>
              <a:off x="5245343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5" name="pt1315"/>
            <p:cNvSpPr/>
            <p:nvPr/>
          </p:nvSpPr>
          <p:spPr>
            <a:xfrm>
              <a:off x="5494521" y="206590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6" name="pt1316"/>
            <p:cNvSpPr/>
            <p:nvPr/>
          </p:nvSpPr>
          <p:spPr>
            <a:xfrm>
              <a:off x="5494521" y="148984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7" name="pt1317"/>
            <p:cNvSpPr/>
            <p:nvPr/>
          </p:nvSpPr>
          <p:spPr>
            <a:xfrm>
              <a:off x="4663927" y="25497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8" name="pt1318"/>
            <p:cNvSpPr/>
            <p:nvPr/>
          </p:nvSpPr>
          <p:spPr>
            <a:xfrm>
              <a:off x="5328402" y="183548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19" name="pt1319"/>
            <p:cNvSpPr/>
            <p:nvPr/>
          </p:nvSpPr>
          <p:spPr>
            <a:xfrm>
              <a:off x="5369932" y="176635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0" name="pt1320"/>
            <p:cNvSpPr/>
            <p:nvPr/>
          </p:nvSpPr>
          <p:spPr>
            <a:xfrm>
              <a:off x="4705456" y="28723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1" name="pt1321"/>
            <p:cNvSpPr/>
            <p:nvPr/>
          </p:nvSpPr>
          <p:spPr>
            <a:xfrm>
              <a:off x="4913105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2" name="pt1322"/>
            <p:cNvSpPr/>
            <p:nvPr/>
          </p:nvSpPr>
          <p:spPr>
            <a:xfrm>
              <a:off x="4913105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3" name="pt1323"/>
            <p:cNvSpPr/>
            <p:nvPr/>
          </p:nvSpPr>
          <p:spPr>
            <a:xfrm>
              <a:off x="5328402" y="190460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4" name="pt1324"/>
            <p:cNvSpPr/>
            <p:nvPr/>
          </p:nvSpPr>
          <p:spPr>
            <a:xfrm>
              <a:off x="4497808" y="326409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5" name="pt1325"/>
            <p:cNvSpPr/>
            <p:nvPr/>
          </p:nvSpPr>
          <p:spPr>
            <a:xfrm>
              <a:off x="5328402" y="18585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6" name="pt1326"/>
            <p:cNvSpPr/>
            <p:nvPr/>
          </p:nvSpPr>
          <p:spPr>
            <a:xfrm>
              <a:off x="4954635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7" name="pt1327"/>
            <p:cNvSpPr/>
            <p:nvPr/>
          </p:nvSpPr>
          <p:spPr>
            <a:xfrm>
              <a:off x="5411462" y="21350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8" name="pt1328"/>
            <p:cNvSpPr/>
            <p:nvPr/>
          </p:nvSpPr>
          <p:spPr>
            <a:xfrm>
              <a:off x="5203813" y="23884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29" name="pt1329"/>
            <p:cNvSpPr/>
            <p:nvPr/>
          </p:nvSpPr>
          <p:spPr>
            <a:xfrm>
              <a:off x="5079224" y="259587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0" name="pt1330"/>
            <p:cNvSpPr/>
            <p:nvPr/>
          </p:nvSpPr>
          <p:spPr>
            <a:xfrm>
              <a:off x="5369932" y="183548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1" name="pt1331"/>
            <p:cNvSpPr/>
            <p:nvPr/>
          </p:nvSpPr>
          <p:spPr>
            <a:xfrm>
              <a:off x="6574294" y="1098132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2" name="pt1332"/>
            <p:cNvSpPr/>
            <p:nvPr/>
          </p:nvSpPr>
          <p:spPr>
            <a:xfrm>
              <a:off x="6532764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3" name="pt1333"/>
            <p:cNvSpPr/>
            <p:nvPr/>
          </p:nvSpPr>
          <p:spPr>
            <a:xfrm>
              <a:off x="5992878" y="135159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4" name="pt1334"/>
            <p:cNvSpPr/>
            <p:nvPr/>
          </p:nvSpPr>
          <p:spPr>
            <a:xfrm>
              <a:off x="6158997" y="142072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5" name="pt1335"/>
            <p:cNvSpPr/>
            <p:nvPr/>
          </p:nvSpPr>
          <p:spPr>
            <a:xfrm>
              <a:off x="6075937" y="165114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6" name="pt1336"/>
            <p:cNvSpPr/>
            <p:nvPr/>
          </p:nvSpPr>
          <p:spPr>
            <a:xfrm>
              <a:off x="4580867" y="321801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7" name="pt1337"/>
            <p:cNvSpPr/>
            <p:nvPr/>
          </p:nvSpPr>
          <p:spPr>
            <a:xfrm>
              <a:off x="6906532" y="936837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8" name="pt1338"/>
            <p:cNvSpPr/>
            <p:nvPr/>
          </p:nvSpPr>
          <p:spPr>
            <a:xfrm>
              <a:off x="5826759" y="231936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39" name="pt1339"/>
            <p:cNvSpPr/>
            <p:nvPr/>
          </p:nvSpPr>
          <p:spPr>
            <a:xfrm>
              <a:off x="5743700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0" name="pt1340"/>
            <p:cNvSpPr/>
            <p:nvPr/>
          </p:nvSpPr>
          <p:spPr>
            <a:xfrm>
              <a:off x="4954635" y="21811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1" name="pt1341"/>
            <p:cNvSpPr/>
            <p:nvPr/>
          </p:nvSpPr>
          <p:spPr>
            <a:xfrm>
              <a:off x="4913105" y="23424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2" name="pt1342"/>
            <p:cNvSpPr/>
            <p:nvPr/>
          </p:nvSpPr>
          <p:spPr>
            <a:xfrm>
              <a:off x="4539337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3" name="pt1343"/>
            <p:cNvSpPr/>
            <p:nvPr/>
          </p:nvSpPr>
          <p:spPr>
            <a:xfrm>
              <a:off x="4788516" y="26189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4" name="pt1344"/>
            <p:cNvSpPr/>
            <p:nvPr/>
          </p:nvSpPr>
          <p:spPr>
            <a:xfrm>
              <a:off x="4497808" y="310279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5" name="pt1345"/>
            <p:cNvSpPr/>
            <p:nvPr/>
          </p:nvSpPr>
          <p:spPr>
            <a:xfrm>
              <a:off x="5328402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6" name="pt1346"/>
            <p:cNvSpPr/>
            <p:nvPr/>
          </p:nvSpPr>
          <p:spPr>
            <a:xfrm>
              <a:off x="5203813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7" name="pt1347"/>
            <p:cNvSpPr/>
            <p:nvPr/>
          </p:nvSpPr>
          <p:spPr>
            <a:xfrm>
              <a:off x="4580867" y="298758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8" name="pt1348"/>
            <p:cNvSpPr/>
            <p:nvPr/>
          </p:nvSpPr>
          <p:spPr>
            <a:xfrm>
              <a:off x="5868289" y="135159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49" name="pt1349"/>
            <p:cNvSpPr/>
            <p:nvPr/>
          </p:nvSpPr>
          <p:spPr>
            <a:xfrm>
              <a:off x="4663927" y="298758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0" name="pt1350"/>
            <p:cNvSpPr/>
            <p:nvPr/>
          </p:nvSpPr>
          <p:spPr>
            <a:xfrm>
              <a:off x="4497808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1" name="pt1351"/>
            <p:cNvSpPr/>
            <p:nvPr/>
          </p:nvSpPr>
          <p:spPr>
            <a:xfrm>
              <a:off x="5079224" y="24806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52" name="tx1352"/>
            <p:cNvSpPr/>
            <p:nvPr/>
          </p:nvSpPr>
          <p:spPr>
            <a:xfrm>
              <a:off x="4550530" y="882689"/>
              <a:ext cx="91715" cy="909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1353" name="tx1353"/>
            <p:cNvSpPr/>
            <p:nvPr/>
          </p:nvSpPr>
          <p:spPr>
            <a:xfrm>
              <a:off x="4655882" y="847137"/>
              <a:ext cx="49441" cy="63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354" name="tx1354"/>
            <p:cNvSpPr/>
            <p:nvPr/>
          </p:nvSpPr>
          <p:spPr>
            <a:xfrm>
              <a:off x="4705324" y="973598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355" name="tx1355"/>
            <p:cNvSpPr/>
            <p:nvPr/>
          </p:nvSpPr>
          <p:spPr>
            <a:xfrm>
              <a:off x="4740112" y="935585"/>
              <a:ext cx="74166" cy="380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1356" name="tx1356"/>
            <p:cNvSpPr/>
            <p:nvPr/>
          </p:nvSpPr>
          <p:spPr>
            <a:xfrm>
              <a:off x="4814278" y="973598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357" name="tx1357"/>
            <p:cNvSpPr/>
            <p:nvPr/>
          </p:nvSpPr>
          <p:spPr>
            <a:xfrm>
              <a:off x="4849067" y="880704"/>
              <a:ext cx="247178" cy="9289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0.73</a:t>
              </a:r>
            </a:p>
          </p:txBody>
        </p:sp>
        <p:sp>
          <p:nvSpPr>
            <p:cNvPr id="1358" name="tx1358"/>
            <p:cNvSpPr/>
            <p:nvPr/>
          </p:nvSpPr>
          <p:spPr>
            <a:xfrm>
              <a:off x="4550530" y="1019559"/>
              <a:ext cx="91715" cy="909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1359" name="tx1359"/>
            <p:cNvSpPr/>
            <p:nvPr/>
          </p:nvSpPr>
          <p:spPr>
            <a:xfrm>
              <a:off x="4655882" y="984008"/>
              <a:ext cx="49441" cy="63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360" name="tx1360"/>
            <p:cNvSpPr/>
            <p:nvPr/>
          </p:nvSpPr>
          <p:spPr>
            <a:xfrm>
              <a:off x="4705324" y="1110468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FF7F0E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361" name="tx1361"/>
            <p:cNvSpPr/>
            <p:nvPr/>
          </p:nvSpPr>
          <p:spPr>
            <a:xfrm>
              <a:off x="4740112" y="1072455"/>
              <a:ext cx="74166" cy="380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1362" name="tx1362"/>
            <p:cNvSpPr/>
            <p:nvPr/>
          </p:nvSpPr>
          <p:spPr>
            <a:xfrm>
              <a:off x="4814278" y="1110468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FF7F0E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363" name="tx1363"/>
            <p:cNvSpPr/>
            <p:nvPr/>
          </p:nvSpPr>
          <p:spPr>
            <a:xfrm>
              <a:off x="4849067" y="1017637"/>
              <a:ext cx="247178" cy="9283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0.66</a:t>
              </a:r>
            </a:p>
          </p:txBody>
        </p:sp>
        <p:sp>
          <p:nvSpPr>
            <p:cNvPr id="1364" name="pl1364"/>
            <p:cNvSpPr/>
            <p:nvPr/>
          </p:nvSpPr>
          <p:spPr>
            <a:xfrm>
              <a:off x="4533918" y="710267"/>
              <a:ext cx="2507198" cy="2331991"/>
            </a:xfrm>
            <a:custGeom>
              <a:avLst/>
              <a:gdLst/>
              <a:ahLst/>
              <a:cxnLst/>
              <a:rect l="0" t="0" r="0" b="0"/>
              <a:pathLst>
                <a:path w="2507198" h="2331991">
                  <a:moveTo>
                    <a:pt x="0" y="2331991"/>
                  </a:moveTo>
                  <a:lnTo>
                    <a:pt x="38901" y="2295808"/>
                  </a:lnTo>
                  <a:lnTo>
                    <a:pt x="77802" y="2259625"/>
                  </a:lnTo>
                  <a:lnTo>
                    <a:pt x="116703" y="2223443"/>
                  </a:lnTo>
                  <a:lnTo>
                    <a:pt x="155605" y="2187260"/>
                  </a:lnTo>
                  <a:lnTo>
                    <a:pt x="194506" y="2151077"/>
                  </a:lnTo>
                  <a:lnTo>
                    <a:pt x="233407" y="2114894"/>
                  </a:lnTo>
                  <a:lnTo>
                    <a:pt x="272308" y="2078711"/>
                  </a:lnTo>
                  <a:lnTo>
                    <a:pt x="311210" y="2042529"/>
                  </a:lnTo>
                  <a:lnTo>
                    <a:pt x="350111" y="2006346"/>
                  </a:lnTo>
                  <a:lnTo>
                    <a:pt x="389012" y="1970163"/>
                  </a:lnTo>
                  <a:lnTo>
                    <a:pt x="427913" y="1933980"/>
                  </a:lnTo>
                  <a:lnTo>
                    <a:pt x="466815" y="1897798"/>
                  </a:lnTo>
                  <a:lnTo>
                    <a:pt x="505716" y="1861615"/>
                  </a:lnTo>
                  <a:lnTo>
                    <a:pt x="544617" y="1825432"/>
                  </a:lnTo>
                  <a:lnTo>
                    <a:pt x="583518" y="1789249"/>
                  </a:lnTo>
                  <a:lnTo>
                    <a:pt x="622420" y="1753066"/>
                  </a:lnTo>
                  <a:lnTo>
                    <a:pt x="661321" y="1716884"/>
                  </a:lnTo>
                  <a:lnTo>
                    <a:pt x="700222" y="1680701"/>
                  </a:lnTo>
                  <a:lnTo>
                    <a:pt x="739124" y="1644518"/>
                  </a:lnTo>
                  <a:lnTo>
                    <a:pt x="778025" y="1608335"/>
                  </a:lnTo>
                  <a:lnTo>
                    <a:pt x="816926" y="1572153"/>
                  </a:lnTo>
                  <a:lnTo>
                    <a:pt x="855827" y="1535970"/>
                  </a:lnTo>
                  <a:lnTo>
                    <a:pt x="894729" y="1499787"/>
                  </a:lnTo>
                  <a:lnTo>
                    <a:pt x="933630" y="1463604"/>
                  </a:lnTo>
                  <a:lnTo>
                    <a:pt x="972531" y="1427421"/>
                  </a:lnTo>
                  <a:lnTo>
                    <a:pt x="1011432" y="1391239"/>
                  </a:lnTo>
                  <a:lnTo>
                    <a:pt x="1050334" y="1355056"/>
                  </a:lnTo>
                  <a:lnTo>
                    <a:pt x="1089235" y="1318873"/>
                  </a:lnTo>
                  <a:lnTo>
                    <a:pt x="1128136" y="1282690"/>
                  </a:lnTo>
                  <a:lnTo>
                    <a:pt x="1167037" y="1246508"/>
                  </a:lnTo>
                  <a:lnTo>
                    <a:pt x="1205939" y="1210325"/>
                  </a:lnTo>
                  <a:lnTo>
                    <a:pt x="1244840" y="1174142"/>
                  </a:lnTo>
                  <a:lnTo>
                    <a:pt x="1283741" y="1137959"/>
                  </a:lnTo>
                  <a:lnTo>
                    <a:pt x="1322643" y="1101776"/>
                  </a:lnTo>
                  <a:lnTo>
                    <a:pt x="1361544" y="1065594"/>
                  </a:lnTo>
                  <a:lnTo>
                    <a:pt x="1400445" y="1029411"/>
                  </a:lnTo>
                  <a:lnTo>
                    <a:pt x="1439346" y="993228"/>
                  </a:lnTo>
                  <a:lnTo>
                    <a:pt x="1478248" y="957045"/>
                  </a:lnTo>
                  <a:lnTo>
                    <a:pt x="1517149" y="920863"/>
                  </a:lnTo>
                  <a:lnTo>
                    <a:pt x="1556050" y="884680"/>
                  </a:lnTo>
                  <a:lnTo>
                    <a:pt x="1594951" y="848497"/>
                  </a:lnTo>
                  <a:lnTo>
                    <a:pt x="1633853" y="812314"/>
                  </a:lnTo>
                  <a:lnTo>
                    <a:pt x="1672754" y="776131"/>
                  </a:lnTo>
                  <a:lnTo>
                    <a:pt x="1711655" y="739949"/>
                  </a:lnTo>
                  <a:lnTo>
                    <a:pt x="1750556" y="703766"/>
                  </a:lnTo>
                  <a:lnTo>
                    <a:pt x="1789458" y="667583"/>
                  </a:lnTo>
                  <a:lnTo>
                    <a:pt x="1828359" y="631400"/>
                  </a:lnTo>
                  <a:lnTo>
                    <a:pt x="1867260" y="595218"/>
                  </a:lnTo>
                  <a:lnTo>
                    <a:pt x="1906161" y="559035"/>
                  </a:lnTo>
                  <a:lnTo>
                    <a:pt x="1945063" y="522852"/>
                  </a:lnTo>
                  <a:lnTo>
                    <a:pt x="1983964" y="486669"/>
                  </a:lnTo>
                  <a:lnTo>
                    <a:pt x="2022865" y="450486"/>
                  </a:lnTo>
                  <a:lnTo>
                    <a:pt x="2061767" y="414304"/>
                  </a:lnTo>
                  <a:lnTo>
                    <a:pt x="2100668" y="378121"/>
                  </a:lnTo>
                  <a:lnTo>
                    <a:pt x="2139569" y="341938"/>
                  </a:lnTo>
                  <a:lnTo>
                    <a:pt x="2178470" y="305755"/>
                  </a:lnTo>
                  <a:lnTo>
                    <a:pt x="2217372" y="269573"/>
                  </a:lnTo>
                  <a:lnTo>
                    <a:pt x="2256273" y="233390"/>
                  </a:lnTo>
                  <a:lnTo>
                    <a:pt x="2295174" y="197207"/>
                  </a:lnTo>
                  <a:lnTo>
                    <a:pt x="2334075" y="161024"/>
                  </a:lnTo>
                  <a:lnTo>
                    <a:pt x="2372977" y="124841"/>
                  </a:lnTo>
                  <a:lnTo>
                    <a:pt x="2411878" y="88659"/>
                  </a:lnTo>
                  <a:lnTo>
                    <a:pt x="2450779" y="52476"/>
                  </a:lnTo>
                  <a:lnTo>
                    <a:pt x="2489680" y="16293"/>
                  </a:lnTo>
                  <a:lnTo>
                    <a:pt x="2507198" y="0"/>
                  </a:lnTo>
                </a:path>
              </a:pathLst>
            </a:custGeom>
            <a:ln w="39420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5" name="pl1365"/>
            <p:cNvSpPr/>
            <p:nvPr/>
          </p:nvSpPr>
          <p:spPr>
            <a:xfrm>
              <a:off x="5738280" y="710267"/>
              <a:ext cx="2112171" cy="650314"/>
            </a:xfrm>
            <a:custGeom>
              <a:avLst/>
              <a:gdLst/>
              <a:ahLst/>
              <a:cxnLst/>
              <a:rect l="0" t="0" r="0" b="0"/>
              <a:pathLst>
                <a:path w="2112171" h="650314">
                  <a:moveTo>
                    <a:pt x="0" y="650314"/>
                  </a:moveTo>
                  <a:lnTo>
                    <a:pt x="26810" y="642059"/>
                  </a:lnTo>
                  <a:lnTo>
                    <a:pt x="53620" y="633804"/>
                  </a:lnTo>
                  <a:lnTo>
                    <a:pt x="80430" y="625550"/>
                  </a:lnTo>
                  <a:lnTo>
                    <a:pt x="107241" y="617295"/>
                  </a:lnTo>
                  <a:lnTo>
                    <a:pt x="134051" y="609041"/>
                  </a:lnTo>
                  <a:lnTo>
                    <a:pt x="160861" y="600786"/>
                  </a:lnTo>
                  <a:lnTo>
                    <a:pt x="187672" y="592531"/>
                  </a:lnTo>
                  <a:lnTo>
                    <a:pt x="214482" y="584277"/>
                  </a:lnTo>
                  <a:lnTo>
                    <a:pt x="241292" y="576022"/>
                  </a:lnTo>
                  <a:lnTo>
                    <a:pt x="268103" y="567768"/>
                  </a:lnTo>
                  <a:lnTo>
                    <a:pt x="294913" y="559513"/>
                  </a:lnTo>
                  <a:lnTo>
                    <a:pt x="321723" y="551258"/>
                  </a:lnTo>
                  <a:lnTo>
                    <a:pt x="348534" y="543004"/>
                  </a:lnTo>
                  <a:lnTo>
                    <a:pt x="375344" y="534749"/>
                  </a:lnTo>
                  <a:lnTo>
                    <a:pt x="402154" y="526495"/>
                  </a:lnTo>
                  <a:lnTo>
                    <a:pt x="428965" y="518240"/>
                  </a:lnTo>
                  <a:lnTo>
                    <a:pt x="455775" y="509985"/>
                  </a:lnTo>
                  <a:lnTo>
                    <a:pt x="482585" y="501731"/>
                  </a:lnTo>
                  <a:lnTo>
                    <a:pt x="509396" y="493476"/>
                  </a:lnTo>
                  <a:lnTo>
                    <a:pt x="536206" y="485222"/>
                  </a:lnTo>
                  <a:lnTo>
                    <a:pt x="563016" y="476967"/>
                  </a:lnTo>
                  <a:lnTo>
                    <a:pt x="589827" y="468712"/>
                  </a:lnTo>
                  <a:lnTo>
                    <a:pt x="616637" y="460458"/>
                  </a:lnTo>
                  <a:lnTo>
                    <a:pt x="643447" y="452203"/>
                  </a:lnTo>
                  <a:lnTo>
                    <a:pt x="670258" y="443948"/>
                  </a:lnTo>
                  <a:lnTo>
                    <a:pt x="697068" y="435694"/>
                  </a:lnTo>
                  <a:lnTo>
                    <a:pt x="723878" y="427439"/>
                  </a:lnTo>
                  <a:lnTo>
                    <a:pt x="750689" y="419185"/>
                  </a:lnTo>
                  <a:lnTo>
                    <a:pt x="777499" y="410930"/>
                  </a:lnTo>
                  <a:lnTo>
                    <a:pt x="804309" y="402675"/>
                  </a:lnTo>
                  <a:lnTo>
                    <a:pt x="831120" y="394421"/>
                  </a:lnTo>
                  <a:lnTo>
                    <a:pt x="857930" y="386166"/>
                  </a:lnTo>
                  <a:lnTo>
                    <a:pt x="884740" y="377912"/>
                  </a:lnTo>
                  <a:lnTo>
                    <a:pt x="911551" y="369657"/>
                  </a:lnTo>
                  <a:lnTo>
                    <a:pt x="938361" y="361402"/>
                  </a:lnTo>
                  <a:lnTo>
                    <a:pt x="965171" y="353148"/>
                  </a:lnTo>
                  <a:lnTo>
                    <a:pt x="991982" y="344893"/>
                  </a:lnTo>
                  <a:lnTo>
                    <a:pt x="1018792" y="336639"/>
                  </a:lnTo>
                  <a:lnTo>
                    <a:pt x="1045602" y="328384"/>
                  </a:lnTo>
                  <a:lnTo>
                    <a:pt x="1072413" y="320129"/>
                  </a:lnTo>
                  <a:lnTo>
                    <a:pt x="1099223" y="311875"/>
                  </a:lnTo>
                  <a:lnTo>
                    <a:pt x="1126033" y="303620"/>
                  </a:lnTo>
                  <a:lnTo>
                    <a:pt x="1152844" y="295366"/>
                  </a:lnTo>
                  <a:lnTo>
                    <a:pt x="1179654" y="287111"/>
                  </a:lnTo>
                  <a:lnTo>
                    <a:pt x="1206464" y="278856"/>
                  </a:lnTo>
                  <a:lnTo>
                    <a:pt x="1233275" y="270602"/>
                  </a:lnTo>
                  <a:lnTo>
                    <a:pt x="1260085" y="262347"/>
                  </a:lnTo>
                  <a:lnTo>
                    <a:pt x="1286895" y="254093"/>
                  </a:lnTo>
                  <a:lnTo>
                    <a:pt x="1313706" y="245838"/>
                  </a:lnTo>
                  <a:lnTo>
                    <a:pt x="1340516" y="237583"/>
                  </a:lnTo>
                  <a:lnTo>
                    <a:pt x="1367326" y="229329"/>
                  </a:lnTo>
                  <a:lnTo>
                    <a:pt x="1394137" y="221074"/>
                  </a:lnTo>
                  <a:lnTo>
                    <a:pt x="1420947" y="212820"/>
                  </a:lnTo>
                  <a:lnTo>
                    <a:pt x="1447757" y="204565"/>
                  </a:lnTo>
                  <a:lnTo>
                    <a:pt x="1474568" y="196310"/>
                  </a:lnTo>
                  <a:lnTo>
                    <a:pt x="1501378" y="188056"/>
                  </a:lnTo>
                  <a:lnTo>
                    <a:pt x="1528188" y="179801"/>
                  </a:lnTo>
                  <a:lnTo>
                    <a:pt x="1554999" y="171547"/>
                  </a:lnTo>
                  <a:lnTo>
                    <a:pt x="1581809" y="163292"/>
                  </a:lnTo>
                  <a:lnTo>
                    <a:pt x="1608619" y="155037"/>
                  </a:lnTo>
                  <a:lnTo>
                    <a:pt x="1635430" y="146783"/>
                  </a:lnTo>
                  <a:lnTo>
                    <a:pt x="1662240" y="138528"/>
                  </a:lnTo>
                  <a:lnTo>
                    <a:pt x="1689050" y="130274"/>
                  </a:lnTo>
                  <a:lnTo>
                    <a:pt x="1715861" y="122019"/>
                  </a:lnTo>
                  <a:lnTo>
                    <a:pt x="1742671" y="113764"/>
                  </a:lnTo>
                  <a:lnTo>
                    <a:pt x="1769481" y="105510"/>
                  </a:lnTo>
                  <a:lnTo>
                    <a:pt x="1796292" y="97255"/>
                  </a:lnTo>
                  <a:lnTo>
                    <a:pt x="1823102" y="89001"/>
                  </a:lnTo>
                  <a:lnTo>
                    <a:pt x="1849912" y="80746"/>
                  </a:lnTo>
                  <a:lnTo>
                    <a:pt x="1876723" y="72491"/>
                  </a:lnTo>
                  <a:lnTo>
                    <a:pt x="1903533" y="64237"/>
                  </a:lnTo>
                  <a:lnTo>
                    <a:pt x="1930343" y="55982"/>
                  </a:lnTo>
                  <a:lnTo>
                    <a:pt x="1957154" y="47728"/>
                  </a:lnTo>
                  <a:lnTo>
                    <a:pt x="1983964" y="39473"/>
                  </a:lnTo>
                  <a:lnTo>
                    <a:pt x="2010774" y="31218"/>
                  </a:lnTo>
                  <a:lnTo>
                    <a:pt x="2037585" y="22964"/>
                  </a:lnTo>
                  <a:lnTo>
                    <a:pt x="2064395" y="14709"/>
                  </a:lnTo>
                  <a:lnTo>
                    <a:pt x="2091205" y="6455"/>
                  </a:lnTo>
                  <a:lnTo>
                    <a:pt x="2112171" y="0"/>
                  </a:lnTo>
                </a:path>
              </a:pathLst>
            </a:custGeom>
            <a:ln w="39420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6" name="pl1366"/>
            <p:cNvSpPr/>
            <p:nvPr/>
          </p:nvSpPr>
          <p:spPr>
            <a:xfrm>
              <a:off x="4367799" y="5816242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7" name="pl1367"/>
            <p:cNvSpPr/>
            <p:nvPr/>
          </p:nvSpPr>
          <p:spPr>
            <a:xfrm>
              <a:off x="4367799" y="5124978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8" name="pl1368"/>
            <p:cNvSpPr/>
            <p:nvPr/>
          </p:nvSpPr>
          <p:spPr>
            <a:xfrm>
              <a:off x="4367799" y="4433713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69" name="pl1369"/>
            <p:cNvSpPr/>
            <p:nvPr/>
          </p:nvSpPr>
          <p:spPr>
            <a:xfrm>
              <a:off x="4367799" y="3742449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0" name="pl1370"/>
            <p:cNvSpPr/>
            <p:nvPr/>
          </p:nvSpPr>
          <p:spPr>
            <a:xfrm>
              <a:off x="4949216" y="3548895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1" name="pl1371"/>
            <p:cNvSpPr/>
            <p:nvPr/>
          </p:nvSpPr>
          <p:spPr>
            <a:xfrm>
              <a:off x="5779810" y="3548895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2" name="pl1372"/>
            <p:cNvSpPr/>
            <p:nvPr/>
          </p:nvSpPr>
          <p:spPr>
            <a:xfrm>
              <a:off x="6610405" y="3548895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3" name="pl1373"/>
            <p:cNvSpPr/>
            <p:nvPr/>
          </p:nvSpPr>
          <p:spPr>
            <a:xfrm>
              <a:off x="7440999" y="3548895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4" name="pl1374"/>
            <p:cNvSpPr/>
            <p:nvPr/>
          </p:nvSpPr>
          <p:spPr>
            <a:xfrm>
              <a:off x="4367799" y="6161874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5" name="pl1375"/>
            <p:cNvSpPr/>
            <p:nvPr/>
          </p:nvSpPr>
          <p:spPr>
            <a:xfrm>
              <a:off x="4367799" y="5470610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6" name="pl1376"/>
            <p:cNvSpPr/>
            <p:nvPr/>
          </p:nvSpPr>
          <p:spPr>
            <a:xfrm>
              <a:off x="4367799" y="4779345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7" name="pl1377"/>
            <p:cNvSpPr/>
            <p:nvPr/>
          </p:nvSpPr>
          <p:spPr>
            <a:xfrm>
              <a:off x="4367799" y="4088081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8" name="pl1378"/>
            <p:cNvSpPr/>
            <p:nvPr/>
          </p:nvSpPr>
          <p:spPr>
            <a:xfrm>
              <a:off x="4533918" y="3548895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79" name="pl1379"/>
            <p:cNvSpPr/>
            <p:nvPr/>
          </p:nvSpPr>
          <p:spPr>
            <a:xfrm>
              <a:off x="5364513" y="3548895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0" name="pl1380"/>
            <p:cNvSpPr/>
            <p:nvPr/>
          </p:nvSpPr>
          <p:spPr>
            <a:xfrm>
              <a:off x="6195107" y="3548895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1" name="pl1381"/>
            <p:cNvSpPr/>
            <p:nvPr/>
          </p:nvSpPr>
          <p:spPr>
            <a:xfrm>
              <a:off x="7025702" y="3548895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2" name="pl1382"/>
            <p:cNvSpPr/>
            <p:nvPr/>
          </p:nvSpPr>
          <p:spPr>
            <a:xfrm>
              <a:off x="7856297" y="3548895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3" name="pt1383"/>
            <p:cNvSpPr/>
            <p:nvPr/>
          </p:nvSpPr>
          <p:spPr>
            <a:xfrm>
              <a:off x="6865002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4" name="pt1384"/>
            <p:cNvSpPr/>
            <p:nvPr/>
          </p:nvSpPr>
          <p:spPr>
            <a:xfrm>
              <a:off x="6823473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5" name="pt1385"/>
            <p:cNvSpPr/>
            <p:nvPr/>
          </p:nvSpPr>
          <p:spPr>
            <a:xfrm>
              <a:off x="5909819" y="515799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6" name="pt1386"/>
            <p:cNvSpPr/>
            <p:nvPr/>
          </p:nvSpPr>
          <p:spPr>
            <a:xfrm>
              <a:off x="6491235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7" name="pt1387"/>
            <p:cNvSpPr/>
            <p:nvPr/>
          </p:nvSpPr>
          <p:spPr>
            <a:xfrm>
              <a:off x="6989592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8" name="pt1388"/>
            <p:cNvSpPr/>
            <p:nvPr/>
          </p:nvSpPr>
          <p:spPr>
            <a:xfrm>
              <a:off x="6532764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89" name="pt1389"/>
            <p:cNvSpPr/>
            <p:nvPr/>
          </p:nvSpPr>
          <p:spPr>
            <a:xfrm>
              <a:off x="6075937" y="421326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0" name="pt1390"/>
            <p:cNvSpPr/>
            <p:nvPr/>
          </p:nvSpPr>
          <p:spPr>
            <a:xfrm>
              <a:off x="6615824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1" name="pt1391"/>
            <p:cNvSpPr/>
            <p:nvPr/>
          </p:nvSpPr>
          <p:spPr>
            <a:xfrm>
              <a:off x="7114181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2" name="pt1392"/>
            <p:cNvSpPr/>
            <p:nvPr/>
          </p:nvSpPr>
          <p:spPr>
            <a:xfrm>
              <a:off x="5702170" y="45128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3" name="pt1393"/>
            <p:cNvSpPr/>
            <p:nvPr/>
          </p:nvSpPr>
          <p:spPr>
            <a:xfrm>
              <a:off x="6698883" y="3844591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4" name="pt1394"/>
            <p:cNvSpPr/>
            <p:nvPr/>
          </p:nvSpPr>
          <p:spPr>
            <a:xfrm>
              <a:off x="5868289" y="405197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5" name="pt1395"/>
            <p:cNvSpPr/>
            <p:nvPr/>
          </p:nvSpPr>
          <p:spPr>
            <a:xfrm>
              <a:off x="6574294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6" name="pt1396"/>
            <p:cNvSpPr/>
            <p:nvPr/>
          </p:nvSpPr>
          <p:spPr>
            <a:xfrm>
              <a:off x="5577581" y="435151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7" name="pt1397"/>
            <p:cNvSpPr/>
            <p:nvPr/>
          </p:nvSpPr>
          <p:spPr>
            <a:xfrm>
              <a:off x="5743700" y="488148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8" name="pt1398"/>
            <p:cNvSpPr/>
            <p:nvPr/>
          </p:nvSpPr>
          <p:spPr>
            <a:xfrm>
              <a:off x="6657354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399" name="pt1399"/>
            <p:cNvSpPr/>
            <p:nvPr/>
          </p:nvSpPr>
          <p:spPr>
            <a:xfrm>
              <a:off x="6740413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0" name="pt1400"/>
            <p:cNvSpPr/>
            <p:nvPr/>
          </p:nvSpPr>
          <p:spPr>
            <a:xfrm>
              <a:off x="6657354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1" name="pt1401"/>
            <p:cNvSpPr/>
            <p:nvPr/>
          </p:nvSpPr>
          <p:spPr>
            <a:xfrm>
              <a:off x="7031121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2" name="pt1402"/>
            <p:cNvSpPr/>
            <p:nvPr/>
          </p:nvSpPr>
          <p:spPr>
            <a:xfrm>
              <a:off x="5369932" y="47893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3" name="pt1403"/>
            <p:cNvSpPr/>
            <p:nvPr/>
          </p:nvSpPr>
          <p:spPr>
            <a:xfrm>
              <a:off x="6532764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4" name="pt1404"/>
            <p:cNvSpPr/>
            <p:nvPr/>
          </p:nvSpPr>
          <p:spPr>
            <a:xfrm>
              <a:off x="7446419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5" name="pt1405"/>
            <p:cNvSpPr/>
            <p:nvPr/>
          </p:nvSpPr>
          <p:spPr>
            <a:xfrm>
              <a:off x="6158997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6" name="pt1406"/>
            <p:cNvSpPr/>
            <p:nvPr/>
          </p:nvSpPr>
          <p:spPr>
            <a:xfrm>
              <a:off x="7487948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7" name="pt1407"/>
            <p:cNvSpPr/>
            <p:nvPr/>
          </p:nvSpPr>
          <p:spPr>
            <a:xfrm>
              <a:off x="5868289" y="400588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8" name="pt1408"/>
            <p:cNvSpPr/>
            <p:nvPr/>
          </p:nvSpPr>
          <p:spPr>
            <a:xfrm>
              <a:off x="5286873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09" name="pt1409"/>
            <p:cNvSpPr/>
            <p:nvPr/>
          </p:nvSpPr>
          <p:spPr>
            <a:xfrm>
              <a:off x="5702170" y="48354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0" name="pt1410"/>
            <p:cNvSpPr/>
            <p:nvPr/>
          </p:nvSpPr>
          <p:spPr>
            <a:xfrm>
              <a:off x="6574294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1" name="pt1411"/>
            <p:cNvSpPr/>
            <p:nvPr/>
          </p:nvSpPr>
          <p:spPr>
            <a:xfrm>
              <a:off x="6242056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2" name="pt1412"/>
            <p:cNvSpPr/>
            <p:nvPr/>
          </p:nvSpPr>
          <p:spPr>
            <a:xfrm>
              <a:off x="5743700" y="455889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3" name="pt1413"/>
            <p:cNvSpPr/>
            <p:nvPr/>
          </p:nvSpPr>
          <p:spPr>
            <a:xfrm>
              <a:off x="5826759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4" name="pt1414"/>
            <p:cNvSpPr/>
            <p:nvPr/>
          </p:nvSpPr>
          <p:spPr>
            <a:xfrm>
              <a:off x="7197240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5" name="pt1415"/>
            <p:cNvSpPr/>
            <p:nvPr/>
          </p:nvSpPr>
          <p:spPr>
            <a:xfrm>
              <a:off x="6906532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6" name="pt1416"/>
            <p:cNvSpPr/>
            <p:nvPr/>
          </p:nvSpPr>
          <p:spPr>
            <a:xfrm>
              <a:off x="6989592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7" name="pt1417"/>
            <p:cNvSpPr/>
            <p:nvPr/>
          </p:nvSpPr>
          <p:spPr>
            <a:xfrm>
              <a:off x="6449705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8" name="pt1418"/>
            <p:cNvSpPr/>
            <p:nvPr/>
          </p:nvSpPr>
          <p:spPr>
            <a:xfrm>
              <a:off x="7820186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19" name="pt1419"/>
            <p:cNvSpPr/>
            <p:nvPr/>
          </p:nvSpPr>
          <p:spPr>
            <a:xfrm>
              <a:off x="7737127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0" name="pt1420"/>
            <p:cNvSpPr/>
            <p:nvPr/>
          </p:nvSpPr>
          <p:spPr>
            <a:xfrm>
              <a:off x="5328402" y="501974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1" name="pt1421"/>
            <p:cNvSpPr/>
            <p:nvPr/>
          </p:nvSpPr>
          <p:spPr>
            <a:xfrm>
              <a:off x="6158997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2" name="pt1422"/>
            <p:cNvSpPr/>
            <p:nvPr/>
          </p:nvSpPr>
          <p:spPr>
            <a:xfrm>
              <a:off x="6740413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3" name="pt1423"/>
            <p:cNvSpPr/>
            <p:nvPr/>
          </p:nvSpPr>
          <p:spPr>
            <a:xfrm>
              <a:off x="6698883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4" name="pt1424"/>
            <p:cNvSpPr/>
            <p:nvPr/>
          </p:nvSpPr>
          <p:spPr>
            <a:xfrm>
              <a:off x="6491235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5" name="pt1425"/>
            <p:cNvSpPr/>
            <p:nvPr/>
          </p:nvSpPr>
          <p:spPr>
            <a:xfrm>
              <a:off x="7031121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6" name="pt1426"/>
            <p:cNvSpPr/>
            <p:nvPr/>
          </p:nvSpPr>
          <p:spPr>
            <a:xfrm>
              <a:off x="765406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7" name="pt1427"/>
            <p:cNvSpPr/>
            <p:nvPr/>
          </p:nvSpPr>
          <p:spPr>
            <a:xfrm>
              <a:off x="6698883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8" name="pt1428"/>
            <p:cNvSpPr/>
            <p:nvPr/>
          </p:nvSpPr>
          <p:spPr>
            <a:xfrm>
              <a:off x="6242056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29" name="pt1429"/>
            <p:cNvSpPr/>
            <p:nvPr/>
          </p:nvSpPr>
          <p:spPr>
            <a:xfrm>
              <a:off x="6075937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0" name="pt1430"/>
            <p:cNvSpPr/>
            <p:nvPr/>
          </p:nvSpPr>
          <p:spPr>
            <a:xfrm>
              <a:off x="6906532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1" name="pt1431"/>
            <p:cNvSpPr/>
            <p:nvPr/>
          </p:nvSpPr>
          <p:spPr>
            <a:xfrm>
              <a:off x="6158997" y="43976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2" name="pt1432"/>
            <p:cNvSpPr/>
            <p:nvPr/>
          </p:nvSpPr>
          <p:spPr>
            <a:xfrm>
              <a:off x="5992878" y="40750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3" name="pt1433"/>
            <p:cNvSpPr/>
            <p:nvPr/>
          </p:nvSpPr>
          <p:spPr>
            <a:xfrm>
              <a:off x="6823473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4" name="pt1434"/>
            <p:cNvSpPr/>
            <p:nvPr/>
          </p:nvSpPr>
          <p:spPr>
            <a:xfrm>
              <a:off x="6242056" y="522712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5" name="pt1435"/>
            <p:cNvSpPr/>
            <p:nvPr/>
          </p:nvSpPr>
          <p:spPr>
            <a:xfrm>
              <a:off x="773712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6" name="pt1436"/>
            <p:cNvSpPr/>
            <p:nvPr/>
          </p:nvSpPr>
          <p:spPr>
            <a:xfrm>
              <a:off x="773712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7" name="pt1437"/>
            <p:cNvSpPr/>
            <p:nvPr/>
          </p:nvSpPr>
          <p:spPr>
            <a:xfrm>
              <a:off x="6989592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8" name="pt1438"/>
            <p:cNvSpPr/>
            <p:nvPr/>
          </p:nvSpPr>
          <p:spPr>
            <a:xfrm>
              <a:off x="7155710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39" name="pt1439"/>
            <p:cNvSpPr/>
            <p:nvPr/>
          </p:nvSpPr>
          <p:spPr>
            <a:xfrm>
              <a:off x="5909819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0" name="pt1440"/>
            <p:cNvSpPr/>
            <p:nvPr/>
          </p:nvSpPr>
          <p:spPr>
            <a:xfrm>
              <a:off x="6865002" y="3775465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1" name="pt1441"/>
            <p:cNvSpPr/>
            <p:nvPr/>
          </p:nvSpPr>
          <p:spPr>
            <a:xfrm>
              <a:off x="6283586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2" name="pt1442"/>
            <p:cNvSpPr/>
            <p:nvPr/>
          </p:nvSpPr>
          <p:spPr>
            <a:xfrm>
              <a:off x="5826759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3" name="pt1443"/>
            <p:cNvSpPr/>
            <p:nvPr/>
          </p:nvSpPr>
          <p:spPr>
            <a:xfrm>
              <a:off x="6325116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4" name="pt1444"/>
            <p:cNvSpPr/>
            <p:nvPr/>
          </p:nvSpPr>
          <p:spPr>
            <a:xfrm>
              <a:off x="5868289" y="432847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5" name="pt1445"/>
            <p:cNvSpPr/>
            <p:nvPr/>
          </p:nvSpPr>
          <p:spPr>
            <a:xfrm>
              <a:off x="6449705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6" name="pt1446"/>
            <p:cNvSpPr/>
            <p:nvPr/>
          </p:nvSpPr>
          <p:spPr>
            <a:xfrm>
              <a:off x="6657354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7" name="pt1447"/>
            <p:cNvSpPr/>
            <p:nvPr/>
          </p:nvSpPr>
          <p:spPr>
            <a:xfrm>
              <a:off x="5702170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8" name="pt1448"/>
            <p:cNvSpPr/>
            <p:nvPr/>
          </p:nvSpPr>
          <p:spPr>
            <a:xfrm>
              <a:off x="6906532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49" name="pt1449"/>
            <p:cNvSpPr/>
            <p:nvPr/>
          </p:nvSpPr>
          <p:spPr>
            <a:xfrm>
              <a:off x="5785229" y="42593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0" name="pt1450"/>
            <p:cNvSpPr/>
            <p:nvPr/>
          </p:nvSpPr>
          <p:spPr>
            <a:xfrm>
              <a:off x="6075937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1" name="pt1451"/>
            <p:cNvSpPr/>
            <p:nvPr/>
          </p:nvSpPr>
          <p:spPr>
            <a:xfrm>
              <a:off x="5951348" y="42593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2" name="pt1452"/>
            <p:cNvSpPr/>
            <p:nvPr/>
          </p:nvSpPr>
          <p:spPr>
            <a:xfrm>
              <a:off x="5369932" y="47662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3" name="pt1453"/>
            <p:cNvSpPr/>
            <p:nvPr/>
          </p:nvSpPr>
          <p:spPr>
            <a:xfrm>
              <a:off x="7404889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4" name="pt1454"/>
            <p:cNvSpPr/>
            <p:nvPr/>
          </p:nvSpPr>
          <p:spPr>
            <a:xfrm>
              <a:off x="6408175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5" name="pt1455"/>
            <p:cNvSpPr/>
            <p:nvPr/>
          </p:nvSpPr>
          <p:spPr>
            <a:xfrm>
              <a:off x="5702170" y="421326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6" name="pt1456"/>
            <p:cNvSpPr/>
            <p:nvPr/>
          </p:nvSpPr>
          <p:spPr>
            <a:xfrm>
              <a:off x="5992878" y="42593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7" name="pt1457"/>
            <p:cNvSpPr/>
            <p:nvPr/>
          </p:nvSpPr>
          <p:spPr>
            <a:xfrm>
              <a:off x="6657354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8" name="pt1458"/>
            <p:cNvSpPr/>
            <p:nvPr/>
          </p:nvSpPr>
          <p:spPr>
            <a:xfrm>
              <a:off x="6283586" y="416718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59" name="pt1459"/>
            <p:cNvSpPr/>
            <p:nvPr/>
          </p:nvSpPr>
          <p:spPr>
            <a:xfrm>
              <a:off x="6408175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0" name="pt1460"/>
            <p:cNvSpPr/>
            <p:nvPr/>
          </p:nvSpPr>
          <p:spPr>
            <a:xfrm>
              <a:off x="4913105" y="536537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1" name="pt1461"/>
            <p:cNvSpPr/>
            <p:nvPr/>
          </p:nvSpPr>
          <p:spPr>
            <a:xfrm>
              <a:off x="5951348" y="453585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2" name="pt1462"/>
            <p:cNvSpPr/>
            <p:nvPr/>
          </p:nvSpPr>
          <p:spPr>
            <a:xfrm>
              <a:off x="5411462" y="48354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3" name="pt1463"/>
            <p:cNvSpPr/>
            <p:nvPr/>
          </p:nvSpPr>
          <p:spPr>
            <a:xfrm>
              <a:off x="5909819" y="405197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4" name="pt1464"/>
            <p:cNvSpPr/>
            <p:nvPr/>
          </p:nvSpPr>
          <p:spPr>
            <a:xfrm>
              <a:off x="5203813" y="531928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5" name="pt1465"/>
            <p:cNvSpPr/>
            <p:nvPr/>
          </p:nvSpPr>
          <p:spPr>
            <a:xfrm>
              <a:off x="4954635" y="548058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6" name="pt1466"/>
            <p:cNvSpPr/>
            <p:nvPr/>
          </p:nvSpPr>
          <p:spPr>
            <a:xfrm>
              <a:off x="5245343" y="490453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7" name="pt1467"/>
            <p:cNvSpPr/>
            <p:nvPr/>
          </p:nvSpPr>
          <p:spPr>
            <a:xfrm>
              <a:off x="4497808" y="6125764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8" name="pt1468"/>
            <p:cNvSpPr/>
            <p:nvPr/>
          </p:nvSpPr>
          <p:spPr>
            <a:xfrm>
              <a:off x="4497808" y="607967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69" name="pt1469"/>
            <p:cNvSpPr/>
            <p:nvPr/>
          </p:nvSpPr>
          <p:spPr>
            <a:xfrm>
              <a:off x="4497808" y="6125764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0" name="pt1470"/>
            <p:cNvSpPr/>
            <p:nvPr/>
          </p:nvSpPr>
          <p:spPr>
            <a:xfrm>
              <a:off x="4497808" y="6125764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1" name="pt1471"/>
            <p:cNvSpPr/>
            <p:nvPr/>
          </p:nvSpPr>
          <p:spPr>
            <a:xfrm>
              <a:off x="5743700" y="42823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2" name="pt1472"/>
            <p:cNvSpPr/>
            <p:nvPr/>
          </p:nvSpPr>
          <p:spPr>
            <a:xfrm>
              <a:off x="5162283" y="499669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3" name="pt1473"/>
            <p:cNvSpPr/>
            <p:nvPr/>
          </p:nvSpPr>
          <p:spPr>
            <a:xfrm>
              <a:off x="5577581" y="45128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4" name="pt1474"/>
            <p:cNvSpPr/>
            <p:nvPr/>
          </p:nvSpPr>
          <p:spPr>
            <a:xfrm>
              <a:off x="6283586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5" name="pt1475"/>
            <p:cNvSpPr/>
            <p:nvPr/>
          </p:nvSpPr>
          <p:spPr>
            <a:xfrm>
              <a:off x="4497808" y="603359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6" name="pt1476"/>
            <p:cNvSpPr/>
            <p:nvPr/>
          </p:nvSpPr>
          <p:spPr>
            <a:xfrm>
              <a:off x="5577581" y="448977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7" name="pt1477"/>
            <p:cNvSpPr/>
            <p:nvPr/>
          </p:nvSpPr>
          <p:spPr>
            <a:xfrm>
              <a:off x="4539337" y="598751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8" name="pt1478"/>
            <p:cNvSpPr/>
            <p:nvPr/>
          </p:nvSpPr>
          <p:spPr>
            <a:xfrm>
              <a:off x="5494521" y="453585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79" name="pt1479"/>
            <p:cNvSpPr/>
            <p:nvPr/>
          </p:nvSpPr>
          <p:spPr>
            <a:xfrm>
              <a:off x="5785229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0" name="pt1480"/>
            <p:cNvSpPr/>
            <p:nvPr/>
          </p:nvSpPr>
          <p:spPr>
            <a:xfrm>
              <a:off x="6740413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1" name="pt1481"/>
            <p:cNvSpPr/>
            <p:nvPr/>
          </p:nvSpPr>
          <p:spPr>
            <a:xfrm>
              <a:off x="6574294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2" name="pt1482"/>
            <p:cNvSpPr/>
            <p:nvPr/>
          </p:nvSpPr>
          <p:spPr>
            <a:xfrm>
              <a:off x="4996165" y="552666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3" name="pt1483"/>
            <p:cNvSpPr/>
            <p:nvPr/>
          </p:nvSpPr>
          <p:spPr>
            <a:xfrm>
              <a:off x="4497808" y="552666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4" name="pt1484"/>
            <p:cNvSpPr/>
            <p:nvPr/>
          </p:nvSpPr>
          <p:spPr>
            <a:xfrm>
              <a:off x="5577581" y="47893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5" name="pt1485"/>
            <p:cNvSpPr/>
            <p:nvPr/>
          </p:nvSpPr>
          <p:spPr>
            <a:xfrm>
              <a:off x="6906532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6" name="pt1486"/>
            <p:cNvSpPr/>
            <p:nvPr/>
          </p:nvSpPr>
          <p:spPr>
            <a:xfrm>
              <a:off x="6989592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7" name="pt1487"/>
            <p:cNvSpPr/>
            <p:nvPr/>
          </p:nvSpPr>
          <p:spPr>
            <a:xfrm>
              <a:off x="5494521" y="497365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8" name="pt1488"/>
            <p:cNvSpPr/>
            <p:nvPr/>
          </p:nvSpPr>
          <p:spPr>
            <a:xfrm>
              <a:off x="5203813" y="50427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89" name="pt1489"/>
            <p:cNvSpPr/>
            <p:nvPr/>
          </p:nvSpPr>
          <p:spPr>
            <a:xfrm>
              <a:off x="6948062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0" name="pt1490"/>
            <p:cNvSpPr/>
            <p:nvPr/>
          </p:nvSpPr>
          <p:spPr>
            <a:xfrm>
              <a:off x="6283586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1" name="pt1491"/>
            <p:cNvSpPr/>
            <p:nvPr/>
          </p:nvSpPr>
          <p:spPr>
            <a:xfrm>
              <a:off x="6242056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2" name="pt1492"/>
            <p:cNvSpPr/>
            <p:nvPr/>
          </p:nvSpPr>
          <p:spPr>
            <a:xfrm>
              <a:off x="5494521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3" name="pt1493"/>
            <p:cNvSpPr/>
            <p:nvPr/>
          </p:nvSpPr>
          <p:spPr>
            <a:xfrm>
              <a:off x="7155710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4" name="pt1494"/>
            <p:cNvSpPr/>
            <p:nvPr/>
          </p:nvSpPr>
          <p:spPr>
            <a:xfrm>
              <a:off x="6989592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5" name="pt1495"/>
            <p:cNvSpPr/>
            <p:nvPr/>
          </p:nvSpPr>
          <p:spPr>
            <a:xfrm>
              <a:off x="6865002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6" name="pt1496"/>
            <p:cNvSpPr/>
            <p:nvPr/>
          </p:nvSpPr>
          <p:spPr>
            <a:xfrm>
              <a:off x="6325116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7" name="pt1497"/>
            <p:cNvSpPr/>
            <p:nvPr/>
          </p:nvSpPr>
          <p:spPr>
            <a:xfrm>
              <a:off x="7155710" y="3775465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8" name="pt1498"/>
            <p:cNvSpPr/>
            <p:nvPr/>
          </p:nvSpPr>
          <p:spPr>
            <a:xfrm>
              <a:off x="7155710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499" name="pt1499"/>
            <p:cNvSpPr/>
            <p:nvPr/>
          </p:nvSpPr>
          <p:spPr>
            <a:xfrm>
              <a:off x="7363359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0" name="pt1500"/>
            <p:cNvSpPr/>
            <p:nvPr/>
          </p:nvSpPr>
          <p:spPr>
            <a:xfrm>
              <a:off x="7155710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1" name="pt1501"/>
            <p:cNvSpPr/>
            <p:nvPr/>
          </p:nvSpPr>
          <p:spPr>
            <a:xfrm>
              <a:off x="7487948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2" name="pt1502"/>
            <p:cNvSpPr/>
            <p:nvPr/>
          </p:nvSpPr>
          <p:spPr>
            <a:xfrm>
              <a:off x="7404889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3" name="pt1503"/>
            <p:cNvSpPr/>
            <p:nvPr/>
          </p:nvSpPr>
          <p:spPr>
            <a:xfrm>
              <a:off x="6242056" y="391371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4" name="pt1504"/>
            <p:cNvSpPr/>
            <p:nvPr/>
          </p:nvSpPr>
          <p:spPr>
            <a:xfrm>
              <a:off x="6948062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5" name="pt1505"/>
            <p:cNvSpPr/>
            <p:nvPr/>
          </p:nvSpPr>
          <p:spPr>
            <a:xfrm>
              <a:off x="7031121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6" name="pt1506"/>
            <p:cNvSpPr/>
            <p:nvPr/>
          </p:nvSpPr>
          <p:spPr>
            <a:xfrm>
              <a:off x="7155710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7" name="pt1507"/>
            <p:cNvSpPr/>
            <p:nvPr/>
          </p:nvSpPr>
          <p:spPr>
            <a:xfrm>
              <a:off x="6698883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8" name="pt1508"/>
            <p:cNvSpPr/>
            <p:nvPr/>
          </p:nvSpPr>
          <p:spPr>
            <a:xfrm>
              <a:off x="7155710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09" name="pt1509"/>
            <p:cNvSpPr/>
            <p:nvPr/>
          </p:nvSpPr>
          <p:spPr>
            <a:xfrm>
              <a:off x="765406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0" name="pt1510"/>
            <p:cNvSpPr/>
            <p:nvPr/>
          </p:nvSpPr>
          <p:spPr>
            <a:xfrm>
              <a:off x="773712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1" name="pt1511"/>
            <p:cNvSpPr/>
            <p:nvPr/>
          </p:nvSpPr>
          <p:spPr>
            <a:xfrm>
              <a:off x="6865002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2" name="pt1512"/>
            <p:cNvSpPr/>
            <p:nvPr/>
          </p:nvSpPr>
          <p:spPr>
            <a:xfrm>
              <a:off x="761253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3" name="pt1513"/>
            <p:cNvSpPr/>
            <p:nvPr/>
          </p:nvSpPr>
          <p:spPr>
            <a:xfrm>
              <a:off x="6491235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4" name="pt1514"/>
            <p:cNvSpPr/>
            <p:nvPr/>
          </p:nvSpPr>
          <p:spPr>
            <a:xfrm>
              <a:off x="6948062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5" name="pt1515"/>
            <p:cNvSpPr/>
            <p:nvPr/>
          </p:nvSpPr>
          <p:spPr>
            <a:xfrm>
              <a:off x="7031121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6" name="pt1516"/>
            <p:cNvSpPr/>
            <p:nvPr/>
          </p:nvSpPr>
          <p:spPr>
            <a:xfrm>
              <a:off x="5909819" y="42593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7" name="pt1517"/>
            <p:cNvSpPr/>
            <p:nvPr/>
          </p:nvSpPr>
          <p:spPr>
            <a:xfrm>
              <a:off x="6948062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8" name="pt1518"/>
            <p:cNvSpPr/>
            <p:nvPr/>
          </p:nvSpPr>
          <p:spPr>
            <a:xfrm>
              <a:off x="6906532" y="3844591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19" name="pt1519"/>
            <p:cNvSpPr/>
            <p:nvPr/>
          </p:nvSpPr>
          <p:spPr>
            <a:xfrm>
              <a:off x="7571008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0" name="pt1520"/>
            <p:cNvSpPr/>
            <p:nvPr/>
          </p:nvSpPr>
          <p:spPr>
            <a:xfrm>
              <a:off x="773712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1" name="pt1521"/>
            <p:cNvSpPr/>
            <p:nvPr/>
          </p:nvSpPr>
          <p:spPr>
            <a:xfrm>
              <a:off x="5286873" y="557275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2" name="pt1522"/>
            <p:cNvSpPr/>
            <p:nvPr/>
          </p:nvSpPr>
          <p:spPr>
            <a:xfrm>
              <a:off x="7031121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3" name="pt1523"/>
            <p:cNvSpPr/>
            <p:nvPr/>
          </p:nvSpPr>
          <p:spPr>
            <a:xfrm>
              <a:off x="765406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4" name="pt1524"/>
            <p:cNvSpPr/>
            <p:nvPr/>
          </p:nvSpPr>
          <p:spPr>
            <a:xfrm>
              <a:off x="7031121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5" name="pt1525"/>
            <p:cNvSpPr/>
            <p:nvPr/>
          </p:nvSpPr>
          <p:spPr>
            <a:xfrm>
              <a:off x="5992878" y="44667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6" name="pt1526"/>
            <p:cNvSpPr/>
            <p:nvPr/>
          </p:nvSpPr>
          <p:spPr>
            <a:xfrm>
              <a:off x="773712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7" name="pt1527"/>
            <p:cNvSpPr/>
            <p:nvPr/>
          </p:nvSpPr>
          <p:spPr>
            <a:xfrm>
              <a:off x="6075937" y="400588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8" name="pt1528"/>
            <p:cNvSpPr/>
            <p:nvPr/>
          </p:nvSpPr>
          <p:spPr>
            <a:xfrm>
              <a:off x="6366646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29" name="pt1529"/>
            <p:cNvSpPr/>
            <p:nvPr/>
          </p:nvSpPr>
          <p:spPr>
            <a:xfrm>
              <a:off x="6865002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0" name="pt1530"/>
            <p:cNvSpPr/>
            <p:nvPr/>
          </p:nvSpPr>
          <p:spPr>
            <a:xfrm>
              <a:off x="5660640" y="432847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1" name="pt1531"/>
            <p:cNvSpPr/>
            <p:nvPr/>
          </p:nvSpPr>
          <p:spPr>
            <a:xfrm>
              <a:off x="6615824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2" name="pt1532"/>
            <p:cNvSpPr/>
            <p:nvPr/>
          </p:nvSpPr>
          <p:spPr>
            <a:xfrm>
              <a:off x="6532764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3" name="pt1533"/>
            <p:cNvSpPr/>
            <p:nvPr/>
          </p:nvSpPr>
          <p:spPr>
            <a:xfrm>
              <a:off x="6615824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4" name="pt1534"/>
            <p:cNvSpPr/>
            <p:nvPr/>
          </p:nvSpPr>
          <p:spPr>
            <a:xfrm>
              <a:off x="7404889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5" name="pt1535"/>
            <p:cNvSpPr/>
            <p:nvPr/>
          </p:nvSpPr>
          <p:spPr>
            <a:xfrm>
              <a:off x="5826759" y="42593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6" name="pt1536"/>
            <p:cNvSpPr/>
            <p:nvPr/>
          </p:nvSpPr>
          <p:spPr>
            <a:xfrm>
              <a:off x="7155710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7" name="pt1537"/>
            <p:cNvSpPr/>
            <p:nvPr/>
          </p:nvSpPr>
          <p:spPr>
            <a:xfrm>
              <a:off x="7114181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8" name="pt1538"/>
            <p:cNvSpPr/>
            <p:nvPr/>
          </p:nvSpPr>
          <p:spPr>
            <a:xfrm>
              <a:off x="6823473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39" name="pt1539"/>
            <p:cNvSpPr/>
            <p:nvPr/>
          </p:nvSpPr>
          <p:spPr>
            <a:xfrm>
              <a:off x="6698883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0" name="pt1540"/>
            <p:cNvSpPr/>
            <p:nvPr/>
          </p:nvSpPr>
          <p:spPr>
            <a:xfrm>
              <a:off x="7072651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1" name="pt1541"/>
            <p:cNvSpPr/>
            <p:nvPr/>
          </p:nvSpPr>
          <p:spPr>
            <a:xfrm>
              <a:off x="6532764" y="3775465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2" name="pt1542"/>
            <p:cNvSpPr/>
            <p:nvPr/>
          </p:nvSpPr>
          <p:spPr>
            <a:xfrm>
              <a:off x="6325116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3" name="pt1543"/>
            <p:cNvSpPr/>
            <p:nvPr/>
          </p:nvSpPr>
          <p:spPr>
            <a:xfrm>
              <a:off x="5369932" y="506582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4" name="pt1544"/>
            <p:cNvSpPr/>
            <p:nvPr/>
          </p:nvSpPr>
          <p:spPr>
            <a:xfrm>
              <a:off x="6823473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5" name="pt1545"/>
            <p:cNvSpPr/>
            <p:nvPr/>
          </p:nvSpPr>
          <p:spPr>
            <a:xfrm>
              <a:off x="6408175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6" name="pt1546"/>
            <p:cNvSpPr/>
            <p:nvPr/>
          </p:nvSpPr>
          <p:spPr>
            <a:xfrm>
              <a:off x="6657354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7" name="pt1547"/>
            <p:cNvSpPr/>
            <p:nvPr/>
          </p:nvSpPr>
          <p:spPr>
            <a:xfrm>
              <a:off x="7446419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8" name="pt1548"/>
            <p:cNvSpPr/>
            <p:nvPr/>
          </p:nvSpPr>
          <p:spPr>
            <a:xfrm>
              <a:off x="6906532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49" name="pt1549"/>
            <p:cNvSpPr/>
            <p:nvPr/>
          </p:nvSpPr>
          <p:spPr>
            <a:xfrm>
              <a:off x="6823473" y="405197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0" name="pt1550"/>
            <p:cNvSpPr/>
            <p:nvPr/>
          </p:nvSpPr>
          <p:spPr>
            <a:xfrm>
              <a:off x="5702170" y="432847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1" name="pt1551"/>
            <p:cNvSpPr/>
            <p:nvPr/>
          </p:nvSpPr>
          <p:spPr>
            <a:xfrm>
              <a:off x="5785229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2" name="pt1552"/>
            <p:cNvSpPr/>
            <p:nvPr/>
          </p:nvSpPr>
          <p:spPr>
            <a:xfrm>
              <a:off x="6781943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3" name="pt1553"/>
            <p:cNvSpPr/>
            <p:nvPr/>
          </p:nvSpPr>
          <p:spPr>
            <a:xfrm>
              <a:off x="6574294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4" name="pt1554"/>
            <p:cNvSpPr/>
            <p:nvPr/>
          </p:nvSpPr>
          <p:spPr>
            <a:xfrm>
              <a:off x="5286873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5" name="pt1555"/>
            <p:cNvSpPr/>
            <p:nvPr/>
          </p:nvSpPr>
          <p:spPr>
            <a:xfrm>
              <a:off x="6242056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6" name="pt1556"/>
            <p:cNvSpPr/>
            <p:nvPr/>
          </p:nvSpPr>
          <p:spPr>
            <a:xfrm>
              <a:off x="7031121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7" name="pt1557"/>
            <p:cNvSpPr/>
            <p:nvPr/>
          </p:nvSpPr>
          <p:spPr>
            <a:xfrm>
              <a:off x="7031121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8" name="pt1558"/>
            <p:cNvSpPr/>
            <p:nvPr/>
          </p:nvSpPr>
          <p:spPr>
            <a:xfrm>
              <a:off x="6242056" y="44667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59" name="pt1559"/>
            <p:cNvSpPr/>
            <p:nvPr/>
          </p:nvSpPr>
          <p:spPr>
            <a:xfrm>
              <a:off x="6865002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0" name="pt1560"/>
            <p:cNvSpPr/>
            <p:nvPr/>
          </p:nvSpPr>
          <p:spPr>
            <a:xfrm>
              <a:off x="5577581" y="398284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1" name="pt1561"/>
            <p:cNvSpPr/>
            <p:nvPr/>
          </p:nvSpPr>
          <p:spPr>
            <a:xfrm>
              <a:off x="6615824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2" name="pt1562"/>
            <p:cNvSpPr/>
            <p:nvPr/>
          </p:nvSpPr>
          <p:spPr>
            <a:xfrm>
              <a:off x="6242056" y="409805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3" name="pt1563"/>
            <p:cNvSpPr/>
            <p:nvPr/>
          </p:nvSpPr>
          <p:spPr>
            <a:xfrm>
              <a:off x="6325116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4" name="pt1564"/>
            <p:cNvSpPr/>
            <p:nvPr/>
          </p:nvSpPr>
          <p:spPr>
            <a:xfrm>
              <a:off x="5992878" y="4190223"/>
              <a:ext cx="72220" cy="72220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309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5" name="pt1565"/>
            <p:cNvSpPr/>
            <p:nvPr/>
          </p:nvSpPr>
          <p:spPr>
            <a:xfrm>
              <a:off x="4830046" y="44667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6" name="pt1566"/>
            <p:cNvSpPr/>
            <p:nvPr/>
          </p:nvSpPr>
          <p:spPr>
            <a:xfrm>
              <a:off x="6158997" y="391371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7" name="pt1567"/>
            <p:cNvSpPr/>
            <p:nvPr/>
          </p:nvSpPr>
          <p:spPr>
            <a:xfrm>
              <a:off x="5743700" y="42593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8" name="pt1568"/>
            <p:cNvSpPr/>
            <p:nvPr/>
          </p:nvSpPr>
          <p:spPr>
            <a:xfrm>
              <a:off x="7363359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69" name="pt1569"/>
            <p:cNvSpPr/>
            <p:nvPr/>
          </p:nvSpPr>
          <p:spPr>
            <a:xfrm>
              <a:off x="5369932" y="4051970"/>
              <a:ext cx="72220" cy="72220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309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0" name="pt1570"/>
            <p:cNvSpPr/>
            <p:nvPr/>
          </p:nvSpPr>
          <p:spPr>
            <a:xfrm>
              <a:off x="5079224" y="43976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1" name="pt1571"/>
            <p:cNvSpPr/>
            <p:nvPr/>
          </p:nvSpPr>
          <p:spPr>
            <a:xfrm>
              <a:off x="7031121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2" name="pt1572"/>
            <p:cNvSpPr/>
            <p:nvPr/>
          </p:nvSpPr>
          <p:spPr>
            <a:xfrm>
              <a:off x="4580867" y="596446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3" name="pt1573"/>
            <p:cNvSpPr/>
            <p:nvPr/>
          </p:nvSpPr>
          <p:spPr>
            <a:xfrm>
              <a:off x="6906532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4" name="pt1574"/>
            <p:cNvSpPr/>
            <p:nvPr/>
          </p:nvSpPr>
          <p:spPr>
            <a:xfrm>
              <a:off x="5369932" y="432847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5" name="pt1575"/>
            <p:cNvSpPr/>
            <p:nvPr/>
          </p:nvSpPr>
          <p:spPr>
            <a:xfrm>
              <a:off x="7031121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6" name="pt1576"/>
            <p:cNvSpPr/>
            <p:nvPr/>
          </p:nvSpPr>
          <p:spPr>
            <a:xfrm>
              <a:off x="6200527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7" name="pt1577"/>
            <p:cNvSpPr/>
            <p:nvPr/>
          </p:nvSpPr>
          <p:spPr>
            <a:xfrm>
              <a:off x="7114181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8" name="pt1578"/>
            <p:cNvSpPr/>
            <p:nvPr/>
          </p:nvSpPr>
          <p:spPr>
            <a:xfrm>
              <a:off x="7238770" y="3775465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79" name="pt1579"/>
            <p:cNvSpPr/>
            <p:nvPr/>
          </p:nvSpPr>
          <p:spPr>
            <a:xfrm>
              <a:off x="6491235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0" name="pt1580"/>
            <p:cNvSpPr/>
            <p:nvPr/>
          </p:nvSpPr>
          <p:spPr>
            <a:xfrm>
              <a:off x="5203813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1" name="pt1581"/>
            <p:cNvSpPr/>
            <p:nvPr/>
          </p:nvSpPr>
          <p:spPr>
            <a:xfrm>
              <a:off x="6075937" y="432847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2" name="pt1582"/>
            <p:cNvSpPr/>
            <p:nvPr/>
          </p:nvSpPr>
          <p:spPr>
            <a:xfrm>
              <a:off x="5037694" y="501974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3" name="pt1583"/>
            <p:cNvSpPr/>
            <p:nvPr/>
          </p:nvSpPr>
          <p:spPr>
            <a:xfrm>
              <a:off x="6574294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4" name="pt1584"/>
            <p:cNvSpPr/>
            <p:nvPr/>
          </p:nvSpPr>
          <p:spPr>
            <a:xfrm>
              <a:off x="6200527" y="430543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5" name="pt1585"/>
            <p:cNvSpPr/>
            <p:nvPr/>
          </p:nvSpPr>
          <p:spPr>
            <a:xfrm>
              <a:off x="6408175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6" name="pt1586"/>
            <p:cNvSpPr/>
            <p:nvPr/>
          </p:nvSpPr>
          <p:spPr>
            <a:xfrm>
              <a:off x="6491235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7" name="pt1587"/>
            <p:cNvSpPr/>
            <p:nvPr/>
          </p:nvSpPr>
          <p:spPr>
            <a:xfrm>
              <a:off x="6948062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8" name="pt1588"/>
            <p:cNvSpPr/>
            <p:nvPr/>
          </p:nvSpPr>
          <p:spPr>
            <a:xfrm>
              <a:off x="7114181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89" name="pt1589"/>
            <p:cNvSpPr/>
            <p:nvPr/>
          </p:nvSpPr>
          <p:spPr>
            <a:xfrm>
              <a:off x="7238770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0" name="pt1590"/>
            <p:cNvSpPr/>
            <p:nvPr/>
          </p:nvSpPr>
          <p:spPr>
            <a:xfrm>
              <a:off x="6989592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1" name="pt1591"/>
            <p:cNvSpPr/>
            <p:nvPr/>
          </p:nvSpPr>
          <p:spPr>
            <a:xfrm>
              <a:off x="6989592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2" name="pt1592"/>
            <p:cNvSpPr/>
            <p:nvPr/>
          </p:nvSpPr>
          <p:spPr>
            <a:xfrm>
              <a:off x="5785229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3" name="pt1593"/>
            <p:cNvSpPr/>
            <p:nvPr/>
          </p:nvSpPr>
          <p:spPr>
            <a:xfrm>
              <a:off x="6823473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4" name="pt1594"/>
            <p:cNvSpPr/>
            <p:nvPr/>
          </p:nvSpPr>
          <p:spPr>
            <a:xfrm>
              <a:off x="6283586" y="4121097"/>
              <a:ext cx="72220" cy="72220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309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5" name="pt1595"/>
            <p:cNvSpPr/>
            <p:nvPr/>
          </p:nvSpPr>
          <p:spPr>
            <a:xfrm>
              <a:off x="6117467" y="453585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6" name="pt1596"/>
            <p:cNvSpPr/>
            <p:nvPr/>
          </p:nvSpPr>
          <p:spPr>
            <a:xfrm>
              <a:off x="5619110" y="44667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7" name="pt1597"/>
            <p:cNvSpPr/>
            <p:nvPr/>
          </p:nvSpPr>
          <p:spPr>
            <a:xfrm>
              <a:off x="6449705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8" name="pt1598"/>
            <p:cNvSpPr/>
            <p:nvPr/>
          </p:nvSpPr>
          <p:spPr>
            <a:xfrm>
              <a:off x="5577581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599" name="pt1599"/>
            <p:cNvSpPr/>
            <p:nvPr/>
          </p:nvSpPr>
          <p:spPr>
            <a:xfrm>
              <a:off x="6865002" y="3844591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0" name="pt1600"/>
            <p:cNvSpPr/>
            <p:nvPr/>
          </p:nvSpPr>
          <p:spPr>
            <a:xfrm>
              <a:off x="5785229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1" name="pt1601"/>
            <p:cNvSpPr/>
            <p:nvPr/>
          </p:nvSpPr>
          <p:spPr>
            <a:xfrm>
              <a:off x="5494521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2" name="pt1602"/>
            <p:cNvSpPr/>
            <p:nvPr/>
          </p:nvSpPr>
          <p:spPr>
            <a:xfrm>
              <a:off x="5951348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3" name="pt1603"/>
            <p:cNvSpPr/>
            <p:nvPr/>
          </p:nvSpPr>
          <p:spPr>
            <a:xfrm>
              <a:off x="773712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4" name="pt1604"/>
            <p:cNvSpPr/>
            <p:nvPr/>
          </p:nvSpPr>
          <p:spPr>
            <a:xfrm>
              <a:off x="7571008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5" name="pt1605"/>
            <p:cNvSpPr/>
            <p:nvPr/>
          </p:nvSpPr>
          <p:spPr>
            <a:xfrm>
              <a:off x="5702170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6" name="pt1606"/>
            <p:cNvSpPr/>
            <p:nvPr/>
          </p:nvSpPr>
          <p:spPr>
            <a:xfrm>
              <a:off x="5079224" y="488148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7" name="pt1607"/>
            <p:cNvSpPr/>
            <p:nvPr/>
          </p:nvSpPr>
          <p:spPr>
            <a:xfrm>
              <a:off x="5536051" y="465106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8" name="pt1608"/>
            <p:cNvSpPr/>
            <p:nvPr/>
          </p:nvSpPr>
          <p:spPr>
            <a:xfrm>
              <a:off x="7238770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09" name="pt1609"/>
            <p:cNvSpPr/>
            <p:nvPr/>
          </p:nvSpPr>
          <p:spPr>
            <a:xfrm>
              <a:off x="6823473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0" name="pt1610"/>
            <p:cNvSpPr/>
            <p:nvPr/>
          </p:nvSpPr>
          <p:spPr>
            <a:xfrm>
              <a:off x="6740413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1" name="pt1611"/>
            <p:cNvSpPr/>
            <p:nvPr/>
          </p:nvSpPr>
          <p:spPr>
            <a:xfrm>
              <a:off x="6242056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2" name="pt1612"/>
            <p:cNvSpPr/>
            <p:nvPr/>
          </p:nvSpPr>
          <p:spPr>
            <a:xfrm>
              <a:off x="6366646" y="391371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3" name="pt1613"/>
            <p:cNvSpPr/>
            <p:nvPr/>
          </p:nvSpPr>
          <p:spPr>
            <a:xfrm>
              <a:off x="5494521" y="435151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4" name="pt1614"/>
            <p:cNvSpPr/>
            <p:nvPr/>
          </p:nvSpPr>
          <p:spPr>
            <a:xfrm>
              <a:off x="7280300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5" name="pt1615"/>
            <p:cNvSpPr/>
            <p:nvPr/>
          </p:nvSpPr>
          <p:spPr>
            <a:xfrm>
              <a:off x="5660640" y="412109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6" name="pt1616"/>
            <p:cNvSpPr/>
            <p:nvPr/>
          </p:nvSpPr>
          <p:spPr>
            <a:xfrm>
              <a:off x="5702170" y="43976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7" name="pt1617"/>
            <p:cNvSpPr/>
            <p:nvPr/>
          </p:nvSpPr>
          <p:spPr>
            <a:xfrm>
              <a:off x="5660640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8" name="pt1618"/>
            <p:cNvSpPr/>
            <p:nvPr/>
          </p:nvSpPr>
          <p:spPr>
            <a:xfrm>
              <a:off x="7155710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19" name="pt1619"/>
            <p:cNvSpPr/>
            <p:nvPr/>
          </p:nvSpPr>
          <p:spPr>
            <a:xfrm>
              <a:off x="6865002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0" name="pt1620"/>
            <p:cNvSpPr/>
            <p:nvPr/>
          </p:nvSpPr>
          <p:spPr>
            <a:xfrm>
              <a:off x="6408175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1" name="pt1621"/>
            <p:cNvSpPr/>
            <p:nvPr/>
          </p:nvSpPr>
          <p:spPr>
            <a:xfrm>
              <a:off x="6366646" y="393676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2" name="pt1622"/>
            <p:cNvSpPr/>
            <p:nvPr/>
          </p:nvSpPr>
          <p:spPr>
            <a:xfrm>
              <a:off x="7487948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3" name="pt1623"/>
            <p:cNvSpPr/>
            <p:nvPr/>
          </p:nvSpPr>
          <p:spPr>
            <a:xfrm>
              <a:off x="6200527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4" name="pt1624"/>
            <p:cNvSpPr/>
            <p:nvPr/>
          </p:nvSpPr>
          <p:spPr>
            <a:xfrm>
              <a:off x="7031121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5" name="pt1625"/>
            <p:cNvSpPr/>
            <p:nvPr/>
          </p:nvSpPr>
          <p:spPr>
            <a:xfrm>
              <a:off x="7238770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6" name="pt1626"/>
            <p:cNvSpPr/>
            <p:nvPr/>
          </p:nvSpPr>
          <p:spPr>
            <a:xfrm>
              <a:off x="7114181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7" name="pt1627"/>
            <p:cNvSpPr/>
            <p:nvPr/>
          </p:nvSpPr>
          <p:spPr>
            <a:xfrm>
              <a:off x="5452992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8" name="pt1628"/>
            <p:cNvSpPr/>
            <p:nvPr/>
          </p:nvSpPr>
          <p:spPr>
            <a:xfrm>
              <a:off x="6698883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29" name="pt1629"/>
            <p:cNvSpPr/>
            <p:nvPr/>
          </p:nvSpPr>
          <p:spPr>
            <a:xfrm>
              <a:off x="7114181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0" name="pt1630"/>
            <p:cNvSpPr/>
            <p:nvPr/>
          </p:nvSpPr>
          <p:spPr>
            <a:xfrm>
              <a:off x="6657354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1" name="pt1631"/>
            <p:cNvSpPr/>
            <p:nvPr/>
          </p:nvSpPr>
          <p:spPr>
            <a:xfrm>
              <a:off x="7155710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2" name="pt1632"/>
            <p:cNvSpPr/>
            <p:nvPr/>
          </p:nvSpPr>
          <p:spPr>
            <a:xfrm>
              <a:off x="5619110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3" name="pt1633"/>
            <p:cNvSpPr/>
            <p:nvPr/>
          </p:nvSpPr>
          <p:spPr>
            <a:xfrm>
              <a:off x="6657354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4" name="pt1634"/>
            <p:cNvSpPr/>
            <p:nvPr/>
          </p:nvSpPr>
          <p:spPr>
            <a:xfrm>
              <a:off x="7238770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5" name="pt1635"/>
            <p:cNvSpPr/>
            <p:nvPr/>
          </p:nvSpPr>
          <p:spPr>
            <a:xfrm>
              <a:off x="5079224" y="529624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6" name="pt1636"/>
            <p:cNvSpPr/>
            <p:nvPr/>
          </p:nvSpPr>
          <p:spPr>
            <a:xfrm>
              <a:off x="5162283" y="508886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7" name="pt1637"/>
            <p:cNvSpPr/>
            <p:nvPr/>
          </p:nvSpPr>
          <p:spPr>
            <a:xfrm>
              <a:off x="6657354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8" name="pt1638"/>
            <p:cNvSpPr/>
            <p:nvPr/>
          </p:nvSpPr>
          <p:spPr>
            <a:xfrm>
              <a:off x="5702170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39" name="pt1639"/>
            <p:cNvSpPr/>
            <p:nvPr/>
          </p:nvSpPr>
          <p:spPr>
            <a:xfrm>
              <a:off x="5536051" y="50427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0" name="pt1640"/>
            <p:cNvSpPr/>
            <p:nvPr/>
          </p:nvSpPr>
          <p:spPr>
            <a:xfrm>
              <a:off x="7404889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1" name="pt1641"/>
            <p:cNvSpPr/>
            <p:nvPr/>
          </p:nvSpPr>
          <p:spPr>
            <a:xfrm>
              <a:off x="7654067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2" name="pt1642"/>
            <p:cNvSpPr/>
            <p:nvPr/>
          </p:nvSpPr>
          <p:spPr>
            <a:xfrm>
              <a:off x="7031121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3" name="pt1643"/>
            <p:cNvSpPr/>
            <p:nvPr/>
          </p:nvSpPr>
          <p:spPr>
            <a:xfrm>
              <a:off x="6989592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4" name="pt1644"/>
            <p:cNvSpPr/>
            <p:nvPr/>
          </p:nvSpPr>
          <p:spPr>
            <a:xfrm>
              <a:off x="7155710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5" name="pt1645"/>
            <p:cNvSpPr/>
            <p:nvPr/>
          </p:nvSpPr>
          <p:spPr>
            <a:xfrm>
              <a:off x="6075937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6" name="pt1646"/>
            <p:cNvSpPr/>
            <p:nvPr/>
          </p:nvSpPr>
          <p:spPr>
            <a:xfrm>
              <a:off x="6823473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7" name="pt1647"/>
            <p:cNvSpPr/>
            <p:nvPr/>
          </p:nvSpPr>
          <p:spPr>
            <a:xfrm>
              <a:off x="6740413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8" name="pt1648"/>
            <p:cNvSpPr/>
            <p:nvPr/>
          </p:nvSpPr>
          <p:spPr>
            <a:xfrm>
              <a:off x="6823473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49" name="pt1649"/>
            <p:cNvSpPr/>
            <p:nvPr/>
          </p:nvSpPr>
          <p:spPr>
            <a:xfrm>
              <a:off x="5452992" y="501974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0" name="pt1650"/>
            <p:cNvSpPr/>
            <p:nvPr/>
          </p:nvSpPr>
          <p:spPr>
            <a:xfrm>
              <a:off x="6657354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1" name="pt1651"/>
            <p:cNvSpPr/>
            <p:nvPr/>
          </p:nvSpPr>
          <p:spPr>
            <a:xfrm>
              <a:off x="6532764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2" name="pt1652"/>
            <p:cNvSpPr/>
            <p:nvPr/>
          </p:nvSpPr>
          <p:spPr>
            <a:xfrm>
              <a:off x="5286873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3" name="pt1653"/>
            <p:cNvSpPr/>
            <p:nvPr/>
          </p:nvSpPr>
          <p:spPr>
            <a:xfrm>
              <a:off x="6574294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4" name="pt1654"/>
            <p:cNvSpPr/>
            <p:nvPr/>
          </p:nvSpPr>
          <p:spPr>
            <a:xfrm>
              <a:off x="6989592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5" name="pt1655"/>
            <p:cNvSpPr/>
            <p:nvPr/>
          </p:nvSpPr>
          <p:spPr>
            <a:xfrm>
              <a:off x="5743700" y="42363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6" name="pt1656"/>
            <p:cNvSpPr/>
            <p:nvPr/>
          </p:nvSpPr>
          <p:spPr>
            <a:xfrm>
              <a:off x="7155710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7" name="pt1657"/>
            <p:cNvSpPr/>
            <p:nvPr/>
          </p:nvSpPr>
          <p:spPr>
            <a:xfrm>
              <a:off x="4954635" y="531928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8" name="pt1658"/>
            <p:cNvSpPr/>
            <p:nvPr/>
          </p:nvSpPr>
          <p:spPr>
            <a:xfrm>
              <a:off x="6823473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59" name="pt1659"/>
            <p:cNvSpPr/>
            <p:nvPr/>
          </p:nvSpPr>
          <p:spPr>
            <a:xfrm>
              <a:off x="5494521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0" name="pt1660"/>
            <p:cNvSpPr/>
            <p:nvPr/>
          </p:nvSpPr>
          <p:spPr>
            <a:xfrm>
              <a:off x="5536051" y="43976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1" name="pt1661"/>
            <p:cNvSpPr/>
            <p:nvPr/>
          </p:nvSpPr>
          <p:spPr>
            <a:xfrm>
              <a:off x="6823473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2" name="pt1662"/>
            <p:cNvSpPr/>
            <p:nvPr/>
          </p:nvSpPr>
          <p:spPr>
            <a:xfrm>
              <a:off x="7321829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3" name="pt1663"/>
            <p:cNvSpPr/>
            <p:nvPr/>
          </p:nvSpPr>
          <p:spPr>
            <a:xfrm>
              <a:off x="5951348" y="4121097"/>
              <a:ext cx="72220" cy="72220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309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4" name="pt1664"/>
            <p:cNvSpPr/>
            <p:nvPr/>
          </p:nvSpPr>
          <p:spPr>
            <a:xfrm>
              <a:off x="6034408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5" name="pt1665"/>
            <p:cNvSpPr/>
            <p:nvPr/>
          </p:nvSpPr>
          <p:spPr>
            <a:xfrm>
              <a:off x="5286873" y="501974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6" name="pt1666"/>
            <p:cNvSpPr/>
            <p:nvPr/>
          </p:nvSpPr>
          <p:spPr>
            <a:xfrm>
              <a:off x="5162283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7" name="pt1667"/>
            <p:cNvSpPr/>
            <p:nvPr/>
          </p:nvSpPr>
          <p:spPr>
            <a:xfrm>
              <a:off x="5826759" y="47893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8" name="pt1668"/>
            <p:cNvSpPr/>
            <p:nvPr/>
          </p:nvSpPr>
          <p:spPr>
            <a:xfrm>
              <a:off x="5037694" y="499669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69" name="pt1669"/>
            <p:cNvSpPr/>
            <p:nvPr/>
          </p:nvSpPr>
          <p:spPr>
            <a:xfrm>
              <a:off x="5951348" y="453585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0" name="pt1670"/>
            <p:cNvSpPr/>
            <p:nvPr/>
          </p:nvSpPr>
          <p:spPr>
            <a:xfrm>
              <a:off x="5369932" y="469715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1" name="pt1671"/>
            <p:cNvSpPr/>
            <p:nvPr/>
          </p:nvSpPr>
          <p:spPr>
            <a:xfrm>
              <a:off x="7155710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2" name="pt1672"/>
            <p:cNvSpPr/>
            <p:nvPr/>
          </p:nvSpPr>
          <p:spPr>
            <a:xfrm>
              <a:off x="6242056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3" name="pt1673"/>
            <p:cNvSpPr/>
            <p:nvPr/>
          </p:nvSpPr>
          <p:spPr>
            <a:xfrm>
              <a:off x="4622397" y="598751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4" name="pt1674"/>
            <p:cNvSpPr/>
            <p:nvPr/>
          </p:nvSpPr>
          <p:spPr>
            <a:xfrm>
              <a:off x="5494521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5" name="pt1675"/>
            <p:cNvSpPr/>
            <p:nvPr/>
          </p:nvSpPr>
          <p:spPr>
            <a:xfrm>
              <a:off x="4705456" y="536537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6" name="pt1676"/>
            <p:cNvSpPr/>
            <p:nvPr/>
          </p:nvSpPr>
          <p:spPr>
            <a:xfrm>
              <a:off x="5079224" y="43976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7" name="pt1677"/>
            <p:cNvSpPr/>
            <p:nvPr/>
          </p:nvSpPr>
          <p:spPr>
            <a:xfrm>
              <a:off x="5369932" y="44667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8" name="pt1678"/>
            <p:cNvSpPr/>
            <p:nvPr/>
          </p:nvSpPr>
          <p:spPr>
            <a:xfrm>
              <a:off x="5162283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79" name="pt1679"/>
            <p:cNvSpPr/>
            <p:nvPr/>
          </p:nvSpPr>
          <p:spPr>
            <a:xfrm>
              <a:off x="5120754" y="472019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0" name="pt1680"/>
            <p:cNvSpPr/>
            <p:nvPr/>
          </p:nvSpPr>
          <p:spPr>
            <a:xfrm>
              <a:off x="4996165" y="515799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1" name="pt1681"/>
            <p:cNvSpPr/>
            <p:nvPr/>
          </p:nvSpPr>
          <p:spPr>
            <a:xfrm>
              <a:off x="6075937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2" name="pt1682"/>
            <p:cNvSpPr/>
            <p:nvPr/>
          </p:nvSpPr>
          <p:spPr>
            <a:xfrm>
              <a:off x="6574294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3" name="pt1683"/>
            <p:cNvSpPr/>
            <p:nvPr/>
          </p:nvSpPr>
          <p:spPr>
            <a:xfrm>
              <a:off x="5245343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4" name="pt1684"/>
            <p:cNvSpPr/>
            <p:nvPr/>
          </p:nvSpPr>
          <p:spPr>
            <a:xfrm>
              <a:off x="5120754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5" name="pt1685"/>
            <p:cNvSpPr/>
            <p:nvPr/>
          </p:nvSpPr>
          <p:spPr>
            <a:xfrm>
              <a:off x="7238770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6" name="pt1686"/>
            <p:cNvSpPr/>
            <p:nvPr/>
          </p:nvSpPr>
          <p:spPr>
            <a:xfrm>
              <a:off x="5079224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7" name="pt1687"/>
            <p:cNvSpPr/>
            <p:nvPr/>
          </p:nvSpPr>
          <p:spPr>
            <a:xfrm>
              <a:off x="6657354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8" name="pt1688"/>
            <p:cNvSpPr/>
            <p:nvPr/>
          </p:nvSpPr>
          <p:spPr>
            <a:xfrm>
              <a:off x="5494521" y="44667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89" name="pt1689"/>
            <p:cNvSpPr/>
            <p:nvPr/>
          </p:nvSpPr>
          <p:spPr>
            <a:xfrm>
              <a:off x="6781943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0" name="pt1690"/>
            <p:cNvSpPr/>
            <p:nvPr/>
          </p:nvSpPr>
          <p:spPr>
            <a:xfrm>
              <a:off x="4871575" y="578013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1" name="pt1691"/>
            <p:cNvSpPr/>
            <p:nvPr/>
          </p:nvSpPr>
          <p:spPr>
            <a:xfrm>
              <a:off x="6948062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2" name="pt1692"/>
            <p:cNvSpPr/>
            <p:nvPr/>
          </p:nvSpPr>
          <p:spPr>
            <a:xfrm>
              <a:off x="6075937" y="391371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3" name="pt1693"/>
            <p:cNvSpPr/>
            <p:nvPr/>
          </p:nvSpPr>
          <p:spPr>
            <a:xfrm>
              <a:off x="5037694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4" name="pt1694"/>
            <p:cNvSpPr/>
            <p:nvPr/>
          </p:nvSpPr>
          <p:spPr>
            <a:xfrm>
              <a:off x="5743700" y="432847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5" name="pt1695"/>
            <p:cNvSpPr/>
            <p:nvPr/>
          </p:nvSpPr>
          <p:spPr>
            <a:xfrm>
              <a:off x="6906532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6" name="pt1696"/>
            <p:cNvSpPr/>
            <p:nvPr/>
          </p:nvSpPr>
          <p:spPr>
            <a:xfrm>
              <a:off x="7197240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7" name="pt1697"/>
            <p:cNvSpPr/>
            <p:nvPr/>
          </p:nvSpPr>
          <p:spPr>
            <a:xfrm>
              <a:off x="6989592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8" name="pt1698"/>
            <p:cNvSpPr/>
            <p:nvPr/>
          </p:nvSpPr>
          <p:spPr>
            <a:xfrm>
              <a:off x="5203813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699" name="pt1699"/>
            <p:cNvSpPr/>
            <p:nvPr/>
          </p:nvSpPr>
          <p:spPr>
            <a:xfrm>
              <a:off x="4622397" y="557275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0" name="pt1700"/>
            <p:cNvSpPr/>
            <p:nvPr/>
          </p:nvSpPr>
          <p:spPr>
            <a:xfrm>
              <a:off x="5494521" y="44667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1" name="pt1701"/>
            <p:cNvSpPr/>
            <p:nvPr/>
          </p:nvSpPr>
          <p:spPr>
            <a:xfrm>
              <a:off x="5120754" y="488148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2" name="pt1702"/>
            <p:cNvSpPr/>
            <p:nvPr/>
          </p:nvSpPr>
          <p:spPr>
            <a:xfrm>
              <a:off x="5203813" y="501974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3" name="pt1703"/>
            <p:cNvSpPr/>
            <p:nvPr/>
          </p:nvSpPr>
          <p:spPr>
            <a:xfrm>
              <a:off x="7321829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4" name="pt1704"/>
            <p:cNvSpPr/>
            <p:nvPr/>
          </p:nvSpPr>
          <p:spPr>
            <a:xfrm>
              <a:off x="6242056" y="391371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5" name="pt1705"/>
            <p:cNvSpPr/>
            <p:nvPr/>
          </p:nvSpPr>
          <p:spPr>
            <a:xfrm>
              <a:off x="5037694" y="536537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6" name="pt1706"/>
            <p:cNvSpPr/>
            <p:nvPr/>
          </p:nvSpPr>
          <p:spPr>
            <a:xfrm>
              <a:off x="7321829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7" name="pt1707"/>
            <p:cNvSpPr/>
            <p:nvPr/>
          </p:nvSpPr>
          <p:spPr>
            <a:xfrm>
              <a:off x="7487948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8" name="pt1708"/>
            <p:cNvSpPr/>
            <p:nvPr/>
          </p:nvSpPr>
          <p:spPr>
            <a:xfrm>
              <a:off x="7654067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09" name="pt1709"/>
            <p:cNvSpPr/>
            <p:nvPr/>
          </p:nvSpPr>
          <p:spPr>
            <a:xfrm>
              <a:off x="7321829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0" name="pt1710"/>
            <p:cNvSpPr/>
            <p:nvPr/>
          </p:nvSpPr>
          <p:spPr>
            <a:xfrm>
              <a:off x="4996165" y="508886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1" name="pt1711"/>
            <p:cNvSpPr/>
            <p:nvPr/>
          </p:nvSpPr>
          <p:spPr>
            <a:xfrm>
              <a:off x="5162283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2" name="pt1712"/>
            <p:cNvSpPr/>
            <p:nvPr/>
          </p:nvSpPr>
          <p:spPr>
            <a:xfrm>
              <a:off x="5203813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3" name="pt1713"/>
            <p:cNvSpPr/>
            <p:nvPr/>
          </p:nvSpPr>
          <p:spPr>
            <a:xfrm>
              <a:off x="4830046" y="529624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4" name="pt1714"/>
            <p:cNvSpPr/>
            <p:nvPr/>
          </p:nvSpPr>
          <p:spPr>
            <a:xfrm>
              <a:off x="6823473" y="4051970"/>
              <a:ext cx="72220" cy="72220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309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5" name="pt1715"/>
            <p:cNvSpPr/>
            <p:nvPr/>
          </p:nvSpPr>
          <p:spPr>
            <a:xfrm>
              <a:off x="7321829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6" name="pt1716"/>
            <p:cNvSpPr/>
            <p:nvPr/>
          </p:nvSpPr>
          <p:spPr>
            <a:xfrm>
              <a:off x="7197240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7" name="pt1717"/>
            <p:cNvSpPr/>
            <p:nvPr/>
          </p:nvSpPr>
          <p:spPr>
            <a:xfrm>
              <a:off x="7031121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8" name="pt1718"/>
            <p:cNvSpPr/>
            <p:nvPr/>
          </p:nvSpPr>
          <p:spPr>
            <a:xfrm>
              <a:off x="5494521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19" name="pt1719"/>
            <p:cNvSpPr/>
            <p:nvPr/>
          </p:nvSpPr>
          <p:spPr>
            <a:xfrm>
              <a:off x="5328402" y="515799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0" name="pt1720"/>
            <p:cNvSpPr/>
            <p:nvPr/>
          </p:nvSpPr>
          <p:spPr>
            <a:xfrm>
              <a:off x="5785229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1" name="pt1721"/>
            <p:cNvSpPr/>
            <p:nvPr/>
          </p:nvSpPr>
          <p:spPr>
            <a:xfrm>
              <a:off x="5079224" y="508886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2" name="pt1722"/>
            <p:cNvSpPr/>
            <p:nvPr/>
          </p:nvSpPr>
          <p:spPr>
            <a:xfrm>
              <a:off x="5909819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3" name="pt1723"/>
            <p:cNvSpPr/>
            <p:nvPr/>
          </p:nvSpPr>
          <p:spPr>
            <a:xfrm>
              <a:off x="6532764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4" name="pt1724"/>
            <p:cNvSpPr/>
            <p:nvPr/>
          </p:nvSpPr>
          <p:spPr>
            <a:xfrm>
              <a:off x="5203813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5" name="pt1725"/>
            <p:cNvSpPr/>
            <p:nvPr/>
          </p:nvSpPr>
          <p:spPr>
            <a:xfrm>
              <a:off x="5660640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6" name="pt1726"/>
            <p:cNvSpPr/>
            <p:nvPr/>
          </p:nvSpPr>
          <p:spPr>
            <a:xfrm>
              <a:off x="7363359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7" name="pt1727"/>
            <p:cNvSpPr/>
            <p:nvPr/>
          </p:nvSpPr>
          <p:spPr>
            <a:xfrm>
              <a:off x="5286873" y="501974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8" name="pt1728"/>
            <p:cNvSpPr/>
            <p:nvPr/>
          </p:nvSpPr>
          <p:spPr>
            <a:xfrm>
              <a:off x="6865002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29" name="pt1729"/>
            <p:cNvSpPr/>
            <p:nvPr/>
          </p:nvSpPr>
          <p:spPr>
            <a:xfrm>
              <a:off x="5577581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0" name="pt1730"/>
            <p:cNvSpPr/>
            <p:nvPr/>
          </p:nvSpPr>
          <p:spPr>
            <a:xfrm>
              <a:off x="5286873" y="501974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1" name="pt1731"/>
            <p:cNvSpPr/>
            <p:nvPr/>
          </p:nvSpPr>
          <p:spPr>
            <a:xfrm>
              <a:off x="5369932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2" name="pt1732"/>
            <p:cNvSpPr/>
            <p:nvPr/>
          </p:nvSpPr>
          <p:spPr>
            <a:xfrm>
              <a:off x="5743700" y="47893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3" name="pt1733"/>
            <p:cNvSpPr/>
            <p:nvPr/>
          </p:nvSpPr>
          <p:spPr>
            <a:xfrm>
              <a:off x="6781943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4" name="pt1734"/>
            <p:cNvSpPr/>
            <p:nvPr/>
          </p:nvSpPr>
          <p:spPr>
            <a:xfrm>
              <a:off x="6325116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5" name="pt1735"/>
            <p:cNvSpPr/>
            <p:nvPr/>
          </p:nvSpPr>
          <p:spPr>
            <a:xfrm>
              <a:off x="6698883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6" name="pt1736"/>
            <p:cNvSpPr/>
            <p:nvPr/>
          </p:nvSpPr>
          <p:spPr>
            <a:xfrm>
              <a:off x="5702170" y="51810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7" name="pt1737"/>
            <p:cNvSpPr/>
            <p:nvPr/>
          </p:nvSpPr>
          <p:spPr>
            <a:xfrm>
              <a:off x="5245343" y="469715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8" name="pt1738"/>
            <p:cNvSpPr/>
            <p:nvPr/>
          </p:nvSpPr>
          <p:spPr>
            <a:xfrm>
              <a:off x="5203813" y="497365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39" name="pt1739"/>
            <p:cNvSpPr/>
            <p:nvPr/>
          </p:nvSpPr>
          <p:spPr>
            <a:xfrm>
              <a:off x="5826759" y="44436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0" name="pt1740"/>
            <p:cNvSpPr/>
            <p:nvPr/>
          </p:nvSpPr>
          <p:spPr>
            <a:xfrm>
              <a:off x="4830046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1" name="pt1741"/>
            <p:cNvSpPr/>
            <p:nvPr/>
          </p:nvSpPr>
          <p:spPr>
            <a:xfrm>
              <a:off x="5826759" y="43976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2" name="pt1742"/>
            <p:cNvSpPr/>
            <p:nvPr/>
          </p:nvSpPr>
          <p:spPr>
            <a:xfrm>
              <a:off x="4996165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3" name="pt1743"/>
            <p:cNvSpPr/>
            <p:nvPr/>
          </p:nvSpPr>
          <p:spPr>
            <a:xfrm>
              <a:off x="5286873" y="485844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4" name="pt1744"/>
            <p:cNvSpPr/>
            <p:nvPr/>
          </p:nvSpPr>
          <p:spPr>
            <a:xfrm>
              <a:off x="4539337" y="550362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5" name="pt1745"/>
            <p:cNvSpPr/>
            <p:nvPr/>
          </p:nvSpPr>
          <p:spPr>
            <a:xfrm>
              <a:off x="6948062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6" name="pt1746"/>
            <p:cNvSpPr/>
            <p:nvPr/>
          </p:nvSpPr>
          <p:spPr>
            <a:xfrm>
              <a:off x="7238770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7" name="pt1747"/>
            <p:cNvSpPr/>
            <p:nvPr/>
          </p:nvSpPr>
          <p:spPr>
            <a:xfrm>
              <a:off x="5702170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8" name="pt1748"/>
            <p:cNvSpPr/>
            <p:nvPr/>
          </p:nvSpPr>
          <p:spPr>
            <a:xfrm>
              <a:off x="7321829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49" name="pt1749"/>
            <p:cNvSpPr/>
            <p:nvPr/>
          </p:nvSpPr>
          <p:spPr>
            <a:xfrm>
              <a:off x="6158997" y="412109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0" name="pt1750"/>
            <p:cNvSpPr/>
            <p:nvPr/>
          </p:nvSpPr>
          <p:spPr>
            <a:xfrm>
              <a:off x="5826759" y="43976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1" name="pt1751"/>
            <p:cNvSpPr/>
            <p:nvPr/>
          </p:nvSpPr>
          <p:spPr>
            <a:xfrm>
              <a:off x="6283586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2" name="pt1752"/>
            <p:cNvSpPr/>
            <p:nvPr/>
          </p:nvSpPr>
          <p:spPr>
            <a:xfrm>
              <a:off x="4954635" y="550362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3" name="pt1753"/>
            <p:cNvSpPr/>
            <p:nvPr/>
          </p:nvSpPr>
          <p:spPr>
            <a:xfrm>
              <a:off x="5411462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4" name="pt1754"/>
            <p:cNvSpPr/>
            <p:nvPr/>
          </p:nvSpPr>
          <p:spPr>
            <a:xfrm>
              <a:off x="5120754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5" name="pt1755"/>
            <p:cNvSpPr/>
            <p:nvPr/>
          </p:nvSpPr>
          <p:spPr>
            <a:xfrm>
              <a:off x="5577581" y="465106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6" name="pt1756"/>
            <p:cNvSpPr/>
            <p:nvPr/>
          </p:nvSpPr>
          <p:spPr>
            <a:xfrm>
              <a:off x="6408175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7" name="pt1757"/>
            <p:cNvSpPr/>
            <p:nvPr/>
          </p:nvSpPr>
          <p:spPr>
            <a:xfrm>
              <a:off x="5369932" y="469715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8" name="pt1758"/>
            <p:cNvSpPr/>
            <p:nvPr/>
          </p:nvSpPr>
          <p:spPr>
            <a:xfrm>
              <a:off x="5079224" y="515799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59" name="pt1759"/>
            <p:cNvSpPr/>
            <p:nvPr/>
          </p:nvSpPr>
          <p:spPr>
            <a:xfrm>
              <a:off x="7571008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0" name="pt1760"/>
            <p:cNvSpPr/>
            <p:nvPr/>
          </p:nvSpPr>
          <p:spPr>
            <a:xfrm>
              <a:off x="7197240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1" name="pt1761"/>
            <p:cNvSpPr/>
            <p:nvPr/>
          </p:nvSpPr>
          <p:spPr>
            <a:xfrm>
              <a:off x="6117467" y="391371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2" name="pt1762"/>
            <p:cNvSpPr/>
            <p:nvPr/>
          </p:nvSpPr>
          <p:spPr>
            <a:xfrm>
              <a:off x="6574294" y="3729380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3" name="pt1763"/>
            <p:cNvSpPr/>
            <p:nvPr/>
          </p:nvSpPr>
          <p:spPr>
            <a:xfrm>
              <a:off x="6989592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4" name="pt1764"/>
            <p:cNvSpPr/>
            <p:nvPr/>
          </p:nvSpPr>
          <p:spPr>
            <a:xfrm>
              <a:off x="6865002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5" name="pt1765"/>
            <p:cNvSpPr/>
            <p:nvPr/>
          </p:nvSpPr>
          <p:spPr>
            <a:xfrm>
              <a:off x="6865002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6" name="pt1766"/>
            <p:cNvSpPr/>
            <p:nvPr/>
          </p:nvSpPr>
          <p:spPr>
            <a:xfrm>
              <a:off x="7072651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7" name="pt1767"/>
            <p:cNvSpPr/>
            <p:nvPr/>
          </p:nvSpPr>
          <p:spPr>
            <a:xfrm>
              <a:off x="6283586" y="3867633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8" name="pt1768"/>
            <p:cNvSpPr/>
            <p:nvPr/>
          </p:nvSpPr>
          <p:spPr>
            <a:xfrm>
              <a:off x="5826759" y="405197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69" name="pt1769"/>
            <p:cNvSpPr/>
            <p:nvPr/>
          </p:nvSpPr>
          <p:spPr>
            <a:xfrm>
              <a:off x="6491235" y="3775465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0" name="pt1770"/>
            <p:cNvSpPr/>
            <p:nvPr/>
          </p:nvSpPr>
          <p:spPr>
            <a:xfrm>
              <a:off x="6989592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1" name="pt1771"/>
            <p:cNvSpPr/>
            <p:nvPr/>
          </p:nvSpPr>
          <p:spPr>
            <a:xfrm>
              <a:off x="6906532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2" name="pt1772"/>
            <p:cNvSpPr/>
            <p:nvPr/>
          </p:nvSpPr>
          <p:spPr>
            <a:xfrm>
              <a:off x="5826759" y="405197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3" name="pt1773"/>
            <p:cNvSpPr/>
            <p:nvPr/>
          </p:nvSpPr>
          <p:spPr>
            <a:xfrm>
              <a:off x="5411462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4" name="pt1774"/>
            <p:cNvSpPr/>
            <p:nvPr/>
          </p:nvSpPr>
          <p:spPr>
            <a:xfrm>
              <a:off x="5702170" y="40750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5" name="pt1775"/>
            <p:cNvSpPr/>
            <p:nvPr/>
          </p:nvSpPr>
          <p:spPr>
            <a:xfrm>
              <a:off x="5992878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6" name="pt1776"/>
            <p:cNvSpPr/>
            <p:nvPr/>
          </p:nvSpPr>
          <p:spPr>
            <a:xfrm>
              <a:off x="6698883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7" name="pt1777"/>
            <p:cNvSpPr/>
            <p:nvPr/>
          </p:nvSpPr>
          <p:spPr>
            <a:xfrm>
              <a:off x="7197240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8" name="pt1778"/>
            <p:cNvSpPr/>
            <p:nvPr/>
          </p:nvSpPr>
          <p:spPr>
            <a:xfrm>
              <a:off x="5245343" y="44667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79" name="pt1779"/>
            <p:cNvSpPr/>
            <p:nvPr/>
          </p:nvSpPr>
          <p:spPr>
            <a:xfrm>
              <a:off x="5951348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0" name="pt1780"/>
            <p:cNvSpPr/>
            <p:nvPr/>
          </p:nvSpPr>
          <p:spPr>
            <a:xfrm>
              <a:off x="5577581" y="42823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1" name="pt1781"/>
            <p:cNvSpPr/>
            <p:nvPr/>
          </p:nvSpPr>
          <p:spPr>
            <a:xfrm>
              <a:off x="6325116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2" name="pt1782"/>
            <p:cNvSpPr/>
            <p:nvPr/>
          </p:nvSpPr>
          <p:spPr>
            <a:xfrm>
              <a:off x="6075937" y="421326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3" name="pt1783"/>
            <p:cNvSpPr/>
            <p:nvPr/>
          </p:nvSpPr>
          <p:spPr>
            <a:xfrm>
              <a:off x="6158997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4" name="pt1784"/>
            <p:cNvSpPr/>
            <p:nvPr/>
          </p:nvSpPr>
          <p:spPr>
            <a:xfrm>
              <a:off x="6491235" y="3844591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5" name="pt1785"/>
            <p:cNvSpPr/>
            <p:nvPr/>
          </p:nvSpPr>
          <p:spPr>
            <a:xfrm>
              <a:off x="7072651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6" name="pt1786"/>
            <p:cNvSpPr/>
            <p:nvPr/>
          </p:nvSpPr>
          <p:spPr>
            <a:xfrm>
              <a:off x="6034408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7" name="pt1787"/>
            <p:cNvSpPr/>
            <p:nvPr/>
          </p:nvSpPr>
          <p:spPr>
            <a:xfrm>
              <a:off x="6615824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8" name="pt1788"/>
            <p:cNvSpPr/>
            <p:nvPr/>
          </p:nvSpPr>
          <p:spPr>
            <a:xfrm>
              <a:off x="5909819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89" name="pt1789"/>
            <p:cNvSpPr/>
            <p:nvPr/>
          </p:nvSpPr>
          <p:spPr>
            <a:xfrm>
              <a:off x="5909819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0" name="pt1790"/>
            <p:cNvSpPr/>
            <p:nvPr/>
          </p:nvSpPr>
          <p:spPr>
            <a:xfrm>
              <a:off x="6408175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1" name="pt1791"/>
            <p:cNvSpPr/>
            <p:nvPr/>
          </p:nvSpPr>
          <p:spPr>
            <a:xfrm>
              <a:off x="6532764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2" name="pt1792"/>
            <p:cNvSpPr/>
            <p:nvPr/>
          </p:nvSpPr>
          <p:spPr>
            <a:xfrm>
              <a:off x="6615824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3" name="pt1793"/>
            <p:cNvSpPr/>
            <p:nvPr/>
          </p:nvSpPr>
          <p:spPr>
            <a:xfrm>
              <a:off x="5743700" y="453585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4" name="pt1794"/>
            <p:cNvSpPr/>
            <p:nvPr/>
          </p:nvSpPr>
          <p:spPr>
            <a:xfrm>
              <a:off x="5245343" y="520407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5" name="pt1795"/>
            <p:cNvSpPr/>
            <p:nvPr/>
          </p:nvSpPr>
          <p:spPr>
            <a:xfrm>
              <a:off x="6823473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6" name="pt1796"/>
            <p:cNvSpPr/>
            <p:nvPr/>
          </p:nvSpPr>
          <p:spPr>
            <a:xfrm>
              <a:off x="6532764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7" name="pt1797"/>
            <p:cNvSpPr/>
            <p:nvPr/>
          </p:nvSpPr>
          <p:spPr>
            <a:xfrm>
              <a:off x="6491235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8" name="pt1798"/>
            <p:cNvSpPr/>
            <p:nvPr/>
          </p:nvSpPr>
          <p:spPr>
            <a:xfrm>
              <a:off x="6823473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799" name="pt1799"/>
            <p:cNvSpPr/>
            <p:nvPr/>
          </p:nvSpPr>
          <p:spPr>
            <a:xfrm>
              <a:off x="5369932" y="550362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0" name="pt1800"/>
            <p:cNvSpPr/>
            <p:nvPr/>
          </p:nvSpPr>
          <p:spPr>
            <a:xfrm>
              <a:off x="6740413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1" name="pt1801"/>
            <p:cNvSpPr/>
            <p:nvPr/>
          </p:nvSpPr>
          <p:spPr>
            <a:xfrm>
              <a:off x="7155710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2" name="pt1802"/>
            <p:cNvSpPr/>
            <p:nvPr/>
          </p:nvSpPr>
          <p:spPr>
            <a:xfrm>
              <a:off x="7238770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3" name="pt1803"/>
            <p:cNvSpPr/>
            <p:nvPr/>
          </p:nvSpPr>
          <p:spPr>
            <a:xfrm>
              <a:off x="6075937" y="421326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4" name="pt1804"/>
            <p:cNvSpPr/>
            <p:nvPr/>
          </p:nvSpPr>
          <p:spPr>
            <a:xfrm>
              <a:off x="6158997" y="421326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5" name="pt1805"/>
            <p:cNvSpPr/>
            <p:nvPr/>
          </p:nvSpPr>
          <p:spPr>
            <a:xfrm>
              <a:off x="6740413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6" name="pt1806"/>
            <p:cNvSpPr/>
            <p:nvPr/>
          </p:nvSpPr>
          <p:spPr>
            <a:xfrm>
              <a:off x="6158997" y="412109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7" name="pt1807"/>
            <p:cNvSpPr/>
            <p:nvPr/>
          </p:nvSpPr>
          <p:spPr>
            <a:xfrm>
              <a:off x="6823473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8" name="pt1808"/>
            <p:cNvSpPr/>
            <p:nvPr/>
          </p:nvSpPr>
          <p:spPr>
            <a:xfrm>
              <a:off x="6034408" y="40750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09" name="pt1809"/>
            <p:cNvSpPr/>
            <p:nvPr/>
          </p:nvSpPr>
          <p:spPr>
            <a:xfrm>
              <a:off x="6200527" y="42593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0" name="pt1810"/>
            <p:cNvSpPr/>
            <p:nvPr/>
          </p:nvSpPr>
          <p:spPr>
            <a:xfrm>
              <a:off x="7114181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1" name="pt1811"/>
            <p:cNvSpPr/>
            <p:nvPr/>
          </p:nvSpPr>
          <p:spPr>
            <a:xfrm>
              <a:off x="5494521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2" name="pt1812"/>
            <p:cNvSpPr/>
            <p:nvPr/>
          </p:nvSpPr>
          <p:spPr>
            <a:xfrm>
              <a:off x="5411462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3" name="pt1813"/>
            <p:cNvSpPr/>
            <p:nvPr/>
          </p:nvSpPr>
          <p:spPr>
            <a:xfrm>
              <a:off x="6532764" y="391371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4" name="pt1814"/>
            <p:cNvSpPr/>
            <p:nvPr/>
          </p:nvSpPr>
          <p:spPr>
            <a:xfrm>
              <a:off x="5079224" y="47662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5" name="pt1815"/>
            <p:cNvSpPr/>
            <p:nvPr/>
          </p:nvSpPr>
          <p:spPr>
            <a:xfrm>
              <a:off x="7363359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6" name="pt1816"/>
            <p:cNvSpPr/>
            <p:nvPr/>
          </p:nvSpPr>
          <p:spPr>
            <a:xfrm>
              <a:off x="7487948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7" name="pt1817"/>
            <p:cNvSpPr/>
            <p:nvPr/>
          </p:nvSpPr>
          <p:spPr>
            <a:xfrm>
              <a:off x="5536051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8" name="pt1818"/>
            <p:cNvSpPr/>
            <p:nvPr/>
          </p:nvSpPr>
          <p:spPr>
            <a:xfrm>
              <a:off x="5162283" y="485844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19" name="pt1819"/>
            <p:cNvSpPr/>
            <p:nvPr/>
          </p:nvSpPr>
          <p:spPr>
            <a:xfrm>
              <a:off x="6449705" y="3844591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0" name="pt1820"/>
            <p:cNvSpPr/>
            <p:nvPr/>
          </p:nvSpPr>
          <p:spPr>
            <a:xfrm>
              <a:off x="5369932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1" name="pt1821"/>
            <p:cNvSpPr/>
            <p:nvPr/>
          </p:nvSpPr>
          <p:spPr>
            <a:xfrm>
              <a:off x="7363359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2" name="pt1822"/>
            <p:cNvSpPr/>
            <p:nvPr/>
          </p:nvSpPr>
          <p:spPr>
            <a:xfrm>
              <a:off x="7487948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3" name="pt1823"/>
            <p:cNvSpPr/>
            <p:nvPr/>
          </p:nvSpPr>
          <p:spPr>
            <a:xfrm>
              <a:off x="6989592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4" name="pt1824"/>
            <p:cNvSpPr/>
            <p:nvPr/>
          </p:nvSpPr>
          <p:spPr>
            <a:xfrm>
              <a:off x="6948062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5" name="pt1825"/>
            <p:cNvSpPr/>
            <p:nvPr/>
          </p:nvSpPr>
          <p:spPr>
            <a:xfrm>
              <a:off x="5702170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6" name="pt1826"/>
            <p:cNvSpPr/>
            <p:nvPr/>
          </p:nvSpPr>
          <p:spPr>
            <a:xfrm>
              <a:off x="773712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7" name="pt1827"/>
            <p:cNvSpPr/>
            <p:nvPr/>
          </p:nvSpPr>
          <p:spPr>
            <a:xfrm>
              <a:off x="7321829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8" name="pt1828"/>
            <p:cNvSpPr/>
            <p:nvPr/>
          </p:nvSpPr>
          <p:spPr>
            <a:xfrm>
              <a:off x="5743700" y="430543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29" name="pt1829"/>
            <p:cNvSpPr/>
            <p:nvPr/>
          </p:nvSpPr>
          <p:spPr>
            <a:xfrm>
              <a:off x="6242056" y="3798507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0" name="pt1830"/>
            <p:cNvSpPr/>
            <p:nvPr/>
          </p:nvSpPr>
          <p:spPr>
            <a:xfrm>
              <a:off x="6698883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1" name="pt1831"/>
            <p:cNvSpPr/>
            <p:nvPr/>
          </p:nvSpPr>
          <p:spPr>
            <a:xfrm>
              <a:off x="5992878" y="458194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2" name="pt1832"/>
            <p:cNvSpPr/>
            <p:nvPr/>
          </p:nvSpPr>
          <p:spPr>
            <a:xfrm>
              <a:off x="6740413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3" name="pt1833"/>
            <p:cNvSpPr/>
            <p:nvPr/>
          </p:nvSpPr>
          <p:spPr>
            <a:xfrm>
              <a:off x="5411462" y="42593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4" name="pt1834"/>
            <p:cNvSpPr/>
            <p:nvPr/>
          </p:nvSpPr>
          <p:spPr>
            <a:xfrm>
              <a:off x="5203813" y="488148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5" name="pt1835"/>
            <p:cNvSpPr/>
            <p:nvPr/>
          </p:nvSpPr>
          <p:spPr>
            <a:xfrm>
              <a:off x="5992878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6" name="pt1836"/>
            <p:cNvSpPr/>
            <p:nvPr/>
          </p:nvSpPr>
          <p:spPr>
            <a:xfrm>
              <a:off x="6491235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7" name="pt1837"/>
            <p:cNvSpPr/>
            <p:nvPr/>
          </p:nvSpPr>
          <p:spPr>
            <a:xfrm>
              <a:off x="5743700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8" name="pt1838"/>
            <p:cNvSpPr/>
            <p:nvPr/>
          </p:nvSpPr>
          <p:spPr>
            <a:xfrm>
              <a:off x="5328402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39" name="pt1839"/>
            <p:cNvSpPr/>
            <p:nvPr/>
          </p:nvSpPr>
          <p:spPr>
            <a:xfrm>
              <a:off x="5369932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0" name="pt1840"/>
            <p:cNvSpPr/>
            <p:nvPr/>
          </p:nvSpPr>
          <p:spPr>
            <a:xfrm>
              <a:off x="5328402" y="515799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1" name="pt1841"/>
            <p:cNvSpPr/>
            <p:nvPr/>
          </p:nvSpPr>
          <p:spPr>
            <a:xfrm>
              <a:off x="5286873" y="48354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2" name="pt1842"/>
            <p:cNvSpPr/>
            <p:nvPr/>
          </p:nvSpPr>
          <p:spPr>
            <a:xfrm>
              <a:off x="5120754" y="47893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3" name="pt1843"/>
            <p:cNvSpPr/>
            <p:nvPr/>
          </p:nvSpPr>
          <p:spPr>
            <a:xfrm>
              <a:off x="5785229" y="47893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4" name="pt1844"/>
            <p:cNvSpPr/>
            <p:nvPr/>
          </p:nvSpPr>
          <p:spPr>
            <a:xfrm>
              <a:off x="5162283" y="490453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5" name="pt1845"/>
            <p:cNvSpPr/>
            <p:nvPr/>
          </p:nvSpPr>
          <p:spPr>
            <a:xfrm>
              <a:off x="6449705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6" name="pt1846"/>
            <p:cNvSpPr/>
            <p:nvPr/>
          </p:nvSpPr>
          <p:spPr>
            <a:xfrm>
              <a:off x="5369932" y="47662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7" name="pt1847"/>
            <p:cNvSpPr/>
            <p:nvPr/>
          </p:nvSpPr>
          <p:spPr>
            <a:xfrm>
              <a:off x="6491235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8" name="pt1848"/>
            <p:cNvSpPr/>
            <p:nvPr/>
          </p:nvSpPr>
          <p:spPr>
            <a:xfrm>
              <a:off x="6989592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49" name="pt1849"/>
            <p:cNvSpPr/>
            <p:nvPr/>
          </p:nvSpPr>
          <p:spPr>
            <a:xfrm>
              <a:off x="4913105" y="529624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0" name="pt1850"/>
            <p:cNvSpPr/>
            <p:nvPr/>
          </p:nvSpPr>
          <p:spPr>
            <a:xfrm>
              <a:off x="6615824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1" name="pt1851"/>
            <p:cNvSpPr/>
            <p:nvPr/>
          </p:nvSpPr>
          <p:spPr>
            <a:xfrm>
              <a:off x="5328402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2" name="pt1852"/>
            <p:cNvSpPr/>
            <p:nvPr/>
          </p:nvSpPr>
          <p:spPr>
            <a:xfrm>
              <a:off x="6532764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3" name="pt1853"/>
            <p:cNvSpPr/>
            <p:nvPr/>
          </p:nvSpPr>
          <p:spPr>
            <a:xfrm>
              <a:off x="5286873" y="488148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4" name="pt1854"/>
            <p:cNvSpPr/>
            <p:nvPr/>
          </p:nvSpPr>
          <p:spPr>
            <a:xfrm>
              <a:off x="5452992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5" name="pt1855"/>
            <p:cNvSpPr/>
            <p:nvPr/>
          </p:nvSpPr>
          <p:spPr>
            <a:xfrm>
              <a:off x="5203813" y="511190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6" name="pt1856"/>
            <p:cNvSpPr/>
            <p:nvPr/>
          </p:nvSpPr>
          <p:spPr>
            <a:xfrm>
              <a:off x="6532764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7" name="pt1857"/>
            <p:cNvSpPr/>
            <p:nvPr/>
          </p:nvSpPr>
          <p:spPr>
            <a:xfrm>
              <a:off x="5328402" y="50427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8" name="pt1858"/>
            <p:cNvSpPr/>
            <p:nvPr/>
          </p:nvSpPr>
          <p:spPr>
            <a:xfrm>
              <a:off x="5577581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59" name="pt1859"/>
            <p:cNvSpPr/>
            <p:nvPr/>
          </p:nvSpPr>
          <p:spPr>
            <a:xfrm>
              <a:off x="5203813" y="591838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0" name="pt1860"/>
            <p:cNvSpPr/>
            <p:nvPr/>
          </p:nvSpPr>
          <p:spPr>
            <a:xfrm>
              <a:off x="6740413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1" name="pt1861"/>
            <p:cNvSpPr/>
            <p:nvPr/>
          </p:nvSpPr>
          <p:spPr>
            <a:xfrm>
              <a:off x="5452992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2" name="pt1862"/>
            <p:cNvSpPr/>
            <p:nvPr/>
          </p:nvSpPr>
          <p:spPr>
            <a:xfrm>
              <a:off x="5951348" y="41441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3" name="pt1863"/>
            <p:cNvSpPr/>
            <p:nvPr/>
          </p:nvSpPr>
          <p:spPr>
            <a:xfrm>
              <a:off x="5245343" y="472019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4" name="pt1864"/>
            <p:cNvSpPr/>
            <p:nvPr/>
          </p:nvSpPr>
          <p:spPr>
            <a:xfrm>
              <a:off x="5494521" y="448977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5" name="pt1865"/>
            <p:cNvSpPr/>
            <p:nvPr/>
          </p:nvSpPr>
          <p:spPr>
            <a:xfrm>
              <a:off x="5785229" y="42593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6" name="pt1866"/>
            <p:cNvSpPr/>
            <p:nvPr/>
          </p:nvSpPr>
          <p:spPr>
            <a:xfrm>
              <a:off x="7072651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7" name="pt1867"/>
            <p:cNvSpPr/>
            <p:nvPr/>
          </p:nvSpPr>
          <p:spPr>
            <a:xfrm>
              <a:off x="5826759" y="400588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8" name="pt1868"/>
            <p:cNvSpPr/>
            <p:nvPr/>
          </p:nvSpPr>
          <p:spPr>
            <a:xfrm>
              <a:off x="6117467" y="42593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69" name="pt1869"/>
            <p:cNvSpPr/>
            <p:nvPr/>
          </p:nvSpPr>
          <p:spPr>
            <a:xfrm>
              <a:off x="5079224" y="51810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0" name="pt1870"/>
            <p:cNvSpPr/>
            <p:nvPr/>
          </p:nvSpPr>
          <p:spPr>
            <a:xfrm>
              <a:off x="5785229" y="453585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1" name="pt1871"/>
            <p:cNvSpPr/>
            <p:nvPr/>
          </p:nvSpPr>
          <p:spPr>
            <a:xfrm>
              <a:off x="5328402" y="529624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2" name="pt1872"/>
            <p:cNvSpPr/>
            <p:nvPr/>
          </p:nvSpPr>
          <p:spPr>
            <a:xfrm>
              <a:off x="7321829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3" name="pt1873"/>
            <p:cNvSpPr/>
            <p:nvPr/>
          </p:nvSpPr>
          <p:spPr>
            <a:xfrm>
              <a:off x="5951348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4" name="pt1874"/>
            <p:cNvSpPr/>
            <p:nvPr/>
          </p:nvSpPr>
          <p:spPr>
            <a:xfrm>
              <a:off x="5494521" y="432847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5" name="pt1875"/>
            <p:cNvSpPr/>
            <p:nvPr/>
          </p:nvSpPr>
          <p:spPr>
            <a:xfrm>
              <a:off x="5411462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6" name="pt1876"/>
            <p:cNvSpPr/>
            <p:nvPr/>
          </p:nvSpPr>
          <p:spPr>
            <a:xfrm>
              <a:off x="5162283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7" name="pt1877"/>
            <p:cNvSpPr/>
            <p:nvPr/>
          </p:nvSpPr>
          <p:spPr>
            <a:xfrm>
              <a:off x="4830046" y="575708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8" name="pt1878"/>
            <p:cNvSpPr/>
            <p:nvPr/>
          </p:nvSpPr>
          <p:spPr>
            <a:xfrm>
              <a:off x="773712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79" name="pt1879"/>
            <p:cNvSpPr/>
            <p:nvPr/>
          </p:nvSpPr>
          <p:spPr>
            <a:xfrm>
              <a:off x="6948062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0" name="pt1880"/>
            <p:cNvSpPr/>
            <p:nvPr/>
          </p:nvSpPr>
          <p:spPr>
            <a:xfrm>
              <a:off x="7114181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1" name="pt1881"/>
            <p:cNvSpPr/>
            <p:nvPr/>
          </p:nvSpPr>
          <p:spPr>
            <a:xfrm>
              <a:off x="5951348" y="44436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2" name="pt1882"/>
            <p:cNvSpPr/>
            <p:nvPr/>
          </p:nvSpPr>
          <p:spPr>
            <a:xfrm>
              <a:off x="6740413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3" name="pt1883"/>
            <p:cNvSpPr/>
            <p:nvPr/>
          </p:nvSpPr>
          <p:spPr>
            <a:xfrm>
              <a:off x="6325116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4" name="pt1884"/>
            <p:cNvSpPr/>
            <p:nvPr/>
          </p:nvSpPr>
          <p:spPr>
            <a:xfrm>
              <a:off x="5328402" y="490453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5" name="pt1885"/>
            <p:cNvSpPr/>
            <p:nvPr/>
          </p:nvSpPr>
          <p:spPr>
            <a:xfrm>
              <a:off x="5369932" y="50427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6" name="pt1886"/>
            <p:cNvSpPr/>
            <p:nvPr/>
          </p:nvSpPr>
          <p:spPr>
            <a:xfrm>
              <a:off x="5785229" y="44667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7" name="pt1887"/>
            <p:cNvSpPr/>
            <p:nvPr/>
          </p:nvSpPr>
          <p:spPr>
            <a:xfrm>
              <a:off x="6158997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8" name="pt1888"/>
            <p:cNvSpPr/>
            <p:nvPr/>
          </p:nvSpPr>
          <p:spPr>
            <a:xfrm>
              <a:off x="7737127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89" name="pt1889"/>
            <p:cNvSpPr/>
            <p:nvPr/>
          </p:nvSpPr>
          <p:spPr>
            <a:xfrm>
              <a:off x="6740413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0" name="pt1890"/>
            <p:cNvSpPr/>
            <p:nvPr/>
          </p:nvSpPr>
          <p:spPr>
            <a:xfrm>
              <a:off x="5909819" y="453585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1" name="pt1891"/>
            <p:cNvSpPr/>
            <p:nvPr/>
          </p:nvSpPr>
          <p:spPr>
            <a:xfrm>
              <a:off x="6408175" y="400588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2" name="pt1892"/>
            <p:cNvSpPr/>
            <p:nvPr/>
          </p:nvSpPr>
          <p:spPr>
            <a:xfrm>
              <a:off x="5577581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3" name="pt1893"/>
            <p:cNvSpPr/>
            <p:nvPr/>
          </p:nvSpPr>
          <p:spPr>
            <a:xfrm>
              <a:off x="5951348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4" name="pt1894"/>
            <p:cNvSpPr/>
            <p:nvPr/>
          </p:nvSpPr>
          <p:spPr>
            <a:xfrm>
              <a:off x="6698883" y="3844591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5" name="pt1895"/>
            <p:cNvSpPr/>
            <p:nvPr/>
          </p:nvSpPr>
          <p:spPr>
            <a:xfrm>
              <a:off x="5619110" y="47662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6" name="pt1896"/>
            <p:cNvSpPr/>
            <p:nvPr/>
          </p:nvSpPr>
          <p:spPr>
            <a:xfrm>
              <a:off x="5162283" y="511190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7" name="pt1897"/>
            <p:cNvSpPr/>
            <p:nvPr/>
          </p:nvSpPr>
          <p:spPr>
            <a:xfrm>
              <a:off x="5660640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8" name="pt1898"/>
            <p:cNvSpPr/>
            <p:nvPr/>
          </p:nvSpPr>
          <p:spPr>
            <a:xfrm>
              <a:off x="765406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899" name="pt1899"/>
            <p:cNvSpPr/>
            <p:nvPr/>
          </p:nvSpPr>
          <p:spPr>
            <a:xfrm>
              <a:off x="6781943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0" name="pt1900"/>
            <p:cNvSpPr/>
            <p:nvPr/>
          </p:nvSpPr>
          <p:spPr>
            <a:xfrm>
              <a:off x="5868289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1" name="pt1901"/>
            <p:cNvSpPr/>
            <p:nvPr/>
          </p:nvSpPr>
          <p:spPr>
            <a:xfrm>
              <a:off x="6449705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2" name="pt1902"/>
            <p:cNvSpPr/>
            <p:nvPr/>
          </p:nvSpPr>
          <p:spPr>
            <a:xfrm>
              <a:off x="5286873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3" name="pt1903"/>
            <p:cNvSpPr/>
            <p:nvPr/>
          </p:nvSpPr>
          <p:spPr>
            <a:xfrm>
              <a:off x="5245343" y="529624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4" name="pt1904"/>
            <p:cNvSpPr/>
            <p:nvPr/>
          </p:nvSpPr>
          <p:spPr>
            <a:xfrm>
              <a:off x="5079224" y="51810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5" name="pt1905"/>
            <p:cNvSpPr/>
            <p:nvPr/>
          </p:nvSpPr>
          <p:spPr>
            <a:xfrm>
              <a:off x="6698883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6" name="pt1906"/>
            <p:cNvSpPr/>
            <p:nvPr/>
          </p:nvSpPr>
          <p:spPr>
            <a:xfrm>
              <a:off x="7114181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7" name="pt1907"/>
            <p:cNvSpPr/>
            <p:nvPr/>
          </p:nvSpPr>
          <p:spPr>
            <a:xfrm>
              <a:off x="6283586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8" name="pt1908"/>
            <p:cNvSpPr/>
            <p:nvPr/>
          </p:nvSpPr>
          <p:spPr>
            <a:xfrm>
              <a:off x="4954635" y="527320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09" name="pt1909"/>
            <p:cNvSpPr/>
            <p:nvPr/>
          </p:nvSpPr>
          <p:spPr>
            <a:xfrm>
              <a:off x="5245343" y="534233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0" name="pt1910"/>
            <p:cNvSpPr/>
            <p:nvPr/>
          </p:nvSpPr>
          <p:spPr>
            <a:xfrm>
              <a:off x="6740413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1" name="pt1911"/>
            <p:cNvSpPr/>
            <p:nvPr/>
          </p:nvSpPr>
          <p:spPr>
            <a:xfrm>
              <a:off x="6657354" y="3844591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2" name="pt1912"/>
            <p:cNvSpPr/>
            <p:nvPr/>
          </p:nvSpPr>
          <p:spPr>
            <a:xfrm>
              <a:off x="4830046" y="515799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3" name="pt1913"/>
            <p:cNvSpPr/>
            <p:nvPr/>
          </p:nvSpPr>
          <p:spPr>
            <a:xfrm>
              <a:off x="6823473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4" name="pt1914"/>
            <p:cNvSpPr/>
            <p:nvPr/>
          </p:nvSpPr>
          <p:spPr>
            <a:xfrm>
              <a:off x="7238770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5" name="pt1915"/>
            <p:cNvSpPr/>
            <p:nvPr/>
          </p:nvSpPr>
          <p:spPr>
            <a:xfrm>
              <a:off x="6491235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6" name="pt1916"/>
            <p:cNvSpPr/>
            <p:nvPr/>
          </p:nvSpPr>
          <p:spPr>
            <a:xfrm>
              <a:off x="5079224" y="573404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7" name="pt1917"/>
            <p:cNvSpPr/>
            <p:nvPr/>
          </p:nvSpPr>
          <p:spPr>
            <a:xfrm>
              <a:off x="6117467" y="41441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8" name="pt1918"/>
            <p:cNvSpPr/>
            <p:nvPr/>
          </p:nvSpPr>
          <p:spPr>
            <a:xfrm>
              <a:off x="7072651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19" name="pt1919"/>
            <p:cNvSpPr/>
            <p:nvPr/>
          </p:nvSpPr>
          <p:spPr>
            <a:xfrm>
              <a:off x="7114181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0" name="pt1920"/>
            <p:cNvSpPr/>
            <p:nvPr/>
          </p:nvSpPr>
          <p:spPr>
            <a:xfrm>
              <a:off x="7155710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1" name="pt1921"/>
            <p:cNvSpPr/>
            <p:nvPr/>
          </p:nvSpPr>
          <p:spPr>
            <a:xfrm>
              <a:off x="7321829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2" name="pt1922"/>
            <p:cNvSpPr/>
            <p:nvPr/>
          </p:nvSpPr>
          <p:spPr>
            <a:xfrm>
              <a:off x="6075937" y="448977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3" name="pt1923"/>
            <p:cNvSpPr/>
            <p:nvPr/>
          </p:nvSpPr>
          <p:spPr>
            <a:xfrm>
              <a:off x="5743700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4" name="pt1924"/>
            <p:cNvSpPr/>
            <p:nvPr/>
          </p:nvSpPr>
          <p:spPr>
            <a:xfrm>
              <a:off x="7072651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5" name="pt1925"/>
            <p:cNvSpPr/>
            <p:nvPr/>
          </p:nvSpPr>
          <p:spPr>
            <a:xfrm>
              <a:off x="6906532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6" name="pt1926"/>
            <p:cNvSpPr/>
            <p:nvPr/>
          </p:nvSpPr>
          <p:spPr>
            <a:xfrm>
              <a:off x="5037694" y="513495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7" name="pt1927"/>
            <p:cNvSpPr/>
            <p:nvPr/>
          </p:nvSpPr>
          <p:spPr>
            <a:xfrm>
              <a:off x="6823473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8" name="pt1928"/>
            <p:cNvSpPr/>
            <p:nvPr/>
          </p:nvSpPr>
          <p:spPr>
            <a:xfrm>
              <a:off x="5743700" y="432847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29" name="pt1929"/>
            <p:cNvSpPr/>
            <p:nvPr/>
          </p:nvSpPr>
          <p:spPr>
            <a:xfrm>
              <a:off x="5660640" y="41441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0" name="pt1930"/>
            <p:cNvSpPr/>
            <p:nvPr/>
          </p:nvSpPr>
          <p:spPr>
            <a:xfrm>
              <a:off x="6740413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1" name="pt1931"/>
            <p:cNvSpPr/>
            <p:nvPr/>
          </p:nvSpPr>
          <p:spPr>
            <a:xfrm>
              <a:off x="5536051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2" name="pt1932"/>
            <p:cNvSpPr/>
            <p:nvPr/>
          </p:nvSpPr>
          <p:spPr>
            <a:xfrm>
              <a:off x="5909819" y="44667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3" name="pt1933"/>
            <p:cNvSpPr/>
            <p:nvPr/>
          </p:nvSpPr>
          <p:spPr>
            <a:xfrm>
              <a:off x="5536051" y="430543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4" name="pt1934"/>
            <p:cNvSpPr/>
            <p:nvPr/>
          </p:nvSpPr>
          <p:spPr>
            <a:xfrm>
              <a:off x="7197240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5" name="pt1935"/>
            <p:cNvSpPr/>
            <p:nvPr/>
          </p:nvSpPr>
          <p:spPr>
            <a:xfrm>
              <a:off x="5120754" y="571100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36" name="tx1936"/>
            <p:cNvSpPr/>
            <p:nvPr/>
          </p:nvSpPr>
          <p:spPr>
            <a:xfrm>
              <a:off x="4550530" y="3721316"/>
              <a:ext cx="91715" cy="909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1937" name="tx1937"/>
            <p:cNvSpPr/>
            <p:nvPr/>
          </p:nvSpPr>
          <p:spPr>
            <a:xfrm>
              <a:off x="4655882" y="3685765"/>
              <a:ext cx="49441" cy="63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938" name="tx1938"/>
            <p:cNvSpPr/>
            <p:nvPr/>
          </p:nvSpPr>
          <p:spPr>
            <a:xfrm>
              <a:off x="4705324" y="3812225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939" name="tx1939"/>
            <p:cNvSpPr/>
            <p:nvPr/>
          </p:nvSpPr>
          <p:spPr>
            <a:xfrm>
              <a:off x="4740112" y="3774212"/>
              <a:ext cx="74166" cy="380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1940" name="tx1940"/>
            <p:cNvSpPr/>
            <p:nvPr/>
          </p:nvSpPr>
          <p:spPr>
            <a:xfrm>
              <a:off x="4814278" y="3812225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941" name="tx1941"/>
            <p:cNvSpPr/>
            <p:nvPr/>
          </p:nvSpPr>
          <p:spPr>
            <a:xfrm>
              <a:off x="4849067" y="3719332"/>
              <a:ext cx="247178" cy="9289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0.73</a:t>
              </a:r>
            </a:p>
          </p:txBody>
        </p:sp>
        <p:sp>
          <p:nvSpPr>
            <p:cNvPr id="1942" name="tx1942"/>
            <p:cNvSpPr/>
            <p:nvPr/>
          </p:nvSpPr>
          <p:spPr>
            <a:xfrm>
              <a:off x="4550530" y="3858187"/>
              <a:ext cx="91715" cy="909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1943" name="tx1943"/>
            <p:cNvSpPr/>
            <p:nvPr/>
          </p:nvSpPr>
          <p:spPr>
            <a:xfrm>
              <a:off x="4655882" y="3822635"/>
              <a:ext cx="49441" cy="63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1944" name="tx1944"/>
            <p:cNvSpPr/>
            <p:nvPr/>
          </p:nvSpPr>
          <p:spPr>
            <a:xfrm>
              <a:off x="4705324" y="3949096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FF7F0E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945" name="tx1945"/>
            <p:cNvSpPr/>
            <p:nvPr/>
          </p:nvSpPr>
          <p:spPr>
            <a:xfrm>
              <a:off x="4740112" y="3911083"/>
              <a:ext cx="74166" cy="380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1946" name="tx1946"/>
            <p:cNvSpPr/>
            <p:nvPr/>
          </p:nvSpPr>
          <p:spPr>
            <a:xfrm>
              <a:off x="4814278" y="3949096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FF7F0E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1947" name="tx1947"/>
            <p:cNvSpPr/>
            <p:nvPr/>
          </p:nvSpPr>
          <p:spPr>
            <a:xfrm>
              <a:off x="4849067" y="3856264"/>
              <a:ext cx="247178" cy="9283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0.47</a:t>
              </a:r>
            </a:p>
          </p:txBody>
        </p:sp>
        <p:sp>
          <p:nvSpPr>
            <p:cNvPr id="1948" name="pl1948"/>
            <p:cNvSpPr/>
            <p:nvPr/>
          </p:nvSpPr>
          <p:spPr>
            <a:xfrm>
              <a:off x="4533918" y="3548895"/>
              <a:ext cx="2470640" cy="2029903"/>
            </a:xfrm>
            <a:custGeom>
              <a:avLst/>
              <a:gdLst/>
              <a:ahLst/>
              <a:cxnLst/>
              <a:rect l="0" t="0" r="0" b="0"/>
              <a:pathLst>
                <a:path w="2470640" h="2029903">
                  <a:moveTo>
                    <a:pt x="0" y="2029903"/>
                  </a:moveTo>
                  <a:lnTo>
                    <a:pt x="34695" y="2001396"/>
                  </a:lnTo>
                  <a:lnTo>
                    <a:pt x="69391" y="1972890"/>
                  </a:lnTo>
                  <a:lnTo>
                    <a:pt x="104087" y="1944383"/>
                  </a:lnTo>
                  <a:lnTo>
                    <a:pt x="138782" y="1915877"/>
                  </a:lnTo>
                  <a:lnTo>
                    <a:pt x="173478" y="1887371"/>
                  </a:lnTo>
                  <a:lnTo>
                    <a:pt x="208174" y="1858864"/>
                  </a:lnTo>
                  <a:lnTo>
                    <a:pt x="242870" y="1830358"/>
                  </a:lnTo>
                  <a:lnTo>
                    <a:pt x="277565" y="1801852"/>
                  </a:lnTo>
                  <a:lnTo>
                    <a:pt x="312261" y="1773345"/>
                  </a:lnTo>
                  <a:lnTo>
                    <a:pt x="346957" y="1744839"/>
                  </a:lnTo>
                  <a:lnTo>
                    <a:pt x="381652" y="1716333"/>
                  </a:lnTo>
                  <a:lnTo>
                    <a:pt x="416348" y="1687826"/>
                  </a:lnTo>
                  <a:lnTo>
                    <a:pt x="451044" y="1659320"/>
                  </a:lnTo>
                  <a:lnTo>
                    <a:pt x="485740" y="1630814"/>
                  </a:lnTo>
                  <a:lnTo>
                    <a:pt x="520435" y="1602307"/>
                  </a:lnTo>
                  <a:lnTo>
                    <a:pt x="555131" y="1573801"/>
                  </a:lnTo>
                  <a:lnTo>
                    <a:pt x="589827" y="1545295"/>
                  </a:lnTo>
                  <a:lnTo>
                    <a:pt x="624523" y="1516788"/>
                  </a:lnTo>
                  <a:lnTo>
                    <a:pt x="659218" y="1488282"/>
                  </a:lnTo>
                  <a:lnTo>
                    <a:pt x="693914" y="1459776"/>
                  </a:lnTo>
                  <a:lnTo>
                    <a:pt x="728610" y="1431269"/>
                  </a:lnTo>
                  <a:lnTo>
                    <a:pt x="763305" y="1402763"/>
                  </a:lnTo>
                  <a:lnTo>
                    <a:pt x="798001" y="1374256"/>
                  </a:lnTo>
                  <a:lnTo>
                    <a:pt x="832697" y="1345750"/>
                  </a:lnTo>
                  <a:lnTo>
                    <a:pt x="867393" y="1317244"/>
                  </a:lnTo>
                  <a:lnTo>
                    <a:pt x="902088" y="1288737"/>
                  </a:lnTo>
                  <a:lnTo>
                    <a:pt x="936784" y="1260231"/>
                  </a:lnTo>
                  <a:lnTo>
                    <a:pt x="971480" y="1231725"/>
                  </a:lnTo>
                  <a:lnTo>
                    <a:pt x="1006175" y="1203218"/>
                  </a:lnTo>
                  <a:lnTo>
                    <a:pt x="1040871" y="1174712"/>
                  </a:lnTo>
                  <a:lnTo>
                    <a:pt x="1075567" y="1146206"/>
                  </a:lnTo>
                  <a:lnTo>
                    <a:pt x="1110263" y="1117699"/>
                  </a:lnTo>
                  <a:lnTo>
                    <a:pt x="1144958" y="1089193"/>
                  </a:lnTo>
                  <a:lnTo>
                    <a:pt x="1179654" y="1060687"/>
                  </a:lnTo>
                  <a:lnTo>
                    <a:pt x="1214350" y="1032180"/>
                  </a:lnTo>
                  <a:lnTo>
                    <a:pt x="1249046" y="1003674"/>
                  </a:lnTo>
                  <a:lnTo>
                    <a:pt x="1283741" y="975168"/>
                  </a:lnTo>
                  <a:lnTo>
                    <a:pt x="1318437" y="946661"/>
                  </a:lnTo>
                  <a:lnTo>
                    <a:pt x="1353133" y="918155"/>
                  </a:lnTo>
                  <a:lnTo>
                    <a:pt x="1387828" y="889648"/>
                  </a:lnTo>
                  <a:lnTo>
                    <a:pt x="1422524" y="861142"/>
                  </a:lnTo>
                  <a:lnTo>
                    <a:pt x="1457220" y="832636"/>
                  </a:lnTo>
                  <a:lnTo>
                    <a:pt x="1491916" y="804129"/>
                  </a:lnTo>
                  <a:lnTo>
                    <a:pt x="1526611" y="775623"/>
                  </a:lnTo>
                  <a:lnTo>
                    <a:pt x="1561307" y="747117"/>
                  </a:lnTo>
                  <a:lnTo>
                    <a:pt x="1596003" y="718610"/>
                  </a:lnTo>
                  <a:lnTo>
                    <a:pt x="1630698" y="690104"/>
                  </a:lnTo>
                  <a:lnTo>
                    <a:pt x="1665394" y="661598"/>
                  </a:lnTo>
                  <a:lnTo>
                    <a:pt x="1700090" y="633091"/>
                  </a:lnTo>
                  <a:lnTo>
                    <a:pt x="1734786" y="604585"/>
                  </a:lnTo>
                  <a:lnTo>
                    <a:pt x="1769481" y="576079"/>
                  </a:lnTo>
                  <a:lnTo>
                    <a:pt x="1804177" y="547572"/>
                  </a:lnTo>
                  <a:lnTo>
                    <a:pt x="1838873" y="519066"/>
                  </a:lnTo>
                  <a:lnTo>
                    <a:pt x="1873569" y="490560"/>
                  </a:lnTo>
                  <a:lnTo>
                    <a:pt x="1908264" y="462053"/>
                  </a:lnTo>
                  <a:lnTo>
                    <a:pt x="1942960" y="433547"/>
                  </a:lnTo>
                  <a:lnTo>
                    <a:pt x="1977656" y="405041"/>
                  </a:lnTo>
                  <a:lnTo>
                    <a:pt x="2012351" y="376534"/>
                  </a:lnTo>
                  <a:lnTo>
                    <a:pt x="2047047" y="348028"/>
                  </a:lnTo>
                  <a:lnTo>
                    <a:pt x="2081743" y="319521"/>
                  </a:lnTo>
                  <a:lnTo>
                    <a:pt x="2116439" y="291015"/>
                  </a:lnTo>
                  <a:lnTo>
                    <a:pt x="2151134" y="262509"/>
                  </a:lnTo>
                  <a:lnTo>
                    <a:pt x="2185830" y="234002"/>
                  </a:lnTo>
                  <a:lnTo>
                    <a:pt x="2220526" y="205496"/>
                  </a:lnTo>
                  <a:lnTo>
                    <a:pt x="2255221" y="176990"/>
                  </a:lnTo>
                  <a:lnTo>
                    <a:pt x="2289917" y="148483"/>
                  </a:lnTo>
                  <a:lnTo>
                    <a:pt x="2324613" y="119977"/>
                  </a:lnTo>
                  <a:lnTo>
                    <a:pt x="2359309" y="91471"/>
                  </a:lnTo>
                  <a:lnTo>
                    <a:pt x="2394004" y="62964"/>
                  </a:lnTo>
                  <a:lnTo>
                    <a:pt x="2428700" y="34458"/>
                  </a:lnTo>
                  <a:lnTo>
                    <a:pt x="2463396" y="5952"/>
                  </a:lnTo>
                  <a:lnTo>
                    <a:pt x="2470640" y="0"/>
                  </a:lnTo>
                </a:path>
              </a:pathLst>
            </a:custGeom>
            <a:ln w="39420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49" name="pl1949"/>
            <p:cNvSpPr/>
            <p:nvPr/>
          </p:nvSpPr>
          <p:spPr>
            <a:xfrm>
              <a:off x="5406043" y="3640523"/>
              <a:ext cx="2450254" cy="388581"/>
            </a:xfrm>
            <a:custGeom>
              <a:avLst/>
              <a:gdLst/>
              <a:ahLst/>
              <a:cxnLst/>
              <a:rect l="0" t="0" r="0" b="0"/>
              <a:pathLst>
                <a:path w="2450254" h="388581">
                  <a:moveTo>
                    <a:pt x="0" y="388581"/>
                  </a:moveTo>
                  <a:lnTo>
                    <a:pt x="31015" y="383663"/>
                  </a:lnTo>
                  <a:lnTo>
                    <a:pt x="62031" y="378744"/>
                  </a:lnTo>
                  <a:lnTo>
                    <a:pt x="93047" y="373825"/>
                  </a:lnTo>
                  <a:lnTo>
                    <a:pt x="124063" y="368906"/>
                  </a:lnTo>
                  <a:lnTo>
                    <a:pt x="155079" y="363988"/>
                  </a:lnTo>
                  <a:lnTo>
                    <a:pt x="186095" y="359069"/>
                  </a:lnTo>
                  <a:lnTo>
                    <a:pt x="217111" y="354150"/>
                  </a:lnTo>
                  <a:lnTo>
                    <a:pt x="248126" y="349231"/>
                  </a:lnTo>
                  <a:lnTo>
                    <a:pt x="279142" y="344313"/>
                  </a:lnTo>
                  <a:lnTo>
                    <a:pt x="310158" y="339394"/>
                  </a:lnTo>
                  <a:lnTo>
                    <a:pt x="341174" y="334475"/>
                  </a:lnTo>
                  <a:lnTo>
                    <a:pt x="372190" y="329556"/>
                  </a:lnTo>
                  <a:lnTo>
                    <a:pt x="403206" y="324637"/>
                  </a:lnTo>
                  <a:lnTo>
                    <a:pt x="434222" y="319719"/>
                  </a:lnTo>
                  <a:lnTo>
                    <a:pt x="465238" y="314800"/>
                  </a:lnTo>
                  <a:lnTo>
                    <a:pt x="496253" y="309881"/>
                  </a:lnTo>
                  <a:lnTo>
                    <a:pt x="527269" y="304962"/>
                  </a:lnTo>
                  <a:lnTo>
                    <a:pt x="558285" y="300044"/>
                  </a:lnTo>
                  <a:lnTo>
                    <a:pt x="589301" y="295125"/>
                  </a:lnTo>
                  <a:lnTo>
                    <a:pt x="620317" y="290206"/>
                  </a:lnTo>
                  <a:lnTo>
                    <a:pt x="651333" y="285287"/>
                  </a:lnTo>
                  <a:lnTo>
                    <a:pt x="682349" y="280369"/>
                  </a:lnTo>
                  <a:lnTo>
                    <a:pt x="713365" y="275450"/>
                  </a:lnTo>
                  <a:lnTo>
                    <a:pt x="744380" y="270531"/>
                  </a:lnTo>
                  <a:lnTo>
                    <a:pt x="775396" y="265612"/>
                  </a:lnTo>
                  <a:lnTo>
                    <a:pt x="806412" y="260694"/>
                  </a:lnTo>
                  <a:lnTo>
                    <a:pt x="837428" y="255775"/>
                  </a:lnTo>
                  <a:lnTo>
                    <a:pt x="868444" y="250856"/>
                  </a:lnTo>
                  <a:lnTo>
                    <a:pt x="899460" y="245937"/>
                  </a:lnTo>
                  <a:lnTo>
                    <a:pt x="930476" y="241019"/>
                  </a:lnTo>
                  <a:lnTo>
                    <a:pt x="961492" y="236100"/>
                  </a:lnTo>
                  <a:lnTo>
                    <a:pt x="992507" y="231181"/>
                  </a:lnTo>
                  <a:lnTo>
                    <a:pt x="1023523" y="226262"/>
                  </a:lnTo>
                  <a:lnTo>
                    <a:pt x="1054539" y="221344"/>
                  </a:lnTo>
                  <a:lnTo>
                    <a:pt x="1085555" y="216425"/>
                  </a:lnTo>
                  <a:lnTo>
                    <a:pt x="1116571" y="211506"/>
                  </a:lnTo>
                  <a:lnTo>
                    <a:pt x="1147587" y="206587"/>
                  </a:lnTo>
                  <a:lnTo>
                    <a:pt x="1178603" y="201669"/>
                  </a:lnTo>
                  <a:lnTo>
                    <a:pt x="1209619" y="196750"/>
                  </a:lnTo>
                  <a:lnTo>
                    <a:pt x="1240634" y="191831"/>
                  </a:lnTo>
                  <a:lnTo>
                    <a:pt x="1271650" y="186912"/>
                  </a:lnTo>
                  <a:lnTo>
                    <a:pt x="1302666" y="181994"/>
                  </a:lnTo>
                  <a:lnTo>
                    <a:pt x="1333682" y="177075"/>
                  </a:lnTo>
                  <a:lnTo>
                    <a:pt x="1364698" y="172156"/>
                  </a:lnTo>
                  <a:lnTo>
                    <a:pt x="1395714" y="167237"/>
                  </a:lnTo>
                  <a:lnTo>
                    <a:pt x="1426730" y="162318"/>
                  </a:lnTo>
                  <a:lnTo>
                    <a:pt x="1457746" y="157400"/>
                  </a:lnTo>
                  <a:lnTo>
                    <a:pt x="1488761" y="152481"/>
                  </a:lnTo>
                  <a:lnTo>
                    <a:pt x="1519777" y="147562"/>
                  </a:lnTo>
                  <a:lnTo>
                    <a:pt x="1550793" y="142643"/>
                  </a:lnTo>
                  <a:lnTo>
                    <a:pt x="1581809" y="137725"/>
                  </a:lnTo>
                  <a:lnTo>
                    <a:pt x="1612825" y="132806"/>
                  </a:lnTo>
                  <a:lnTo>
                    <a:pt x="1643841" y="127887"/>
                  </a:lnTo>
                  <a:lnTo>
                    <a:pt x="1674857" y="122968"/>
                  </a:lnTo>
                  <a:lnTo>
                    <a:pt x="1705873" y="118050"/>
                  </a:lnTo>
                  <a:lnTo>
                    <a:pt x="1736888" y="113131"/>
                  </a:lnTo>
                  <a:lnTo>
                    <a:pt x="1767904" y="108212"/>
                  </a:lnTo>
                  <a:lnTo>
                    <a:pt x="1798920" y="103293"/>
                  </a:lnTo>
                  <a:lnTo>
                    <a:pt x="1829936" y="98375"/>
                  </a:lnTo>
                  <a:lnTo>
                    <a:pt x="1860952" y="93456"/>
                  </a:lnTo>
                  <a:lnTo>
                    <a:pt x="1891968" y="88537"/>
                  </a:lnTo>
                  <a:lnTo>
                    <a:pt x="1922984" y="83618"/>
                  </a:lnTo>
                  <a:lnTo>
                    <a:pt x="1954000" y="78700"/>
                  </a:lnTo>
                  <a:lnTo>
                    <a:pt x="1985015" y="73781"/>
                  </a:lnTo>
                  <a:lnTo>
                    <a:pt x="2016031" y="68862"/>
                  </a:lnTo>
                  <a:lnTo>
                    <a:pt x="2047047" y="63943"/>
                  </a:lnTo>
                  <a:lnTo>
                    <a:pt x="2078063" y="59025"/>
                  </a:lnTo>
                  <a:lnTo>
                    <a:pt x="2109079" y="54106"/>
                  </a:lnTo>
                  <a:lnTo>
                    <a:pt x="2140095" y="49187"/>
                  </a:lnTo>
                  <a:lnTo>
                    <a:pt x="2171111" y="44268"/>
                  </a:lnTo>
                  <a:lnTo>
                    <a:pt x="2202127" y="39350"/>
                  </a:lnTo>
                  <a:lnTo>
                    <a:pt x="2233142" y="34431"/>
                  </a:lnTo>
                  <a:lnTo>
                    <a:pt x="2264158" y="29512"/>
                  </a:lnTo>
                  <a:lnTo>
                    <a:pt x="2295174" y="24593"/>
                  </a:lnTo>
                  <a:lnTo>
                    <a:pt x="2326190" y="19675"/>
                  </a:lnTo>
                  <a:lnTo>
                    <a:pt x="2357206" y="14756"/>
                  </a:lnTo>
                  <a:lnTo>
                    <a:pt x="2388222" y="9837"/>
                  </a:lnTo>
                  <a:lnTo>
                    <a:pt x="2419238" y="4918"/>
                  </a:lnTo>
                  <a:lnTo>
                    <a:pt x="2450254" y="0"/>
                  </a:lnTo>
                </a:path>
              </a:pathLst>
            </a:custGeom>
            <a:ln w="39420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0" name="pl1950"/>
            <p:cNvSpPr/>
            <p:nvPr/>
          </p:nvSpPr>
          <p:spPr>
            <a:xfrm>
              <a:off x="8123636" y="2977614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1" name="pl1951"/>
            <p:cNvSpPr/>
            <p:nvPr/>
          </p:nvSpPr>
          <p:spPr>
            <a:xfrm>
              <a:off x="8123636" y="2286350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2" name="pl1952"/>
            <p:cNvSpPr/>
            <p:nvPr/>
          </p:nvSpPr>
          <p:spPr>
            <a:xfrm>
              <a:off x="8123636" y="1595086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3" name="pl1953"/>
            <p:cNvSpPr/>
            <p:nvPr/>
          </p:nvSpPr>
          <p:spPr>
            <a:xfrm>
              <a:off x="8123636" y="903821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4" name="pl1954"/>
            <p:cNvSpPr/>
            <p:nvPr/>
          </p:nvSpPr>
          <p:spPr>
            <a:xfrm>
              <a:off x="8808876" y="710267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5" name="pl1955"/>
            <p:cNvSpPr/>
            <p:nvPr/>
          </p:nvSpPr>
          <p:spPr>
            <a:xfrm>
              <a:off x="9847120" y="710267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6" name="pl1956"/>
            <p:cNvSpPr/>
            <p:nvPr/>
          </p:nvSpPr>
          <p:spPr>
            <a:xfrm>
              <a:off x="10885363" y="710267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7" name="pl1957"/>
            <p:cNvSpPr/>
            <p:nvPr/>
          </p:nvSpPr>
          <p:spPr>
            <a:xfrm>
              <a:off x="8123636" y="3323247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8" name="pl1958"/>
            <p:cNvSpPr/>
            <p:nvPr/>
          </p:nvSpPr>
          <p:spPr>
            <a:xfrm>
              <a:off x="8123636" y="2631982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59" name="pl1959"/>
            <p:cNvSpPr/>
            <p:nvPr/>
          </p:nvSpPr>
          <p:spPr>
            <a:xfrm>
              <a:off x="8123636" y="1940718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0" name="pl1960"/>
            <p:cNvSpPr/>
            <p:nvPr/>
          </p:nvSpPr>
          <p:spPr>
            <a:xfrm>
              <a:off x="8123636" y="1249453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1" name="pl1961"/>
            <p:cNvSpPr/>
            <p:nvPr/>
          </p:nvSpPr>
          <p:spPr>
            <a:xfrm>
              <a:off x="8289755" y="710267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2" name="pl1962"/>
            <p:cNvSpPr/>
            <p:nvPr/>
          </p:nvSpPr>
          <p:spPr>
            <a:xfrm>
              <a:off x="9327998" y="710267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3" name="pl1963"/>
            <p:cNvSpPr/>
            <p:nvPr/>
          </p:nvSpPr>
          <p:spPr>
            <a:xfrm>
              <a:off x="10366241" y="710267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4" name="pl1964"/>
            <p:cNvSpPr/>
            <p:nvPr/>
          </p:nvSpPr>
          <p:spPr>
            <a:xfrm>
              <a:off x="11404484" y="710267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5" name="pt1965"/>
            <p:cNvSpPr/>
            <p:nvPr/>
          </p:nvSpPr>
          <p:spPr>
            <a:xfrm>
              <a:off x="10122482" y="135159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6" name="pt1966"/>
            <p:cNvSpPr/>
            <p:nvPr/>
          </p:nvSpPr>
          <p:spPr>
            <a:xfrm>
              <a:off x="10953077" y="936837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7" name="pt1967"/>
            <p:cNvSpPr/>
            <p:nvPr/>
          </p:nvSpPr>
          <p:spPr>
            <a:xfrm>
              <a:off x="9499536" y="146680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8" name="pt1968"/>
            <p:cNvSpPr/>
            <p:nvPr/>
          </p:nvSpPr>
          <p:spPr>
            <a:xfrm>
              <a:off x="11160725" y="79858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69" name="pt1969"/>
            <p:cNvSpPr/>
            <p:nvPr/>
          </p:nvSpPr>
          <p:spPr>
            <a:xfrm>
              <a:off x="8876590" y="266499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0" name="pt1970"/>
            <p:cNvSpPr/>
            <p:nvPr/>
          </p:nvSpPr>
          <p:spPr>
            <a:xfrm>
              <a:off x="9291888" y="18585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1" name="pt1971"/>
            <p:cNvSpPr/>
            <p:nvPr/>
          </p:nvSpPr>
          <p:spPr>
            <a:xfrm>
              <a:off x="8668942" y="275716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2" name="pt1972"/>
            <p:cNvSpPr/>
            <p:nvPr/>
          </p:nvSpPr>
          <p:spPr>
            <a:xfrm>
              <a:off x="8876590" y="208894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3" name="pt1973"/>
            <p:cNvSpPr/>
            <p:nvPr/>
          </p:nvSpPr>
          <p:spPr>
            <a:xfrm>
              <a:off x="9914833" y="155897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4" name="pt1974"/>
            <p:cNvSpPr/>
            <p:nvPr/>
          </p:nvSpPr>
          <p:spPr>
            <a:xfrm>
              <a:off x="8876590" y="23884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5" name="pt1975"/>
            <p:cNvSpPr/>
            <p:nvPr/>
          </p:nvSpPr>
          <p:spPr>
            <a:xfrm>
              <a:off x="9914833" y="162810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6" name="pt1976"/>
            <p:cNvSpPr/>
            <p:nvPr/>
          </p:nvSpPr>
          <p:spPr>
            <a:xfrm>
              <a:off x="9291888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7" name="pt1977"/>
            <p:cNvSpPr/>
            <p:nvPr/>
          </p:nvSpPr>
          <p:spPr>
            <a:xfrm>
              <a:off x="8876590" y="190460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8" name="pt1978"/>
            <p:cNvSpPr/>
            <p:nvPr/>
          </p:nvSpPr>
          <p:spPr>
            <a:xfrm>
              <a:off x="10330131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79" name="pt1979"/>
            <p:cNvSpPr/>
            <p:nvPr/>
          </p:nvSpPr>
          <p:spPr>
            <a:xfrm>
              <a:off x="9499536" y="190460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0" name="pt1980"/>
            <p:cNvSpPr/>
            <p:nvPr/>
          </p:nvSpPr>
          <p:spPr>
            <a:xfrm>
              <a:off x="10330131" y="135159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1" name="pt1981"/>
            <p:cNvSpPr/>
            <p:nvPr/>
          </p:nvSpPr>
          <p:spPr>
            <a:xfrm>
              <a:off x="9914833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2" name="pt1982"/>
            <p:cNvSpPr/>
            <p:nvPr/>
          </p:nvSpPr>
          <p:spPr>
            <a:xfrm>
              <a:off x="8461293" y="310279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3" name="pt1983"/>
            <p:cNvSpPr/>
            <p:nvPr/>
          </p:nvSpPr>
          <p:spPr>
            <a:xfrm>
              <a:off x="11368374" y="936837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4" name="pt1984"/>
            <p:cNvSpPr/>
            <p:nvPr/>
          </p:nvSpPr>
          <p:spPr>
            <a:xfrm>
              <a:off x="9291888" y="162810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5" name="pt1985"/>
            <p:cNvSpPr/>
            <p:nvPr/>
          </p:nvSpPr>
          <p:spPr>
            <a:xfrm>
              <a:off x="8461293" y="257283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6" name="pt1986"/>
            <p:cNvSpPr/>
            <p:nvPr/>
          </p:nvSpPr>
          <p:spPr>
            <a:xfrm>
              <a:off x="10330131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7" name="pt1987"/>
            <p:cNvSpPr/>
            <p:nvPr/>
          </p:nvSpPr>
          <p:spPr>
            <a:xfrm>
              <a:off x="8876590" y="27110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8" name="pt1988"/>
            <p:cNvSpPr/>
            <p:nvPr/>
          </p:nvSpPr>
          <p:spPr>
            <a:xfrm>
              <a:off x="9084239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89" name="pt1989"/>
            <p:cNvSpPr/>
            <p:nvPr/>
          </p:nvSpPr>
          <p:spPr>
            <a:xfrm>
              <a:off x="10330131" y="1098132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0" name="pt1990"/>
            <p:cNvSpPr/>
            <p:nvPr/>
          </p:nvSpPr>
          <p:spPr>
            <a:xfrm>
              <a:off x="8253644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1" name="pt1991"/>
            <p:cNvSpPr/>
            <p:nvPr/>
          </p:nvSpPr>
          <p:spPr>
            <a:xfrm>
              <a:off x="10745428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2" name="pt1992"/>
            <p:cNvSpPr/>
            <p:nvPr/>
          </p:nvSpPr>
          <p:spPr>
            <a:xfrm>
              <a:off x="8876590" y="22732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3" name="pt1993"/>
            <p:cNvSpPr/>
            <p:nvPr/>
          </p:nvSpPr>
          <p:spPr>
            <a:xfrm>
              <a:off x="8461293" y="28723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4" name="pt1994"/>
            <p:cNvSpPr/>
            <p:nvPr/>
          </p:nvSpPr>
          <p:spPr>
            <a:xfrm>
              <a:off x="9707185" y="121334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5" name="pt1995"/>
            <p:cNvSpPr/>
            <p:nvPr/>
          </p:nvSpPr>
          <p:spPr>
            <a:xfrm>
              <a:off x="8253644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6" name="pt1996"/>
            <p:cNvSpPr/>
            <p:nvPr/>
          </p:nvSpPr>
          <p:spPr>
            <a:xfrm>
              <a:off x="8668942" y="197373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7" name="pt1997"/>
            <p:cNvSpPr/>
            <p:nvPr/>
          </p:nvSpPr>
          <p:spPr>
            <a:xfrm>
              <a:off x="10122482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8" name="pt1998"/>
            <p:cNvSpPr/>
            <p:nvPr/>
          </p:nvSpPr>
          <p:spPr>
            <a:xfrm>
              <a:off x="10745428" y="100596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1999" name="pt1999"/>
            <p:cNvSpPr/>
            <p:nvPr/>
          </p:nvSpPr>
          <p:spPr>
            <a:xfrm>
              <a:off x="8461293" y="23424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0" name="pt2000"/>
            <p:cNvSpPr/>
            <p:nvPr/>
          </p:nvSpPr>
          <p:spPr>
            <a:xfrm>
              <a:off x="8253644" y="321801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1" name="pt2001"/>
            <p:cNvSpPr/>
            <p:nvPr/>
          </p:nvSpPr>
          <p:spPr>
            <a:xfrm>
              <a:off x="8253644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2" name="pt2002"/>
            <p:cNvSpPr/>
            <p:nvPr/>
          </p:nvSpPr>
          <p:spPr>
            <a:xfrm>
              <a:off x="8461293" y="307975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3" name="pt2003"/>
            <p:cNvSpPr/>
            <p:nvPr/>
          </p:nvSpPr>
          <p:spPr>
            <a:xfrm>
              <a:off x="8876590" y="21350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4" name="pt2004"/>
            <p:cNvSpPr/>
            <p:nvPr/>
          </p:nvSpPr>
          <p:spPr>
            <a:xfrm>
              <a:off x="8461293" y="231936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5" name="pt2005"/>
            <p:cNvSpPr/>
            <p:nvPr/>
          </p:nvSpPr>
          <p:spPr>
            <a:xfrm>
              <a:off x="11160725" y="86771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6" name="pt2006"/>
            <p:cNvSpPr/>
            <p:nvPr/>
          </p:nvSpPr>
          <p:spPr>
            <a:xfrm>
              <a:off x="9707185" y="167418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7" name="pt2007"/>
            <p:cNvSpPr/>
            <p:nvPr/>
          </p:nvSpPr>
          <p:spPr>
            <a:xfrm>
              <a:off x="10953077" y="100596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8" name="pt2008"/>
            <p:cNvSpPr/>
            <p:nvPr/>
          </p:nvSpPr>
          <p:spPr>
            <a:xfrm>
              <a:off x="9291888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09" name="pt2009"/>
            <p:cNvSpPr/>
            <p:nvPr/>
          </p:nvSpPr>
          <p:spPr>
            <a:xfrm>
              <a:off x="10745428" y="100596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0" name="pt2010"/>
            <p:cNvSpPr/>
            <p:nvPr/>
          </p:nvSpPr>
          <p:spPr>
            <a:xfrm>
              <a:off x="10537779" y="100596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1" name="pt2011"/>
            <p:cNvSpPr/>
            <p:nvPr/>
          </p:nvSpPr>
          <p:spPr>
            <a:xfrm>
              <a:off x="9084239" y="208894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2" name="pt2012"/>
            <p:cNvSpPr/>
            <p:nvPr/>
          </p:nvSpPr>
          <p:spPr>
            <a:xfrm>
              <a:off x="11576023" y="79858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3" name="pt2013"/>
            <p:cNvSpPr/>
            <p:nvPr/>
          </p:nvSpPr>
          <p:spPr>
            <a:xfrm>
              <a:off x="10537779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4" name="pt2014"/>
            <p:cNvSpPr/>
            <p:nvPr/>
          </p:nvSpPr>
          <p:spPr>
            <a:xfrm>
              <a:off x="10745428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5" name="pt2015"/>
            <p:cNvSpPr/>
            <p:nvPr/>
          </p:nvSpPr>
          <p:spPr>
            <a:xfrm>
              <a:off x="8876590" y="21811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6" name="pt2016"/>
            <p:cNvSpPr/>
            <p:nvPr/>
          </p:nvSpPr>
          <p:spPr>
            <a:xfrm>
              <a:off x="8461293" y="259587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7" name="pt2017"/>
            <p:cNvSpPr/>
            <p:nvPr/>
          </p:nvSpPr>
          <p:spPr>
            <a:xfrm>
              <a:off x="8668942" y="206590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8" name="pt2018"/>
            <p:cNvSpPr/>
            <p:nvPr/>
          </p:nvSpPr>
          <p:spPr>
            <a:xfrm>
              <a:off x="9291888" y="231936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19" name="pt2019"/>
            <p:cNvSpPr/>
            <p:nvPr/>
          </p:nvSpPr>
          <p:spPr>
            <a:xfrm>
              <a:off x="8668942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0" name="pt2020"/>
            <p:cNvSpPr/>
            <p:nvPr/>
          </p:nvSpPr>
          <p:spPr>
            <a:xfrm>
              <a:off x="10122482" y="1098132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1" name="pt2021"/>
            <p:cNvSpPr/>
            <p:nvPr/>
          </p:nvSpPr>
          <p:spPr>
            <a:xfrm>
              <a:off x="9707185" y="22732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2" name="pt2022"/>
            <p:cNvSpPr/>
            <p:nvPr/>
          </p:nvSpPr>
          <p:spPr>
            <a:xfrm>
              <a:off x="10953077" y="86771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3" name="pt2023"/>
            <p:cNvSpPr/>
            <p:nvPr/>
          </p:nvSpPr>
          <p:spPr>
            <a:xfrm>
              <a:off x="10745428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4" name="pt2024"/>
            <p:cNvSpPr/>
            <p:nvPr/>
          </p:nvSpPr>
          <p:spPr>
            <a:xfrm>
              <a:off x="8668942" y="27110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5" name="pt2025"/>
            <p:cNvSpPr/>
            <p:nvPr/>
          </p:nvSpPr>
          <p:spPr>
            <a:xfrm>
              <a:off x="9084239" y="215807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6" name="pt2026"/>
            <p:cNvSpPr/>
            <p:nvPr/>
          </p:nvSpPr>
          <p:spPr>
            <a:xfrm>
              <a:off x="10330131" y="100596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7" name="pt2027"/>
            <p:cNvSpPr/>
            <p:nvPr/>
          </p:nvSpPr>
          <p:spPr>
            <a:xfrm>
              <a:off x="9084239" y="197373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8" name="pt2028"/>
            <p:cNvSpPr/>
            <p:nvPr/>
          </p:nvSpPr>
          <p:spPr>
            <a:xfrm>
              <a:off x="9084239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29" name="pt2029"/>
            <p:cNvSpPr/>
            <p:nvPr/>
          </p:nvSpPr>
          <p:spPr>
            <a:xfrm>
              <a:off x="9499536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0" name="pt2030"/>
            <p:cNvSpPr/>
            <p:nvPr/>
          </p:nvSpPr>
          <p:spPr>
            <a:xfrm>
              <a:off x="10537779" y="100596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1" name="pt2031"/>
            <p:cNvSpPr/>
            <p:nvPr/>
          </p:nvSpPr>
          <p:spPr>
            <a:xfrm>
              <a:off x="8461293" y="231936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2" name="pt2032"/>
            <p:cNvSpPr/>
            <p:nvPr/>
          </p:nvSpPr>
          <p:spPr>
            <a:xfrm>
              <a:off x="10330131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3" name="pt2033"/>
            <p:cNvSpPr/>
            <p:nvPr/>
          </p:nvSpPr>
          <p:spPr>
            <a:xfrm>
              <a:off x="8461293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4" name="pt2034"/>
            <p:cNvSpPr/>
            <p:nvPr/>
          </p:nvSpPr>
          <p:spPr>
            <a:xfrm>
              <a:off x="8876590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5" name="pt2035"/>
            <p:cNvSpPr/>
            <p:nvPr/>
          </p:nvSpPr>
          <p:spPr>
            <a:xfrm>
              <a:off x="8253644" y="303367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6" name="pt2036"/>
            <p:cNvSpPr/>
            <p:nvPr/>
          </p:nvSpPr>
          <p:spPr>
            <a:xfrm>
              <a:off x="8461293" y="222719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7" name="pt2037"/>
            <p:cNvSpPr/>
            <p:nvPr/>
          </p:nvSpPr>
          <p:spPr>
            <a:xfrm>
              <a:off x="8253644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8" name="pt2038"/>
            <p:cNvSpPr/>
            <p:nvPr/>
          </p:nvSpPr>
          <p:spPr>
            <a:xfrm>
              <a:off x="8876590" y="215807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39" name="pt2039"/>
            <p:cNvSpPr/>
            <p:nvPr/>
          </p:nvSpPr>
          <p:spPr>
            <a:xfrm>
              <a:off x="9291888" y="18124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0" name="pt2040"/>
            <p:cNvSpPr/>
            <p:nvPr/>
          </p:nvSpPr>
          <p:spPr>
            <a:xfrm>
              <a:off x="8461293" y="31488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1" name="pt2041"/>
            <p:cNvSpPr/>
            <p:nvPr/>
          </p:nvSpPr>
          <p:spPr>
            <a:xfrm>
              <a:off x="9499536" y="148984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2" name="pt2042"/>
            <p:cNvSpPr/>
            <p:nvPr/>
          </p:nvSpPr>
          <p:spPr>
            <a:xfrm>
              <a:off x="8668942" y="264195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3" name="pt2043"/>
            <p:cNvSpPr/>
            <p:nvPr/>
          </p:nvSpPr>
          <p:spPr>
            <a:xfrm>
              <a:off x="9084239" y="23884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4" name="pt2044"/>
            <p:cNvSpPr/>
            <p:nvPr/>
          </p:nvSpPr>
          <p:spPr>
            <a:xfrm>
              <a:off x="9084239" y="155897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5" name="pt2045"/>
            <p:cNvSpPr/>
            <p:nvPr/>
          </p:nvSpPr>
          <p:spPr>
            <a:xfrm>
              <a:off x="8876590" y="208894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6" name="pt2046"/>
            <p:cNvSpPr/>
            <p:nvPr/>
          </p:nvSpPr>
          <p:spPr>
            <a:xfrm>
              <a:off x="8668942" y="24345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7" name="pt2047"/>
            <p:cNvSpPr/>
            <p:nvPr/>
          </p:nvSpPr>
          <p:spPr>
            <a:xfrm>
              <a:off x="8668942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8" name="pt2048"/>
            <p:cNvSpPr/>
            <p:nvPr/>
          </p:nvSpPr>
          <p:spPr>
            <a:xfrm>
              <a:off x="8461293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49" name="pt2049"/>
            <p:cNvSpPr/>
            <p:nvPr/>
          </p:nvSpPr>
          <p:spPr>
            <a:xfrm>
              <a:off x="8253644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0" name="pt2050"/>
            <p:cNvSpPr/>
            <p:nvPr/>
          </p:nvSpPr>
          <p:spPr>
            <a:xfrm>
              <a:off x="9291888" y="125942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1" name="pt2051"/>
            <p:cNvSpPr/>
            <p:nvPr/>
          </p:nvSpPr>
          <p:spPr>
            <a:xfrm>
              <a:off x="9707185" y="169722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2" name="pt2052"/>
            <p:cNvSpPr/>
            <p:nvPr/>
          </p:nvSpPr>
          <p:spPr>
            <a:xfrm>
              <a:off x="8876590" y="23884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3" name="pt2053"/>
            <p:cNvSpPr/>
            <p:nvPr/>
          </p:nvSpPr>
          <p:spPr>
            <a:xfrm>
              <a:off x="8253644" y="25037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4" name="pt2054"/>
            <p:cNvSpPr/>
            <p:nvPr/>
          </p:nvSpPr>
          <p:spPr>
            <a:xfrm>
              <a:off x="8668942" y="27110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5" name="pt2055"/>
            <p:cNvSpPr/>
            <p:nvPr/>
          </p:nvSpPr>
          <p:spPr>
            <a:xfrm>
              <a:off x="8253644" y="319496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6" name="pt2056"/>
            <p:cNvSpPr/>
            <p:nvPr/>
          </p:nvSpPr>
          <p:spPr>
            <a:xfrm>
              <a:off x="9291888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7" name="pt2057"/>
            <p:cNvSpPr/>
            <p:nvPr/>
          </p:nvSpPr>
          <p:spPr>
            <a:xfrm>
              <a:off x="8461293" y="321801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8" name="pt2058"/>
            <p:cNvSpPr/>
            <p:nvPr/>
          </p:nvSpPr>
          <p:spPr>
            <a:xfrm>
              <a:off x="8668942" y="282629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59" name="pt2059"/>
            <p:cNvSpPr/>
            <p:nvPr/>
          </p:nvSpPr>
          <p:spPr>
            <a:xfrm>
              <a:off x="9291888" y="130551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0" name="pt2060"/>
            <p:cNvSpPr/>
            <p:nvPr/>
          </p:nvSpPr>
          <p:spPr>
            <a:xfrm>
              <a:off x="9084239" y="192764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1" name="pt2061"/>
            <p:cNvSpPr/>
            <p:nvPr/>
          </p:nvSpPr>
          <p:spPr>
            <a:xfrm>
              <a:off x="9914833" y="123638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2" name="pt2062"/>
            <p:cNvSpPr/>
            <p:nvPr/>
          </p:nvSpPr>
          <p:spPr>
            <a:xfrm>
              <a:off x="9291888" y="190460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3" name="pt2063"/>
            <p:cNvSpPr/>
            <p:nvPr/>
          </p:nvSpPr>
          <p:spPr>
            <a:xfrm>
              <a:off x="9499536" y="23884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4" name="pt2064"/>
            <p:cNvSpPr/>
            <p:nvPr/>
          </p:nvSpPr>
          <p:spPr>
            <a:xfrm>
              <a:off x="8253644" y="31488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5" name="pt2065"/>
            <p:cNvSpPr/>
            <p:nvPr/>
          </p:nvSpPr>
          <p:spPr>
            <a:xfrm>
              <a:off x="8876590" y="201981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6" name="pt2066"/>
            <p:cNvSpPr/>
            <p:nvPr/>
          </p:nvSpPr>
          <p:spPr>
            <a:xfrm>
              <a:off x="10122482" y="21811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7" name="pt2067"/>
            <p:cNvSpPr/>
            <p:nvPr/>
          </p:nvSpPr>
          <p:spPr>
            <a:xfrm>
              <a:off x="8461293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8" name="pt2068"/>
            <p:cNvSpPr/>
            <p:nvPr/>
          </p:nvSpPr>
          <p:spPr>
            <a:xfrm>
              <a:off x="8253644" y="266499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69" name="pt2069"/>
            <p:cNvSpPr/>
            <p:nvPr/>
          </p:nvSpPr>
          <p:spPr>
            <a:xfrm>
              <a:off x="8253644" y="296454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0" name="pt2070"/>
            <p:cNvSpPr/>
            <p:nvPr/>
          </p:nvSpPr>
          <p:spPr>
            <a:xfrm>
              <a:off x="10537779" y="100596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1" name="pt2071"/>
            <p:cNvSpPr/>
            <p:nvPr/>
          </p:nvSpPr>
          <p:spPr>
            <a:xfrm>
              <a:off x="9499536" y="146680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2" name="pt2072"/>
            <p:cNvSpPr/>
            <p:nvPr/>
          </p:nvSpPr>
          <p:spPr>
            <a:xfrm>
              <a:off x="8461293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3" name="pt2073"/>
            <p:cNvSpPr/>
            <p:nvPr/>
          </p:nvSpPr>
          <p:spPr>
            <a:xfrm>
              <a:off x="8461293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4" name="pt2074"/>
            <p:cNvSpPr/>
            <p:nvPr/>
          </p:nvSpPr>
          <p:spPr>
            <a:xfrm>
              <a:off x="8876590" y="197373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5" name="pt2075"/>
            <p:cNvSpPr/>
            <p:nvPr/>
          </p:nvSpPr>
          <p:spPr>
            <a:xfrm>
              <a:off x="8876590" y="296454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6" name="pt2076"/>
            <p:cNvSpPr/>
            <p:nvPr/>
          </p:nvSpPr>
          <p:spPr>
            <a:xfrm>
              <a:off x="9291888" y="22732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7" name="pt2077"/>
            <p:cNvSpPr/>
            <p:nvPr/>
          </p:nvSpPr>
          <p:spPr>
            <a:xfrm>
              <a:off x="8668942" y="24806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8" name="pt2078"/>
            <p:cNvSpPr/>
            <p:nvPr/>
          </p:nvSpPr>
          <p:spPr>
            <a:xfrm>
              <a:off x="9291888" y="151289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79" name="pt2079"/>
            <p:cNvSpPr/>
            <p:nvPr/>
          </p:nvSpPr>
          <p:spPr>
            <a:xfrm>
              <a:off x="10537779" y="100596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0" name="pt2080"/>
            <p:cNvSpPr/>
            <p:nvPr/>
          </p:nvSpPr>
          <p:spPr>
            <a:xfrm>
              <a:off x="10330131" y="1144216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1" name="pt2081"/>
            <p:cNvSpPr/>
            <p:nvPr/>
          </p:nvSpPr>
          <p:spPr>
            <a:xfrm>
              <a:off x="9707185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2" name="pt2082"/>
            <p:cNvSpPr/>
            <p:nvPr/>
          </p:nvSpPr>
          <p:spPr>
            <a:xfrm>
              <a:off x="8461293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3" name="pt2083"/>
            <p:cNvSpPr/>
            <p:nvPr/>
          </p:nvSpPr>
          <p:spPr>
            <a:xfrm>
              <a:off x="10745428" y="79858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4" name="pt2084"/>
            <p:cNvSpPr/>
            <p:nvPr/>
          </p:nvSpPr>
          <p:spPr>
            <a:xfrm>
              <a:off x="9707185" y="148984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5" name="pt2085"/>
            <p:cNvSpPr/>
            <p:nvPr/>
          </p:nvSpPr>
          <p:spPr>
            <a:xfrm>
              <a:off x="9499536" y="1489849"/>
              <a:ext cx="72220" cy="72220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309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6" name="pt2086"/>
            <p:cNvSpPr/>
            <p:nvPr/>
          </p:nvSpPr>
          <p:spPr>
            <a:xfrm>
              <a:off x="8668942" y="192764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7" name="pt2087"/>
            <p:cNvSpPr/>
            <p:nvPr/>
          </p:nvSpPr>
          <p:spPr>
            <a:xfrm>
              <a:off x="9914833" y="1144216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8" name="pt2088"/>
            <p:cNvSpPr/>
            <p:nvPr/>
          </p:nvSpPr>
          <p:spPr>
            <a:xfrm>
              <a:off x="8668942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89" name="pt2089"/>
            <p:cNvSpPr/>
            <p:nvPr/>
          </p:nvSpPr>
          <p:spPr>
            <a:xfrm>
              <a:off x="8876590" y="190460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0" name="pt2090"/>
            <p:cNvSpPr/>
            <p:nvPr/>
          </p:nvSpPr>
          <p:spPr>
            <a:xfrm>
              <a:off x="10745428" y="100596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1" name="pt2091"/>
            <p:cNvSpPr/>
            <p:nvPr/>
          </p:nvSpPr>
          <p:spPr>
            <a:xfrm>
              <a:off x="8253644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2" name="pt2092"/>
            <p:cNvSpPr/>
            <p:nvPr/>
          </p:nvSpPr>
          <p:spPr>
            <a:xfrm>
              <a:off x="10122482" y="1144216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3" name="pt2093"/>
            <p:cNvSpPr/>
            <p:nvPr/>
          </p:nvSpPr>
          <p:spPr>
            <a:xfrm>
              <a:off x="11160725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4" name="pt2094"/>
            <p:cNvSpPr/>
            <p:nvPr/>
          </p:nvSpPr>
          <p:spPr>
            <a:xfrm>
              <a:off x="10330131" y="100596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5" name="pt2095"/>
            <p:cNvSpPr/>
            <p:nvPr/>
          </p:nvSpPr>
          <p:spPr>
            <a:xfrm>
              <a:off x="8253644" y="294150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6" name="pt2096"/>
            <p:cNvSpPr/>
            <p:nvPr/>
          </p:nvSpPr>
          <p:spPr>
            <a:xfrm>
              <a:off x="8461293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7" name="pt2097"/>
            <p:cNvSpPr/>
            <p:nvPr/>
          </p:nvSpPr>
          <p:spPr>
            <a:xfrm>
              <a:off x="8668942" y="190460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8" name="pt2098"/>
            <p:cNvSpPr/>
            <p:nvPr/>
          </p:nvSpPr>
          <p:spPr>
            <a:xfrm>
              <a:off x="8876590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099" name="pt2099"/>
            <p:cNvSpPr/>
            <p:nvPr/>
          </p:nvSpPr>
          <p:spPr>
            <a:xfrm>
              <a:off x="8876590" y="162810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0" name="pt2100"/>
            <p:cNvSpPr/>
            <p:nvPr/>
          </p:nvSpPr>
          <p:spPr>
            <a:xfrm>
              <a:off x="9084239" y="183548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1" name="pt2101"/>
            <p:cNvSpPr/>
            <p:nvPr/>
          </p:nvSpPr>
          <p:spPr>
            <a:xfrm>
              <a:off x="8253644" y="28723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2" name="pt2102"/>
            <p:cNvSpPr/>
            <p:nvPr/>
          </p:nvSpPr>
          <p:spPr>
            <a:xfrm>
              <a:off x="9084239" y="176635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3" name="pt2103"/>
            <p:cNvSpPr/>
            <p:nvPr/>
          </p:nvSpPr>
          <p:spPr>
            <a:xfrm>
              <a:off x="9499536" y="169722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4" name="pt2104"/>
            <p:cNvSpPr/>
            <p:nvPr/>
          </p:nvSpPr>
          <p:spPr>
            <a:xfrm>
              <a:off x="8668942" y="294150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5" name="pt2105"/>
            <p:cNvSpPr/>
            <p:nvPr/>
          </p:nvSpPr>
          <p:spPr>
            <a:xfrm>
              <a:off x="8253644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6" name="pt2106"/>
            <p:cNvSpPr/>
            <p:nvPr/>
          </p:nvSpPr>
          <p:spPr>
            <a:xfrm>
              <a:off x="8253644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7" name="pt2107"/>
            <p:cNvSpPr/>
            <p:nvPr/>
          </p:nvSpPr>
          <p:spPr>
            <a:xfrm>
              <a:off x="8461293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8" name="pt2108"/>
            <p:cNvSpPr/>
            <p:nvPr/>
          </p:nvSpPr>
          <p:spPr>
            <a:xfrm>
              <a:off x="9707185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09" name="pt2109"/>
            <p:cNvSpPr/>
            <p:nvPr/>
          </p:nvSpPr>
          <p:spPr>
            <a:xfrm>
              <a:off x="8876590" y="21811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0" name="pt2110"/>
            <p:cNvSpPr/>
            <p:nvPr/>
          </p:nvSpPr>
          <p:spPr>
            <a:xfrm>
              <a:off x="9084239" y="183548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1" name="pt2111"/>
            <p:cNvSpPr/>
            <p:nvPr/>
          </p:nvSpPr>
          <p:spPr>
            <a:xfrm>
              <a:off x="8668942" y="266499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2" name="pt2112"/>
            <p:cNvSpPr/>
            <p:nvPr/>
          </p:nvSpPr>
          <p:spPr>
            <a:xfrm>
              <a:off x="8668942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3" name="pt2113"/>
            <p:cNvSpPr/>
            <p:nvPr/>
          </p:nvSpPr>
          <p:spPr>
            <a:xfrm>
              <a:off x="8876590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4" name="pt2114"/>
            <p:cNvSpPr/>
            <p:nvPr/>
          </p:nvSpPr>
          <p:spPr>
            <a:xfrm>
              <a:off x="8253644" y="31488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5" name="pt2115"/>
            <p:cNvSpPr/>
            <p:nvPr/>
          </p:nvSpPr>
          <p:spPr>
            <a:xfrm>
              <a:off x="8253644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6" name="pt2116"/>
            <p:cNvSpPr/>
            <p:nvPr/>
          </p:nvSpPr>
          <p:spPr>
            <a:xfrm>
              <a:off x="9291888" y="155897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7" name="pt2117"/>
            <p:cNvSpPr/>
            <p:nvPr/>
          </p:nvSpPr>
          <p:spPr>
            <a:xfrm>
              <a:off x="9084239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8" name="pt2118"/>
            <p:cNvSpPr/>
            <p:nvPr/>
          </p:nvSpPr>
          <p:spPr>
            <a:xfrm>
              <a:off x="8253644" y="294150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19" name="pt2119"/>
            <p:cNvSpPr/>
            <p:nvPr/>
          </p:nvSpPr>
          <p:spPr>
            <a:xfrm>
              <a:off x="9707185" y="142072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0" name="pt2120"/>
            <p:cNvSpPr/>
            <p:nvPr/>
          </p:nvSpPr>
          <p:spPr>
            <a:xfrm>
              <a:off x="8461293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1" name="pt2121"/>
            <p:cNvSpPr/>
            <p:nvPr/>
          </p:nvSpPr>
          <p:spPr>
            <a:xfrm>
              <a:off x="8253644" y="266499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2" name="pt2122"/>
            <p:cNvSpPr/>
            <p:nvPr/>
          </p:nvSpPr>
          <p:spPr>
            <a:xfrm>
              <a:off x="9291888" y="128246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3" name="pt2123"/>
            <p:cNvSpPr/>
            <p:nvPr/>
          </p:nvSpPr>
          <p:spPr>
            <a:xfrm>
              <a:off x="8876590" y="23884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4" name="pt2124"/>
            <p:cNvSpPr/>
            <p:nvPr/>
          </p:nvSpPr>
          <p:spPr>
            <a:xfrm>
              <a:off x="8876590" y="183548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5" name="pt2125"/>
            <p:cNvSpPr/>
            <p:nvPr/>
          </p:nvSpPr>
          <p:spPr>
            <a:xfrm>
              <a:off x="9084239" y="169722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6" name="pt2126"/>
            <p:cNvSpPr/>
            <p:nvPr/>
          </p:nvSpPr>
          <p:spPr>
            <a:xfrm>
              <a:off x="9084239" y="135159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7" name="pt2127"/>
            <p:cNvSpPr/>
            <p:nvPr/>
          </p:nvSpPr>
          <p:spPr>
            <a:xfrm>
              <a:off x="8253644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8" name="pt2128"/>
            <p:cNvSpPr/>
            <p:nvPr/>
          </p:nvSpPr>
          <p:spPr>
            <a:xfrm>
              <a:off x="8253644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29" name="pt2129"/>
            <p:cNvSpPr/>
            <p:nvPr/>
          </p:nvSpPr>
          <p:spPr>
            <a:xfrm>
              <a:off x="8253644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0" name="pt2130"/>
            <p:cNvSpPr/>
            <p:nvPr/>
          </p:nvSpPr>
          <p:spPr>
            <a:xfrm>
              <a:off x="9499536" y="148984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1" name="pt2131"/>
            <p:cNvSpPr/>
            <p:nvPr/>
          </p:nvSpPr>
          <p:spPr>
            <a:xfrm>
              <a:off x="8253644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2" name="pt2132"/>
            <p:cNvSpPr/>
            <p:nvPr/>
          </p:nvSpPr>
          <p:spPr>
            <a:xfrm>
              <a:off x="8253644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3" name="pt2133"/>
            <p:cNvSpPr/>
            <p:nvPr/>
          </p:nvSpPr>
          <p:spPr>
            <a:xfrm>
              <a:off x="8876590" y="197373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4" name="pt2134"/>
            <p:cNvSpPr/>
            <p:nvPr/>
          </p:nvSpPr>
          <p:spPr>
            <a:xfrm>
              <a:off x="8253644" y="31488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5" name="pt2135"/>
            <p:cNvSpPr/>
            <p:nvPr/>
          </p:nvSpPr>
          <p:spPr>
            <a:xfrm>
              <a:off x="9084239" y="155897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6" name="pt2136"/>
            <p:cNvSpPr/>
            <p:nvPr/>
          </p:nvSpPr>
          <p:spPr>
            <a:xfrm>
              <a:off x="10330131" y="1144216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7" name="pt2137"/>
            <p:cNvSpPr/>
            <p:nvPr/>
          </p:nvSpPr>
          <p:spPr>
            <a:xfrm>
              <a:off x="8253644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8" name="pt2138"/>
            <p:cNvSpPr/>
            <p:nvPr/>
          </p:nvSpPr>
          <p:spPr>
            <a:xfrm>
              <a:off x="9084239" y="121334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39" name="pt2139"/>
            <p:cNvSpPr/>
            <p:nvPr/>
          </p:nvSpPr>
          <p:spPr>
            <a:xfrm>
              <a:off x="9499536" y="155897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0" name="pt2140"/>
            <p:cNvSpPr/>
            <p:nvPr/>
          </p:nvSpPr>
          <p:spPr>
            <a:xfrm>
              <a:off x="8876590" y="162810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1" name="pt2141"/>
            <p:cNvSpPr/>
            <p:nvPr/>
          </p:nvSpPr>
          <p:spPr>
            <a:xfrm>
              <a:off x="10330131" y="1075090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2" name="pt2142"/>
            <p:cNvSpPr/>
            <p:nvPr/>
          </p:nvSpPr>
          <p:spPr>
            <a:xfrm>
              <a:off x="10537779" y="100596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3" name="pt2143"/>
            <p:cNvSpPr/>
            <p:nvPr/>
          </p:nvSpPr>
          <p:spPr>
            <a:xfrm>
              <a:off x="8253644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4" name="pt2144"/>
            <p:cNvSpPr/>
            <p:nvPr/>
          </p:nvSpPr>
          <p:spPr>
            <a:xfrm>
              <a:off x="8253644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5" name="pt2145"/>
            <p:cNvSpPr/>
            <p:nvPr/>
          </p:nvSpPr>
          <p:spPr>
            <a:xfrm>
              <a:off x="9084239" y="155897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6" name="pt2146"/>
            <p:cNvSpPr/>
            <p:nvPr/>
          </p:nvSpPr>
          <p:spPr>
            <a:xfrm>
              <a:off x="8876590" y="231936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7" name="pt2147"/>
            <p:cNvSpPr/>
            <p:nvPr/>
          </p:nvSpPr>
          <p:spPr>
            <a:xfrm>
              <a:off x="8668942" y="24115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8" name="pt2148"/>
            <p:cNvSpPr/>
            <p:nvPr/>
          </p:nvSpPr>
          <p:spPr>
            <a:xfrm>
              <a:off x="9291888" y="169722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49" name="pt2149"/>
            <p:cNvSpPr/>
            <p:nvPr/>
          </p:nvSpPr>
          <p:spPr>
            <a:xfrm>
              <a:off x="8253644" y="266499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0" name="pt2150"/>
            <p:cNvSpPr/>
            <p:nvPr/>
          </p:nvSpPr>
          <p:spPr>
            <a:xfrm>
              <a:off x="8253644" y="303367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1" name="pt2151"/>
            <p:cNvSpPr/>
            <p:nvPr/>
          </p:nvSpPr>
          <p:spPr>
            <a:xfrm>
              <a:off x="8253644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2" name="pt2152"/>
            <p:cNvSpPr/>
            <p:nvPr/>
          </p:nvSpPr>
          <p:spPr>
            <a:xfrm>
              <a:off x="10537779" y="936837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3" name="pt2153"/>
            <p:cNvSpPr/>
            <p:nvPr/>
          </p:nvSpPr>
          <p:spPr>
            <a:xfrm>
              <a:off x="8668942" y="23884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4" name="pt2154"/>
            <p:cNvSpPr/>
            <p:nvPr/>
          </p:nvSpPr>
          <p:spPr>
            <a:xfrm>
              <a:off x="8461293" y="229632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5" name="pt2155"/>
            <p:cNvSpPr/>
            <p:nvPr/>
          </p:nvSpPr>
          <p:spPr>
            <a:xfrm>
              <a:off x="8253644" y="319496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6" name="pt2156"/>
            <p:cNvSpPr/>
            <p:nvPr/>
          </p:nvSpPr>
          <p:spPr>
            <a:xfrm>
              <a:off x="8253644" y="305671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7" name="pt2157"/>
            <p:cNvSpPr/>
            <p:nvPr/>
          </p:nvSpPr>
          <p:spPr>
            <a:xfrm>
              <a:off x="8668942" y="31488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8" name="pt2158"/>
            <p:cNvSpPr/>
            <p:nvPr/>
          </p:nvSpPr>
          <p:spPr>
            <a:xfrm>
              <a:off x="9291888" y="259587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59" name="pt2159"/>
            <p:cNvSpPr/>
            <p:nvPr/>
          </p:nvSpPr>
          <p:spPr>
            <a:xfrm>
              <a:off x="9084239" y="231936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0" name="pt2160"/>
            <p:cNvSpPr/>
            <p:nvPr/>
          </p:nvSpPr>
          <p:spPr>
            <a:xfrm>
              <a:off x="8253644" y="301063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1" name="pt2161"/>
            <p:cNvSpPr/>
            <p:nvPr/>
          </p:nvSpPr>
          <p:spPr>
            <a:xfrm>
              <a:off x="9914833" y="169722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2" name="pt2162"/>
            <p:cNvSpPr/>
            <p:nvPr/>
          </p:nvSpPr>
          <p:spPr>
            <a:xfrm>
              <a:off x="9291888" y="165114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3" name="pt2163"/>
            <p:cNvSpPr/>
            <p:nvPr/>
          </p:nvSpPr>
          <p:spPr>
            <a:xfrm>
              <a:off x="9707185" y="142072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4" name="pt2164"/>
            <p:cNvSpPr/>
            <p:nvPr/>
          </p:nvSpPr>
          <p:spPr>
            <a:xfrm>
              <a:off x="8461293" y="208894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5" name="pt2165"/>
            <p:cNvSpPr/>
            <p:nvPr/>
          </p:nvSpPr>
          <p:spPr>
            <a:xfrm>
              <a:off x="8668942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6" name="pt2166"/>
            <p:cNvSpPr/>
            <p:nvPr/>
          </p:nvSpPr>
          <p:spPr>
            <a:xfrm>
              <a:off x="8253644" y="301063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7" name="pt2167"/>
            <p:cNvSpPr/>
            <p:nvPr/>
          </p:nvSpPr>
          <p:spPr>
            <a:xfrm>
              <a:off x="8461293" y="23884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8" name="pt2168"/>
            <p:cNvSpPr/>
            <p:nvPr/>
          </p:nvSpPr>
          <p:spPr>
            <a:xfrm>
              <a:off x="8461293" y="24115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69" name="pt2169"/>
            <p:cNvSpPr/>
            <p:nvPr/>
          </p:nvSpPr>
          <p:spPr>
            <a:xfrm>
              <a:off x="8668942" y="220415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0" name="pt2170"/>
            <p:cNvSpPr/>
            <p:nvPr/>
          </p:nvSpPr>
          <p:spPr>
            <a:xfrm>
              <a:off x="8668942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1" name="pt2171"/>
            <p:cNvSpPr/>
            <p:nvPr/>
          </p:nvSpPr>
          <p:spPr>
            <a:xfrm>
              <a:off x="9707185" y="128246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2" name="pt2172"/>
            <p:cNvSpPr/>
            <p:nvPr/>
          </p:nvSpPr>
          <p:spPr>
            <a:xfrm>
              <a:off x="9084239" y="169722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3" name="pt2173"/>
            <p:cNvSpPr/>
            <p:nvPr/>
          </p:nvSpPr>
          <p:spPr>
            <a:xfrm>
              <a:off x="9084239" y="148984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4" name="pt2174"/>
            <p:cNvSpPr/>
            <p:nvPr/>
          </p:nvSpPr>
          <p:spPr>
            <a:xfrm>
              <a:off x="8253644" y="312584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5" name="pt2175"/>
            <p:cNvSpPr/>
            <p:nvPr/>
          </p:nvSpPr>
          <p:spPr>
            <a:xfrm>
              <a:off x="8461293" y="301063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6" name="pt2176"/>
            <p:cNvSpPr/>
            <p:nvPr/>
          </p:nvSpPr>
          <p:spPr>
            <a:xfrm>
              <a:off x="10122482" y="137463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7" name="pt2177"/>
            <p:cNvSpPr/>
            <p:nvPr/>
          </p:nvSpPr>
          <p:spPr>
            <a:xfrm>
              <a:off x="8253644" y="280325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8" name="pt2178"/>
            <p:cNvSpPr/>
            <p:nvPr/>
          </p:nvSpPr>
          <p:spPr>
            <a:xfrm>
              <a:off x="8876590" y="24806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79" name="pt2179"/>
            <p:cNvSpPr/>
            <p:nvPr/>
          </p:nvSpPr>
          <p:spPr>
            <a:xfrm>
              <a:off x="9499536" y="178939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0" name="pt2180"/>
            <p:cNvSpPr/>
            <p:nvPr/>
          </p:nvSpPr>
          <p:spPr>
            <a:xfrm>
              <a:off x="8461293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1" name="pt2181"/>
            <p:cNvSpPr/>
            <p:nvPr/>
          </p:nvSpPr>
          <p:spPr>
            <a:xfrm>
              <a:off x="9707185" y="137463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2" name="pt2182"/>
            <p:cNvSpPr/>
            <p:nvPr/>
          </p:nvSpPr>
          <p:spPr>
            <a:xfrm>
              <a:off x="8253644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3" name="pt2183"/>
            <p:cNvSpPr/>
            <p:nvPr/>
          </p:nvSpPr>
          <p:spPr>
            <a:xfrm>
              <a:off x="8461293" y="298758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4" name="pt2184"/>
            <p:cNvSpPr/>
            <p:nvPr/>
          </p:nvSpPr>
          <p:spPr>
            <a:xfrm>
              <a:off x="10745428" y="936837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5" name="pt2185"/>
            <p:cNvSpPr/>
            <p:nvPr/>
          </p:nvSpPr>
          <p:spPr>
            <a:xfrm>
              <a:off x="9291888" y="1558975"/>
              <a:ext cx="72220" cy="72220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309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6" name="pt2186"/>
            <p:cNvSpPr/>
            <p:nvPr/>
          </p:nvSpPr>
          <p:spPr>
            <a:xfrm>
              <a:off x="8253644" y="28723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7" name="pt2187"/>
            <p:cNvSpPr/>
            <p:nvPr/>
          </p:nvSpPr>
          <p:spPr>
            <a:xfrm>
              <a:off x="8876590" y="24345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8" name="pt2188"/>
            <p:cNvSpPr/>
            <p:nvPr/>
          </p:nvSpPr>
          <p:spPr>
            <a:xfrm>
              <a:off x="8668942" y="21811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89" name="pt2189"/>
            <p:cNvSpPr/>
            <p:nvPr/>
          </p:nvSpPr>
          <p:spPr>
            <a:xfrm>
              <a:off x="8668942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0" name="pt2190"/>
            <p:cNvSpPr/>
            <p:nvPr/>
          </p:nvSpPr>
          <p:spPr>
            <a:xfrm>
              <a:off x="8668942" y="220415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1" name="pt2191"/>
            <p:cNvSpPr/>
            <p:nvPr/>
          </p:nvSpPr>
          <p:spPr>
            <a:xfrm>
              <a:off x="8876590" y="208894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2" name="pt2192"/>
            <p:cNvSpPr/>
            <p:nvPr/>
          </p:nvSpPr>
          <p:spPr>
            <a:xfrm>
              <a:off x="8876590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3" name="pt2193"/>
            <p:cNvSpPr/>
            <p:nvPr/>
          </p:nvSpPr>
          <p:spPr>
            <a:xfrm>
              <a:off x="8461293" y="26189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4" name="pt2194"/>
            <p:cNvSpPr/>
            <p:nvPr/>
          </p:nvSpPr>
          <p:spPr>
            <a:xfrm>
              <a:off x="10537779" y="100596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5" name="pt2195"/>
            <p:cNvSpPr/>
            <p:nvPr/>
          </p:nvSpPr>
          <p:spPr>
            <a:xfrm>
              <a:off x="8253644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6" name="pt2196"/>
            <p:cNvSpPr/>
            <p:nvPr/>
          </p:nvSpPr>
          <p:spPr>
            <a:xfrm>
              <a:off x="8253644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7" name="pt2197"/>
            <p:cNvSpPr/>
            <p:nvPr/>
          </p:nvSpPr>
          <p:spPr>
            <a:xfrm>
              <a:off x="10122482" y="1098132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8" name="pt2198"/>
            <p:cNvSpPr/>
            <p:nvPr/>
          </p:nvSpPr>
          <p:spPr>
            <a:xfrm>
              <a:off x="8876590" y="19506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199" name="pt2199"/>
            <p:cNvSpPr/>
            <p:nvPr/>
          </p:nvSpPr>
          <p:spPr>
            <a:xfrm>
              <a:off x="9291888" y="190460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0" name="pt2200"/>
            <p:cNvSpPr/>
            <p:nvPr/>
          </p:nvSpPr>
          <p:spPr>
            <a:xfrm>
              <a:off x="8876590" y="231936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1" name="pt2201"/>
            <p:cNvSpPr/>
            <p:nvPr/>
          </p:nvSpPr>
          <p:spPr>
            <a:xfrm>
              <a:off x="9291888" y="151289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2" name="pt2202"/>
            <p:cNvSpPr/>
            <p:nvPr/>
          </p:nvSpPr>
          <p:spPr>
            <a:xfrm>
              <a:off x="8876590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3" name="pt2203"/>
            <p:cNvSpPr/>
            <p:nvPr/>
          </p:nvSpPr>
          <p:spPr>
            <a:xfrm>
              <a:off x="8876590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4" name="pt2204"/>
            <p:cNvSpPr/>
            <p:nvPr/>
          </p:nvSpPr>
          <p:spPr>
            <a:xfrm>
              <a:off x="8668942" y="273412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5" name="pt2205"/>
            <p:cNvSpPr/>
            <p:nvPr/>
          </p:nvSpPr>
          <p:spPr>
            <a:xfrm>
              <a:off x="9084239" y="148984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6" name="pt2206"/>
            <p:cNvSpPr/>
            <p:nvPr/>
          </p:nvSpPr>
          <p:spPr>
            <a:xfrm>
              <a:off x="9914833" y="165114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7" name="pt2207"/>
            <p:cNvSpPr/>
            <p:nvPr/>
          </p:nvSpPr>
          <p:spPr>
            <a:xfrm>
              <a:off x="10122482" y="1144216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8" name="pt2208"/>
            <p:cNvSpPr/>
            <p:nvPr/>
          </p:nvSpPr>
          <p:spPr>
            <a:xfrm>
              <a:off x="8668942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09" name="pt2209"/>
            <p:cNvSpPr/>
            <p:nvPr/>
          </p:nvSpPr>
          <p:spPr>
            <a:xfrm>
              <a:off x="9499536" y="19506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0" name="pt2210"/>
            <p:cNvSpPr/>
            <p:nvPr/>
          </p:nvSpPr>
          <p:spPr>
            <a:xfrm>
              <a:off x="8253644" y="31488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1" name="pt2211"/>
            <p:cNvSpPr/>
            <p:nvPr/>
          </p:nvSpPr>
          <p:spPr>
            <a:xfrm>
              <a:off x="10330131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2" name="pt2212"/>
            <p:cNvSpPr/>
            <p:nvPr/>
          </p:nvSpPr>
          <p:spPr>
            <a:xfrm>
              <a:off x="8876590" y="201981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3" name="pt2213"/>
            <p:cNvSpPr/>
            <p:nvPr/>
          </p:nvSpPr>
          <p:spPr>
            <a:xfrm>
              <a:off x="8668942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4" name="pt2214"/>
            <p:cNvSpPr/>
            <p:nvPr/>
          </p:nvSpPr>
          <p:spPr>
            <a:xfrm>
              <a:off x="10745428" y="135159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5" name="pt2215"/>
            <p:cNvSpPr/>
            <p:nvPr/>
          </p:nvSpPr>
          <p:spPr>
            <a:xfrm>
              <a:off x="8668942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6" name="pt2216"/>
            <p:cNvSpPr/>
            <p:nvPr/>
          </p:nvSpPr>
          <p:spPr>
            <a:xfrm>
              <a:off x="8461293" y="26189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7" name="pt2217"/>
            <p:cNvSpPr/>
            <p:nvPr/>
          </p:nvSpPr>
          <p:spPr>
            <a:xfrm>
              <a:off x="9499536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8" name="pt2218"/>
            <p:cNvSpPr/>
            <p:nvPr/>
          </p:nvSpPr>
          <p:spPr>
            <a:xfrm>
              <a:off x="8876590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19" name="pt2219"/>
            <p:cNvSpPr/>
            <p:nvPr/>
          </p:nvSpPr>
          <p:spPr>
            <a:xfrm>
              <a:off x="8876590" y="190460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0" name="pt2220"/>
            <p:cNvSpPr/>
            <p:nvPr/>
          </p:nvSpPr>
          <p:spPr>
            <a:xfrm>
              <a:off x="8253644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1" name="pt2221"/>
            <p:cNvSpPr/>
            <p:nvPr/>
          </p:nvSpPr>
          <p:spPr>
            <a:xfrm>
              <a:off x="8253644" y="280325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2" name="pt2222"/>
            <p:cNvSpPr/>
            <p:nvPr/>
          </p:nvSpPr>
          <p:spPr>
            <a:xfrm>
              <a:off x="9084239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3" name="pt2223"/>
            <p:cNvSpPr/>
            <p:nvPr/>
          </p:nvSpPr>
          <p:spPr>
            <a:xfrm>
              <a:off x="9291888" y="197373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4" name="pt2224"/>
            <p:cNvSpPr/>
            <p:nvPr/>
          </p:nvSpPr>
          <p:spPr>
            <a:xfrm>
              <a:off x="9084239" y="197373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5" name="pt2225"/>
            <p:cNvSpPr/>
            <p:nvPr/>
          </p:nvSpPr>
          <p:spPr>
            <a:xfrm>
              <a:off x="8876590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6" name="pt2226"/>
            <p:cNvSpPr/>
            <p:nvPr/>
          </p:nvSpPr>
          <p:spPr>
            <a:xfrm>
              <a:off x="8876590" y="268804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7" name="pt2227"/>
            <p:cNvSpPr/>
            <p:nvPr/>
          </p:nvSpPr>
          <p:spPr>
            <a:xfrm>
              <a:off x="9084239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8" name="pt2228"/>
            <p:cNvSpPr/>
            <p:nvPr/>
          </p:nvSpPr>
          <p:spPr>
            <a:xfrm>
              <a:off x="9499536" y="142072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29" name="pt2229"/>
            <p:cNvSpPr/>
            <p:nvPr/>
          </p:nvSpPr>
          <p:spPr>
            <a:xfrm>
              <a:off x="8668942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0" name="pt2230"/>
            <p:cNvSpPr/>
            <p:nvPr/>
          </p:nvSpPr>
          <p:spPr>
            <a:xfrm>
              <a:off x="9499536" y="167418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1" name="pt2231"/>
            <p:cNvSpPr/>
            <p:nvPr/>
          </p:nvSpPr>
          <p:spPr>
            <a:xfrm>
              <a:off x="8876590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2" name="pt2232"/>
            <p:cNvSpPr/>
            <p:nvPr/>
          </p:nvSpPr>
          <p:spPr>
            <a:xfrm>
              <a:off x="9499536" y="151289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3" name="pt2233"/>
            <p:cNvSpPr/>
            <p:nvPr/>
          </p:nvSpPr>
          <p:spPr>
            <a:xfrm>
              <a:off x="8876590" y="23654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4" name="pt2234"/>
            <p:cNvSpPr/>
            <p:nvPr/>
          </p:nvSpPr>
          <p:spPr>
            <a:xfrm>
              <a:off x="10122482" y="148984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5" name="pt2235"/>
            <p:cNvSpPr/>
            <p:nvPr/>
          </p:nvSpPr>
          <p:spPr>
            <a:xfrm>
              <a:off x="9291888" y="21811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6" name="pt2236"/>
            <p:cNvSpPr/>
            <p:nvPr/>
          </p:nvSpPr>
          <p:spPr>
            <a:xfrm>
              <a:off x="8876590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7" name="pt2237"/>
            <p:cNvSpPr/>
            <p:nvPr/>
          </p:nvSpPr>
          <p:spPr>
            <a:xfrm>
              <a:off x="8876590" y="257283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8" name="pt2238"/>
            <p:cNvSpPr/>
            <p:nvPr/>
          </p:nvSpPr>
          <p:spPr>
            <a:xfrm>
              <a:off x="8876590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39" name="pt2239"/>
            <p:cNvSpPr/>
            <p:nvPr/>
          </p:nvSpPr>
          <p:spPr>
            <a:xfrm>
              <a:off x="8668942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0" name="pt2240"/>
            <p:cNvSpPr/>
            <p:nvPr/>
          </p:nvSpPr>
          <p:spPr>
            <a:xfrm>
              <a:off x="8876590" y="190460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1" name="pt2241"/>
            <p:cNvSpPr/>
            <p:nvPr/>
          </p:nvSpPr>
          <p:spPr>
            <a:xfrm>
              <a:off x="8461293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2" name="pt2242"/>
            <p:cNvSpPr/>
            <p:nvPr/>
          </p:nvSpPr>
          <p:spPr>
            <a:xfrm>
              <a:off x="8461293" y="268804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3" name="pt2243"/>
            <p:cNvSpPr/>
            <p:nvPr/>
          </p:nvSpPr>
          <p:spPr>
            <a:xfrm>
              <a:off x="8253644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4" name="pt2244"/>
            <p:cNvSpPr/>
            <p:nvPr/>
          </p:nvSpPr>
          <p:spPr>
            <a:xfrm>
              <a:off x="8668942" y="25037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5" name="pt2245"/>
            <p:cNvSpPr/>
            <p:nvPr/>
          </p:nvSpPr>
          <p:spPr>
            <a:xfrm>
              <a:off x="10330131" y="1144216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6" name="pt2246"/>
            <p:cNvSpPr/>
            <p:nvPr/>
          </p:nvSpPr>
          <p:spPr>
            <a:xfrm>
              <a:off x="9084239" y="188156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7" name="pt2247"/>
            <p:cNvSpPr/>
            <p:nvPr/>
          </p:nvSpPr>
          <p:spPr>
            <a:xfrm>
              <a:off x="8461293" y="291846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8" name="pt2248"/>
            <p:cNvSpPr/>
            <p:nvPr/>
          </p:nvSpPr>
          <p:spPr>
            <a:xfrm>
              <a:off x="8253644" y="28723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49" name="pt2249"/>
            <p:cNvSpPr/>
            <p:nvPr/>
          </p:nvSpPr>
          <p:spPr>
            <a:xfrm>
              <a:off x="9914833" y="1190301"/>
              <a:ext cx="72220" cy="72220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309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0" name="pt2250"/>
            <p:cNvSpPr/>
            <p:nvPr/>
          </p:nvSpPr>
          <p:spPr>
            <a:xfrm>
              <a:off x="8253644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1" name="pt2251"/>
            <p:cNvSpPr/>
            <p:nvPr/>
          </p:nvSpPr>
          <p:spPr>
            <a:xfrm>
              <a:off x="8253644" y="307975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2" name="pt2252"/>
            <p:cNvSpPr/>
            <p:nvPr/>
          </p:nvSpPr>
          <p:spPr>
            <a:xfrm>
              <a:off x="9084239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3" name="pt2253"/>
            <p:cNvSpPr/>
            <p:nvPr/>
          </p:nvSpPr>
          <p:spPr>
            <a:xfrm>
              <a:off x="9707185" y="172027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4" name="pt2254"/>
            <p:cNvSpPr/>
            <p:nvPr/>
          </p:nvSpPr>
          <p:spPr>
            <a:xfrm>
              <a:off x="8461293" y="268804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5" name="pt2255"/>
            <p:cNvSpPr/>
            <p:nvPr/>
          </p:nvSpPr>
          <p:spPr>
            <a:xfrm>
              <a:off x="8253644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6" name="pt2256"/>
            <p:cNvSpPr/>
            <p:nvPr/>
          </p:nvSpPr>
          <p:spPr>
            <a:xfrm>
              <a:off x="8461293" y="298758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7" name="pt2257"/>
            <p:cNvSpPr/>
            <p:nvPr/>
          </p:nvSpPr>
          <p:spPr>
            <a:xfrm>
              <a:off x="8253644" y="321801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8" name="pt2258"/>
            <p:cNvSpPr/>
            <p:nvPr/>
          </p:nvSpPr>
          <p:spPr>
            <a:xfrm>
              <a:off x="8253644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59" name="pt2259"/>
            <p:cNvSpPr/>
            <p:nvPr/>
          </p:nvSpPr>
          <p:spPr>
            <a:xfrm>
              <a:off x="8668942" y="280325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0" name="pt2260"/>
            <p:cNvSpPr/>
            <p:nvPr/>
          </p:nvSpPr>
          <p:spPr>
            <a:xfrm>
              <a:off x="8876590" y="220415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1" name="pt2261"/>
            <p:cNvSpPr/>
            <p:nvPr/>
          </p:nvSpPr>
          <p:spPr>
            <a:xfrm>
              <a:off x="8461293" y="266499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2" name="pt2262"/>
            <p:cNvSpPr/>
            <p:nvPr/>
          </p:nvSpPr>
          <p:spPr>
            <a:xfrm>
              <a:off x="8253644" y="291846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3" name="pt2263"/>
            <p:cNvSpPr/>
            <p:nvPr/>
          </p:nvSpPr>
          <p:spPr>
            <a:xfrm>
              <a:off x="10122482" y="1075090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4" name="pt2264"/>
            <p:cNvSpPr/>
            <p:nvPr/>
          </p:nvSpPr>
          <p:spPr>
            <a:xfrm>
              <a:off x="11160725" y="86771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5" name="pt2265"/>
            <p:cNvSpPr/>
            <p:nvPr/>
          </p:nvSpPr>
          <p:spPr>
            <a:xfrm>
              <a:off x="9084239" y="172027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6" name="pt2266"/>
            <p:cNvSpPr/>
            <p:nvPr/>
          </p:nvSpPr>
          <p:spPr>
            <a:xfrm>
              <a:off x="11160725" y="936837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7" name="pt2267"/>
            <p:cNvSpPr/>
            <p:nvPr/>
          </p:nvSpPr>
          <p:spPr>
            <a:xfrm>
              <a:off x="9291888" y="144376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8" name="pt2268"/>
            <p:cNvSpPr/>
            <p:nvPr/>
          </p:nvSpPr>
          <p:spPr>
            <a:xfrm>
              <a:off x="8876590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69" name="pt2269"/>
            <p:cNvSpPr/>
            <p:nvPr/>
          </p:nvSpPr>
          <p:spPr>
            <a:xfrm>
              <a:off x="8253644" y="296454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0" name="pt2270"/>
            <p:cNvSpPr/>
            <p:nvPr/>
          </p:nvSpPr>
          <p:spPr>
            <a:xfrm>
              <a:off x="9084239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1" name="pt2271"/>
            <p:cNvSpPr/>
            <p:nvPr/>
          </p:nvSpPr>
          <p:spPr>
            <a:xfrm>
              <a:off x="9084239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2" name="pt2272"/>
            <p:cNvSpPr/>
            <p:nvPr/>
          </p:nvSpPr>
          <p:spPr>
            <a:xfrm>
              <a:off x="9084239" y="188156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3" name="pt2273"/>
            <p:cNvSpPr/>
            <p:nvPr/>
          </p:nvSpPr>
          <p:spPr>
            <a:xfrm>
              <a:off x="9084239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4" name="pt2274"/>
            <p:cNvSpPr/>
            <p:nvPr/>
          </p:nvSpPr>
          <p:spPr>
            <a:xfrm>
              <a:off x="8668942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5" name="pt2275"/>
            <p:cNvSpPr/>
            <p:nvPr/>
          </p:nvSpPr>
          <p:spPr>
            <a:xfrm>
              <a:off x="8253644" y="268804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6" name="pt2276"/>
            <p:cNvSpPr/>
            <p:nvPr/>
          </p:nvSpPr>
          <p:spPr>
            <a:xfrm>
              <a:off x="9291888" y="135159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7" name="pt2277"/>
            <p:cNvSpPr/>
            <p:nvPr/>
          </p:nvSpPr>
          <p:spPr>
            <a:xfrm>
              <a:off x="9499536" y="231936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8" name="pt2278"/>
            <p:cNvSpPr/>
            <p:nvPr/>
          </p:nvSpPr>
          <p:spPr>
            <a:xfrm>
              <a:off x="10122482" y="142072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79" name="pt2279"/>
            <p:cNvSpPr/>
            <p:nvPr/>
          </p:nvSpPr>
          <p:spPr>
            <a:xfrm>
              <a:off x="9291888" y="172027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0" name="pt2280"/>
            <p:cNvSpPr/>
            <p:nvPr/>
          </p:nvSpPr>
          <p:spPr>
            <a:xfrm>
              <a:off x="9707185" y="162810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1" name="pt2281"/>
            <p:cNvSpPr/>
            <p:nvPr/>
          </p:nvSpPr>
          <p:spPr>
            <a:xfrm>
              <a:off x="8461293" y="282629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2" name="pt2282"/>
            <p:cNvSpPr/>
            <p:nvPr/>
          </p:nvSpPr>
          <p:spPr>
            <a:xfrm>
              <a:off x="8876590" y="183548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3" name="pt2283"/>
            <p:cNvSpPr/>
            <p:nvPr/>
          </p:nvSpPr>
          <p:spPr>
            <a:xfrm>
              <a:off x="8876590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4" name="pt2284"/>
            <p:cNvSpPr/>
            <p:nvPr/>
          </p:nvSpPr>
          <p:spPr>
            <a:xfrm>
              <a:off x="9707185" y="125942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5" name="pt2285"/>
            <p:cNvSpPr/>
            <p:nvPr/>
          </p:nvSpPr>
          <p:spPr>
            <a:xfrm>
              <a:off x="9291888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6" name="pt2286"/>
            <p:cNvSpPr/>
            <p:nvPr/>
          </p:nvSpPr>
          <p:spPr>
            <a:xfrm>
              <a:off x="8876590" y="23654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7" name="pt2287"/>
            <p:cNvSpPr/>
            <p:nvPr/>
          </p:nvSpPr>
          <p:spPr>
            <a:xfrm>
              <a:off x="10953077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8" name="pt2288"/>
            <p:cNvSpPr/>
            <p:nvPr/>
          </p:nvSpPr>
          <p:spPr>
            <a:xfrm>
              <a:off x="8461293" y="25497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89" name="pt2289"/>
            <p:cNvSpPr/>
            <p:nvPr/>
          </p:nvSpPr>
          <p:spPr>
            <a:xfrm>
              <a:off x="8461293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0" name="pt2290"/>
            <p:cNvSpPr/>
            <p:nvPr/>
          </p:nvSpPr>
          <p:spPr>
            <a:xfrm>
              <a:off x="10122482" y="135159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1" name="pt2291"/>
            <p:cNvSpPr/>
            <p:nvPr/>
          </p:nvSpPr>
          <p:spPr>
            <a:xfrm>
              <a:off x="8461293" y="252674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2" name="pt2292"/>
            <p:cNvSpPr/>
            <p:nvPr/>
          </p:nvSpPr>
          <p:spPr>
            <a:xfrm>
              <a:off x="9499536" y="142072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3" name="pt2293"/>
            <p:cNvSpPr/>
            <p:nvPr/>
          </p:nvSpPr>
          <p:spPr>
            <a:xfrm>
              <a:off x="8253644" y="282629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4" name="pt2294"/>
            <p:cNvSpPr/>
            <p:nvPr/>
          </p:nvSpPr>
          <p:spPr>
            <a:xfrm>
              <a:off x="8253644" y="291846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5" name="pt2295"/>
            <p:cNvSpPr/>
            <p:nvPr/>
          </p:nvSpPr>
          <p:spPr>
            <a:xfrm>
              <a:off x="8253644" y="317192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6" name="pt2296"/>
            <p:cNvSpPr/>
            <p:nvPr/>
          </p:nvSpPr>
          <p:spPr>
            <a:xfrm>
              <a:off x="8253644" y="31488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7" name="pt2297"/>
            <p:cNvSpPr/>
            <p:nvPr/>
          </p:nvSpPr>
          <p:spPr>
            <a:xfrm>
              <a:off x="8461293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8" name="pt2298"/>
            <p:cNvSpPr/>
            <p:nvPr/>
          </p:nvSpPr>
          <p:spPr>
            <a:xfrm>
              <a:off x="9084239" y="206590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299" name="pt2299"/>
            <p:cNvSpPr/>
            <p:nvPr/>
          </p:nvSpPr>
          <p:spPr>
            <a:xfrm>
              <a:off x="9084239" y="148984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0" name="pt2300"/>
            <p:cNvSpPr/>
            <p:nvPr/>
          </p:nvSpPr>
          <p:spPr>
            <a:xfrm>
              <a:off x="8253644" y="25497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1" name="pt2301"/>
            <p:cNvSpPr/>
            <p:nvPr/>
          </p:nvSpPr>
          <p:spPr>
            <a:xfrm>
              <a:off x="8876590" y="183548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2" name="pt2302"/>
            <p:cNvSpPr/>
            <p:nvPr/>
          </p:nvSpPr>
          <p:spPr>
            <a:xfrm>
              <a:off x="8876590" y="176635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3" name="pt2303"/>
            <p:cNvSpPr/>
            <p:nvPr/>
          </p:nvSpPr>
          <p:spPr>
            <a:xfrm>
              <a:off x="8461293" y="28723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4" name="pt2304"/>
            <p:cNvSpPr/>
            <p:nvPr/>
          </p:nvSpPr>
          <p:spPr>
            <a:xfrm>
              <a:off x="8461293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5" name="pt2305"/>
            <p:cNvSpPr/>
            <p:nvPr/>
          </p:nvSpPr>
          <p:spPr>
            <a:xfrm>
              <a:off x="8461293" y="22502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6" name="pt2306"/>
            <p:cNvSpPr/>
            <p:nvPr/>
          </p:nvSpPr>
          <p:spPr>
            <a:xfrm>
              <a:off x="8668942" y="190460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7" name="pt2307"/>
            <p:cNvSpPr/>
            <p:nvPr/>
          </p:nvSpPr>
          <p:spPr>
            <a:xfrm>
              <a:off x="8253644" y="326409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8" name="pt2308"/>
            <p:cNvSpPr/>
            <p:nvPr/>
          </p:nvSpPr>
          <p:spPr>
            <a:xfrm>
              <a:off x="8668942" y="18585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09" name="pt2309"/>
            <p:cNvSpPr/>
            <p:nvPr/>
          </p:nvSpPr>
          <p:spPr>
            <a:xfrm>
              <a:off x="8461293" y="24576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0" name="pt2310"/>
            <p:cNvSpPr/>
            <p:nvPr/>
          </p:nvSpPr>
          <p:spPr>
            <a:xfrm>
              <a:off x="8876590" y="21350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1" name="pt2311"/>
            <p:cNvSpPr/>
            <p:nvPr/>
          </p:nvSpPr>
          <p:spPr>
            <a:xfrm>
              <a:off x="8668942" y="23884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2" name="pt2312"/>
            <p:cNvSpPr/>
            <p:nvPr/>
          </p:nvSpPr>
          <p:spPr>
            <a:xfrm>
              <a:off x="8668942" y="259587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3" name="pt2313"/>
            <p:cNvSpPr/>
            <p:nvPr/>
          </p:nvSpPr>
          <p:spPr>
            <a:xfrm>
              <a:off x="8876590" y="183548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4" name="pt2314"/>
            <p:cNvSpPr/>
            <p:nvPr/>
          </p:nvSpPr>
          <p:spPr>
            <a:xfrm>
              <a:off x="10537779" y="1098132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5" name="pt2315"/>
            <p:cNvSpPr/>
            <p:nvPr/>
          </p:nvSpPr>
          <p:spPr>
            <a:xfrm>
              <a:off x="10330131" y="107509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6" name="pt2316"/>
            <p:cNvSpPr/>
            <p:nvPr/>
          </p:nvSpPr>
          <p:spPr>
            <a:xfrm>
              <a:off x="9914833" y="135159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7" name="pt2317"/>
            <p:cNvSpPr/>
            <p:nvPr/>
          </p:nvSpPr>
          <p:spPr>
            <a:xfrm>
              <a:off x="9914833" y="142072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8" name="pt2318"/>
            <p:cNvSpPr/>
            <p:nvPr/>
          </p:nvSpPr>
          <p:spPr>
            <a:xfrm>
              <a:off x="9707185" y="165114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19" name="pt2319"/>
            <p:cNvSpPr/>
            <p:nvPr/>
          </p:nvSpPr>
          <p:spPr>
            <a:xfrm>
              <a:off x="8253644" y="321801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0" name="pt2320"/>
            <p:cNvSpPr/>
            <p:nvPr/>
          </p:nvSpPr>
          <p:spPr>
            <a:xfrm>
              <a:off x="10953077" y="936837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1" name="pt2321"/>
            <p:cNvSpPr/>
            <p:nvPr/>
          </p:nvSpPr>
          <p:spPr>
            <a:xfrm>
              <a:off x="9084239" y="231936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2" name="pt2322"/>
            <p:cNvSpPr/>
            <p:nvPr/>
          </p:nvSpPr>
          <p:spPr>
            <a:xfrm>
              <a:off x="9291888" y="204286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3" name="pt2323"/>
            <p:cNvSpPr/>
            <p:nvPr/>
          </p:nvSpPr>
          <p:spPr>
            <a:xfrm>
              <a:off x="8461293" y="21811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4" name="pt2324"/>
            <p:cNvSpPr/>
            <p:nvPr/>
          </p:nvSpPr>
          <p:spPr>
            <a:xfrm>
              <a:off x="8668942" y="23424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5" name="pt2325"/>
            <p:cNvSpPr/>
            <p:nvPr/>
          </p:nvSpPr>
          <p:spPr>
            <a:xfrm>
              <a:off x="8253644" y="32871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6" name="pt2326"/>
            <p:cNvSpPr/>
            <p:nvPr/>
          </p:nvSpPr>
          <p:spPr>
            <a:xfrm>
              <a:off x="8461293" y="26189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7" name="pt2327"/>
            <p:cNvSpPr/>
            <p:nvPr/>
          </p:nvSpPr>
          <p:spPr>
            <a:xfrm>
              <a:off x="8253644" y="310279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8" name="pt2328"/>
            <p:cNvSpPr/>
            <p:nvPr/>
          </p:nvSpPr>
          <p:spPr>
            <a:xfrm>
              <a:off x="8876590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9" name="pt2329"/>
            <p:cNvSpPr/>
            <p:nvPr/>
          </p:nvSpPr>
          <p:spPr>
            <a:xfrm>
              <a:off x="8876590" y="21119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0" name="pt2330"/>
            <p:cNvSpPr/>
            <p:nvPr/>
          </p:nvSpPr>
          <p:spPr>
            <a:xfrm>
              <a:off x="8253644" y="298758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1" name="pt2331"/>
            <p:cNvSpPr/>
            <p:nvPr/>
          </p:nvSpPr>
          <p:spPr>
            <a:xfrm>
              <a:off x="9291888" y="135159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2" name="pt2332"/>
            <p:cNvSpPr/>
            <p:nvPr/>
          </p:nvSpPr>
          <p:spPr>
            <a:xfrm>
              <a:off x="8253644" y="298758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3" name="pt2333"/>
            <p:cNvSpPr/>
            <p:nvPr/>
          </p:nvSpPr>
          <p:spPr>
            <a:xfrm>
              <a:off x="8253644" y="3287136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4" name="pt2334"/>
            <p:cNvSpPr/>
            <p:nvPr/>
          </p:nvSpPr>
          <p:spPr>
            <a:xfrm>
              <a:off x="8461293" y="24806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35" name="tx2335"/>
            <p:cNvSpPr/>
            <p:nvPr/>
          </p:nvSpPr>
          <p:spPr>
            <a:xfrm>
              <a:off x="8306367" y="882689"/>
              <a:ext cx="91715" cy="909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2336" name="tx2336"/>
            <p:cNvSpPr/>
            <p:nvPr/>
          </p:nvSpPr>
          <p:spPr>
            <a:xfrm>
              <a:off x="8411718" y="847137"/>
              <a:ext cx="49441" cy="63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337" name="tx2337"/>
            <p:cNvSpPr/>
            <p:nvPr/>
          </p:nvSpPr>
          <p:spPr>
            <a:xfrm>
              <a:off x="8461160" y="973598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2338" name="tx2338"/>
            <p:cNvSpPr/>
            <p:nvPr/>
          </p:nvSpPr>
          <p:spPr>
            <a:xfrm>
              <a:off x="8495949" y="935585"/>
              <a:ext cx="74166" cy="380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2339" name="tx2339"/>
            <p:cNvSpPr/>
            <p:nvPr/>
          </p:nvSpPr>
          <p:spPr>
            <a:xfrm>
              <a:off x="8570115" y="973598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2340" name="tx2340"/>
            <p:cNvSpPr/>
            <p:nvPr/>
          </p:nvSpPr>
          <p:spPr>
            <a:xfrm>
              <a:off x="8604903" y="880766"/>
              <a:ext cx="247178" cy="9283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0.74</a:t>
              </a:r>
            </a:p>
          </p:txBody>
        </p:sp>
        <p:sp>
          <p:nvSpPr>
            <p:cNvPr id="2341" name="tx2341"/>
            <p:cNvSpPr/>
            <p:nvPr/>
          </p:nvSpPr>
          <p:spPr>
            <a:xfrm>
              <a:off x="8306367" y="1019559"/>
              <a:ext cx="91715" cy="909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2342" name="tx2342"/>
            <p:cNvSpPr/>
            <p:nvPr/>
          </p:nvSpPr>
          <p:spPr>
            <a:xfrm>
              <a:off x="8411718" y="984008"/>
              <a:ext cx="49441" cy="63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343" name="tx2343"/>
            <p:cNvSpPr/>
            <p:nvPr/>
          </p:nvSpPr>
          <p:spPr>
            <a:xfrm>
              <a:off x="8461160" y="1110468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FF7F0E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2344" name="tx2344"/>
            <p:cNvSpPr/>
            <p:nvPr/>
          </p:nvSpPr>
          <p:spPr>
            <a:xfrm>
              <a:off x="8495949" y="1072455"/>
              <a:ext cx="74166" cy="380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2345" name="tx2345"/>
            <p:cNvSpPr/>
            <p:nvPr/>
          </p:nvSpPr>
          <p:spPr>
            <a:xfrm>
              <a:off x="8570115" y="1110468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FF7F0E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2346" name="tx2346"/>
            <p:cNvSpPr/>
            <p:nvPr/>
          </p:nvSpPr>
          <p:spPr>
            <a:xfrm>
              <a:off x="8604903" y="1017637"/>
              <a:ext cx="247178" cy="9283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0.82</a:t>
              </a:r>
            </a:p>
          </p:txBody>
        </p:sp>
        <p:sp>
          <p:nvSpPr>
            <p:cNvPr id="2347" name="pl2347"/>
            <p:cNvSpPr/>
            <p:nvPr/>
          </p:nvSpPr>
          <p:spPr>
            <a:xfrm>
              <a:off x="8289755" y="710267"/>
              <a:ext cx="2578073" cy="2097106"/>
            </a:xfrm>
            <a:custGeom>
              <a:avLst/>
              <a:gdLst/>
              <a:ahLst/>
              <a:cxnLst/>
              <a:rect l="0" t="0" r="0" b="0"/>
              <a:pathLst>
                <a:path w="2578073" h="2097106">
                  <a:moveTo>
                    <a:pt x="0" y="2097106"/>
                  </a:moveTo>
                  <a:lnTo>
                    <a:pt x="36798" y="2067173"/>
                  </a:lnTo>
                  <a:lnTo>
                    <a:pt x="73596" y="2037239"/>
                  </a:lnTo>
                  <a:lnTo>
                    <a:pt x="110395" y="2007306"/>
                  </a:lnTo>
                  <a:lnTo>
                    <a:pt x="147193" y="1977373"/>
                  </a:lnTo>
                  <a:lnTo>
                    <a:pt x="183992" y="1947439"/>
                  </a:lnTo>
                  <a:lnTo>
                    <a:pt x="220790" y="1917506"/>
                  </a:lnTo>
                  <a:lnTo>
                    <a:pt x="257589" y="1887573"/>
                  </a:lnTo>
                  <a:lnTo>
                    <a:pt x="294387" y="1857639"/>
                  </a:lnTo>
                  <a:lnTo>
                    <a:pt x="331186" y="1827706"/>
                  </a:lnTo>
                  <a:lnTo>
                    <a:pt x="367984" y="1797773"/>
                  </a:lnTo>
                  <a:lnTo>
                    <a:pt x="404783" y="1767839"/>
                  </a:lnTo>
                  <a:lnTo>
                    <a:pt x="441581" y="1737906"/>
                  </a:lnTo>
                  <a:lnTo>
                    <a:pt x="478380" y="1707973"/>
                  </a:lnTo>
                  <a:lnTo>
                    <a:pt x="515178" y="1678039"/>
                  </a:lnTo>
                  <a:lnTo>
                    <a:pt x="551977" y="1648106"/>
                  </a:lnTo>
                  <a:lnTo>
                    <a:pt x="588775" y="1618172"/>
                  </a:lnTo>
                  <a:lnTo>
                    <a:pt x="625574" y="1588239"/>
                  </a:lnTo>
                  <a:lnTo>
                    <a:pt x="662372" y="1558306"/>
                  </a:lnTo>
                  <a:lnTo>
                    <a:pt x="699171" y="1528372"/>
                  </a:lnTo>
                  <a:lnTo>
                    <a:pt x="735969" y="1498439"/>
                  </a:lnTo>
                  <a:lnTo>
                    <a:pt x="772768" y="1468506"/>
                  </a:lnTo>
                  <a:lnTo>
                    <a:pt x="809566" y="1438572"/>
                  </a:lnTo>
                  <a:lnTo>
                    <a:pt x="846365" y="1408639"/>
                  </a:lnTo>
                  <a:lnTo>
                    <a:pt x="883163" y="1378706"/>
                  </a:lnTo>
                  <a:lnTo>
                    <a:pt x="919962" y="1348772"/>
                  </a:lnTo>
                  <a:lnTo>
                    <a:pt x="956760" y="1318839"/>
                  </a:lnTo>
                  <a:lnTo>
                    <a:pt x="993559" y="1288906"/>
                  </a:lnTo>
                  <a:lnTo>
                    <a:pt x="1030357" y="1258972"/>
                  </a:lnTo>
                  <a:lnTo>
                    <a:pt x="1067156" y="1229039"/>
                  </a:lnTo>
                  <a:lnTo>
                    <a:pt x="1103954" y="1199106"/>
                  </a:lnTo>
                  <a:lnTo>
                    <a:pt x="1140753" y="1169172"/>
                  </a:lnTo>
                  <a:lnTo>
                    <a:pt x="1177551" y="1139239"/>
                  </a:lnTo>
                  <a:lnTo>
                    <a:pt x="1214350" y="1109306"/>
                  </a:lnTo>
                  <a:lnTo>
                    <a:pt x="1251148" y="1079372"/>
                  </a:lnTo>
                  <a:lnTo>
                    <a:pt x="1287947" y="1049439"/>
                  </a:lnTo>
                  <a:lnTo>
                    <a:pt x="1324745" y="1019505"/>
                  </a:lnTo>
                  <a:lnTo>
                    <a:pt x="1361544" y="989572"/>
                  </a:lnTo>
                  <a:lnTo>
                    <a:pt x="1398342" y="959639"/>
                  </a:lnTo>
                  <a:lnTo>
                    <a:pt x="1435141" y="929705"/>
                  </a:lnTo>
                  <a:lnTo>
                    <a:pt x="1471939" y="899772"/>
                  </a:lnTo>
                  <a:lnTo>
                    <a:pt x="1508738" y="869839"/>
                  </a:lnTo>
                  <a:lnTo>
                    <a:pt x="1545536" y="839905"/>
                  </a:lnTo>
                  <a:lnTo>
                    <a:pt x="1582335" y="809972"/>
                  </a:lnTo>
                  <a:lnTo>
                    <a:pt x="1619133" y="780039"/>
                  </a:lnTo>
                  <a:lnTo>
                    <a:pt x="1655932" y="750105"/>
                  </a:lnTo>
                  <a:lnTo>
                    <a:pt x="1692730" y="720172"/>
                  </a:lnTo>
                  <a:lnTo>
                    <a:pt x="1729529" y="690239"/>
                  </a:lnTo>
                  <a:lnTo>
                    <a:pt x="1766327" y="660305"/>
                  </a:lnTo>
                  <a:lnTo>
                    <a:pt x="1803126" y="630372"/>
                  </a:lnTo>
                  <a:lnTo>
                    <a:pt x="1839924" y="600439"/>
                  </a:lnTo>
                  <a:lnTo>
                    <a:pt x="1876723" y="570505"/>
                  </a:lnTo>
                  <a:lnTo>
                    <a:pt x="1913521" y="540572"/>
                  </a:lnTo>
                  <a:lnTo>
                    <a:pt x="1950320" y="510639"/>
                  </a:lnTo>
                  <a:lnTo>
                    <a:pt x="1987118" y="480705"/>
                  </a:lnTo>
                  <a:lnTo>
                    <a:pt x="2023917" y="450772"/>
                  </a:lnTo>
                  <a:lnTo>
                    <a:pt x="2060715" y="420838"/>
                  </a:lnTo>
                  <a:lnTo>
                    <a:pt x="2097514" y="390905"/>
                  </a:lnTo>
                  <a:lnTo>
                    <a:pt x="2134312" y="360972"/>
                  </a:lnTo>
                  <a:lnTo>
                    <a:pt x="2171111" y="331038"/>
                  </a:lnTo>
                  <a:lnTo>
                    <a:pt x="2207909" y="301105"/>
                  </a:lnTo>
                  <a:lnTo>
                    <a:pt x="2244708" y="271172"/>
                  </a:lnTo>
                  <a:lnTo>
                    <a:pt x="2281506" y="241238"/>
                  </a:lnTo>
                  <a:lnTo>
                    <a:pt x="2318305" y="211305"/>
                  </a:lnTo>
                  <a:lnTo>
                    <a:pt x="2355103" y="181372"/>
                  </a:lnTo>
                  <a:lnTo>
                    <a:pt x="2391902" y="151438"/>
                  </a:lnTo>
                  <a:lnTo>
                    <a:pt x="2428700" y="121505"/>
                  </a:lnTo>
                  <a:lnTo>
                    <a:pt x="2465499" y="91572"/>
                  </a:lnTo>
                  <a:lnTo>
                    <a:pt x="2502297" y="61638"/>
                  </a:lnTo>
                  <a:lnTo>
                    <a:pt x="2539096" y="31705"/>
                  </a:lnTo>
                  <a:lnTo>
                    <a:pt x="2575894" y="1772"/>
                  </a:lnTo>
                  <a:lnTo>
                    <a:pt x="2578073" y="0"/>
                  </a:lnTo>
                </a:path>
              </a:pathLst>
            </a:custGeom>
            <a:ln w="39420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8" name="pl2348"/>
            <p:cNvSpPr/>
            <p:nvPr/>
          </p:nvSpPr>
          <p:spPr>
            <a:xfrm>
              <a:off x="9327998" y="754721"/>
              <a:ext cx="2284135" cy="708067"/>
            </a:xfrm>
            <a:custGeom>
              <a:avLst/>
              <a:gdLst/>
              <a:ahLst/>
              <a:cxnLst/>
              <a:rect l="0" t="0" r="0" b="0"/>
              <a:pathLst>
                <a:path w="2284135" h="708067">
                  <a:moveTo>
                    <a:pt x="0" y="708067"/>
                  </a:moveTo>
                  <a:lnTo>
                    <a:pt x="28913" y="699104"/>
                  </a:lnTo>
                  <a:lnTo>
                    <a:pt x="57826" y="690141"/>
                  </a:lnTo>
                  <a:lnTo>
                    <a:pt x="86739" y="681179"/>
                  </a:lnTo>
                  <a:lnTo>
                    <a:pt x="115652" y="672216"/>
                  </a:lnTo>
                  <a:lnTo>
                    <a:pt x="144565" y="663253"/>
                  </a:lnTo>
                  <a:lnTo>
                    <a:pt x="173478" y="654290"/>
                  </a:lnTo>
                  <a:lnTo>
                    <a:pt x="202391" y="645327"/>
                  </a:lnTo>
                  <a:lnTo>
                    <a:pt x="231304" y="636364"/>
                  </a:lnTo>
                  <a:lnTo>
                    <a:pt x="260217" y="627401"/>
                  </a:lnTo>
                  <a:lnTo>
                    <a:pt x="289131" y="618438"/>
                  </a:lnTo>
                  <a:lnTo>
                    <a:pt x="318044" y="609475"/>
                  </a:lnTo>
                  <a:lnTo>
                    <a:pt x="346957" y="600513"/>
                  </a:lnTo>
                  <a:lnTo>
                    <a:pt x="375870" y="591550"/>
                  </a:lnTo>
                  <a:lnTo>
                    <a:pt x="404783" y="582587"/>
                  </a:lnTo>
                  <a:lnTo>
                    <a:pt x="433696" y="573624"/>
                  </a:lnTo>
                  <a:lnTo>
                    <a:pt x="462609" y="564661"/>
                  </a:lnTo>
                  <a:lnTo>
                    <a:pt x="491522" y="555698"/>
                  </a:lnTo>
                  <a:lnTo>
                    <a:pt x="520435" y="546735"/>
                  </a:lnTo>
                  <a:lnTo>
                    <a:pt x="549348" y="537772"/>
                  </a:lnTo>
                  <a:lnTo>
                    <a:pt x="578262" y="528810"/>
                  </a:lnTo>
                  <a:lnTo>
                    <a:pt x="607175" y="519847"/>
                  </a:lnTo>
                  <a:lnTo>
                    <a:pt x="636088" y="510884"/>
                  </a:lnTo>
                  <a:lnTo>
                    <a:pt x="665001" y="501921"/>
                  </a:lnTo>
                  <a:lnTo>
                    <a:pt x="693914" y="492958"/>
                  </a:lnTo>
                  <a:lnTo>
                    <a:pt x="722827" y="483995"/>
                  </a:lnTo>
                  <a:lnTo>
                    <a:pt x="751740" y="475032"/>
                  </a:lnTo>
                  <a:lnTo>
                    <a:pt x="780653" y="466069"/>
                  </a:lnTo>
                  <a:lnTo>
                    <a:pt x="809566" y="457106"/>
                  </a:lnTo>
                  <a:lnTo>
                    <a:pt x="838479" y="448144"/>
                  </a:lnTo>
                  <a:lnTo>
                    <a:pt x="867393" y="439181"/>
                  </a:lnTo>
                  <a:lnTo>
                    <a:pt x="896306" y="430218"/>
                  </a:lnTo>
                  <a:lnTo>
                    <a:pt x="925219" y="421255"/>
                  </a:lnTo>
                  <a:lnTo>
                    <a:pt x="954132" y="412292"/>
                  </a:lnTo>
                  <a:lnTo>
                    <a:pt x="983045" y="403329"/>
                  </a:lnTo>
                  <a:lnTo>
                    <a:pt x="1011958" y="394366"/>
                  </a:lnTo>
                  <a:lnTo>
                    <a:pt x="1040871" y="385403"/>
                  </a:lnTo>
                  <a:lnTo>
                    <a:pt x="1069784" y="376441"/>
                  </a:lnTo>
                  <a:lnTo>
                    <a:pt x="1098697" y="367478"/>
                  </a:lnTo>
                  <a:lnTo>
                    <a:pt x="1127610" y="358515"/>
                  </a:lnTo>
                  <a:lnTo>
                    <a:pt x="1156524" y="349552"/>
                  </a:lnTo>
                  <a:lnTo>
                    <a:pt x="1185437" y="340589"/>
                  </a:lnTo>
                  <a:lnTo>
                    <a:pt x="1214350" y="331626"/>
                  </a:lnTo>
                  <a:lnTo>
                    <a:pt x="1243263" y="322663"/>
                  </a:lnTo>
                  <a:lnTo>
                    <a:pt x="1272176" y="313700"/>
                  </a:lnTo>
                  <a:lnTo>
                    <a:pt x="1301089" y="304737"/>
                  </a:lnTo>
                  <a:lnTo>
                    <a:pt x="1330002" y="295775"/>
                  </a:lnTo>
                  <a:lnTo>
                    <a:pt x="1358915" y="286812"/>
                  </a:lnTo>
                  <a:lnTo>
                    <a:pt x="1387828" y="277849"/>
                  </a:lnTo>
                  <a:lnTo>
                    <a:pt x="1416742" y="268886"/>
                  </a:lnTo>
                  <a:lnTo>
                    <a:pt x="1445655" y="259923"/>
                  </a:lnTo>
                  <a:lnTo>
                    <a:pt x="1474568" y="250960"/>
                  </a:lnTo>
                  <a:lnTo>
                    <a:pt x="1503481" y="241997"/>
                  </a:lnTo>
                  <a:lnTo>
                    <a:pt x="1532394" y="233034"/>
                  </a:lnTo>
                  <a:lnTo>
                    <a:pt x="1561307" y="224072"/>
                  </a:lnTo>
                  <a:lnTo>
                    <a:pt x="1590220" y="215109"/>
                  </a:lnTo>
                  <a:lnTo>
                    <a:pt x="1619133" y="206146"/>
                  </a:lnTo>
                  <a:lnTo>
                    <a:pt x="1648046" y="197183"/>
                  </a:lnTo>
                  <a:lnTo>
                    <a:pt x="1676959" y="188220"/>
                  </a:lnTo>
                  <a:lnTo>
                    <a:pt x="1705873" y="179257"/>
                  </a:lnTo>
                  <a:lnTo>
                    <a:pt x="1734786" y="170294"/>
                  </a:lnTo>
                  <a:lnTo>
                    <a:pt x="1763699" y="161331"/>
                  </a:lnTo>
                  <a:lnTo>
                    <a:pt x="1792612" y="152368"/>
                  </a:lnTo>
                  <a:lnTo>
                    <a:pt x="1821525" y="143406"/>
                  </a:lnTo>
                  <a:lnTo>
                    <a:pt x="1850438" y="134443"/>
                  </a:lnTo>
                  <a:lnTo>
                    <a:pt x="1879351" y="125480"/>
                  </a:lnTo>
                  <a:lnTo>
                    <a:pt x="1908264" y="116517"/>
                  </a:lnTo>
                  <a:lnTo>
                    <a:pt x="1937177" y="107554"/>
                  </a:lnTo>
                  <a:lnTo>
                    <a:pt x="1966090" y="98591"/>
                  </a:lnTo>
                  <a:lnTo>
                    <a:pt x="1995004" y="89628"/>
                  </a:lnTo>
                  <a:lnTo>
                    <a:pt x="2023917" y="80665"/>
                  </a:lnTo>
                  <a:lnTo>
                    <a:pt x="2052830" y="71703"/>
                  </a:lnTo>
                  <a:lnTo>
                    <a:pt x="2081743" y="62740"/>
                  </a:lnTo>
                  <a:lnTo>
                    <a:pt x="2110656" y="53777"/>
                  </a:lnTo>
                  <a:lnTo>
                    <a:pt x="2139569" y="44814"/>
                  </a:lnTo>
                  <a:lnTo>
                    <a:pt x="2168482" y="35851"/>
                  </a:lnTo>
                  <a:lnTo>
                    <a:pt x="2197395" y="26888"/>
                  </a:lnTo>
                  <a:lnTo>
                    <a:pt x="2226308" y="17925"/>
                  </a:lnTo>
                  <a:lnTo>
                    <a:pt x="2255221" y="8962"/>
                  </a:lnTo>
                  <a:lnTo>
                    <a:pt x="2284135" y="0"/>
                  </a:lnTo>
                </a:path>
              </a:pathLst>
            </a:custGeom>
            <a:ln w="39420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49" name="pl2349"/>
            <p:cNvSpPr/>
            <p:nvPr/>
          </p:nvSpPr>
          <p:spPr>
            <a:xfrm>
              <a:off x="8123636" y="5816242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0" name="pl2350"/>
            <p:cNvSpPr/>
            <p:nvPr/>
          </p:nvSpPr>
          <p:spPr>
            <a:xfrm>
              <a:off x="8123636" y="5124978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1" name="pl2351"/>
            <p:cNvSpPr/>
            <p:nvPr/>
          </p:nvSpPr>
          <p:spPr>
            <a:xfrm>
              <a:off x="8123636" y="4433713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2" name="pl2352"/>
            <p:cNvSpPr/>
            <p:nvPr/>
          </p:nvSpPr>
          <p:spPr>
            <a:xfrm>
              <a:off x="8123636" y="3742449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3" name="pl2353"/>
            <p:cNvSpPr/>
            <p:nvPr/>
          </p:nvSpPr>
          <p:spPr>
            <a:xfrm>
              <a:off x="8808876" y="3548895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4" name="pl2354"/>
            <p:cNvSpPr/>
            <p:nvPr/>
          </p:nvSpPr>
          <p:spPr>
            <a:xfrm>
              <a:off x="9847120" y="3548895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5" name="pl2355"/>
            <p:cNvSpPr/>
            <p:nvPr/>
          </p:nvSpPr>
          <p:spPr>
            <a:xfrm>
              <a:off x="10885363" y="3548895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85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6" name="pl2356"/>
            <p:cNvSpPr/>
            <p:nvPr/>
          </p:nvSpPr>
          <p:spPr>
            <a:xfrm>
              <a:off x="8123636" y="6161874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7" name="pl2357"/>
            <p:cNvSpPr/>
            <p:nvPr/>
          </p:nvSpPr>
          <p:spPr>
            <a:xfrm>
              <a:off x="8123636" y="5470610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8" name="pl2358"/>
            <p:cNvSpPr/>
            <p:nvPr/>
          </p:nvSpPr>
          <p:spPr>
            <a:xfrm>
              <a:off x="8123636" y="4779345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9" name="pl2359"/>
            <p:cNvSpPr/>
            <p:nvPr/>
          </p:nvSpPr>
          <p:spPr>
            <a:xfrm>
              <a:off x="8123636" y="4088081"/>
              <a:ext cx="3654616" cy="0"/>
            </a:xfrm>
            <a:custGeom>
              <a:avLst/>
              <a:gdLst/>
              <a:ahLst/>
              <a:cxnLst/>
              <a:rect l="0" t="0" r="0" b="0"/>
              <a:pathLst>
                <a:path w="3654616">
                  <a:moveTo>
                    <a:pt x="0" y="0"/>
                  </a:moveTo>
                  <a:lnTo>
                    <a:pt x="3654616" y="0"/>
                  </a:lnTo>
                  <a:lnTo>
                    <a:pt x="3654616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0" name="pl2360"/>
            <p:cNvSpPr/>
            <p:nvPr/>
          </p:nvSpPr>
          <p:spPr>
            <a:xfrm>
              <a:off x="8289755" y="3548895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1" name="pl2361"/>
            <p:cNvSpPr/>
            <p:nvPr/>
          </p:nvSpPr>
          <p:spPr>
            <a:xfrm>
              <a:off x="9327998" y="3548895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2" name="pl2362"/>
            <p:cNvSpPr/>
            <p:nvPr/>
          </p:nvSpPr>
          <p:spPr>
            <a:xfrm>
              <a:off x="10366241" y="3548895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3" name="pl2363"/>
            <p:cNvSpPr/>
            <p:nvPr/>
          </p:nvSpPr>
          <p:spPr>
            <a:xfrm>
              <a:off x="11404484" y="3548895"/>
              <a:ext cx="0" cy="2737407"/>
            </a:xfrm>
            <a:custGeom>
              <a:avLst/>
              <a:gdLst/>
              <a:ahLst/>
              <a:cxnLst/>
              <a:rect l="0" t="0" r="0" b="0"/>
              <a:pathLst>
                <a:path h="2737407">
                  <a:moveTo>
                    <a:pt x="0" y="273740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971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4" name="pt2364"/>
            <p:cNvSpPr/>
            <p:nvPr/>
          </p:nvSpPr>
          <p:spPr>
            <a:xfrm>
              <a:off x="10745428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5" name="pt2365"/>
            <p:cNvSpPr/>
            <p:nvPr/>
          </p:nvSpPr>
          <p:spPr>
            <a:xfrm>
              <a:off x="10537779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6" name="pt2366"/>
            <p:cNvSpPr/>
            <p:nvPr/>
          </p:nvSpPr>
          <p:spPr>
            <a:xfrm>
              <a:off x="9291888" y="515799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7" name="pt2367"/>
            <p:cNvSpPr/>
            <p:nvPr/>
          </p:nvSpPr>
          <p:spPr>
            <a:xfrm>
              <a:off x="10122482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8" name="pt2368"/>
            <p:cNvSpPr/>
            <p:nvPr/>
          </p:nvSpPr>
          <p:spPr>
            <a:xfrm>
              <a:off x="10745428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9" name="pt2369"/>
            <p:cNvSpPr/>
            <p:nvPr/>
          </p:nvSpPr>
          <p:spPr>
            <a:xfrm>
              <a:off x="10537779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0" name="pt2370"/>
            <p:cNvSpPr/>
            <p:nvPr/>
          </p:nvSpPr>
          <p:spPr>
            <a:xfrm>
              <a:off x="9707185" y="421326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1" name="pt2371"/>
            <p:cNvSpPr/>
            <p:nvPr/>
          </p:nvSpPr>
          <p:spPr>
            <a:xfrm>
              <a:off x="10745428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2" name="pt2372"/>
            <p:cNvSpPr/>
            <p:nvPr/>
          </p:nvSpPr>
          <p:spPr>
            <a:xfrm>
              <a:off x="11160725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3" name="pt2373"/>
            <p:cNvSpPr/>
            <p:nvPr/>
          </p:nvSpPr>
          <p:spPr>
            <a:xfrm>
              <a:off x="9291888" y="45128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4" name="pt2374"/>
            <p:cNvSpPr/>
            <p:nvPr/>
          </p:nvSpPr>
          <p:spPr>
            <a:xfrm>
              <a:off x="10745428" y="3844591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5" name="pt2375"/>
            <p:cNvSpPr/>
            <p:nvPr/>
          </p:nvSpPr>
          <p:spPr>
            <a:xfrm>
              <a:off x="9707185" y="405197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6" name="pt2376"/>
            <p:cNvSpPr/>
            <p:nvPr/>
          </p:nvSpPr>
          <p:spPr>
            <a:xfrm>
              <a:off x="10330131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7" name="pt2377"/>
            <p:cNvSpPr/>
            <p:nvPr/>
          </p:nvSpPr>
          <p:spPr>
            <a:xfrm>
              <a:off x="9084239" y="435151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8" name="pt2378"/>
            <p:cNvSpPr/>
            <p:nvPr/>
          </p:nvSpPr>
          <p:spPr>
            <a:xfrm>
              <a:off x="9291888" y="488148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79" name="pt2379"/>
            <p:cNvSpPr/>
            <p:nvPr/>
          </p:nvSpPr>
          <p:spPr>
            <a:xfrm>
              <a:off x="10537779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0" name="pt2380"/>
            <p:cNvSpPr/>
            <p:nvPr/>
          </p:nvSpPr>
          <p:spPr>
            <a:xfrm>
              <a:off x="10537779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1" name="pt2381"/>
            <p:cNvSpPr/>
            <p:nvPr/>
          </p:nvSpPr>
          <p:spPr>
            <a:xfrm>
              <a:off x="10537779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2" name="pt2382"/>
            <p:cNvSpPr/>
            <p:nvPr/>
          </p:nvSpPr>
          <p:spPr>
            <a:xfrm>
              <a:off x="11160725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3" name="pt2383"/>
            <p:cNvSpPr/>
            <p:nvPr/>
          </p:nvSpPr>
          <p:spPr>
            <a:xfrm>
              <a:off x="8668942" y="47893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4" name="pt2384"/>
            <p:cNvSpPr/>
            <p:nvPr/>
          </p:nvSpPr>
          <p:spPr>
            <a:xfrm>
              <a:off x="10330131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5" name="pt2385"/>
            <p:cNvSpPr/>
            <p:nvPr/>
          </p:nvSpPr>
          <p:spPr>
            <a:xfrm>
              <a:off x="11160725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6" name="pt2386"/>
            <p:cNvSpPr/>
            <p:nvPr/>
          </p:nvSpPr>
          <p:spPr>
            <a:xfrm>
              <a:off x="10330131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7" name="pt2387"/>
            <p:cNvSpPr/>
            <p:nvPr/>
          </p:nvSpPr>
          <p:spPr>
            <a:xfrm>
              <a:off x="11368374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8" name="pt2388"/>
            <p:cNvSpPr/>
            <p:nvPr/>
          </p:nvSpPr>
          <p:spPr>
            <a:xfrm>
              <a:off x="9499536" y="400588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89" name="pt2389"/>
            <p:cNvSpPr/>
            <p:nvPr/>
          </p:nvSpPr>
          <p:spPr>
            <a:xfrm>
              <a:off x="8668942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0" name="pt2390"/>
            <p:cNvSpPr/>
            <p:nvPr/>
          </p:nvSpPr>
          <p:spPr>
            <a:xfrm>
              <a:off x="9084239" y="48354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1" name="pt2391"/>
            <p:cNvSpPr/>
            <p:nvPr/>
          </p:nvSpPr>
          <p:spPr>
            <a:xfrm>
              <a:off x="10537779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2" name="pt2392"/>
            <p:cNvSpPr/>
            <p:nvPr/>
          </p:nvSpPr>
          <p:spPr>
            <a:xfrm>
              <a:off x="9914833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3" name="pt2393"/>
            <p:cNvSpPr/>
            <p:nvPr/>
          </p:nvSpPr>
          <p:spPr>
            <a:xfrm>
              <a:off x="9291888" y="455889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4" name="pt2394"/>
            <p:cNvSpPr/>
            <p:nvPr/>
          </p:nvSpPr>
          <p:spPr>
            <a:xfrm>
              <a:off x="9499536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5" name="pt2395"/>
            <p:cNvSpPr/>
            <p:nvPr/>
          </p:nvSpPr>
          <p:spPr>
            <a:xfrm>
              <a:off x="11160725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6" name="pt2396"/>
            <p:cNvSpPr/>
            <p:nvPr/>
          </p:nvSpPr>
          <p:spPr>
            <a:xfrm>
              <a:off x="10745428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7" name="pt2397"/>
            <p:cNvSpPr/>
            <p:nvPr/>
          </p:nvSpPr>
          <p:spPr>
            <a:xfrm>
              <a:off x="10953077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8" name="pt2398"/>
            <p:cNvSpPr/>
            <p:nvPr/>
          </p:nvSpPr>
          <p:spPr>
            <a:xfrm>
              <a:off x="10330131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99" name="pt2399"/>
            <p:cNvSpPr/>
            <p:nvPr/>
          </p:nvSpPr>
          <p:spPr>
            <a:xfrm>
              <a:off x="11576023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0" name="pt2400"/>
            <p:cNvSpPr/>
            <p:nvPr/>
          </p:nvSpPr>
          <p:spPr>
            <a:xfrm>
              <a:off x="11576023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1" name="pt2401"/>
            <p:cNvSpPr/>
            <p:nvPr/>
          </p:nvSpPr>
          <p:spPr>
            <a:xfrm>
              <a:off x="8876590" y="501974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2" name="pt2402"/>
            <p:cNvSpPr/>
            <p:nvPr/>
          </p:nvSpPr>
          <p:spPr>
            <a:xfrm>
              <a:off x="10122482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3" name="pt2403"/>
            <p:cNvSpPr/>
            <p:nvPr/>
          </p:nvSpPr>
          <p:spPr>
            <a:xfrm>
              <a:off x="1095307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4" name="pt2404"/>
            <p:cNvSpPr/>
            <p:nvPr/>
          </p:nvSpPr>
          <p:spPr>
            <a:xfrm>
              <a:off x="10330131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5" name="pt2405"/>
            <p:cNvSpPr/>
            <p:nvPr/>
          </p:nvSpPr>
          <p:spPr>
            <a:xfrm>
              <a:off x="10537779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6" name="pt2406"/>
            <p:cNvSpPr/>
            <p:nvPr/>
          </p:nvSpPr>
          <p:spPr>
            <a:xfrm>
              <a:off x="11160725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7" name="pt2407"/>
            <p:cNvSpPr/>
            <p:nvPr/>
          </p:nvSpPr>
          <p:spPr>
            <a:xfrm>
              <a:off x="11368374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8" name="pt2408"/>
            <p:cNvSpPr/>
            <p:nvPr/>
          </p:nvSpPr>
          <p:spPr>
            <a:xfrm>
              <a:off x="10537779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09" name="pt2409"/>
            <p:cNvSpPr/>
            <p:nvPr/>
          </p:nvSpPr>
          <p:spPr>
            <a:xfrm>
              <a:off x="10330131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0" name="pt2410"/>
            <p:cNvSpPr/>
            <p:nvPr/>
          </p:nvSpPr>
          <p:spPr>
            <a:xfrm>
              <a:off x="9707185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1" name="pt2411"/>
            <p:cNvSpPr/>
            <p:nvPr/>
          </p:nvSpPr>
          <p:spPr>
            <a:xfrm>
              <a:off x="1095307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2" name="pt2412"/>
            <p:cNvSpPr/>
            <p:nvPr/>
          </p:nvSpPr>
          <p:spPr>
            <a:xfrm>
              <a:off x="9914833" y="43976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3" name="pt2413"/>
            <p:cNvSpPr/>
            <p:nvPr/>
          </p:nvSpPr>
          <p:spPr>
            <a:xfrm>
              <a:off x="9707185" y="40750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4" name="pt2414"/>
            <p:cNvSpPr/>
            <p:nvPr/>
          </p:nvSpPr>
          <p:spPr>
            <a:xfrm>
              <a:off x="1095307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5" name="pt2415"/>
            <p:cNvSpPr/>
            <p:nvPr/>
          </p:nvSpPr>
          <p:spPr>
            <a:xfrm>
              <a:off x="9914833" y="522712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6" name="pt2416"/>
            <p:cNvSpPr/>
            <p:nvPr/>
          </p:nvSpPr>
          <p:spPr>
            <a:xfrm>
              <a:off x="11576023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7" name="pt2417"/>
            <p:cNvSpPr/>
            <p:nvPr/>
          </p:nvSpPr>
          <p:spPr>
            <a:xfrm>
              <a:off x="11576023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8" name="pt2418"/>
            <p:cNvSpPr/>
            <p:nvPr/>
          </p:nvSpPr>
          <p:spPr>
            <a:xfrm>
              <a:off x="1095307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19" name="pt2419"/>
            <p:cNvSpPr/>
            <p:nvPr/>
          </p:nvSpPr>
          <p:spPr>
            <a:xfrm>
              <a:off x="11160725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0" name="pt2420"/>
            <p:cNvSpPr/>
            <p:nvPr/>
          </p:nvSpPr>
          <p:spPr>
            <a:xfrm>
              <a:off x="9914833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1" name="pt2421"/>
            <p:cNvSpPr/>
            <p:nvPr/>
          </p:nvSpPr>
          <p:spPr>
            <a:xfrm>
              <a:off x="10953077" y="3775465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2" name="pt2422"/>
            <p:cNvSpPr/>
            <p:nvPr/>
          </p:nvSpPr>
          <p:spPr>
            <a:xfrm>
              <a:off x="10745428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3" name="pt2423"/>
            <p:cNvSpPr/>
            <p:nvPr/>
          </p:nvSpPr>
          <p:spPr>
            <a:xfrm>
              <a:off x="9707185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4" name="pt2424"/>
            <p:cNvSpPr/>
            <p:nvPr/>
          </p:nvSpPr>
          <p:spPr>
            <a:xfrm>
              <a:off x="9914833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5" name="pt2425"/>
            <p:cNvSpPr/>
            <p:nvPr/>
          </p:nvSpPr>
          <p:spPr>
            <a:xfrm>
              <a:off x="9499536" y="432847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6" name="pt2426"/>
            <p:cNvSpPr/>
            <p:nvPr/>
          </p:nvSpPr>
          <p:spPr>
            <a:xfrm>
              <a:off x="10330131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7" name="pt2427"/>
            <p:cNvSpPr/>
            <p:nvPr/>
          </p:nvSpPr>
          <p:spPr>
            <a:xfrm>
              <a:off x="10330131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8" name="pt2428"/>
            <p:cNvSpPr/>
            <p:nvPr/>
          </p:nvSpPr>
          <p:spPr>
            <a:xfrm>
              <a:off x="9084239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29" name="pt2429"/>
            <p:cNvSpPr/>
            <p:nvPr/>
          </p:nvSpPr>
          <p:spPr>
            <a:xfrm>
              <a:off x="10953077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0" name="pt2430"/>
            <p:cNvSpPr/>
            <p:nvPr/>
          </p:nvSpPr>
          <p:spPr>
            <a:xfrm>
              <a:off x="9499536" y="42593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1" name="pt2431"/>
            <p:cNvSpPr/>
            <p:nvPr/>
          </p:nvSpPr>
          <p:spPr>
            <a:xfrm>
              <a:off x="10122482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2" name="pt2432"/>
            <p:cNvSpPr/>
            <p:nvPr/>
          </p:nvSpPr>
          <p:spPr>
            <a:xfrm>
              <a:off x="9499536" y="42593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3" name="pt2433"/>
            <p:cNvSpPr/>
            <p:nvPr/>
          </p:nvSpPr>
          <p:spPr>
            <a:xfrm>
              <a:off x="8668942" y="47662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4" name="pt2434"/>
            <p:cNvSpPr/>
            <p:nvPr/>
          </p:nvSpPr>
          <p:spPr>
            <a:xfrm>
              <a:off x="11368374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5" name="pt2435"/>
            <p:cNvSpPr/>
            <p:nvPr/>
          </p:nvSpPr>
          <p:spPr>
            <a:xfrm>
              <a:off x="10122482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6" name="pt2436"/>
            <p:cNvSpPr/>
            <p:nvPr/>
          </p:nvSpPr>
          <p:spPr>
            <a:xfrm>
              <a:off x="9707185" y="421326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7" name="pt2437"/>
            <p:cNvSpPr/>
            <p:nvPr/>
          </p:nvSpPr>
          <p:spPr>
            <a:xfrm>
              <a:off x="9291888" y="42593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8" name="pt2438"/>
            <p:cNvSpPr/>
            <p:nvPr/>
          </p:nvSpPr>
          <p:spPr>
            <a:xfrm>
              <a:off x="10745428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39" name="pt2439"/>
            <p:cNvSpPr/>
            <p:nvPr/>
          </p:nvSpPr>
          <p:spPr>
            <a:xfrm>
              <a:off x="9914833" y="416718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0" name="pt2440"/>
            <p:cNvSpPr/>
            <p:nvPr/>
          </p:nvSpPr>
          <p:spPr>
            <a:xfrm>
              <a:off x="10330131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1" name="pt2441"/>
            <p:cNvSpPr/>
            <p:nvPr/>
          </p:nvSpPr>
          <p:spPr>
            <a:xfrm>
              <a:off x="8253644" y="536537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2" name="pt2442"/>
            <p:cNvSpPr/>
            <p:nvPr/>
          </p:nvSpPr>
          <p:spPr>
            <a:xfrm>
              <a:off x="9914833" y="453585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3" name="pt2443"/>
            <p:cNvSpPr/>
            <p:nvPr/>
          </p:nvSpPr>
          <p:spPr>
            <a:xfrm>
              <a:off x="8668942" y="48354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4" name="pt2444"/>
            <p:cNvSpPr/>
            <p:nvPr/>
          </p:nvSpPr>
          <p:spPr>
            <a:xfrm>
              <a:off x="9499536" y="405197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5" name="pt2445"/>
            <p:cNvSpPr/>
            <p:nvPr/>
          </p:nvSpPr>
          <p:spPr>
            <a:xfrm>
              <a:off x="8668942" y="531928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6" name="pt2446"/>
            <p:cNvSpPr/>
            <p:nvPr/>
          </p:nvSpPr>
          <p:spPr>
            <a:xfrm>
              <a:off x="8461293" y="548058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7" name="pt2447"/>
            <p:cNvSpPr/>
            <p:nvPr/>
          </p:nvSpPr>
          <p:spPr>
            <a:xfrm>
              <a:off x="8876590" y="490453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8" name="pt2448"/>
            <p:cNvSpPr/>
            <p:nvPr/>
          </p:nvSpPr>
          <p:spPr>
            <a:xfrm>
              <a:off x="8253644" y="6125764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49" name="pt2449"/>
            <p:cNvSpPr/>
            <p:nvPr/>
          </p:nvSpPr>
          <p:spPr>
            <a:xfrm>
              <a:off x="8253644" y="607967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0" name="pt2450"/>
            <p:cNvSpPr/>
            <p:nvPr/>
          </p:nvSpPr>
          <p:spPr>
            <a:xfrm>
              <a:off x="8253644" y="6125764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1" name="pt2451"/>
            <p:cNvSpPr/>
            <p:nvPr/>
          </p:nvSpPr>
          <p:spPr>
            <a:xfrm>
              <a:off x="8253644" y="6125764"/>
              <a:ext cx="72220" cy="72220"/>
            </a:xfrm>
            <a:prstGeom prst="ellipse">
              <a:avLst/>
            </a:prstGeom>
            <a:solidFill>
              <a:srgbClr val="2CA02C">
                <a:alpha val="100000"/>
              </a:srgbClr>
            </a:solidFill>
            <a:ln w="13090" cap="rnd">
              <a:solidFill>
                <a:srgbClr val="2CA02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2" name="pt2452"/>
            <p:cNvSpPr/>
            <p:nvPr/>
          </p:nvSpPr>
          <p:spPr>
            <a:xfrm>
              <a:off x="9084239" y="42823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3" name="pt2453"/>
            <p:cNvSpPr/>
            <p:nvPr/>
          </p:nvSpPr>
          <p:spPr>
            <a:xfrm>
              <a:off x="8253644" y="499669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4" name="pt2454"/>
            <p:cNvSpPr/>
            <p:nvPr/>
          </p:nvSpPr>
          <p:spPr>
            <a:xfrm>
              <a:off x="9291888" y="45128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5" name="pt2455"/>
            <p:cNvSpPr/>
            <p:nvPr/>
          </p:nvSpPr>
          <p:spPr>
            <a:xfrm>
              <a:off x="9499536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6" name="pt2456"/>
            <p:cNvSpPr/>
            <p:nvPr/>
          </p:nvSpPr>
          <p:spPr>
            <a:xfrm>
              <a:off x="8253644" y="603359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7" name="pt2457"/>
            <p:cNvSpPr/>
            <p:nvPr/>
          </p:nvSpPr>
          <p:spPr>
            <a:xfrm>
              <a:off x="9291888" y="448977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8" name="pt2458"/>
            <p:cNvSpPr/>
            <p:nvPr/>
          </p:nvSpPr>
          <p:spPr>
            <a:xfrm>
              <a:off x="8253644" y="598751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59" name="pt2459"/>
            <p:cNvSpPr/>
            <p:nvPr/>
          </p:nvSpPr>
          <p:spPr>
            <a:xfrm>
              <a:off x="8876590" y="453585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0" name="pt2460"/>
            <p:cNvSpPr/>
            <p:nvPr/>
          </p:nvSpPr>
          <p:spPr>
            <a:xfrm>
              <a:off x="9291888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1" name="pt2461"/>
            <p:cNvSpPr/>
            <p:nvPr/>
          </p:nvSpPr>
          <p:spPr>
            <a:xfrm>
              <a:off x="10745428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2" name="pt2462"/>
            <p:cNvSpPr/>
            <p:nvPr/>
          </p:nvSpPr>
          <p:spPr>
            <a:xfrm>
              <a:off x="10537779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3" name="pt2463"/>
            <p:cNvSpPr/>
            <p:nvPr/>
          </p:nvSpPr>
          <p:spPr>
            <a:xfrm>
              <a:off x="8253644" y="552666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4" name="pt2464"/>
            <p:cNvSpPr/>
            <p:nvPr/>
          </p:nvSpPr>
          <p:spPr>
            <a:xfrm>
              <a:off x="8253644" y="552666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5" name="pt2465"/>
            <p:cNvSpPr/>
            <p:nvPr/>
          </p:nvSpPr>
          <p:spPr>
            <a:xfrm>
              <a:off x="8876590" y="47893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6" name="pt2466"/>
            <p:cNvSpPr/>
            <p:nvPr/>
          </p:nvSpPr>
          <p:spPr>
            <a:xfrm>
              <a:off x="1095307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7" name="pt2467"/>
            <p:cNvSpPr/>
            <p:nvPr/>
          </p:nvSpPr>
          <p:spPr>
            <a:xfrm>
              <a:off x="10953077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8" name="pt2468"/>
            <p:cNvSpPr/>
            <p:nvPr/>
          </p:nvSpPr>
          <p:spPr>
            <a:xfrm>
              <a:off x="8876590" y="497365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69" name="pt2469"/>
            <p:cNvSpPr/>
            <p:nvPr/>
          </p:nvSpPr>
          <p:spPr>
            <a:xfrm>
              <a:off x="8461293" y="50427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0" name="pt2470"/>
            <p:cNvSpPr/>
            <p:nvPr/>
          </p:nvSpPr>
          <p:spPr>
            <a:xfrm>
              <a:off x="11160725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1" name="pt2471"/>
            <p:cNvSpPr/>
            <p:nvPr/>
          </p:nvSpPr>
          <p:spPr>
            <a:xfrm>
              <a:off x="9914833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2" name="pt2472"/>
            <p:cNvSpPr/>
            <p:nvPr/>
          </p:nvSpPr>
          <p:spPr>
            <a:xfrm>
              <a:off x="10122482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3" name="pt2473"/>
            <p:cNvSpPr/>
            <p:nvPr/>
          </p:nvSpPr>
          <p:spPr>
            <a:xfrm>
              <a:off x="9084239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4" name="pt2474"/>
            <p:cNvSpPr/>
            <p:nvPr/>
          </p:nvSpPr>
          <p:spPr>
            <a:xfrm>
              <a:off x="1095307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5" name="pt2475"/>
            <p:cNvSpPr/>
            <p:nvPr/>
          </p:nvSpPr>
          <p:spPr>
            <a:xfrm>
              <a:off x="11160725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6" name="pt2476"/>
            <p:cNvSpPr/>
            <p:nvPr/>
          </p:nvSpPr>
          <p:spPr>
            <a:xfrm>
              <a:off x="10537779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7" name="pt2477"/>
            <p:cNvSpPr/>
            <p:nvPr/>
          </p:nvSpPr>
          <p:spPr>
            <a:xfrm>
              <a:off x="10122482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8" name="pt2478"/>
            <p:cNvSpPr/>
            <p:nvPr/>
          </p:nvSpPr>
          <p:spPr>
            <a:xfrm>
              <a:off x="11368374" y="3775465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79" name="pt2479"/>
            <p:cNvSpPr/>
            <p:nvPr/>
          </p:nvSpPr>
          <p:spPr>
            <a:xfrm>
              <a:off x="11160725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0" name="pt2480"/>
            <p:cNvSpPr/>
            <p:nvPr/>
          </p:nvSpPr>
          <p:spPr>
            <a:xfrm>
              <a:off x="11160725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1" name="pt2481"/>
            <p:cNvSpPr/>
            <p:nvPr/>
          </p:nvSpPr>
          <p:spPr>
            <a:xfrm>
              <a:off x="11160725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2" name="pt2482"/>
            <p:cNvSpPr/>
            <p:nvPr/>
          </p:nvSpPr>
          <p:spPr>
            <a:xfrm>
              <a:off x="11368374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3" name="pt2483"/>
            <p:cNvSpPr/>
            <p:nvPr/>
          </p:nvSpPr>
          <p:spPr>
            <a:xfrm>
              <a:off x="11368374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4" name="pt2484"/>
            <p:cNvSpPr/>
            <p:nvPr/>
          </p:nvSpPr>
          <p:spPr>
            <a:xfrm>
              <a:off x="9914833" y="391371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5" name="pt2485"/>
            <p:cNvSpPr/>
            <p:nvPr/>
          </p:nvSpPr>
          <p:spPr>
            <a:xfrm>
              <a:off x="10953077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6" name="pt2486"/>
            <p:cNvSpPr/>
            <p:nvPr/>
          </p:nvSpPr>
          <p:spPr>
            <a:xfrm>
              <a:off x="10745428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7" name="pt2487"/>
            <p:cNvSpPr/>
            <p:nvPr/>
          </p:nvSpPr>
          <p:spPr>
            <a:xfrm>
              <a:off x="11160725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8" name="pt2488"/>
            <p:cNvSpPr/>
            <p:nvPr/>
          </p:nvSpPr>
          <p:spPr>
            <a:xfrm>
              <a:off x="10122482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89" name="pt2489"/>
            <p:cNvSpPr/>
            <p:nvPr/>
          </p:nvSpPr>
          <p:spPr>
            <a:xfrm>
              <a:off x="10953077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0" name="pt2490"/>
            <p:cNvSpPr/>
            <p:nvPr/>
          </p:nvSpPr>
          <p:spPr>
            <a:xfrm>
              <a:off x="11576023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1" name="pt2491"/>
            <p:cNvSpPr/>
            <p:nvPr/>
          </p:nvSpPr>
          <p:spPr>
            <a:xfrm>
              <a:off x="11576023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2" name="pt2492"/>
            <p:cNvSpPr/>
            <p:nvPr/>
          </p:nvSpPr>
          <p:spPr>
            <a:xfrm>
              <a:off x="10745428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3" name="pt2493"/>
            <p:cNvSpPr/>
            <p:nvPr/>
          </p:nvSpPr>
          <p:spPr>
            <a:xfrm>
              <a:off x="11368374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4" name="pt2494"/>
            <p:cNvSpPr/>
            <p:nvPr/>
          </p:nvSpPr>
          <p:spPr>
            <a:xfrm>
              <a:off x="10537779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5" name="pt2495"/>
            <p:cNvSpPr/>
            <p:nvPr/>
          </p:nvSpPr>
          <p:spPr>
            <a:xfrm>
              <a:off x="10537779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6" name="pt2496"/>
            <p:cNvSpPr/>
            <p:nvPr/>
          </p:nvSpPr>
          <p:spPr>
            <a:xfrm>
              <a:off x="10745428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7" name="pt2497"/>
            <p:cNvSpPr/>
            <p:nvPr/>
          </p:nvSpPr>
          <p:spPr>
            <a:xfrm>
              <a:off x="9291888" y="42593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8" name="pt2498"/>
            <p:cNvSpPr/>
            <p:nvPr/>
          </p:nvSpPr>
          <p:spPr>
            <a:xfrm>
              <a:off x="1095307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499" name="pt2499"/>
            <p:cNvSpPr/>
            <p:nvPr/>
          </p:nvSpPr>
          <p:spPr>
            <a:xfrm>
              <a:off x="10953077" y="3844591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0" name="pt2500"/>
            <p:cNvSpPr/>
            <p:nvPr/>
          </p:nvSpPr>
          <p:spPr>
            <a:xfrm>
              <a:off x="11160725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1" name="pt2501"/>
            <p:cNvSpPr/>
            <p:nvPr/>
          </p:nvSpPr>
          <p:spPr>
            <a:xfrm>
              <a:off x="11576023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2" name="pt2502"/>
            <p:cNvSpPr/>
            <p:nvPr/>
          </p:nvSpPr>
          <p:spPr>
            <a:xfrm>
              <a:off x="8876590" y="557275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3" name="pt2503"/>
            <p:cNvSpPr/>
            <p:nvPr/>
          </p:nvSpPr>
          <p:spPr>
            <a:xfrm>
              <a:off x="1095307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4" name="pt2504"/>
            <p:cNvSpPr/>
            <p:nvPr/>
          </p:nvSpPr>
          <p:spPr>
            <a:xfrm>
              <a:off x="11368374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5" name="pt2505"/>
            <p:cNvSpPr/>
            <p:nvPr/>
          </p:nvSpPr>
          <p:spPr>
            <a:xfrm>
              <a:off x="1095307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6" name="pt2506"/>
            <p:cNvSpPr/>
            <p:nvPr/>
          </p:nvSpPr>
          <p:spPr>
            <a:xfrm>
              <a:off x="9707185" y="44667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7" name="pt2507"/>
            <p:cNvSpPr/>
            <p:nvPr/>
          </p:nvSpPr>
          <p:spPr>
            <a:xfrm>
              <a:off x="11576023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8" name="pt2508"/>
            <p:cNvSpPr/>
            <p:nvPr/>
          </p:nvSpPr>
          <p:spPr>
            <a:xfrm>
              <a:off x="9914833" y="400588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09" name="pt2509"/>
            <p:cNvSpPr/>
            <p:nvPr/>
          </p:nvSpPr>
          <p:spPr>
            <a:xfrm>
              <a:off x="10330131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0" name="pt2510"/>
            <p:cNvSpPr/>
            <p:nvPr/>
          </p:nvSpPr>
          <p:spPr>
            <a:xfrm>
              <a:off x="11160725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1" name="pt2511"/>
            <p:cNvSpPr/>
            <p:nvPr/>
          </p:nvSpPr>
          <p:spPr>
            <a:xfrm>
              <a:off x="9084239" y="432847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2" name="pt2512"/>
            <p:cNvSpPr/>
            <p:nvPr/>
          </p:nvSpPr>
          <p:spPr>
            <a:xfrm>
              <a:off x="10330131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3" name="pt2513"/>
            <p:cNvSpPr/>
            <p:nvPr/>
          </p:nvSpPr>
          <p:spPr>
            <a:xfrm>
              <a:off x="10537779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4" name="pt2514"/>
            <p:cNvSpPr/>
            <p:nvPr/>
          </p:nvSpPr>
          <p:spPr>
            <a:xfrm>
              <a:off x="10537779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5" name="pt2515"/>
            <p:cNvSpPr/>
            <p:nvPr/>
          </p:nvSpPr>
          <p:spPr>
            <a:xfrm>
              <a:off x="11160725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6" name="pt2516"/>
            <p:cNvSpPr/>
            <p:nvPr/>
          </p:nvSpPr>
          <p:spPr>
            <a:xfrm>
              <a:off x="9499536" y="42593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7" name="pt2517"/>
            <p:cNvSpPr/>
            <p:nvPr/>
          </p:nvSpPr>
          <p:spPr>
            <a:xfrm>
              <a:off x="1095307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8" name="pt2518"/>
            <p:cNvSpPr/>
            <p:nvPr/>
          </p:nvSpPr>
          <p:spPr>
            <a:xfrm>
              <a:off x="11160725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19" name="pt2519"/>
            <p:cNvSpPr/>
            <p:nvPr/>
          </p:nvSpPr>
          <p:spPr>
            <a:xfrm>
              <a:off x="10953077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0" name="pt2520"/>
            <p:cNvSpPr/>
            <p:nvPr/>
          </p:nvSpPr>
          <p:spPr>
            <a:xfrm>
              <a:off x="10330131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1" name="pt2521"/>
            <p:cNvSpPr/>
            <p:nvPr/>
          </p:nvSpPr>
          <p:spPr>
            <a:xfrm>
              <a:off x="11160725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2" name="pt2522"/>
            <p:cNvSpPr/>
            <p:nvPr/>
          </p:nvSpPr>
          <p:spPr>
            <a:xfrm>
              <a:off x="10537779" y="3775465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3" name="pt2523"/>
            <p:cNvSpPr/>
            <p:nvPr/>
          </p:nvSpPr>
          <p:spPr>
            <a:xfrm>
              <a:off x="10122482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4" name="pt2524"/>
            <p:cNvSpPr/>
            <p:nvPr/>
          </p:nvSpPr>
          <p:spPr>
            <a:xfrm>
              <a:off x="8668942" y="506582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5" name="pt2525"/>
            <p:cNvSpPr/>
            <p:nvPr/>
          </p:nvSpPr>
          <p:spPr>
            <a:xfrm>
              <a:off x="10953077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6" name="pt2526"/>
            <p:cNvSpPr/>
            <p:nvPr/>
          </p:nvSpPr>
          <p:spPr>
            <a:xfrm>
              <a:off x="10745428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7" name="pt2527"/>
            <p:cNvSpPr/>
            <p:nvPr/>
          </p:nvSpPr>
          <p:spPr>
            <a:xfrm>
              <a:off x="10122482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8" name="pt2528"/>
            <p:cNvSpPr/>
            <p:nvPr/>
          </p:nvSpPr>
          <p:spPr>
            <a:xfrm>
              <a:off x="11160725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29" name="pt2529"/>
            <p:cNvSpPr/>
            <p:nvPr/>
          </p:nvSpPr>
          <p:spPr>
            <a:xfrm>
              <a:off x="10745428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0" name="pt2530"/>
            <p:cNvSpPr/>
            <p:nvPr/>
          </p:nvSpPr>
          <p:spPr>
            <a:xfrm>
              <a:off x="10745428" y="405197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1" name="pt2531"/>
            <p:cNvSpPr/>
            <p:nvPr/>
          </p:nvSpPr>
          <p:spPr>
            <a:xfrm>
              <a:off x="9499536" y="432847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2" name="pt2532"/>
            <p:cNvSpPr/>
            <p:nvPr/>
          </p:nvSpPr>
          <p:spPr>
            <a:xfrm>
              <a:off x="9291888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3" name="pt2533"/>
            <p:cNvSpPr/>
            <p:nvPr/>
          </p:nvSpPr>
          <p:spPr>
            <a:xfrm>
              <a:off x="10953077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4" name="pt2534"/>
            <p:cNvSpPr/>
            <p:nvPr/>
          </p:nvSpPr>
          <p:spPr>
            <a:xfrm>
              <a:off x="10745428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5" name="pt2535"/>
            <p:cNvSpPr/>
            <p:nvPr/>
          </p:nvSpPr>
          <p:spPr>
            <a:xfrm>
              <a:off x="8876590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6" name="pt2536"/>
            <p:cNvSpPr/>
            <p:nvPr/>
          </p:nvSpPr>
          <p:spPr>
            <a:xfrm>
              <a:off x="10122482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7" name="pt2537"/>
            <p:cNvSpPr/>
            <p:nvPr/>
          </p:nvSpPr>
          <p:spPr>
            <a:xfrm>
              <a:off x="10953077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8" name="pt2538"/>
            <p:cNvSpPr/>
            <p:nvPr/>
          </p:nvSpPr>
          <p:spPr>
            <a:xfrm>
              <a:off x="11160725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39" name="pt2539"/>
            <p:cNvSpPr/>
            <p:nvPr/>
          </p:nvSpPr>
          <p:spPr>
            <a:xfrm>
              <a:off x="10330131" y="44667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0" name="pt2540"/>
            <p:cNvSpPr/>
            <p:nvPr/>
          </p:nvSpPr>
          <p:spPr>
            <a:xfrm>
              <a:off x="10745428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1" name="pt2541"/>
            <p:cNvSpPr/>
            <p:nvPr/>
          </p:nvSpPr>
          <p:spPr>
            <a:xfrm>
              <a:off x="9914833" y="3982844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2" name="pt2542"/>
            <p:cNvSpPr/>
            <p:nvPr/>
          </p:nvSpPr>
          <p:spPr>
            <a:xfrm>
              <a:off x="10745428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3" name="pt2543"/>
            <p:cNvSpPr/>
            <p:nvPr/>
          </p:nvSpPr>
          <p:spPr>
            <a:xfrm>
              <a:off x="10122482" y="409805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4" name="pt2544"/>
            <p:cNvSpPr/>
            <p:nvPr/>
          </p:nvSpPr>
          <p:spPr>
            <a:xfrm>
              <a:off x="10330131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5" name="pt2545"/>
            <p:cNvSpPr/>
            <p:nvPr/>
          </p:nvSpPr>
          <p:spPr>
            <a:xfrm>
              <a:off x="9914833" y="4190223"/>
              <a:ext cx="72220" cy="72220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309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6" name="pt2546"/>
            <p:cNvSpPr/>
            <p:nvPr/>
          </p:nvSpPr>
          <p:spPr>
            <a:xfrm>
              <a:off x="8461293" y="44667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7" name="pt2547"/>
            <p:cNvSpPr/>
            <p:nvPr/>
          </p:nvSpPr>
          <p:spPr>
            <a:xfrm>
              <a:off x="10330131" y="391371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8" name="pt2548"/>
            <p:cNvSpPr/>
            <p:nvPr/>
          </p:nvSpPr>
          <p:spPr>
            <a:xfrm>
              <a:off x="9707185" y="42593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49" name="pt2549"/>
            <p:cNvSpPr/>
            <p:nvPr/>
          </p:nvSpPr>
          <p:spPr>
            <a:xfrm>
              <a:off x="11576023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0" name="pt2550"/>
            <p:cNvSpPr/>
            <p:nvPr/>
          </p:nvSpPr>
          <p:spPr>
            <a:xfrm>
              <a:off x="9291888" y="4051970"/>
              <a:ext cx="72220" cy="72220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309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1" name="pt2551"/>
            <p:cNvSpPr/>
            <p:nvPr/>
          </p:nvSpPr>
          <p:spPr>
            <a:xfrm>
              <a:off x="8876590" y="43976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2" name="pt2552"/>
            <p:cNvSpPr/>
            <p:nvPr/>
          </p:nvSpPr>
          <p:spPr>
            <a:xfrm>
              <a:off x="11368374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3" name="pt2553"/>
            <p:cNvSpPr/>
            <p:nvPr/>
          </p:nvSpPr>
          <p:spPr>
            <a:xfrm>
              <a:off x="8253644" y="596446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4" name="pt2554"/>
            <p:cNvSpPr/>
            <p:nvPr/>
          </p:nvSpPr>
          <p:spPr>
            <a:xfrm>
              <a:off x="10953077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5" name="pt2555"/>
            <p:cNvSpPr/>
            <p:nvPr/>
          </p:nvSpPr>
          <p:spPr>
            <a:xfrm>
              <a:off x="9084239" y="432847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6" name="pt2556"/>
            <p:cNvSpPr/>
            <p:nvPr/>
          </p:nvSpPr>
          <p:spPr>
            <a:xfrm>
              <a:off x="11160725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7" name="pt2557"/>
            <p:cNvSpPr/>
            <p:nvPr/>
          </p:nvSpPr>
          <p:spPr>
            <a:xfrm>
              <a:off x="10537779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8" name="pt2558"/>
            <p:cNvSpPr/>
            <p:nvPr/>
          </p:nvSpPr>
          <p:spPr>
            <a:xfrm>
              <a:off x="10953077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59" name="pt2559"/>
            <p:cNvSpPr/>
            <p:nvPr/>
          </p:nvSpPr>
          <p:spPr>
            <a:xfrm>
              <a:off x="11368374" y="3775465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0" name="pt2560"/>
            <p:cNvSpPr/>
            <p:nvPr/>
          </p:nvSpPr>
          <p:spPr>
            <a:xfrm>
              <a:off x="10330131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1" name="pt2561"/>
            <p:cNvSpPr/>
            <p:nvPr/>
          </p:nvSpPr>
          <p:spPr>
            <a:xfrm>
              <a:off x="8876590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2" name="pt2562"/>
            <p:cNvSpPr/>
            <p:nvPr/>
          </p:nvSpPr>
          <p:spPr>
            <a:xfrm>
              <a:off x="10330131" y="432847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3" name="pt2563"/>
            <p:cNvSpPr/>
            <p:nvPr/>
          </p:nvSpPr>
          <p:spPr>
            <a:xfrm>
              <a:off x="8668942" y="501974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4" name="pt2564"/>
            <p:cNvSpPr/>
            <p:nvPr/>
          </p:nvSpPr>
          <p:spPr>
            <a:xfrm>
              <a:off x="10745428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5" name="pt2565"/>
            <p:cNvSpPr/>
            <p:nvPr/>
          </p:nvSpPr>
          <p:spPr>
            <a:xfrm>
              <a:off x="9914833" y="430543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6" name="pt2566"/>
            <p:cNvSpPr/>
            <p:nvPr/>
          </p:nvSpPr>
          <p:spPr>
            <a:xfrm>
              <a:off x="10537779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7" name="pt2567"/>
            <p:cNvSpPr/>
            <p:nvPr/>
          </p:nvSpPr>
          <p:spPr>
            <a:xfrm>
              <a:off x="10537779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8" name="pt2568"/>
            <p:cNvSpPr/>
            <p:nvPr/>
          </p:nvSpPr>
          <p:spPr>
            <a:xfrm>
              <a:off x="10745428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69" name="pt2569"/>
            <p:cNvSpPr/>
            <p:nvPr/>
          </p:nvSpPr>
          <p:spPr>
            <a:xfrm>
              <a:off x="10953077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0" name="pt2570"/>
            <p:cNvSpPr/>
            <p:nvPr/>
          </p:nvSpPr>
          <p:spPr>
            <a:xfrm>
              <a:off x="11160725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1" name="pt2571"/>
            <p:cNvSpPr/>
            <p:nvPr/>
          </p:nvSpPr>
          <p:spPr>
            <a:xfrm>
              <a:off x="10953077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2" name="pt2572"/>
            <p:cNvSpPr/>
            <p:nvPr/>
          </p:nvSpPr>
          <p:spPr>
            <a:xfrm>
              <a:off x="10745428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3" name="pt2573"/>
            <p:cNvSpPr/>
            <p:nvPr/>
          </p:nvSpPr>
          <p:spPr>
            <a:xfrm>
              <a:off x="9084239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4" name="pt2574"/>
            <p:cNvSpPr/>
            <p:nvPr/>
          </p:nvSpPr>
          <p:spPr>
            <a:xfrm>
              <a:off x="10537779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5" name="pt2575"/>
            <p:cNvSpPr/>
            <p:nvPr/>
          </p:nvSpPr>
          <p:spPr>
            <a:xfrm>
              <a:off x="10122482" y="4121097"/>
              <a:ext cx="72220" cy="72220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309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6" name="pt2576"/>
            <p:cNvSpPr/>
            <p:nvPr/>
          </p:nvSpPr>
          <p:spPr>
            <a:xfrm>
              <a:off x="9499536" y="453585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7" name="pt2577"/>
            <p:cNvSpPr/>
            <p:nvPr/>
          </p:nvSpPr>
          <p:spPr>
            <a:xfrm>
              <a:off x="9291888" y="44667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8" name="pt2578"/>
            <p:cNvSpPr/>
            <p:nvPr/>
          </p:nvSpPr>
          <p:spPr>
            <a:xfrm>
              <a:off x="10122482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79" name="pt2579"/>
            <p:cNvSpPr/>
            <p:nvPr/>
          </p:nvSpPr>
          <p:spPr>
            <a:xfrm>
              <a:off x="8876590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0" name="pt2580"/>
            <p:cNvSpPr/>
            <p:nvPr/>
          </p:nvSpPr>
          <p:spPr>
            <a:xfrm>
              <a:off x="10953077" y="3844591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1" name="pt2581"/>
            <p:cNvSpPr/>
            <p:nvPr/>
          </p:nvSpPr>
          <p:spPr>
            <a:xfrm>
              <a:off x="9291888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2" name="pt2582"/>
            <p:cNvSpPr/>
            <p:nvPr/>
          </p:nvSpPr>
          <p:spPr>
            <a:xfrm>
              <a:off x="8876590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3" name="pt2583"/>
            <p:cNvSpPr/>
            <p:nvPr/>
          </p:nvSpPr>
          <p:spPr>
            <a:xfrm>
              <a:off x="9707185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4" name="pt2584"/>
            <p:cNvSpPr/>
            <p:nvPr/>
          </p:nvSpPr>
          <p:spPr>
            <a:xfrm>
              <a:off x="11576023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5" name="pt2585"/>
            <p:cNvSpPr/>
            <p:nvPr/>
          </p:nvSpPr>
          <p:spPr>
            <a:xfrm>
              <a:off x="11576023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6" name="pt2586"/>
            <p:cNvSpPr/>
            <p:nvPr/>
          </p:nvSpPr>
          <p:spPr>
            <a:xfrm>
              <a:off x="9084239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7" name="pt2587"/>
            <p:cNvSpPr/>
            <p:nvPr/>
          </p:nvSpPr>
          <p:spPr>
            <a:xfrm>
              <a:off x="8253644" y="488148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8" name="pt2588"/>
            <p:cNvSpPr/>
            <p:nvPr/>
          </p:nvSpPr>
          <p:spPr>
            <a:xfrm>
              <a:off x="8876590" y="465106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89" name="pt2589"/>
            <p:cNvSpPr/>
            <p:nvPr/>
          </p:nvSpPr>
          <p:spPr>
            <a:xfrm>
              <a:off x="10953077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0" name="pt2590"/>
            <p:cNvSpPr/>
            <p:nvPr/>
          </p:nvSpPr>
          <p:spPr>
            <a:xfrm>
              <a:off x="10745428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1" name="pt2591"/>
            <p:cNvSpPr/>
            <p:nvPr/>
          </p:nvSpPr>
          <p:spPr>
            <a:xfrm>
              <a:off x="10330131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2" name="pt2592"/>
            <p:cNvSpPr/>
            <p:nvPr/>
          </p:nvSpPr>
          <p:spPr>
            <a:xfrm>
              <a:off x="10330131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3" name="pt2593"/>
            <p:cNvSpPr/>
            <p:nvPr/>
          </p:nvSpPr>
          <p:spPr>
            <a:xfrm>
              <a:off x="10122482" y="391371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4" name="pt2594"/>
            <p:cNvSpPr/>
            <p:nvPr/>
          </p:nvSpPr>
          <p:spPr>
            <a:xfrm>
              <a:off x="8876590" y="435151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5" name="pt2595"/>
            <p:cNvSpPr/>
            <p:nvPr/>
          </p:nvSpPr>
          <p:spPr>
            <a:xfrm>
              <a:off x="11368374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6" name="pt2596"/>
            <p:cNvSpPr/>
            <p:nvPr/>
          </p:nvSpPr>
          <p:spPr>
            <a:xfrm>
              <a:off x="9084239" y="412109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7" name="pt2597"/>
            <p:cNvSpPr/>
            <p:nvPr/>
          </p:nvSpPr>
          <p:spPr>
            <a:xfrm>
              <a:off x="9291888" y="43976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8" name="pt2598"/>
            <p:cNvSpPr/>
            <p:nvPr/>
          </p:nvSpPr>
          <p:spPr>
            <a:xfrm>
              <a:off x="9084239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599" name="pt2599"/>
            <p:cNvSpPr/>
            <p:nvPr/>
          </p:nvSpPr>
          <p:spPr>
            <a:xfrm>
              <a:off x="10953077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0" name="pt2600"/>
            <p:cNvSpPr/>
            <p:nvPr/>
          </p:nvSpPr>
          <p:spPr>
            <a:xfrm>
              <a:off x="10953077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1" name="pt2601"/>
            <p:cNvSpPr/>
            <p:nvPr/>
          </p:nvSpPr>
          <p:spPr>
            <a:xfrm>
              <a:off x="10537779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2" name="pt2602"/>
            <p:cNvSpPr/>
            <p:nvPr/>
          </p:nvSpPr>
          <p:spPr>
            <a:xfrm>
              <a:off x="10330131" y="3936760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3" name="pt2603"/>
            <p:cNvSpPr/>
            <p:nvPr/>
          </p:nvSpPr>
          <p:spPr>
            <a:xfrm>
              <a:off x="11368374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4" name="pt2604"/>
            <p:cNvSpPr/>
            <p:nvPr/>
          </p:nvSpPr>
          <p:spPr>
            <a:xfrm>
              <a:off x="9914833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5" name="pt2605"/>
            <p:cNvSpPr/>
            <p:nvPr/>
          </p:nvSpPr>
          <p:spPr>
            <a:xfrm>
              <a:off x="10953077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6" name="pt2606"/>
            <p:cNvSpPr/>
            <p:nvPr/>
          </p:nvSpPr>
          <p:spPr>
            <a:xfrm>
              <a:off x="11160725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7" name="pt2607"/>
            <p:cNvSpPr/>
            <p:nvPr/>
          </p:nvSpPr>
          <p:spPr>
            <a:xfrm>
              <a:off x="10745428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8" name="pt2608"/>
            <p:cNvSpPr/>
            <p:nvPr/>
          </p:nvSpPr>
          <p:spPr>
            <a:xfrm>
              <a:off x="9084239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09" name="pt2609"/>
            <p:cNvSpPr/>
            <p:nvPr/>
          </p:nvSpPr>
          <p:spPr>
            <a:xfrm>
              <a:off x="10537779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10" name="pt2610"/>
            <p:cNvSpPr/>
            <p:nvPr/>
          </p:nvSpPr>
          <p:spPr>
            <a:xfrm>
              <a:off x="10953077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11" name="pt2611"/>
            <p:cNvSpPr/>
            <p:nvPr/>
          </p:nvSpPr>
          <p:spPr>
            <a:xfrm>
              <a:off x="10537779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12" name="pt2612"/>
            <p:cNvSpPr/>
            <p:nvPr/>
          </p:nvSpPr>
          <p:spPr>
            <a:xfrm>
              <a:off x="11160725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13" name="pt2613"/>
            <p:cNvSpPr/>
            <p:nvPr/>
          </p:nvSpPr>
          <p:spPr>
            <a:xfrm>
              <a:off x="9084239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14" name="pt2614"/>
            <p:cNvSpPr/>
            <p:nvPr/>
          </p:nvSpPr>
          <p:spPr>
            <a:xfrm>
              <a:off x="10537779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15" name="pt2615"/>
            <p:cNvSpPr/>
            <p:nvPr/>
          </p:nvSpPr>
          <p:spPr>
            <a:xfrm>
              <a:off x="11160725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16" name="pt2616"/>
            <p:cNvSpPr/>
            <p:nvPr/>
          </p:nvSpPr>
          <p:spPr>
            <a:xfrm>
              <a:off x="8461293" y="529624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17" name="pt2617"/>
            <p:cNvSpPr/>
            <p:nvPr/>
          </p:nvSpPr>
          <p:spPr>
            <a:xfrm>
              <a:off x="8461293" y="508886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18" name="pt2618"/>
            <p:cNvSpPr/>
            <p:nvPr/>
          </p:nvSpPr>
          <p:spPr>
            <a:xfrm>
              <a:off x="10537779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19" name="pt2619"/>
            <p:cNvSpPr/>
            <p:nvPr/>
          </p:nvSpPr>
          <p:spPr>
            <a:xfrm>
              <a:off x="9707185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20" name="pt2620"/>
            <p:cNvSpPr/>
            <p:nvPr/>
          </p:nvSpPr>
          <p:spPr>
            <a:xfrm>
              <a:off x="9084239" y="50427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21" name="pt2621"/>
            <p:cNvSpPr/>
            <p:nvPr/>
          </p:nvSpPr>
          <p:spPr>
            <a:xfrm>
              <a:off x="11368374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22" name="pt2622"/>
            <p:cNvSpPr/>
            <p:nvPr/>
          </p:nvSpPr>
          <p:spPr>
            <a:xfrm>
              <a:off x="11368374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23" name="pt2623"/>
            <p:cNvSpPr/>
            <p:nvPr/>
          </p:nvSpPr>
          <p:spPr>
            <a:xfrm>
              <a:off x="10745428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24" name="pt2624"/>
            <p:cNvSpPr/>
            <p:nvPr/>
          </p:nvSpPr>
          <p:spPr>
            <a:xfrm>
              <a:off x="10953077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25" name="pt2625"/>
            <p:cNvSpPr/>
            <p:nvPr/>
          </p:nvSpPr>
          <p:spPr>
            <a:xfrm>
              <a:off x="11160725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26" name="pt2626"/>
            <p:cNvSpPr/>
            <p:nvPr/>
          </p:nvSpPr>
          <p:spPr>
            <a:xfrm>
              <a:off x="9707185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27" name="pt2627"/>
            <p:cNvSpPr/>
            <p:nvPr/>
          </p:nvSpPr>
          <p:spPr>
            <a:xfrm>
              <a:off x="11160725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28" name="pt2628"/>
            <p:cNvSpPr/>
            <p:nvPr/>
          </p:nvSpPr>
          <p:spPr>
            <a:xfrm>
              <a:off x="10953077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29" name="pt2629"/>
            <p:cNvSpPr/>
            <p:nvPr/>
          </p:nvSpPr>
          <p:spPr>
            <a:xfrm>
              <a:off x="10745428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30" name="pt2630"/>
            <p:cNvSpPr/>
            <p:nvPr/>
          </p:nvSpPr>
          <p:spPr>
            <a:xfrm>
              <a:off x="8876590" y="501974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31" name="pt2631"/>
            <p:cNvSpPr/>
            <p:nvPr/>
          </p:nvSpPr>
          <p:spPr>
            <a:xfrm>
              <a:off x="10537779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32" name="pt2632"/>
            <p:cNvSpPr/>
            <p:nvPr/>
          </p:nvSpPr>
          <p:spPr>
            <a:xfrm>
              <a:off x="10745428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33" name="pt2633"/>
            <p:cNvSpPr/>
            <p:nvPr/>
          </p:nvSpPr>
          <p:spPr>
            <a:xfrm>
              <a:off x="8668942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34" name="pt2634"/>
            <p:cNvSpPr/>
            <p:nvPr/>
          </p:nvSpPr>
          <p:spPr>
            <a:xfrm>
              <a:off x="10330131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35" name="pt2635"/>
            <p:cNvSpPr/>
            <p:nvPr/>
          </p:nvSpPr>
          <p:spPr>
            <a:xfrm>
              <a:off x="11160725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36" name="pt2636"/>
            <p:cNvSpPr/>
            <p:nvPr/>
          </p:nvSpPr>
          <p:spPr>
            <a:xfrm>
              <a:off x="9291888" y="42363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37" name="pt2637"/>
            <p:cNvSpPr/>
            <p:nvPr/>
          </p:nvSpPr>
          <p:spPr>
            <a:xfrm>
              <a:off x="11160725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38" name="pt2638"/>
            <p:cNvSpPr/>
            <p:nvPr/>
          </p:nvSpPr>
          <p:spPr>
            <a:xfrm>
              <a:off x="8668942" y="531928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39" name="pt2639"/>
            <p:cNvSpPr/>
            <p:nvPr/>
          </p:nvSpPr>
          <p:spPr>
            <a:xfrm>
              <a:off x="10745428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40" name="pt2640"/>
            <p:cNvSpPr/>
            <p:nvPr/>
          </p:nvSpPr>
          <p:spPr>
            <a:xfrm>
              <a:off x="8876590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41" name="pt2641"/>
            <p:cNvSpPr/>
            <p:nvPr/>
          </p:nvSpPr>
          <p:spPr>
            <a:xfrm>
              <a:off x="8668942" y="43976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42" name="pt2642"/>
            <p:cNvSpPr/>
            <p:nvPr/>
          </p:nvSpPr>
          <p:spPr>
            <a:xfrm>
              <a:off x="10745428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43" name="pt2643"/>
            <p:cNvSpPr/>
            <p:nvPr/>
          </p:nvSpPr>
          <p:spPr>
            <a:xfrm>
              <a:off x="11368374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44" name="pt2644"/>
            <p:cNvSpPr/>
            <p:nvPr/>
          </p:nvSpPr>
          <p:spPr>
            <a:xfrm>
              <a:off x="9499536" y="4121097"/>
              <a:ext cx="72220" cy="72220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309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45" name="pt2645"/>
            <p:cNvSpPr/>
            <p:nvPr/>
          </p:nvSpPr>
          <p:spPr>
            <a:xfrm>
              <a:off x="9707185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46" name="pt2646"/>
            <p:cNvSpPr/>
            <p:nvPr/>
          </p:nvSpPr>
          <p:spPr>
            <a:xfrm>
              <a:off x="8668942" y="501974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47" name="pt2647"/>
            <p:cNvSpPr/>
            <p:nvPr/>
          </p:nvSpPr>
          <p:spPr>
            <a:xfrm>
              <a:off x="8461293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48" name="pt2648"/>
            <p:cNvSpPr/>
            <p:nvPr/>
          </p:nvSpPr>
          <p:spPr>
            <a:xfrm>
              <a:off x="9499536" y="47893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49" name="pt2649"/>
            <p:cNvSpPr/>
            <p:nvPr/>
          </p:nvSpPr>
          <p:spPr>
            <a:xfrm>
              <a:off x="8461293" y="499669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50" name="pt2650"/>
            <p:cNvSpPr/>
            <p:nvPr/>
          </p:nvSpPr>
          <p:spPr>
            <a:xfrm>
              <a:off x="9499536" y="453585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51" name="pt2651"/>
            <p:cNvSpPr/>
            <p:nvPr/>
          </p:nvSpPr>
          <p:spPr>
            <a:xfrm>
              <a:off x="8876590" y="469715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52" name="pt2652"/>
            <p:cNvSpPr/>
            <p:nvPr/>
          </p:nvSpPr>
          <p:spPr>
            <a:xfrm>
              <a:off x="11160725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53" name="pt2653"/>
            <p:cNvSpPr/>
            <p:nvPr/>
          </p:nvSpPr>
          <p:spPr>
            <a:xfrm>
              <a:off x="10122482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54" name="pt2654"/>
            <p:cNvSpPr/>
            <p:nvPr/>
          </p:nvSpPr>
          <p:spPr>
            <a:xfrm>
              <a:off x="8253644" y="598751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55" name="pt2655"/>
            <p:cNvSpPr/>
            <p:nvPr/>
          </p:nvSpPr>
          <p:spPr>
            <a:xfrm>
              <a:off x="8876590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56" name="pt2656"/>
            <p:cNvSpPr/>
            <p:nvPr/>
          </p:nvSpPr>
          <p:spPr>
            <a:xfrm>
              <a:off x="8253644" y="536537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57" name="pt2657"/>
            <p:cNvSpPr/>
            <p:nvPr/>
          </p:nvSpPr>
          <p:spPr>
            <a:xfrm>
              <a:off x="8668942" y="43976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58" name="pt2658"/>
            <p:cNvSpPr/>
            <p:nvPr/>
          </p:nvSpPr>
          <p:spPr>
            <a:xfrm>
              <a:off x="8876590" y="44667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59" name="pt2659"/>
            <p:cNvSpPr/>
            <p:nvPr/>
          </p:nvSpPr>
          <p:spPr>
            <a:xfrm>
              <a:off x="8668942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60" name="pt2660"/>
            <p:cNvSpPr/>
            <p:nvPr/>
          </p:nvSpPr>
          <p:spPr>
            <a:xfrm>
              <a:off x="8668942" y="472019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61" name="pt2661"/>
            <p:cNvSpPr/>
            <p:nvPr/>
          </p:nvSpPr>
          <p:spPr>
            <a:xfrm>
              <a:off x="8461293" y="515799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62" name="pt2662"/>
            <p:cNvSpPr/>
            <p:nvPr/>
          </p:nvSpPr>
          <p:spPr>
            <a:xfrm>
              <a:off x="9707185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63" name="pt2663"/>
            <p:cNvSpPr/>
            <p:nvPr/>
          </p:nvSpPr>
          <p:spPr>
            <a:xfrm>
              <a:off x="10330131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64" name="pt2664"/>
            <p:cNvSpPr/>
            <p:nvPr/>
          </p:nvSpPr>
          <p:spPr>
            <a:xfrm>
              <a:off x="8668942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65" name="pt2665"/>
            <p:cNvSpPr/>
            <p:nvPr/>
          </p:nvSpPr>
          <p:spPr>
            <a:xfrm>
              <a:off x="8668942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66" name="pt2666"/>
            <p:cNvSpPr/>
            <p:nvPr/>
          </p:nvSpPr>
          <p:spPr>
            <a:xfrm>
              <a:off x="11160725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67" name="pt2667"/>
            <p:cNvSpPr/>
            <p:nvPr/>
          </p:nvSpPr>
          <p:spPr>
            <a:xfrm>
              <a:off x="8668942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68" name="pt2668"/>
            <p:cNvSpPr/>
            <p:nvPr/>
          </p:nvSpPr>
          <p:spPr>
            <a:xfrm>
              <a:off x="10330131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69" name="pt2669"/>
            <p:cNvSpPr/>
            <p:nvPr/>
          </p:nvSpPr>
          <p:spPr>
            <a:xfrm>
              <a:off x="8876590" y="44667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70" name="pt2670"/>
            <p:cNvSpPr/>
            <p:nvPr/>
          </p:nvSpPr>
          <p:spPr>
            <a:xfrm>
              <a:off x="10953077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71" name="pt2671"/>
            <p:cNvSpPr/>
            <p:nvPr/>
          </p:nvSpPr>
          <p:spPr>
            <a:xfrm>
              <a:off x="8461293" y="578013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72" name="pt2672"/>
            <p:cNvSpPr/>
            <p:nvPr/>
          </p:nvSpPr>
          <p:spPr>
            <a:xfrm>
              <a:off x="10537779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73" name="pt2673"/>
            <p:cNvSpPr/>
            <p:nvPr/>
          </p:nvSpPr>
          <p:spPr>
            <a:xfrm>
              <a:off x="9914833" y="391371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74" name="pt2674"/>
            <p:cNvSpPr/>
            <p:nvPr/>
          </p:nvSpPr>
          <p:spPr>
            <a:xfrm>
              <a:off x="8461293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75" name="pt2675"/>
            <p:cNvSpPr/>
            <p:nvPr/>
          </p:nvSpPr>
          <p:spPr>
            <a:xfrm>
              <a:off x="9291888" y="432847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76" name="pt2676"/>
            <p:cNvSpPr/>
            <p:nvPr/>
          </p:nvSpPr>
          <p:spPr>
            <a:xfrm>
              <a:off x="1095307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77" name="pt2677"/>
            <p:cNvSpPr/>
            <p:nvPr/>
          </p:nvSpPr>
          <p:spPr>
            <a:xfrm>
              <a:off x="11160725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78" name="pt2678"/>
            <p:cNvSpPr/>
            <p:nvPr/>
          </p:nvSpPr>
          <p:spPr>
            <a:xfrm>
              <a:off x="11160725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79" name="pt2679"/>
            <p:cNvSpPr/>
            <p:nvPr/>
          </p:nvSpPr>
          <p:spPr>
            <a:xfrm>
              <a:off x="8668942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80" name="pt2680"/>
            <p:cNvSpPr/>
            <p:nvPr/>
          </p:nvSpPr>
          <p:spPr>
            <a:xfrm>
              <a:off x="8253644" y="557275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81" name="pt2681"/>
            <p:cNvSpPr/>
            <p:nvPr/>
          </p:nvSpPr>
          <p:spPr>
            <a:xfrm>
              <a:off x="8876590" y="44667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82" name="pt2682"/>
            <p:cNvSpPr/>
            <p:nvPr/>
          </p:nvSpPr>
          <p:spPr>
            <a:xfrm>
              <a:off x="8461293" y="488148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83" name="pt2683"/>
            <p:cNvSpPr/>
            <p:nvPr/>
          </p:nvSpPr>
          <p:spPr>
            <a:xfrm>
              <a:off x="8461293" y="501974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84" name="pt2684"/>
            <p:cNvSpPr/>
            <p:nvPr/>
          </p:nvSpPr>
          <p:spPr>
            <a:xfrm>
              <a:off x="10953077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85" name="pt2685"/>
            <p:cNvSpPr/>
            <p:nvPr/>
          </p:nvSpPr>
          <p:spPr>
            <a:xfrm>
              <a:off x="9914833" y="391371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86" name="pt2686"/>
            <p:cNvSpPr/>
            <p:nvPr/>
          </p:nvSpPr>
          <p:spPr>
            <a:xfrm>
              <a:off x="8253644" y="536537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87" name="pt2687"/>
            <p:cNvSpPr/>
            <p:nvPr/>
          </p:nvSpPr>
          <p:spPr>
            <a:xfrm>
              <a:off x="11160725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88" name="pt2688"/>
            <p:cNvSpPr/>
            <p:nvPr/>
          </p:nvSpPr>
          <p:spPr>
            <a:xfrm>
              <a:off x="11368374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89" name="pt2689"/>
            <p:cNvSpPr/>
            <p:nvPr/>
          </p:nvSpPr>
          <p:spPr>
            <a:xfrm>
              <a:off x="11368374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90" name="pt2690"/>
            <p:cNvSpPr/>
            <p:nvPr/>
          </p:nvSpPr>
          <p:spPr>
            <a:xfrm>
              <a:off x="11160725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91" name="pt2691"/>
            <p:cNvSpPr/>
            <p:nvPr/>
          </p:nvSpPr>
          <p:spPr>
            <a:xfrm>
              <a:off x="8253644" y="508886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92" name="pt2692"/>
            <p:cNvSpPr/>
            <p:nvPr/>
          </p:nvSpPr>
          <p:spPr>
            <a:xfrm>
              <a:off x="8668942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93" name="pt2693"/>
            <p:cNvSpPr/>
            <p:nvPr/>
          </p:nvSpPr>
          <p:spPr>
            <a:xfrm>
              <a:off x="8461293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94" name="pt2694"/>
            <p:cNvSpPr/>
            <p:nvPr/>
          </p:nvSpPr>
          <p:spPr>
            <a:xfrm>
              <a:off x="8461293" y="529624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95" name="pt2695"/>
            <p:cNvSpPr/>
            <p:nvPr/>
          </p:nvSpPr>
          <p:spPr>
            <a:xfrm>
              <a:off x="10745428" y="4051970"/>
              <a:ext cx="72220" cy="72220"/>
            </a:xfrm>
            <a:prstGeom prst="ellipse">
              <a:avLst/>
            </a:prstGeom>
            <a:solidFill>
              <a:srgbClr val="FF7F0E">
                <a:alpha val="100000"/>
              </a:srgbClr>
            </a:solidFill>
            <a:ln w="13090" cap="rnd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96" name="pt2696"/>
            <p:cNvSpPr/>
            <p:nvPr/>
          </p:nvSpPr>
          <p:spPr>
            <a:xfrm>
              <a:off x="11160725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97" name="pt2697"/>
            <p:cNvSpPr/>
            <p:nvPr/>
          </p:nvSpPr>
          <p:spPr>
            <a:xfrm>
              <a:off x="10953077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98" name="pt2698"/>
            <p:cNvSpPr/>
            <p:nvPr/>
          </p:nvSpPr>
          <p:spPr>
            <a:xfrm>
              <a:off x="10953077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699" name="pt2699"/>
            <p:cNvSpPr/>
            <p:nvPr/>
          </p:nvSpPr>
          <p:spPr>
            <a:xfrm>
              <a:off x="8876590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00" name="pt2700"/>
            <p:cNvSpPr/>
            <p:nvPr/>
          </p:nvSpPr>
          <p:spPr>
            <a:xfrm>
              <a:off x="8668942" y="515799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01" name="pt2701"/>
            <p:cNvSpPr/>
            <p:nvPr/>
          </p:nvSpPr>
          <p:spPr>
            <a:xfrm>
              <a:off x="9084239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02" name="pt2702"/>
            <p:cNvSpPr/>
            <p:nvPr/>
          </p:nvSpPr>
          <p:spPr>
            <a:xfrm>
              <a:off x="8668942" y="508886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03" name="pt2703"/>
            <p:cNvSpPr/>
            <p:nvPr/>
          </p:nvSpPr>
          <p:spPr>
            <a:xfrm>
              <a:off x="9084239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04" name="pt2704"/>
            <p:cNvSpPr/>
            <p:nvPr/>
          </p:nvSpPr>
          <p:spPr>
            <a:xfrm>
              <a:off x="10330131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05" name="pt2705"/>
            <p:cNvSpPr/>
            <p:nvPr/>
          </p:nvSpPr>
          <p:spPr>
            <a:xfrm>
              <a:off x="8668942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06" name="pt2706"/>
            <p:cNvSpPr/>
            <p:nvPr/>
          </p:nvSpPr>
          <p:spPr>
            <a:xfrm>
              <a:off x="8876590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07" name="pt2707"/>
            <p:cNvSpPr/>
            <p:nvPr/>
          </p:nvSpPr>
          <p:spPr>
            <a:xfrm>
              <a:off x="11160725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08" name="pt2708"/>
            <p:cNvSpPr/>
            <p:nvPr/>
          </p:nvSpPr>
          <p:spPr>
            <a:xfrm>
              <a:off x="8668942" y="501974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09" name="pt2709"/>
            <p:cNvSpPr/>
            <p:nvPr/>
          </p:nvSpPr>
          <p:spPr>
            <a:xfrm>
              <a:off x="10537779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10" name="pt2710"/>
            <p:cNvSpPr/>
            <p:nvPr/>
          </p:nvSpPr>
          <p:spPr>
            <a:xfrm>
              <a:off x="8876590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11" name="pt2711"/>
            <p:cNvSpPr/>
            <p:nvPr/>
          </p:nvSpPr>
          <p:spPr>
            <a:xfrm>
              <a:off x="8668942" y="501974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12" name="pt2712"/>
            <p:cNvSpPr/>
            <p:nvPr/>
          </p:nvSpPr>
          <p:spPr>
            <a:xfrm>
              <a:off x="8461293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13" name="pt2713"/>
            <p:cNvSpPr/>
            <p:nvPr/>
          </p:nvSpPr>
          <p:spPr>
            <a:xfrm>
              <a:off x="8876590" y="47893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14" name="pt2714"/>
            <p:cNvSpPr/>
            <p:nvPr/>
          </p:nvSpPr>
          <p:spPr>
            <a:xfrm>
              <a:off x="10122482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15" name="pt2715"/>
            <p:cNvSpPr/>
            <p:nvPr/>
          </p:nvSpPr>
          <p:spPr>
            <a:xfrm>
              <a:off x="9914833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16" name="pt2716"/>
            <p:cNvSpPr/>
            <p:nvPr/>
          </p:nvSpPr>
          <p:spPr>
            <a:xfrm>
              <a:off x="10122482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17" name="pt2717"/>
            <p:cNvSpPr/>
            <p:nvPr/>
          </p:nvSpPr>
          <p:spPr>
            <a:xfrm>
              <a:off x="8876590" y="51810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18" name="pt2718"/>
            <p:cNvSpPr/>
            <p:nvPr/>
          </p:nvSpPr>
          <p:spPr>
            <a:xfrm>
              <a:off x="8461293" y="469715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19" name="pt2719"/>
            <p:cNvSpPr/>
            <p:nvPr/>
          </p:nvSpPr>
          <p:spPr>
            <a:xfrm>
              <a:off x="8668942" y="497365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20" name="pt2720"/>
            <p:cNvSpPr/>
            <p:nvPr/>
          </p:nvSpPr>
          <p:spPr>
            <a:xfrm>
              <a:off x="8876590" y="44436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21" name="pt2721"/>
            <p:cNvSpPr/>
            <p:nvPr/>
          </p:nvSpPr>
          <p:spPr>
            <a:xfrm>
              <a:off x="8253644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22" name="pt2722"/>
            <p:cNvSpPr/>
            <p:nvPr/>
          </p:nvSpPr>
          <p:spPr>
            <a:xfrm>
              <a:off x="9291888" y="43976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23" name="pt2723"/>
            <p:cNvSpPr/>
            <p:nvPr/>
          </p:nvSpPr>
          <p:spPr>
            <a:xfrm>
              <a:off x="8253644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24" name="pt2724"/>
            <p:cNvSpPr/>
            <p:nvPr/>
          </p:nvSpPr>
          <p:spPr>
            <a:xfrm>
              <a:off x="8461293" y="485844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25" name="pt2725"/>
            <p:cNvSpPr/>
            <p:nvPr/>
          </p:nvSpPr>
          <p:spPr>
            <a:xfrm>
              <a:off x="8253644" y="550362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26" name="pt2726"/>
            <p:cNvSpPr/>
            <p:nvPr/>
          </p:nvSpPr>
          <p:spPr>
            <a:xfrm>
              <a:off x="10537779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27" name="pt2727"/>
            <p:cNvSpPr/>
            <p:nvPr/>
          </p:nvSpPr>
          <p:spPr>
            <a:xfrm>
              <a:off x="11160725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28" name="pt2728"/>
            <p:cNvSpPr/>
            <p:nvPr/>
          </p:nvSpPr>
          <p:spPr>
            <a:xfrm>
              <a:off x="8876590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29" name="pt2729"/>
            <p:cNvSpPr/>
            <p:nvPr/>
          </p:nvSpPr>
          <p:spPr>
            <a:xfrm>
              <a:off x="11368374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30" name="pt2730"/>
            <p:cNvSpPr/>
            <p:nvPr/>
          </p:nvSpPr>
          <p:spPr>
            <a:xfrm>
              <a:off x="9499536" y="412109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31" name="pt2731"/>
            <p:cNvSpPr/>
            <p:nvPr/>
          </p:nvSpPr>
          <p:spPr>
            <a:xfrm>
              <a:off x="9084239" y="43976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32" name="pt2732"/>
            <p:cNvSpPr/>
            <p:nvPr/>
          </p:nvSpPr>
          <p:spPr>
            <a:xfrm>
              <a:off x="10330131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33" name="pt2733"/>
            <p:cNvSpPr/>
            <p:nvPr/>
          </p:nvSpPr>
          <p:spPr>
            <a:xfrm>
              <a:off x="8253644" y="550362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34" name="pt2734"/>
            <p:cNvSpPr/>
            <p:nvPr/>
          </p:nvSpPr>
          <p:spPr>
            <a:xfrm>
              <a:off x="8876590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35" name="pt2735"/>
            <p:cNvSpPr/>
            <p:nvPr/>
          </p:nvSpPr>
          <p:spPr>
            <a:xfrm>
              <a:off x="8668942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36" name="pt2736"/>
            <p:cNvSpPr/>
            <p:nvPr/>
          </p:nvSpPr>
          <p:spPr>
            <a:xfrm>
              <a:off x="8876590" y="465106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37" name="pt2737"/>
            <p:cNvSpPr/>
            <p:nvPr/>
          </p:nvSpPr>
          <p:spPr>
            <a:xfrm>
              <a:off x="9914833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38" name="pt2738"/>
            <p:cNvSpPr/>
            <p:nvPr/>
          </p:nvSpPr>
          <p:spPr>
            <a:xfrm>
              <a:off x="8668942" y="469715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39" name="pt2739"/>
            <p:cNvSpPr/>
            <p:nvPr/>
          </p:nvSpPr>
          <p:spPr>
            <a:xfrm>
              <a:off x="8461293" y="515799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40" name="pt2740"/>
            <p:cNvSpPr/>
            <p:nvPr/>
          </p:nvSpPr>
          <p:spPr>
            <a:xfrm>
              <a:off x="11368374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41" name="pt2741"/>
            <p:cNvSpPr/>
            <p:nvPr/>
          </p:nvSpPr>
          <p:spPr>
            <a:xfrm>
              <a:off x="1095307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42" name="pt2742"/>
            <p:cNvSpPr/>
            <p:nvPr/>
          </p:nvSpPr>
          <p:spPr>
            <a:xfrm>
              <a:off x="9914833" y="391371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43" name="pt2743"/>
            <p:cNvSpPr/>
            <p:nvPr/>
          </p:nvSpPr>
          <p:spPr>
            <a:xfrm>
              <a:off x="10537779" y="3729380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44" name="pt2744"/>
            <p:cNvSpPr/>
            <p:nvPr/>
          </p:nvSpPr>
          <p:spPr>
            <a:xfrm>
              <a:off x="11368374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45" name="pt2745"/>
            <p:cNvSpPr/>
            <p:nvPr/>
          </p:nvSpPr>
          <p:spPr>
            <a:xfrm>
              <a:off x="11160725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46" name="pt2746"/>
            <p:cNvSpPr/>
            <p:nvPr/>
          </p:nvSpPr>
          <p:spPr>
            <a:xfrm>
              <a:off x="10745428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47" name="pt2747"/>
            <p:cNvSpPr/>
            <p:nvPr/>
          </p:nvSpPr>
          <p:spPr>
            <a:xfrm>
              <a:off x="1095307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48" name="pt2748"/>
            <p:cNvSpPr/>
            <p:nvPr/>
          </p:nvSpPr>
          <p:spPr>
            <a:xfrm>
              <a:off x="10122482" y="3867633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49" name="pt2749"/>
            <p:cNvSpPr/>
            <p:nvPr/>
          </p:nvSpPr>
          <p:spPr>
            <a:xfrm>
              <a:off x="9707185" y="405197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50" name="pt2750"/>
            <p:cNvSpPr/>
            <p:nvPr/>
          </p:nvSpPr>
          <p:spPr>
            <a:xfrm>
              <a:off x="10953077" y="3775465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51" name="pt2751"/>
            <p:cNvSpPr/>
            <p:nvPr/>
          </p:nvSpPr>
          <p:spPr>
            <a:xfrm>
              <a:off x="10953077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52" name="pt2752"/>
            <p:cNvSpPr/>
            <p:nvPr/>
          </p:nvSpPr>
          <p:spPr>
            <a:xfrm>
              <a:off x="10953077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53" name="pt2753"/>
            <p:cNvSpPr/>
            <p:nvPr/>
          </p:nvSpPr>
          <p:spPr>
            <a:xfrm>
              <a:off x="9291888" y="405197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54" name="pt2754"/>
            <p:cNvSpPr/>
            <p:nvPr/>
          </p:nvSpPr>
          <p:spPr>
            <a:xfrm>
              <a:off x="8668942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55" name="pt2755"/>
            <p:cNvSpPr/>
            <p:nvPr/>
          </p:nvSpPr>
          <p:spPr>
            <a:xfrm>
              <a:off x="9291888" y="40750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56" name="pt2756"/>
            <p:cNvSpPr/>
            <p:nvPr/>
          </p:nvSpPr>
          <p:spPr>
            <a:xfrm>
              <a:off x="10330131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57" name="pt2757"/>
            <p:cNvSpPr/>
            <p:nvPr/>
          </p:nvSpPr>
          <p:spPr>
            <a:xfrm>
              <a:off x="10953077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58" name="pt2758"/>
            <p:cNvSpPr/>
            <p:nvPr/>
          </p:nvSpPr>
          <p:spPr>
            <a:xfrm>
              <a:off x="11368374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59" name="pt2759"/>
            <p:cNvSpPr/>
            <p:nvPr/>
          </p:nvSpPr>
          <p:spPr>
            <a:xfrm>
              <a:off x="8876590" y="44667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60" name="pt2760"/>
            <p:cNvSpPr/>
            <p:nvPr/>
          </p:nvSpPr>
          <p:spPr>
            <a:xfrm>
              <a:off x="9707185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61" name="pt2761"/>
            <p:cNvSpPr/>
            <p:nvPr/>
          </p:nvSpPr>
          <p:spPr>
            <a:xfrm>
              <a:off x="9291888" y="428239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62" name="pt2762"/>
            <p:cNvSpPr/>
            <p:nvPr/>
          </p:nvSpPr>
          <p:spPr>
            <a:xfrm>
              <a:off x="10330131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63" name="pt2763"/>
            <p:cNvSpPr/>
            <p:nvPr/>
          </p:nvSpPr>
          <p:spPr>
            <a:xfrm>
              <a:off x="9914833" y="421326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64" name="pt2764"/>
            <p:cNvSpPr/>
            <p:nvPr/>
          </p:nvSpPr>
          <p:spPr>
            <a:xfrm>
              <a:off x="10122482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65" name="pt2765"/>
            <p:cNvSpPr/>
            <p:nvPr/>
          </p:nvSpPr>
          <p:spPr>
            <a:xfrm>
              <a:off x="10745428" y="3844591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66" name="pt2766"/>
            <p:cNvSpPr/>
            <p:nvPr/>
          </p:nvSpPr>
          <p:spPr>
            <a:xfrm>
              <a:off x="1095307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67" name="pt2767"/>
            <p:cNvSpPr/>
            <p:nvPr/>
          </p:nvSpPr>
          <p:spPr>
            <a:xfrm>
              <a:off x="9707185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68" name="pt2768"/>
            <p:cNvSpPr/>
            <p:nvPr/>
          </p:nvSpPr>
          <p:spPr>
            <a:xfrm>
              <a:off x="10745428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69" name="pt2769"/>
            <p:cNvSpPr/>
            <p:nvPr/>
          </p:nvSpPr>
          <p:spPr>
            <a:xfrm>
              <a:off x="9707185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70" name="pt2770"/>
            <p:cNvSpPr/>
            <p:nvPr/>
          </p:nvSpPr>
          <p:spPr>
            <a:xfrm>
              <a:off x="9499536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71" name="pt2771"/>
            <p:cNvSpPr/>
            <p:nvPr/>
          </p:nvSpPr>
          <p:spPr>
            <a:xfrm>
              <a:off x="10122482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72" name="pt2772"/>
            <p:cNvSpPr/>
            <p:nvPr/>
          </p:nvSpPr>
          <p:spPr>
            <a:xfrm>
              <a:off x="10537779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73" name="pt2773"/>
            <p:cNvSpPr/>
            <p:nvPr/>
          </p:nvSpPr>
          <p:spPr>
            <a:xfrm>
              <a:off x="10537779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74" name="pt2774"/>
            <p:cNvSpPr/>
            <p:nvPr/>
          </p:nvSpPr>
          <p:spPr>
            <a:xfrm>
              <a:off x="9291888" y="453585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75" name="pt2775"/>
            <p:cNvSpPr/>
            <p:nvPr/>
          </p:nvSpPr>
          <p:spPr>
            <a:xfrm>
              <a:off x="8461293" y="520407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76" name="pt2776"/>
            <p:cNvSpPr/>
            <p:nvPr/>
          </p:nvSpPr>
          <p:spPr>
            <a:xfrm>
              <a:off x="10330131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77" name="pt2777"/>
            <p:cNvSpPr/>
            <p:nvPr/>
          </p:nvSpPr>
          <p:spPr>
            <a:xfrm>
              <a:off x="10330131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78" name="pt2778"/>
            <p:cNvSpPr/>
            <p:nvPr/>
          </p:nvSpPr>
          <p:spPr>
            <a:xfrm>
              <a:off x="10537779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79" name="pt2779"/>
            <p:cNvSpPr/>
            <p:nvPr/>
          </p:nvSpPr>
          <p:spPr>
            <a:xfrm>
              <a:off x="10953077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80" name="pt2780"/>
            <p:cNvSpPr/>
            <p:nvPr/>
          </p:nvSpPr>
          <p:spPr>
            <a:xfrm>
              <a:off x="8876590" y="550362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81" name="pt2781"/>
            <p:cNvSpPr/>
            <p:nvPr/>
          </p:nvSpPr>
          <p:spPr>
            <a:xfrm>
              <a:off x="10330131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82" name="pt2782"/>
            <p:cNvSpPr/>
            <p:nvPr/>
          </p:nvSpPr>
          <p:spPr>
            <a:xfrm>
              <a:off x="10953077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83" name="pt2783"/>
            <p:cNvSpPr/>
            <p:nvPr/>
          </p:nvSpPr>
          <p:spPr>
            <a:xfrm>
              <a:off x="11160725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84" name="pt2784"/>
            <p:cNvSpPr/>
            <p:nvPr/>
          </p:nvSpPr>
          <p:spPr>
            <a:xfrm>
              <a:off x="9707185" y="421326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85" name="pt2785"/>
            <p:cNvSpPr/>
            <p:nvPr/>
          </p:nvSpPr>
          <p:spPr>
            <a:xfrm>
              <a:off x="9914833" y="421326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86" name="pt2786"/>
            <p:cNvSpPr/>
            <p:nvPr/>
          </p:nvSpPr>
          <p:spPr>
            <a:xfrm>
              <a:off x="10537779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87" name="pt2787"/>
            <p:cNvSpPr/>
            <p:nvPr/>
          </p:nvSpPr>
          <p:spPr>
            <a:xfrm>
              <a:off x="9914833" y="412109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88" name="pt2788"/>
            <p:cNvSpPr/>
            <p:nvPr/>
          </p:nvSpPr>
          <p:spPr>
            <a:xfrm>
              <a:off x="10745428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89" name="pt2789"/>
            <p:cNvSpPr/>
            <p:nvPr/>
          </p:nvSpPr>
          <p:spPr>
            <a:xfrm>
              <a:off x="9707185" y="407501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90" name="pt2790"/>
            <p:cNvSpPr/>
            <p:nvPr/>
          </p:nvSpPr>
          <p:spPr>
            <a:xfrm>
              <a:off x="9499536" y="42593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91" name="pt2791"/>
            <p:cNvSpPr/>
            <p:nvPr/>
          </p:nvSpPr>
          <p:spPr>
            <a:xfrm>
              <a:off x="10745428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92" name="pt2792"/>
            <p:cNvSpPr/>
            <p:nvPr/>
          </p:nvSpPr>
          <p:spPr>
            <a:xfrm>
              <a:off x="8668942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93" name="pt2793"/>
            <p:cNvSpPr/>
            <p:nvPr/>
          </p:nvSpPr>
          <p:spPr>
            <a:xfrm>
              <a:off x="8668942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94" name="pt2794"/>
            <p:cNvSpPr/>
            <p:nvPr/>
          </p:nvSpPr>
          <p:spPr>
            <a:xfrm>
              <a:off x="10330131" y="391371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95" name="pt2795"/>
            <p:cNvSpPr/>
            <p:nvPr/>
          </p:nvSpPr>
          <p:spPr>
            <a:xfrm>
              <a:off x="8668942" y="47662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96" name="pt2796"/>
            <p:cNvSpPr/>
            <p:nvPr/>
          </p:nvSpPr>
          <p:spPr>
            <a:xfrm>
              <a:off x="11368374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97" name="pt2797"/>
            <p:cNvSpPr/>
            <p:nvPr/>
          </p:nvSpPr>
          <p:spPr>
            <a:xfrm>
              <a:off x="11368374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98" name="pt2798"/>
            <p:cNvSpPr/>
            <p:nvPr/>
          </p:nvSpPr>
          <p:spPr>
            <a:xfrm>
              <a:off x="9084239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99" name="pt2799"/>
            <p:cNvSpPr/>
            <p:nvPr/>
          </p:nvSpPr>
          <p:spPr>
            <a:xfrm>
              <a:off x="8668942" y="485844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00" name="pt2800"/>
            <p:cNvSpPr/>
            <p:nvPr/>
          </p:nvSpPr>
          <p:spPr>
            <a:xfrm>
              <a:off x="10537779" y="3844591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01" name="pt2801"/>
            <p:cNvSpPr/>
            <p:nvPr/>
          </p:nvSpPr>
          <p:spPr>
            <a:xfrm>
              <a:off x="8668942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02" name="pt2802"/>
            <p:cNvSpPr/>
            <p:nvPr/>
          </p:nvSpPr>
          <p:spPr>
            <a:xfrm>
              <a:off x="11368374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03" name="pt2803"/>
            <p:cNvSpPr/>
            <p:nvPr/>
          </p:nvSpPr>
          <p:spPr>
            <a:xfrm>
              <a:off x="11160725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04" name="pt2804"/>
            <p:cNvSpPr/>
            <p:nvPr/>
          </p:nvSpPr>
          <p:spPr>
            <a:xfrm>
              <a:off x="10953077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05" name="pt2805"/>
            <p:cNvSpPr/>
            <p:nvPr/>
          </p:nvSpPr>
          <p:spPr>
            <a:xfrm>
              <a:off x="10745428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06" name="pt2806"/>
            <p:cNvSpPr/>
            <p:nvPr/>
          </p:nvSpPr>
          <p:spPr>
            <a:xfrm>
              <a:off x="9499536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07" name="pt2807"/>
            <p:cNvSpPr/>
            <p:nvPr/>
          </p:nvSpPr>
          <p:spPr>
            <a:xfrm>
              <a:off x="11576023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08" name="pt2808"/>
            <p:cNvSpPr/>
            <p:nvPr/>
          </p:nvSpPr>
          <p:spPr>
            <a:xfrm>
              <a:off x="11160725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09" name="pt2809"/>
            <p:cNvSpPr/>
            <p:nvPr/>
          </p:nvSpPr>
          <p:spPr>
            <a:xfrm>
              <a:off x="8876590" y="430543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10" name="pt2810"/>
            <p:cNvSpPr/>
            <p:nvPr/>
          </p:nvSpPr>
          <p:spPr>
            <a:xfrm>
              <a:off x="10122482" y="3798507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11" name="pt2811"/>
            <p:cNvSpPr/>
            <p:nvPr/>
          </p:nvSpPr>
          <p:spPr>
            <a:xfrm>
              <a:off x="10745428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12" name="pt2812"/>
            <p:cNvSpPr/>
            <p:nvPr/>
          </p:nvSpPr>
          <p:spPr>
            <a:xfrm>
              <a:off x="9291888" y="458194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13" name="pt2813"/>
            <p:cNvSpPr/>
            <p:nvPr/>
          </p:nvSpPr>
          <p:spPr>
            <a:xfrm>
              <a:off x="10745428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14" name="pt2814"/>
            <p:cNvSpPr/>
            <p:nvPr/>
          </p:nvSpPr>
          <p:spPr>
            <a:xfrm>
              <a:off x="9291888" y="42593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15" name="pt2815"/>
            <p:cNvSpPr/>
            <p:nvPr/>
          </p:nvSpPr>
          <p:spPr>
            <a:xfrm>
              <a:off x="8668942" y="488148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16" name="pt2816"/>
            <p:cNvSpPr/>
            <p:nvPr/>
          </p:nvSpPr>
          <p:spPr>
            <a:xfrm>
              <a:off x="9707185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17" name="pt2817"/>
            <p:cNvSpPr/>
            <p:nvPr/>
          </p:nvSpPr>
          <p:spPr>
            <a:xfrm>
              <a:off x="10330131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18" name="pt2818"/>
            <p:cNvSpPr/>
            <p:nvPr/>
          </p:nvSpPr>
          <p:spPr>
            <a:xfrm>
              <a:off x="9084239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19" name="pt2819"/>
            <p:cNvSpPr/>
            <p:nvPr/>
          </p:nvSpPr>
          <p:spPr>
            <a:xfrm>
              <a:off x="8876590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20" name="pt2820"/>
            <p:cNvSpPr/>
            <p:nvPr/>
          </p:nvSpPr>
          <p:spPr>
            <a:xfrm>
              <a:off x="8876590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21" name="pt2821"/>
            <p:cNvSpPr/>
            <p:nvPr/>
          </p:nvSpPr>
          <p:spPr>
            <a:xfrm>
              <a:off x="8668942" y="515799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22" name="pt2822"/>
            <p:cNvSpPr/>
            <p:nvPr/>
          </p:nvSpPr>
          <p:spPr>
            <a:xfrm>
              <a:off x="8668942" y="483540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23" name="pt2823"/>
            <p:cNvSpPr/>
            <p:nvPr/>
          </p:nvSpPr>
          <p:spPr>
            <a:xfrm>
              <a:off x="8461293" y="47893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24" name="pt2824"/>
            <p:cNvSpPr/>
            <p:nvPr/>
          </p:nvSpPr>
          <p:spPr>
            <a:xfrm>
              <a:off x="9084239" y="478931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25" name="pt2825"/>
            <p:cNvSpPr/>
            <p:nvPr/>
          </p:nvSpPr>
          <p:spPr>
            <a:xfrm>
              <a:off x="8668942" y="490453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26" name="pt2826"/>
            <p:cNvSpPr/>
            <p:nvPr/>
          </p:nvSpPr>
          <p:spPr>
            <a:xfrm>
              <a:off x="10330131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27" name="pt2827"/>
            <p:cNvSpPr/>
            <p:nvPr/>
          </p:nvSpPr>
          <p:spPr>
            <a:xfrm>
              <a:off x="8461293" y="47662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28" name="pt2828"/>
            <p:cNvSpPr/>
            <p:nvPr/>
          </p:nvSpPr>
          <p:spPr>
            <a:xfrm>
              <a:off x="10122482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29" name="pt2829"/>
            <p:cNvSpPr/>
            <p:nvPr/>
          </p:nvSpPr>
          <p:spPr>
            <a:xfrm>
              <a:off x="10953077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30" name="pt2830"/>
            <p:cNvSpPr/>
            <p:nvPr/>
          </p:nvSpPr>
          <p:spPr>
            <a:xfrm>
              <a:off x="8253644" y="529624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31" name="pt2831"/>
            <p:cNvSpPr/>
            <p:nvPr/>
          </p:nvSpPr>
          <p:spPr>
            <a:xfrm>
              <a:off x="10330131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32" name="pt2832"/>
            <p:cNvSpPr/>
            <p:nvPr/>
          </p:nvSpPr>
          <p:spPr>
            <a:xfrm>
              <a:off x="8461293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33" name="pt2833"/>
            <p:cNvSpPr/>
            <p:nvPr/>
          </p:nvSpPr>
          <p:spPr>
            <a:xfrm>
              <a:off x="1095307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34" name="pt2834"/>
            <p:cNvSpPr/>
            <p:nvPr/>
          </p:nvSpPr>
          <p:spPr>
            <a:xfrm>
              <a:off x="8668942" y="488148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35" name="pt2835"/>
            <p:cNvSpPr/>
            <p:nvPr/>
          </p:nvSpPr>
          <p:spPr>
            <a:xfrm>
              <a:off x="8668942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36" name="pt2836"/>
            <p:cNvSpPr/>
            <p:nvPr/>
          </p:nvSpPr>
          <p:spPr>
            <a:xfrm>
              <a:off x="8461293" y="511190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37" name="pt2837"/>
            <p:cNvSpPr/>
            <p:nvPr/>
          </p:nvSpPr>
          <p:spPr>
            <a:xfrm>
              <a:off x="10330131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38" name="pt2838"/>
            <p:cNvSpPr/>
            <p:nvPr/>
          </p:nvSpPr>
          <p:spPr>
            <a:xfrm>
              <a:off x="8876590" y="50427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39" name="pt2839"/>
            <p:cNvSpPr/>
            <p:nvPr/>
          </p:nvSpPr>
          <p:spPr>
            <a:xfrm>
              <a:off x="9084239" y="4604982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40" name="pt2840"/>
            <p:cNvSpPr/>
            <p:nvPr/>
          </p:nvSpPr>
          <p:spPr>
            <a:xfrm>
              <a:off x="8461293" y="591838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41" name="pt2841"/>
            <p:cNvSpPr/>
            <p:nvPr/>
          </p:nvSpPr>
          <p:spPr>
            <a:xfrm>
              <a:off x="10745428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42" name="pt2842"/>
            <p:cNvSpPr/>
            <p:nvPr/>
          </p:nvSpPr>
          <p:spPr>
            <a:xfrm>
              <a:off x="8876590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43" name="pt2843"/>
            <p:cNvSpPr/>
            <p:nvPr/>
          </p:nvSpPr>
          <p:spPr>
            <a:xfrm>
              <a:off x="9914833" y="41441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44" name="pt2844"/>
            <p:cNvSpPr/>
            <p:nvPr/>
          </p:nvSpPr>
          <p:spPr>
            <a:xfrm>
              <a:off x="8876590" y="472019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45" name="pt2845"/>
            <p:cNvSpPr/>
            <p:nvPr/>
          </p:nvSpPr>
          <p:spPr>
            <a:xfrm>
              <a:off x="8668942" y="448977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46" name="pt2846"/>
            <p:cNvSpPr/>
            <p:nvPr/>
          </p:nvSpPr>
          <p:spPr>
            <a:xfrm>
              <a:off x="9707185" y="42593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47" name="pt2847"/>
            <p:cNvSpPr/>
            <p:nvPr/>
          </p:nvSpPr>
          <p:spPr>
            <a:xfrm>
              <a:off x="10953077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48" name="pt2848"/>
            <p:cNvSpPr/>
            <p:nvPr/>
          </p:nvSpPr>
          <p:spPr>
            <a:xfrm>
              <a:off x="9084239" y="400588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49" name="pt2849"/>
            <p:cNvSpPr/>
            <p:nvPr/>
          </p:nvSpPr>
          <p:spPr>
            <a:xfrm>
              <a:off x="9914833" y="425935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50" name="pt2850"/>
            <p:cNvSpPr/>
            <p:nvPr/>
          </p:nvSpPr>
          <p:spPr>
            <a:xfrm>
              <a:off x="8461293" y="51810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51" name="pt2851"/>
            <p:cNvSpPr/>
            <p:nvPr/>
          </p:nvSpPr>
          <p:spPr>
            <a:xfrm>
              <a:off x="9291888" y="453585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52" name="pt2852"/>
            <p:cNvSpPr/>
            <p:nvPr/>
          </p:nvSpPr>
          <p:spPr>
            <a:xfrm>
              <a:off x="9084239" y="529624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53" name="pt2853"/>
            <p:cNvSpPr/>
            <p:nvPr/>
          </p:nvSpPr>
          <p:spPr>
            <a:xfrm>
              <a:off x="11160725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54" name="pt2854"/>
            <p:cNvSpPr/>
            <p:nvPr/>
          </p:nvSpPr>
          <p:spPr>
            <a:xfrm>
              <a:off x="9707185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55" name="pt2855"/>
            <p:cNvSpPr/>
            <p:nvPr/>
          </p:nvSpPr>
          <p:spPr>
            <a:xfrm>
              <a:off x="8461293" y="432847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56" name="pt2856"/>
            <p:cNvSpPr/>
            <p:nvPr/>
          </p:nvSpPr>
          <p:spPr>
            <a:xfrm>
              <a:off x="8461293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57" name="pt2857"/>
            <p:cNvSpPr/>
            <p:nvPr/>
          </p:nvSpPr>
          <p:spPr>
            <a:xfrm>
              <a:off x="8668942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58" name="pt2858"/>
            <p:cNvSpPr/>
            <p:nvPr/>
          </p:nvSpPr>
          <p:spPr>
            <a:xfrm>
              <a:off x="8253644" y="575708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59" name="pt2859"/>
            <p:cNvSpPr/>
            <p:nvPr/>
          </p:nvSpPr>
          <p:spPr>
            <a:xfrm>
              <a:off x="11576023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60" name="pt2860"/>
            <p:cNvSpPr/>
            <p:nvPr/>
          </p:nvSpPr>
          <p:spPr>
            <a:xfrm>
              <a:off x="1095307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61" name="pt2861"/>
            <p:cNvSpPr/>
            <p:nvPr/>
          </p:nvSpPr>
          <p:spPr>
            <a:xfrm>
              <a:off x="10953077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62" name="pt2862"/>
            <p:cNvSpPr/>
            <p:nvPr/>
          </p:nvSpPr>
          <p:spPr>
            <a:xfrm>
              <a:off x="9499536" y="444368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63" name="pt2863"/>
            <p:cNvSpPr/>
            <p:nvPr/>
          </p:nvSpPr>
          <p:spPr>
            <a:xfrm>
              <a:off x="10745428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64" name="pt2864"/>
            <p:cNvSpPr/>
            <p:nvPr/>
          </p:nvSpPr>
          <p:spPr>
            <a:xfrm>
              <a:off x="9914833" y="3982844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65" name="pt2865"/>
            <p:cNvSpPr/>
            <p:nvPr/>
          </p:nvSpPr>
          <p:spPr>
            <a:xfrm>
              <a:off x="8668942" y="4904530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66" name="pt2866"/>
            <p:cNvSpPr/>
            <p:nvPr/>
          </p:nvSpPr>
          <p:spPr>
            <a:xfrm>
              <a:off x="8668942" y="504278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67" name="pt2867"/>
            <p:cNvSpPr/>
            <p:nvPr/>
          </p:nvSpPr>
          <p:spPr>
            <a:xfrm>
              <a:off x="8876590" y="44667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68" name="pt2868"/>
            <p:cNvSpPr/>
            <p:nvPr/>
          </p:nvSpPr>
          <p:spPr>
            <a:xfrm>
              <a:off x="9914833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69" name="pt2869"/>
            <p:cNvSpPr/>
            <p:nvPr/>
          </p:nvSpPr>
          <p:spPr>
            <a:xfrm>
              <a:off x="11576023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70" name="pt2870"/>
            <p:cNvSpPr/>
            <p:nvPr/>
          </p:nvSpPr>
          <p:spPr>
            <a:xfrm>
              <a:off x="10953077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71" name="pt2871"/>
            <p:cNvSpPr/>
            <p:nvPr/>
          </p:nvSpPr>
          <p:spPr>
            <a:xfrm>
              <a:off x="10122482" y="453585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72" name="pt2872"/>
            <p:cNvSpPr/>
            <p:nvPr/>
          </p:nvSpPr>
          <p:spPr>
            <a:xfrm>
              <a:off x="10122482" y="400588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73" name="pt2873"/>
            <p:cNvSpPr/>
            <p:nvPr/>
          </p:nvSpPr>
          <p:spPr>
            <a:xfrm>
              <a:off x="8876590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74" name="pt2874"/>
            <p:cNvSpPr/>
            <p:nvPr/>
          </p:nvSpPr>
          <p:spPr>
            <a:xfrm>
              <a:off x="9291888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75" name="pt2875"/>
            <p:cNvSpPr/>
            <p:nvPr/>
          </p:nvSpPr>
          <p:spPr>
            <a:xfrm>
              <a:off x="10537779" y="3844591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76" name="pt2876"/>
            <p:cNvSpPr/>
            <p:nvPr/>
          </p:nvSpPr>
          <p:spPr>
            <a:xfrm>
              <a:off x="9084239" y="476627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77" name="pt2877"/>
            <p:cNvSpPr/>
            <p:nvPr/>
          </p:nvSpPr>
          <p:spPr>
            <a:xfrm>
              <a:off x="8668942" y="511190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78" name="pt2878"/>
            <p:cNvSpPr/>
            <p:nvPr/>
          </p:nvSpPr>
          <p:spPr>
            <a:xfrm>
              <a:off x="9291888" y="481236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79" name="pt2879"/>
            <p:cNvSpPr/>
            <p:nvPr/>
          </p:nvSpPr>
          <p:spPr>
            <a:xfrm>
              <a:off x="11368374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80" name="pt2880"/>
            <p:cNvSpPr/>
            <p:nvPr/>
          </p:nvSpPr>
          <p:spPr>
            <a:xfrm>
              <a:off x="10537779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81" name="pt2881"/>
            <p:cNvSpPr/>
            <p:nvPr/>
          </p:nvSpPr>
          <p:spPr>
            <a:xfrm>
              <a:off x="9707185" y="4190223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82" name="pt2882"/>
            <p:cNvSpPr/>
            <p:nvPr/>
          </p:nvSpPr>
          <p:spPr>
            <a:xfrm>
              <a:off x="10122482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83" name="pt2883"/>
            <p:cNvSpPr/>
            <p:nvPr/>
          </p:nvSpPr>
          <p:spPr>
            <a:xfrm>
              <a:off x="8668942" y="495061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84" name="pt2884"/>
            <p:cNvSpPr/>
            <p:nvPr/>
          </p:nvSpPr>
          <p:spPr>
            <a:xfrm>
              <a:off x="8876590" y="529624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85" name="pt2885"/>
            <p:cNvSpPr/>
            <p:nvPr/>
          </p:nvSpPr>
          <p:spPr>
            <a:xfrm>
              <a:off x="8461293" y="518103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86" name="pt2886"/>
            <p:cNvSpPr/>
            <p:nvPr/>
          </p:nvSpPr>
          <p:spPr>
            <a:xfrm>
              <a:off x="10537779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87" name="pt2887"/>
            <p:cNvSpPr/>
            <p:nvPr/>
          </p:nvSpPr>
          <p:spPr>
            <a:xfrm>
              <a:off x="1095307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88" name="pt2888"/>
            <p:cNvSpPr/>
            <p:nvPr/>
          </p:nvSpPr>
          <p:spPr>
            <a:xfrm>
              <a:off x="9914833" y="3913718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89" name="pt2889"/>
            <p:cNvSpPr/>
            <p:nvPr/>
          </p:nvSpPr>
          <p:spPr>
            <a:xfrm>
              <a:off x="8461293" y="527320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90" name="pt2890"/>
            <p:cNvSpPr/>
            <p:nvPr/>
          </p:nvSpPr>
          <p:spPr>
            <a:xfrm>
              <a:off x="8461293" y="534233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91" name="pt2891"/>
            <p:cNvSpPr/>
            <p:nvPr/>
          </p:nvSpPr>
          <p:spPr>
            <a:xfrm>
              <a:off x="10537779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92" name="pt2892"/>
            <p:cNvSpPr/>
            <p:nvPr/>
          </p:nvSpPr>
          <p:spPr>
            <a:xfrm>
              <a:off x="10537779" y="3844591"/>
              <a:ext cx="72220" cy="72220"/>
            </a:xfrm>
            <a:prstGeom prst="ellipse">
              <a:avLst/>
            </a:prstGeom>
            <a:solidFill>
              <a:srgbClr val="1F77B4">
                <a:alpha val="10196"/>
              </a:srgbClr>
            </a:solidFill>
            <a:ln w="13090" cap="rnd">
              <a:solidFill>
                <a:srgbClr val="1F77B4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93" name="pt2893"/>
            <p:cNvSpPr/>
            <p:nvPr/>
          </p:nvSpPr>
          <p:spPr>
            <a:xfrm>
              <a:off x="8668942" y="515799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94" name="pt2894"/>
            <p:cNvSpPr/>
            <p:nvPr/>
          </p:nvSpPr>
          <p:spPr>
            <a:xfrm>
              <a:off x="10745428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95" name="pt2895"/>
            <p:cNvSpPr/>
            <p:nvPr/>
          </p:nvSpPr>
          <p:spPr>
            <a:xfrm>
              <a:off x="11368374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96" name="pt2896"/>
            <p:cNvSpPr/>
            <p:nvPr/>
          </p:nvSpPr>
          <p:spPr>
            <a:xfrm>
              <a:off x="10330131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97" name="pt2897"/>
            <p:cNvSpPr/>
            <p:nvPr/>
          </p:nvSpPr>
          <p:spPr>
            <a:xfrm>
              <a:off x="8461293" y="5734047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98" name="pt2898"/>
            <p:cNvSpPr/>
            <p:nvPr/>
          </p:nvSpPr>
          <p:spPr>
            <a:xfrm>
              <a:off x="9707185" y="41441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899" name="pt2899"/>
            <p:cNvSpPr/>
            <p:nvPr/>
          </p:nvSpPr>
          <p:spPr>
            <a:xfrm>
              <a:off x="11160725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00" name="pt2900"/>
            <p:cNvSpPr/>
            <p:nvPr/>
          </p:nvSpPr>
          <p:spPr>
            <a:xfrm>
              <a:off x="10953077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01" name="pt2901"/>
            <p:cNvSpPr/>
            <p:nvPr/>
          </p:nvSpPr>
          <p:spPr>
            <a:xfrm>
              <a:off x="11160725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02" name="pt2902"/>
            <p:cNvSpPr/>
            <p:nvPr/>
          </p:nvSpPr>
          <p:spPr>
            <a:xfrm>
              <a:off x="11368374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03" name="pt2903"/>
            <p:cNvSpPr/>
            <p:nvPr/>
          </p:nvSpPr>
          <p:spPr>
            <a:xfrm>
              <a:off x="9707185" y="448977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04" name="pt2904"/>
            <p:cNvSpPr/>
            <p:nvPr/>
          </p:nvSpPr>
          <p:spPr>
            <a:xfrm>
              <a:off x="9084239" y="4674108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05" name="pt2905"/>
            <p:cNvSpPr/>
            <p:nvPr/>
          </p:nvSpPr>
          <p:spPr>
            <a:xfrm>
              <a:off x="10953077" y="3637212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06" name="pt2906"/>
            <p:cNvSpPr/>
            <p:nvPr/>
          </p:nvSpPr>
          <p:spPr>
            <a:xfrm>
              <a:off x="10537779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07" name="pt2907"/>
            <p:cNvSpPr/>
            <p:nvPr/>
          </p:nvSpPr>
          <p:spPr>
            <a:xfrm>
              <a:off x="8461293" y="5134951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08" name="pt2908"/>
            <p:cNvSpPr/>
            <p:nvPr/>
          </p:nvSpPr>
          <p:spPr>
            <a:xfrm>
              <a:off x="10745428" y="3706338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09" name="pt2909"/>
            <p:cNvSpPr/>
            <p:nvPr/>
          </p:nvSpPr>
          <p:spPr>
            <a:xfrm>
              <a:off x="9291888" y="4328476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10" name="pt2910"/>
            <p:cNvSpPr/>
            <p:nvPr/>
          </p:nvSpPr>
          <p:spPr>
            <a:xfrm>
              <a:off x="9084239" y="414413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11" name="pt2911"/>
            <p:cNvSpPr/>
            <p:nvPr/>
          </p:nvSpPr>
          <p:spPr>
            <a:xfrm>
              <a:off x="10953077" y="3844591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12" name="pt2912"/>
            <p:cNvSpPr/>
            <p:nvPr/>
          </p:nvSpPr>
          <p:spPr>
            <a:xfrm>
              <a:off x="8876590" y="474323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13" name="pt2913"/>
            <p:cNvSpPr/>
            <p:nvPr/>
          </p:nvSpPr>
          <p:spPr>
            <a:xfrm>
              <a:off x="9084239" y="4466729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14" name="pt2914"/>
            <p:cNvSpPr/>
            <p:nvPr/>
          </p:nvSpPr>
          <p:spPr>
            <a:xfrm>
              <a:off x="9084239" y="4305434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15" name="pt2915"/>
            <p:cNvSpPr/>
            <p:nvPr/>
          </p:nvSpPr>
          <p:spPr>
            <a:xfrm>
              <a:off x="10953077" y="3775465"/>
              <a:ext cx="72220" cy="72220"/>
            </a:xfrm>
            <a:prstGeom prst="ellipse">
              <a:avLst/>
            </a:prstGeom>
            <a:solidFill>
              <a:srgbClr val="FF7F0E">
                <a:alpha val="10196"/>
              </a:srgbClr>
            </a:solidFill>
            <a:ln w="13090" cap="rnd">
              <a:solidFill>
                <a:srgbClr val="FF7F0E">
                  <a:alpha val="10196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16" name="pt2916"/>
            <p:cNvSpPr/>
            <p:nvPr/>
          </p:nvSpPr>
          <p:spPr>
            <a:xfrm>
              <a:off x="8668942" y="5711005"/>
              <a:ext cx="72220" cy="72220"/>
            </a:xfrm>
            <a:prstGeom prst="ellipse">
              <a:avLst/>
            </a:prstGeom>
            <a:solidFill>
              <a:srgbClr val="1F77B4">
                <a:alpha val="100000"/>
              </a:srgbClr>
            </a:solidFill>
            <a:ln w="13090" cap="rnd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17" name="tx2917"/>
            <p:cNvSpPr/>
            <p:nvPr/>
          </p:nvSpPr>
          <p:spPr>
            <a:xfrm>
              <a:off x="8306367" y="3721316"/>
              <a:ext cx="91715" cy="909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2918" name="tx2918"/>
            <p:cNvSpPr/>
            <p:nvPr/>
          </p:nvSpPr>
          <p:spPr>
            <a:xfrm>
              <a:off x="8411718" y="3685765"/>
              <a:ext cx="49441" cy="63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919" name="tx2919"/>
            <p:cNvSpPr/>
            <p:nvPr/>
          </p:nvSpPr>
          <p:spPr>
            <a:xfrm>
              <a:off x="8461160" y="3812225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2920" name="tx2920"/>
            <p:cNvSpPr/>
            <p:nvPr/>
          </p:nvSpPr>
          <p:spPr>
            <a:xfrm>
              <a:off x="8495949" y="3774212"/>
              <a:ext cx="74166" cy="380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2921" name="tx2921"/>
            <p:cNvSpPr/>
            <p:nvPr/>
          </p:nvSpPr>
          <p:spPr>
            <a:xfrm>
              <a:off x="8570115" y="3812225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2922" name="tx2922"/>
            <p:cNvSpPr/>
            <p:nvPr/>
          </p:nvSpPr>
          <p:spPr>
            <a:xfrm>
              <a:off x="8604903" y="3719394"/>
              <a:ext cx="247178" cy="9283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1F77B4">
                      <a:alpha val="100000"/>
                    </a:srgbClr>
                  </a:solidFill>
                  <a:latin typeface="Arial"/>
                  <a:cs typeface="Arial"/>
                </a:rPr>
                <a:t>0.68</a:t>
              </a:r>
            </a:p>
          </p:txBody>
        </p:sp>
        <p:sp>
          <p:nvSpPr>
            <p:cNvPr id="2923" name="tx2923"/>
            <p:cNvSpPr/>
            <p:nvPr/>
          </p:nvSpPr>
          <p:spPr>
            <a:xfrm>
              <a:off x="8306367" y="3858187"/>
              <a:ext cx="91715" cy="9090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 i="1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2924" name="tx2924"/>
            <p:cNvSpPr/>
            <p:nvPr/>
          </p:nvSpPr>
          <p:spPr>
            <a:xfrm>
              <a:off x="8411718" y="3822635"/>
              <a:ext cx="49441" cy="6389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6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6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2925" name="tx2925"/>
            <p:cNvSpPr/>
            <p:nvPr/>
          </p:nvSpPr>
          <p:spPr>
            <a:xfrm>
              <a:off x="8461160" y="3949096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FF7F0E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2926" name="tx2926"/>
            <p:cNvSpPr/>
            <p:nvPr/>
          </p:nvSpPr>
          <p:spPr>
            <a:xfrm>
              <a:off x="8495949" y="3911083"/>
              <a:ext cx="74166" cy="3801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=</a:t>
              </a:r>
            </a:p>
          </p:txBody>
        </p:sp>
        <p:sp>
          <p:nvSpPr>
            <p:cNvPr id="2927" name="tx2927"/>
            <p:cNvSpPr/>
            <p:nvPr/>
          </p:nvSpPr>
          <p:spPr>
            <a:xfrm>
              <a:off x="8570115" y="3949096"/>
              <a:ext cx="34788" cy="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FF7F0E">
                      <a:alpha val="100000"/>
                    </a:srgbClr>
                  </a:solidFill>
                  <a:latin typeface="Symbol"/>
                  <a:cs typeface="Symbol"/>
                </a:rPr>
                <a:t> </a:t>
              </a:r>
            </a:p>
          </p:txBody>
        </p:sp>
        <p:sp>
          <p:nvSpPr>
            <p:cNvPr id="2928" name="tx2928"/>
            <p:cNvSpPr/>
            <p:nvPr/>
          </p:nvSpPr>
          <p:spPr>
            <a:xfrm>
              <a:off x="8604903" y="3856264"/>
              <a:ext cx="247178" cy="9283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99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99">
                  <a:solidFill>
                    <a:srgbClr val="FF7F0E">
                      <a:alpha val="100000"/>
                    </a:srgbClr>
                  </a:solidFill>
                  <a:latin typeface="Arial"/>
                  <a:cs typeface="Arial"/>
                </a:rPr>
                <a:t>0.57</a:t>
              </a:r>
            </a:p>
          </p:txBody>
        </p:sp>
        <p:sp>
          <p:nvSpPr>
            <p:cNvPr id="2929" name="pl2929"/>
            <p:cNvSpPr/>
            <p:nvPr/>
          </p:nvSpPr>
          <p:spPr>
            <a:xfrm>
              <a:off x="8289755" y="3548895"/>
              <a:ext cx="2775211" cy="1649559"/>
            </a:xfrm>
            <a:custGeom>
              <a:avLst/>
              <a:gdLst/>
              <a:ahLst/>
              <a:cxnLst/>
              <a:rect l="0" t="0" r="0" b="0"/>
              <a:pathLst>
                <a:path w="2775211" h="1649559">
                  <a:moveTo>
                    <a:pt x="0" y="1649559"/>
                  </a:moveTo>
                  <a:lnTo>
                    <a:pt x="39426" y="1626124"/>
                  </a:lnTo>
                  <a:lnTo>
                    <a:pt x="78853" y="1602689"/>
                  </a:lnTo>
                  <a:lnTo>
                    <a:pt x="118280" y="1579254"/>
                  </a:lnTo>
                  <a:lnTo>
                    <a:pt x="157707" y="1555819"/>
                  </a:lnTo>
                  <a:lnTo>
                    <a:pt x="197134" y="1532384"/>
                  </a:lnTo>
                  <a:lnTo>
                    <a:pt x="236561" y="1508949"/>
                  </a:lnTo>
                  <a:lnTo>
                    <a:pt x="275988" y="1485514"/>
                  </a:lnTo>
                  <a:lnTo>
                    <a:pt x="315415" y="1462079"/>
                  </a:lnTo>
                  <a:lnTo>
                    <a:pt x="354842" y="1438644"/>
                  </a:lnTo>
                  <a:lnTo>
                    <a:pt x="394269" y="1415209"/>
                  </a:lnTo>
                  <a:lnTo>
                    <a:pt x="433696" y="1391774"/>
                  </a:lnTo>
                  <a:lnTo>
                    <a:pt x="473123" y="1368339"/>
                  </a:lnTo>
                  <a:lnTo>
                    <a:pt x="512550" y="1344904"/>
                  </a:lnTo>
                  <a:lnTo>
                    <a:pt x="551977" y="1321469"/>
                  </a:lnTo>
                  <a:lnTo>
                    <a:pt x="591404" y="1298034"/>
                  </a:lnTo>
                  <a:lnTo>
                    <a:pt x="630831" y="1274599"/>
                  </a:lnTo>
                  <a:lnTo>
                    <a:pt x="670258" y="1251164"/>
                  </a:lnTo>
                  <a:lnTo>
                    <a:pt x="709685" y="1227729"/>
                  </a:lnTo>
                  <a:lnTo>
                    <a:pt x="749112" y="1204294"/>
                  </a:lnTo>
                  <a:lnTo>
                    <a:pt x="788539" y="1180859"/>
                  </a:lnTo>
                  <a:lnTo>
                    <a:pt x="827966" y="1157424"/>
                  </a:lnTo>
                  <a:lnTo>
                    <a:pt x="867393" y="1133989"/>
                  </a:lnTo>
                  <a:lnTo>
                    <a:pt x="906820" y="1110554"/>
                  </a:lnTo>
                  <a:lnTo>
                    <a:pt x="946246" y="1087119"/>
                  </a:lnTo>
                  <a:lnTo>
                    <a:pt x="985673" y="1063684"/>
                  </a:lnTo>
                  <a:lnTo>
                    <a:pt x="1025100" y="1040249"/>
                  </a:lnTo>
                  <a:lnTo>
                    <a:pt x="1064527" y="1016814"/>
                  </a:lnTo>
                  <a:lnTo>
                    <a:pt x="1103954" y="993379"/>
                  </a:lnTo>
                  <a:lnTo>
                    <a:pt x="1143381" y="969944"/>
                  </a:lnTo>
                  <a:lnTo>
                    <a:pt x="1182808" y="946509"/>
                  </a:lnTo>
                  <a:lnTo>
                    <a:pt x="1222235" y="923074"/>
                  </a:lnTo>
                  <a:lnTo>
                    <a:pt x="1261662" y="899639"/>
                  </a:lnTo>
                  <a:lnTo>
                    <a:pt x="1301089" y="876204"/>
                  </a:lnTo>
                  <a:lnTo>
                    <a:pt x="1340516" y="852769"/>
                  </a:lnTo>
                  <a:lnTo>
                    <a:pt x="1379943" y="829334"/>
                  </a:lnTo>
                  <a:lnTo>
                    <a:pt x="1419370" y="805899"/>
                  </a:lnTo>
                  <a:lnTo>
                    <a:pt x="1458797" y="782464"/>
                  </a:lnTo>
                  <a:lnTo>
                    <a:pt x="1498224" y="759029"/>
                  </a:lnTo>
                  <a:lnTo>
                    <a:pt x="1537651" y="735594"/>
                  </a:lnTo>
                  <a:lnTo>
                    <a:pt x="1577078" y="712159"/>
                  </a:lnTo>
                  <a:lnTo>
                    <a:pt x="1616505" y="688724"/>
                  </a:lnTo>
                  <a:lnTo>
                    <a:pt x="1655932" y="665289"/>
                  </a:lnTo>
                  <a:lnTo>
                    <a:pt x="1695359" y="641854"/>
                  </a:lnTo>
                  <a:lnTo>
                    <a:pt x="1734786" y="618419"/>
                  </a:lnTo>
                  <a:lnTo>
                    <a:pt x="1774213" y="594984"/>
                  </a:lnTo>
                  <a:lnTo>
                    <a:pt x="1813640" y="571549"/>
                  </a:lnTo>
                  <a:lnTo>
                    <a:pt x="1853067" y="548114"/>
                  </a:lnTo>
                  <a:lnTo>
                    <a:pt x="1892493" y="524679"/>
                  </a:lnTo>
                  <a:lnTo>
                    <a:pt x="1931920" y="501244"/>
                  </a:lnTo>
                  <a:lnTo>
                    <a:pt x="1971347" y="477808"/>
                  </a:lnTo>
                  <a:lnTo>
                    <a:pt x="2010774" y="454373"/>
                  </a:lnTo>
                  <a:lnTo>
                    <a:pt x="2050201" y="430938"/>
                  </a:lnTo>
                  <a:lnTo>
                    <a:pt x="2089628" y="407503"/>
                  </a:lnTo>
                  <a:lnTo>
                    <a:pt x="2129055" y="384068"/>
                  </a:lnTo>
                  <a:lnTo>
                    <a:pt x="2168482" y="360633"/>
                  </a:lnTo>
                  <a:lnTo>
                    <a:pt x="2207909" y="337198"/>
                  </a:lnTo>
                  <a:lnTo>
                    <a:pt x="2247336" y="313763"/>
                  </a:lnTo>
                  <a:lnTo>
                    <a:pt x="2286763" y="290328"/>
                  </a:lnTo>
                  <a:lnTo>
                    <a:pt x="2326190" y="266893"/>
                  </a:lnTo>
                  <a:lnTo>
                    <a:pt x="2365617" y="243458"/>
                  </a:lnTo>
                  <a:lnTo>
                    <a:pt x="2405044" y="220023"/>
                  </a:lnTo>
                  <a:lnTo>
                    <a:pt x="2444471" y="196588"/>
                  </a:lnTo>
                  <a:lnTo>
                    <a:pt x="2483898" y="173153"/>
                  </a:lnTo>
                  <a:lnTo>
                    <a:pt x="2523325" y="149718"/>
                  </a:lnTo>
                  <a:lnTo>
                    <a:pt x="2562752" y="126283"/>
                  </a:lnTo>
                  <a:lnTo>
                    <a:pt x="2602179" y="102848"/>
                  </a:lnTo>
                  <a:lnTo>
                    <a:pt x="2641606" y="79413"/>
                  </a:lnTo>
                  <a:lnTo>
                    <a:pt x="2681033" y="55978"/>
                  </a:lnTo>
                  <a:lnTo>
                    <a:pt x="2720460" y="32543"/>
                  </a:lnTo>
                  <a:lnTo>
                    <a:pt x="2759887" y="9108"/>
                  </a:lnTo>
                  <a:lnTo>
                    <a:pt x="2775211" y="0"/>
                  </a:lnTo>
                </a:path>
              </a:pathLst>
            </a:custGeom>
            <a:ln w="39420" cap="flat">
              <a:solidFill>
                <a:srgbClr val="1F77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30" name="pl2930"/>
            <p:cNvSpPr/>
            <p:nvPr/>
          </p:nvSpPr>
          <p:spPr>
            <a:xfrm>
              <a:off x="9327998" y="3656677"/>
              <a:ext cx="2284135" cy="389032"/>
            </a:xfrm>
            <a:custGeom>
              <a:avLst/>
              <a:gdLst/>
              <a:ahLst/>
              <a:cxnLst/>
              <a:rect l="0" t="0" r="0" b="0"/>
              <a:pathLst>
                <a:path w="2284135" h="389032">
                  <a:moveTo>
                    <a:pt x="0" y="389032"/>
                  </a:moveTo>
                  <a:lnTo>
                    <a:pt x="28913" y="384108"/>
                  </a:lnTo>
                  <a:lnTo>
                    <a:pt x="57826" y="379183"/>
                  </a:lnTo>
                  <a:lnTo>
                    <a:pt x="86739" y="374259"/>
                  </a:lnTo>
                  <a:lnTo>
                    <a:pt x="115652" y="369334"/>
                  </a:lnTo>
                  <a:lnTo>
                    <a:pt x="144565" y="364410"/>
                  </a:lnTo>
                  <a:lnTo>
                    <a:pt x="173478" y="359485"/>
                  </a:lnTo>
                  <a:lnTo>
                    <a:pt x="202391" y="354561"/>
                  </a:lnTo>
                  <a:lnTo>
                    <a:pt x="231304" y="349636"/>
                  </a:lnTo>
                  <a:lnTo>
                    <a:pt x="260217" y="344712"/>
                  </a:lnTo>
                  <a:lnTo>
                    <a:pt x="289131" y="339787"/>
                  </a:lnTo>
                  <a:lnTo>
                    <a:pt x="318044" y="334863"/>
                  </a:lnTo>
                  <a:lnTo>
                    <a:pt x="346957" y="329938"/>
                  </a:lnTo>
                  <a:lnTo>
                    <a:pt x="375870" y="325014"/>
                  </a:lnTo>
                  <a:lnTo>
                    <a:pt x="404783" y="320090"/>
                  </a:lnTo>
                  <a:lnTo>
                    <a:pt x="433696" y="315165"/>
                  </a:lnTo>
                  <a:lnTo>
                    <a:pt x="462609" y="310241"/>
                  </a:lnTo>
                  <a:lnTo>
                    <a:pt x="491522" y="305316"/>
                  </a:lnTo>
                  <a:lnTo>
                    <a:pt x="520435" y="300392"/>
                  </a:lnTo>
                  <a:lnTo>
                    <a:pt x="549348" y="295467"/>
                  </a:lnTo>
                  <a:lnTo>
                    <a:pt x="578262" y="290543"/>
                  </a:lnTo>
                  <a:lnTo>
                    <a:pt x="607175" y="285618"/>
                  </a:lnTo>
                  <a:lnTo>
                    <a:pt x="636088" y="280694"/>
                  </a:lnTo>
                  <a:lnTo>
                    <a:pt x="665001" y="275769"/>
                  </a:lnTo>
                  <a:lnTo>
                    <a:pt x="693914" y="270845"/>
                  </a:lnTo>
                  <a:lnTo>
                    <a:pt x="722827" y="265920"/>
                  </a:lnTo>
                  <a:lnTo>
                    <a:pt x="751740" y="260996"/>
                  </a:lnTo>
                  <a:lnTo>
                    <a:pt x="780653" y="256072"/>
                  </a:lnTo>
                  <a:lnTo>
                    <a:pt x="809566" y="251147"/>
                  </a:lnTo>
                  <a:lnTo>
                    <a:pt x="838479" y="246223"/>
                  </a:lnTo>
                  <a:lnTo>
                    <a:pt x="867393" y="241298"/>
                  </a:lnTo>
                  <a:lnTo>
                    <a:pt x="896306" y="236374"/>
                  </a:lnTo>
                  <a:lnTo>
                    <a:pt x="925219" y="231449"/>
                  </a:lnTo>
                  <a:lnTo>
                    <a:pt x="954132" y="226525"/>
                  </a:lnTo>
                  <a:lnTo>
                    <a:pt x="983045" y="221600"/>
                  </a:lnTo>
                  <a:lnTo>
                    <a:pt x="1011958" y="216676"/>
                  </a:lnTo>
                  <a:lnTo>
                    <a:pt x="1040871" y="211751"/>
                  </a:lnTo>
                  <a:lnTo>
                    <a:pt x="1069784" y="206827"/>
                  </a:lnTo>
                  <a:lnTo>
                    <a:pt x="1098697" y="201902"/>
                  </a:lnTo>
                  <a:lnTo>
                    <a:pt x="1127610" y="196978"/>
                  </a:lnTo>
                  <a:lnTo>
                    <a:pt x="1156524" y="192054"/>
                  </a:lnTo>
                  <a:lnTo>
                    <a:pt x="1185437" y="187129"/>
                  </a:lnTo>
                  <a:lnTo>
                    <a:pt x="1214350" y="182205"/>
                  </a:lnTo>
                  <a:lnTo>
                    <a:pt x="1243263" y="177280"/>
                  </a:lnTo>
                  <a:lnTo>
                    <a:pt x="1272176" y="172356"/>
                  </a:lnTo>
                  <a:lnTo>
                    <a:pt x="1301089" y="167431"/>
                  </a:lnTo>
                  <a:lnTo>
                    <a:pt x="1330002" y="162507"/>
                  </a:lnTo>
                  <a:lnTo>
                    <a:pt x="1358915" y="157582"/>
                  </a:lnTo>
                  <a:lnTo>
                    <a:pt x="1387828" y="152658"/>
                  </a:lnTo>
                  <a:lnTo>
                    <a:pt x="1416742" y="147733"/>
                  </a:lnTo>
                  <a:lnTo>
                    <a:pt x="1445655" y="142809"/>
                  </a:lnTo>
                  <a:lnTo>
                    <a:pt x="1474568" y="137884"/>
                  </a:lnTo>
                  <a:lnTo>
                    <a:pt x="1503481" y="132960"/>
                  </a:lnTo>
                  <a:lnTo>
                    <a:pt x="1532394" y="128036"/>
                  </a:lnTo>
                  <a:lnTo>
                    <a:pt x="1561307" y="123111"/>
                  </a:lnTo>
                  <a:lnTo>
                    <a:pt x="1590220" y="118187"/>
                  </a:lnTo>
                  <a:lnTo>
                    <a:pt x="1619133" y="113262"/>
                  </a:lnTo>
                  <a:lnTo>
                    <a:pt x="1648046" y="108338"/>
                  </a:lnTo>
                  <a:lnTo>
                    <a:pt x="1676959" y="103413"/>
                  </a:lnTo>
                  <a:lnTo>
                    <a:pt x="1705873" y="98489"/>
                  </a:lnTo>
                  <a:lnTo>
                    <a:pt x="1734786" y="93564"/>
                  </a:lnTo>
                  <a:lnTo>
                    <a:pt x="1763699" y="88640"/>
                  </a:lnTo>
                  <a:lnTo>
                    <a:pt x="1792612" y="83715"/>
                  </a:lnTo>
                  <a:lnTo>
                    <a:pt x="1821525" y="78791"/>
                  </a:lnTo>
                  <a:lnTo>
                    <a:pt x="1850438" y="73866"/>
                  </a:lnTo>
                  <a:lnTo>
                    <a:pt x="1879351" y="68942"/>
                  </a:lnTo>
                  <a:lnTo>
                    <a:pt x="1908264" y="64018"/>
                  </a:lnTo>
                  <a:lnTo>
                    <a:pt x="1937177" y="59093"/>
                  </a:lnTo>
                  <a:lnTo>
                    <a:pt x="1966090" y="54169"/>
                  </a:lnTo>
                  <a:lnTo>
                    <a:pt x="1995004" y="49244"/>
                  </a:lnTo>
                  <a:lnTo>
                    <a:pt x="2023917" y="44320"/>
                  </a:lnTo>
                  <a:lnTo>
                    <a:pt x="2052830" y="39395"/>
                  </a:lnTo>
                  <a:lnTo>
                    <a:pt x="2081743" y="34471"/>
                  </a:lnTo>
                  <a:lnTo>
                    <a:pt x="2110656" y="29546"/>
                  </a:lnTo>
                  <a:lnTo>
                    <a:pt x="2139569" y="24622"/>
                  </a:lnTo>
                  <a:lnTo>
                    <a:pt x="2168482" y="19697"/>
                  </a:lnTo>
                  <a:lnTo>
                    <a:pt x="2197395" y="14773"/>
                  </a:lnTo>
                  <a:lnTo>
                    <a:pt x="2226308" y="9848"/>
                  </a:lnTo>
                  <a:lnTo>
                    <a:pt x="2255221" y="4924"/>
                  </a:lnTo>
                  <a:lnTo>
                    <a:pt x="2284135" y="0"/>
                  </a:lnTo>
                </a:path>
              </a:pathLst>
            </a:custGeom>
            <a:ln w="39420" cap="flat">
              <a:solidFill>
                <a:srgbClr val="FF7F0E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931" name="tx2931"/>
            <p:cNvSpPr/>
            <p:nvPr/>
          </p:nvSpPr>
          <p:spPr>
            <a:xfrm>
              <a:off x="2281156" y="495822"/>
              <a:ext cx="316230" cy="11636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ADL</a:t>
              </a:r>
            </a:p>
          </p:txBody>
        </p:sp>
        <p:sp>
          <p:nvSpPr>
            <p:cNvPr id="2932" name="tx2932"/>
            <p:cNvSpPr/>
            <p:nvPr/>
          </p:nvSpPr>
          <p:spPr>
            <a:xfrm>
              <a:off x="5973770" y="491853"/>
              <a:ext cx="442674" cy="12033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SARA</a:t>
              </a:r>
            </a:p>
          </p:txBody>
        </p:sp>
        <p:sp>
          <p:nvSpPr>
            <p:cNvPr id="2933" name="tx2933"/>
            <p:cNvSpPr/>
            <p:nvPr/>
          </p:nvSpPr>
          <p:spPr>
            <a:xfrm>
              <a:off x="9707025" y="491853"/>
              <a:ext cx="487838" cy="12033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fSARA</a:t>
              </a:r>
            </a:p>
          </p:txBody>
        </p:sp>
        <p:sp>
          <p:nvSpPr>
            <p:cNvPr id="2934" name="tx2934"/>
            <p:cNvSpPr/>
            <p:nvPr/>
          </p:nvSpPr>
          <p:spPr>
            <a:xfrm rot="5400000">
              <a:off x="11593282" y="2018804"/>
              <a:ext cx="686435" cy="12033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CRCSCA</a:t>
              </a:r>
            </a:p>
          </p:txBody>
        </p:sp>
        <p:sp>
          <p:nvSpPr>
            <p:cNvPr id="2935" name="tx2935"/>
            <p:cNvSpPr/>
            <p:nvPr/>
          </p:nvSpPr>
          <p:spPr>
            <a:xfrm rot="5400000">
              <a:off x="11669086" y="4858424"/>
              <a:ext cx="532844" cy="11834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UNIFAI</a:t>
              </a:r>
            </a:p>
          </p:txBody>
        </p:sp>
        <p:sp>
          <p:nvSpPr>
            <p:cNvPr id="2936" name="tx2936"/>
            <p:cNvSpPr/>
            <p:nvPr/>
          </p:nvSpPr>
          <p:spPr>
            <a:xfrm>
              <a:off x="732878" y="6374940"/>
              <a:ext cx="90408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937" name="tx2937"/>
            <p:cNvSpPr/>
            <p:nvPr/>
          </p:nvSpPr>
          <p:spPr>
            <a:xfrm>
              <a:off x="1694455" y="6374940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938" name="tx2938"/>
            <p:cNvSpPr/>
            <p:nvPr/>
          </p:nvSpPr>
          <p:spPr>
            <a:xfrm>
              <a:off x="2701236" y="6374940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939" name="tx2939"/>
            <p:cNvSpPr/>
            <p:nvPr/>
          </p:nvSpPr>
          <p:spPr>
            <a:xfrm>
              <a:off x="3708017" y="6374860"/>
              <a:ext cx="180816" cy="11890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2940" name="tx2940"/>
            <p:cNvSpPr/>
            <p:nvPr/>
          </p:nvSpPr>
          <p:spPr>
            <a:xfrm>
              <a:off x="4488714" y="6374940"/>
              <a:ext cx="90408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941" name="tx2941"/>
            <p:cNvSpPr/>
            <p:nvPr/>
          </p:nvSpPr>
          <p:spPr>
            <a:xfrm>
              <a:off x="5274105" y="6374940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942" name="tx2942"/>
            <p:cNvSpPr/>
            <p:nvPr/>
          </p:nvSpPr>
          <p:spPr>
            <a:xfrm>
              <a:off x="6104699" y="6374940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943" name="tx2943"/>
            <p:cNvSpPr/>
            <p:nvPr/>
          </p:nvSpPr>
          <p:spPr>
            <a:xfrm>
              <a:off x="6935294" y="6374860"/>
              <a:ext cx="180816" cy="11890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2944" name="tx2944"/>
            <p:cNvSpPr/>
            <p:nvPr/>
          </p:nvSpPr>
          <p:spPr>
            <a:xfrm>
              <a:off x="7765888" y="6374940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40</a:t>
              </a:r>
            </a:p>
          </p:txBody>
        </p:sp>
        <p:sp>
          <p:nvSpPr>
            <p:cNvPr id="2945" name="tx2945"/>
            <p:cNvSpPr/>
            <p:nvPr/>
          </p:nvSpPr>
          <p:spPr>
            <a:xfrm>
              <a:off x="8244551" y="6374940"/>
              <a:ext cx="90408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946" name="tx2946"/>
            <p:cNvSpPr/>
            <p:nvPr/>
          </p:nvSpPr>
          <p:spPr>
            <a:xfrm>
              <a:off x="9282794" y="6377003"/>
              <a:ext cx="90408" cy="11676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5</a:t>
              </a:r>
            </a:p>
          </p:txBody>
        </p:sp>
        <p:sp>
          <p:nvSpPr>
            <p:cNvPr id="2947" name="tx2947"/>
            <p:cNvSpPr/>
            <p:nvPr/>
          </p:nvSpPr>
          <p:spPr>
            <a:xfrm>
              <a:off x="10275833" y="6374940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948" name="tx2948"/>
            <p:cNvSpPr/>
            <p:nvPr/>
          </p:nvSpPr>
          <p:spPr>
            <a:xfrm>
              <a:off x="11314076" y="6374940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15</a:t>
              </a:r>
            </a:p>
          </p:txBody>
        </p:sp>
        <p:sp>
          <p:nvSpPr>
            <p:cNvPr id="2949" name="tx2949"/>
            <p:cNvSpPr/>
            <p:nvPr/>
          </p:nvSpPr>
          <p:spPr>
            <a:xfrm>
              <a:off x="430456" y="3262604"/>
              <a:ext cx="90408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950" name="tx2950"/>
            <p:cNvSpPr/>
            <p:nvPr/>
          </p:nvSpPr>
          <p:spPr>
            <a:xfrm>
              <a:off x="340048" y="2571340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951" name="tx2951"/>
            <p:cNvSpPr/>
            <p:nvPr/>
          </p:nvSpPr>
          <p:spPr>
            <a:xfrm>
              <a:off x="340048" y="1880075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952" name="tx2952"/>
            <p:cNvSpPr/>
            <p:nvPr/>
          </p:nvSpPr>
          <p:spPr>
            <a:xfrm>
              <a:off x="340048" y="1188731"/>
              <a:ext cx="180816" cy="11890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2953" name="tx2953"/>
            <p:cNvSpPr/>
            <p:nvPr/>
          </p:nvSpPr>
          <p:spPr>
            <a:xfrm>
              <a:off x="430456" y="6101232"/>
              <a:ext cx="90408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954" name="tx2954"/>
            <p:cNvSpPr/>
            <p:nvPr/>
          </p:nvSpPr>
          <p:spPr>
            <a:xfrm>
              <a:off x="340048" y="5409967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2955" name="tx2955"/>
            <p:cNvSpPr/>
            <p:nvPr/>
          </p:nvSpPr>
          <p:spPr>
            <a:xfrm>
              <a:off x="340048" y="4718703"/>
              <a:ext cx="180816" cy="11882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20</a:t>
              </a:r>
            </a:p>
          </p:txBody>
        </p:sp>
        <p:sp>
          <p:nvSpPr>
            <p:cNvPr id="2956" name="tx2956"/>
            <p:cNvSpPr/>
            <p:nvPr/>
          </p:nvSpPr>
          <p:spPr>
            <a:xfrm>
              <a:off x="340048" y="4027359"/>
              <a:ext cx="180816" cy="11890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2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8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30</a:t>
              </a:r>
            </a:p>
          </p:txBody>
        </p:sp>
        <p:sp>
          <p:nvSpPr>
            <p:cNvPr id="2957" name="tx2957"/>
            <p:cNvSpPr/>
            <p:nvPr/>
          </p:nvSpPr>
          <p:spPr>
            <a:xfrm rot="-5400000">
              <a:off x="-853809" y="3402935"/>
              <a:ext cx="2010271" cy="1906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Upright Stability Score</a:t>
              </a:r>
            </a:p>
          </p:txBody>
        </p:sp>
      </p:grpSp>
      <p:sp>
        <p:nvSpPr>
          <p:cNvPr id="2958" name="Title 1"/>
          <p:cNvSpPr>
            <a:spLocks noGrp="1"/>
          </p:cNvSpPr>
          <p:nvPr>
            <p:ph type="title"/>
          </p:nvPr>
        </p:nvSpPr>
        <p:spPr>
          <a:xfrm>
            <a:off x="1275371" y="6560763"/>
            <a:ext cx="790097" cy="120634"/>
          </a:xfrm>
        </p:spPr>
        <p:txBody>
          <a:bodyPr/>
          <a:lstStyle/>
          <a:p>
            <a:r>
              <a:t>Figure 2: USS vs ADL, SARA, f-SARA</a:t>
            </a:r>
          </a:p>
        </p:txBody>
      </p:sp>
    </p:spTree>
    <p:extLst>
      <p:ext uri="{BB962C8B-B14F-4D97-AF65-F5344CB8AC3E}">
        <p14:creationId xmlns:p14="http://schemas.microsoft.com/office/powerpoint/2010/main" val="1611164785"/>
      </p:ext>
    </p:extLst>
  </p:cSld>
  <p:clrMapOvr>
    <a:masterClrMapping/>
  </p:clrMapOvr>
</p:sld>
</file>

<file path=ppt/theme/theme1.xml><?xml version="1.0" encoding="utf-8"?>
<a:theme xmlns:a="http://schemas.openxmlformats.org/drawingml/2006/main" name="C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Cambria">
      <a:majorFont>
        <a:latin typeface="Calibri"/>
        <a:ea typeface=""/>
        <a:cs typeface=""/>
      </a:majorFont>
      <a:minorFont>
        <a:latin typeface="Cambr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5395BB3-1528-4302-A15C-E6A06E822975}" vid="{DF592CA2-00DC-4ACA-BF02-8EB1A2F15D8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18750</TotalTime>
  <Words>299</Words>
  <Application>Microsoft Office PowerPoint</Application>
  <PresentationFormat>Widescreen</PresentationFormat>
  <Paragraphs>265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Tenorite</vt:lpstr>
      <vt:lpstr>Symbol</vt:lpstr>
      <vt:lpstr>Calibri</vt:lpstr>
      <vt:lpstr>Arial</vt:lpstr>
      <vt:lpstr>CR</vt:lpstr>
      <vt:lpstr>Figure 2: USS vs ADL, SARA, f-SARA</vt:lpstr>
      <vt:lpstr>PowerPoint Presentation</vt:lpstr>
      <vt:lpstr>Figure 2: USS vs ADL, SARA, f-SARA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</dc:title>
  <dc:creator>Christian Rummey</dc:creator>
  <cp:lastModifiedBy>Christian Rummey</cp:lastModifiedBy>
  <cp:revision>64</cp:revision>
  <dcterms:created xsi:type="dcterms:W3CDTF">2020-08-21T08:26:15Z</dcterms:created>
  <dcterms:modified xsi:type="dcterms:W3CDTF">2025-09-14T12:01:48Z</dcterms:modified>
</cp:coreProperties>
</file>
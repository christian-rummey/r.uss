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E7916-0D77-468F-8E39-981533599714}" v="3" dt="2025-09-14T11:25:02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77" d="100"/>
          <a:sy n="77" d="100"/>
        </p:scale>
        <p:origin x="60" y="1060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addSld delSld modMainMaster">
      <pc:chgData name="Christian Rummey" userId="1616f22b-5705-4d11-a330-2855031cc605" providerId="ADAL" clId="{8AFA1528-CF22-4F7C-B96F-03281A2A1DDB}" dt="2025-09-14T11:25:19.975" v="7" actId="47"/>
      <pc:docMkLst>
        <pc:docMk/>
      </pc:docMkLst>
      <pc:sldChg chg="new del">
        <pc:chgData name="Christian Rummey" userId="1616f22b-5705-4d11-a330-2855031cc605" providerId="ADAL" clId="{8AFA1528-CF22-4F7C-B96F-03281A2A1DDB}" dt="2025-09-14T11:25:19.975" v="7" actId="47"/>
        <pc:sldMkLst>
          <pc:docMk/>
          <pc:sldMk cId="2061475379" sldId="256"/>
        </pc:sldMkLst>
      </pc:sldChg>
      <pc:sldMasterChg chg="modSldLayout">
        <pc:chgData name="Christian Rummey" userId="1616f22b-5705-4d11-a330-2855031cc605" providerId="ADAL" clId="{8AFA1528-CF22-4F7C-B96F-03281A2A1DDB}" dt="2025-09-14T11:25:02.616" v="5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8AFA1528-CF22-4F7C-B96F-03281A2A1DDB}" dt="2025-09-14T11:25:02.616" v="5" actId="255"/>
          <pc:sldLayoutMkLst>
            <pc:docMk/>
            <pc:sldMasterMk cId="1297349460" sldId="2147483648"/>
            <pc:sldLayoutMk cId="1779765834" sldId="2147483662"/>
          </pc:sldLayoutMkLst>
          <pc:spChg chg="mod">
            <ac:chgData name="Christian Rummey" userId="1616f22b-5705-4d11-a330-2855031cc605" providerId="ADAL" clId="{8AFA1528-CF22-4F7C-B96F-03281A2A1DDB}" dt="2025-09-14T11:25:02.616" v="5" actId="255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2025-09-14 16-03-09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 anchor="ctr">
            <a:noAutofit/>
          </a:bodyPr>
          <a:lstStyle>
            <a:lvl1pPr>
              <a:defRPr lang="en-US" sz="1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0.xml"/>
<Relationship Id="rId2" Type="http://schemas.openxmlformats.org/officeDocument/2006/relationships/notesSlide" Target="../notesSlides/notesSlide1.xml"/>
<Relationship Id="rId3" Type="http://schemas.openxmlformats.org/officeDocument/2006/relationships/image" Target="../media/52bc8e188d47e1cb91ab856668c0f2cf040330b6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103137"/>
              <a:ext cx="12191999" cy="66517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96255" y="1704315"/>
              <a:ext cx="696263" cy="696263"/>
            </a:xfrm>
            <a:prstGeom prst="rect">
              <a:avLst/>
            </a:prstGeom>
            <a:solidFill>
              <a:srgbClr val="956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096255" y="2400579"/>
              <a:ext cx="696263" cy="696263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96255" y="3096842"/>
              <a:ext cx="696263" cy="696263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096255" y="3793106"/>
              <a:ext cx="696263" cy="696263"/>
            </a:xfrm>
            <a:prstGeom prst="rect">
              <a:avLst/>
            </a:prstGeom>
            <a:solidFill>
              <a:srgbClr val="9366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096255" y="4489369"/>
              <a:ext cx="696263" cy="696263"/>
            </a:xfrm>
            <a:prstGeom prst="rect">
              <a:avLst/>
            </a:prstGeom>
            <a:solidFill>
              <a:srgbClr val="BE9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096255" y="5185633"/>
              <a:ext cx="696263" cy="696263"/>
            </a:xfrm>
            <a:prstGeom prst="rect">
              <a:avLst/>
            </a:prstGeom>
            <a:solidFill>
              <a:srgbClr val="BD9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185046" y="1704315"/>
              <a:ext cx="696263" cy="696263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185046" y="2400579"/>
              <a:ext cx="696263" cy="696263"/>
            </a:xfrm>
            <a:prstGeom prst="rect">
              <a:avLst/>
            </a:prstGeom>
            <a:solidFill>
              <a:srgbClr val="E6D5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185046" y="3096842"/>
              <a:ext cx="696263" cy="696263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185046" y="3793106"/>
              <a:ext cx="696263" cy="696263"/>
            </a:xfrm>
            <a:prstGeom prst="rect">
              <a:avLst/>
            </a:prstGeom>
            <a:solidFill>
              <a:srgbClr val="DFC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185046" y="4489369"/>
              <a:ext cx="696263" cy="696263"/>
            </a:xfrm>
            <a:prstGeom prst="rect">
              <a:avLst/>
            </a:prstGeom>
            <a:solidFill>
              <a:srgbClr val="E9DA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185046" y="5185633"/>
              <a:ext cx="696263" cy="696263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792519" y="1704315"/>
              <a:ext cx="696263" cy="696263"/>
            </a:xfrm>
            <a:prstGeom prst="rect">
              <a:avLst/>
            </a:prstGeom>
            <a:solidFill>
              <a:srgbClr val="906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792519" y="2400579"/>
              <a:ext cx="696263" cy="696263"/>
            </a:xfrm>
            <a:prstGeom prst="rect">
              <a:avLst/>
            </a:prstGeom>
            <a:solidFill>
              <a:srgbClr val="996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792519" y="3096842"/>
              <a:ext cx="696263" cy="696263"/>
            </a:xfrm>
            <a:prstGeom prst="rect">
              <a:avLst/>
            </a:prstGeom>
            <a:solidFill>
              <a:srgbClr val="9B6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792519" y="3793106"/>
              <a:ext cx="696263" cy="696263"/>
            </a:xfrm>
            <a:prstGeom prst="rect">
              <a:avLst/>
            </a:prstGeom>
            <a:solidFill>
              <a:srgbClr val="906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792519" y="4489369"/>
              <a:ext cx="696263" cy="696263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792519" y="5185633"/>
              <a:ext cx="696263" cy="696263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881309" y="1704315"/>
              <a:ext cx="696263" cy="696263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881309" y="2400579"/>
              <a:ext cx="696263" cy="696263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881309" y="3096842"/>
              <a:ext cx="696263" cy="696263"/>
            </a:xfrm>
            <a:prstGeom prst="rect">
              <a:avLst/>
            </a:prstGeom>
            <a:solidFill>
              <a:srgbClr val="DBC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81309" y="3793106"/>
              <a:ext cx="696263" cy="696263"/>
            </a:xfrm>
            <a:prstGeom prst="rect">
              <a:avLst/>
            </a:prstGeom>
            <a:solidFill>
              <a:srgbClr val="DBC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881309" y="4489369"/>
              <a:ext cx="696263" cy="696263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81309" y="5185633"/>
              <a:ext cx="696263" cy="696263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88782" y="1704315"/>
              <a:ext cx="696263" cy="696263"/>
            </a:xfrm>
            <a:prstGeom prst="rect">
              <a:avLst/>
            </a:prstGeom>
            <a:solidFill>
              <a:srgbClr val="BE9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488782" y="2400579"/>
              <a:ext cx="696263" cy="696263"/>
            </a:xfrm>
            <a:prstGeom prst="rect">
              <a:avLst/>
            </a:prstGeom>
            <a:solidFill>
              <a:srgbClr val="AF86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488782" y="3096842"/>
              <a:ext cx="696263" cy="696263"/>
            </a:xfrm>
            <a:prstGeom prst="rect">
              <a:avLst/>
            </a:prstGeom>
            <a:solidFill>
              <a:srgbClr val="A37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488782" y="3793106"/>
              <a:ext cx="696263" cy="696263"/>
            </a:xfrm>
            <a:prstGeom prst="rect">
              <a:avLst/>
            </a:prstGeom>
            <a:solidFill>
              <a:srgbClr val="AC8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488782" y="4489369"/>
              <a:ext cx="696263" cy="696263"/>
            </a:xfrm>
            <a:prstGeom prst="rect">
              <a:avLst/>
            </a:prstGeom>
            <a:solidFill>
              <a:srgbClr val="BE9A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488782" y="5185633"/>
              <a:ext cx="696263" cy="696263"/>
            </a:xfrm>
            <a:prstGeom prst="rect">
              <a:avLst/>
            </a:prstGeom>
            <a:solidFill>
              <a:srgbClr val="D8B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1278886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0.76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278886" y="269167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0.73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278886" y="3387940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0.78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278886" y="408438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0.76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278886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278886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367676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367676" y="269167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67676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367676" y="408438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0.46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67676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367676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0.57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975149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0.77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75149" y="269185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0.74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975149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0.74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75149" y="408438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0.77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975149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0.52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975149" y="5476730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0.53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063940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063940" y="269185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0.41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063940" y="3387940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4063940" y="408420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063940" y="478046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0.36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063940" y="5476730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0.36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671413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0.61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671413" y="269185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0.67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671413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671413" y="408420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0.68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2671413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671413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0.49</a:t>
              </a:r>
            </a:p>
          </p:txBody>
        </p:sp>
        <p:sp>
          <p:nvSpPr>
            <p:cNvPr id="65" name="rc65"/>
            <p:cNvSpPr/>
            <p:nvPr/>
          </p:nvSpPr>
          <p:spPr>
            <a:xfrm>
              <a:off x="4818045" y="1704315"/>
              <a:ext cx="696263" cy="696263"/>
            </a:xfrm>
            <a:prstGeom prst="rect">
              <a:avLst/>
            </a:prstGeom>
            <a:solidFill>
              <a:srgbClr val="946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4818045" y="2400579"/>
              <a:ext cx="696263" cy="696263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4818045" y="3096842"/>
              <a:ext cx="696263" cy="696263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4818045" y="3793106"/>
              <a:ext cx="696263" cy="696263"/>
            </a:xfrm>
            <a:prstGeom prst="rect">
              <a:avLst/>
            </a:prstGeom>
            <a:solidFill>
              <a:srgbClr val="956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4818045" y="4489369"/>
              <a:ext cx="696263" cy="696263"/>
            </a:xfrm>
            <a:prstGeom prst="rect">
              <a:avLst/>
            </a:prstGeom>
            <a:solidFill>
              <a:srgbClr val="B48C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4818045" y="5185633"/>
              <a:ext cx="696263" cy="696263"/>
            </a:xfrm>
            <a:prstGeom prst="rect">
              <a:avLst/>
            </a:prstGeom>
            <a:solidFill>
              <a:srgbClr val="B28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906836" y="1704315"/>
              <a:ext cx="696263" cy="696263"/>
            </a:xfrm>
            <a:prstGeom prst="rect">
              <a:avLst/>
            </a:prstGeom>
            <a:solidFill>
              <a:srgbClr val="C6A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906836" y="2400579"/>
              <a:ext cx="696263" cy="696263"/>
            </a:xfrm>
            <a:prstGeom prst="rect">
              <a:avLst/>
            </a:prstGeom>
            <a:solidFill>
              <a:srgbClr val="D0B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6906836" y="3096842"/>
              <a:ext cx="696263" cy="696263"/>
            </a:xfrm>
            <a:prstGeom prst="rect">
              <a:avLst/>
            </a:prstGeom>
            <a:solidFill>
              <a:srgbClr val="C4A2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6906836" y="3793106"/>
              <a:ext cx="696263" cy="696263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6906836" y="4489369"/>
              <a:ext cx="696263" cy="696263"/>
            </a:xfrm>
            <a:prstGeom prst="rect">
              <a:avLst/>
            </a:prstGeom>
            <a:solidFill>
              <a:srgbClr val="D6B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6906836" y="5185633"/>
              <a:ext cx="696263" cy="696263"/>
            </a:xfrm>
            <a:prstGeom prst="rect">
              <a:avLst/>
            </a:prstGeom>
            <a:solidFill>
              <a:srgbClr val="C3A0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514309" y="1704315"/>
              <a:ext cx="696263" cy="696263"/>
            </a:xfrm>
            <a:prstGeom prst="rect">
              <a:avLst/>
            </a:prstGeom>
            <a:solidFill>
              <a:srgbClr val="986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514309" y="2400579"/>
              <a:ext cx="696263" cy="696263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514309" y="3096842"/>
              <a:ext cx="696263" cy="696263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514309" y="3793106"/>
              <a:ext cx="696263" cy="696263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5514309" y="4489369"/>
              <a:ext cx="696263" cy="696263"/>
            </a:xfrm>
            <a:prstGeom prst="rect">
              <a:avLst/>
            </a:prstGeom>
            <a:solidFill>
              <a:srgbClr val="D2B5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514309" y="5185633"/>
              <a:ext cx="696263" cy="696263"/>
            </a:xfrm>
            <a:prstGeom prst="rect">
              <a:avLst/>
            </a:prstGeom>
            <a:solidFill>
              <a:srgbClr val="C8A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7603099" y="1704315"/>
              <a:ext cx="696263" cy="696263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603099" y="2400579"/>
              <a:ext cx="696263" cy="696263"/>
            </a:xfrm>
            <a:prstGeom prst="rect">
              <a:avLst/>
            </a:prstGeom>
            <a:solidFill>
              <a:srgbClr val="E6D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7603099" y="3096842"/>
              <a:ext cx="696263" cy="696263"/>
            </a:xfrm>
            <a:prstGeom prst="rect">
              <a:avLst/>
            </a:prstGeom>
            <a:solidFill>
              <a:srgbClr val="E2C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603099" y="3793106"/>
              <a:ext cx="696263" cy="696263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7603099" y="4489369"/>
              <a:ext cx="696263" cy="696263"/>
            </a:xfrm>
            <a:prstGeom prst="rect">
              <a:avLst/>
            </a:prstGeom>
            <a:solidFill>
              <a:srgbClr val="EDE0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7603099" y="5185633"/>
              <a:ext cx="696263" cy="696263"/>
            </a:xfrm>
            <a:prstGeom prst="rect">
              <a:avLst/>
            </a:prstGeom>
            <a:solidFill>
              <a:srgbClr val="F8F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6210572" y="1704315"/>
              <a:ext cx="696263" cy="696263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210572" y="2400579"/>
              <a:ext cx="696263" cy="696263"/>
            </a:xfrm>
            <a:prstGeom prst="rect">
              <a:avLst/>
            </a:prstGeom>
            <a:solidFill>
              <a:srgbClr val="B28A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210572" y="3096842"/>
              <a:ext cx="696263" cy="696263"/>
            </a:xfrm>
            <a:prstGeom prst="rect">
              <a:avLst/>
            </a:prstGeom>
            <a:solidFill>
              <a:srgbClr val="A176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210572" y="3793106"/>
              <a:ext cx="696263" cy="696263"/>
            </a:xfrm>
            <a:prstGeom prst="rect">
              <a:avLst/>
            </a:prstGeom>
            <a:solidFill>
              <a:srgbClr val="AA80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210572" y="4489369"/>
              <a:ext cx="696263" cy="696263"/>
            </a:xfrm>
            <a:prstGeom prst="rect">
              <a:avLst/>
            </a:prstGeom>
            <a:solidFill>
              <a:srgbClr val="B58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210572" y="5185633"/>
              <a:ext cx="696263" cy="696263"/>
            </a:xfrm>
            <a:prstGeom prst="rect">
              <a:avLst/>
            </a:prstGeom>
            <a:solidFill>
              <a:srgbClr val="C29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tx95"/>
            <p:cNvSpPr/>
            <p:nvPr/>
          </p:nvSpPr>
          <p:spPr>
            <a:xfrm>
              <a:off x="5000676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0.76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5000676" y="269185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0.74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5000676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0.77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5000676" y="408438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0.76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000676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0.65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000676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0.65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7089466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0.57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7089466" y="269167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0.53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089466" y="3387940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0.58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089466" y="408420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0.53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089466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089466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0.59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696939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0.75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5696939" y="269167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0.73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5696939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0.69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5696939" y="408438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0.74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5696939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0.52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5696939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0.56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785730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0.44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785730" y="269167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0.43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785730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0.45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785730" y="408438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0.44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7785730" y="478046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0.39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7785730" y="5476730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0.34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393203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0.65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393203" y="269185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0.65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393203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0.72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6393203" y="408420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0.68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6393203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0.64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6393203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0.59</a:t>
              </a:r>
            </a:p>
          </p:txBody>
        </p:sp>
        <p:sp>
          <p:nvSpPr>
            <p:cNvPr id="125" name="rc125"/>
            <p:cNvSpPr/>
            <p:nvPr/>
          </p:nvSpPr>
          <p:spPr>
            <a:xfrm>
              <a:off x="8539836" y="1704315"/>
              <a:ext cx="696263" cy="696263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8539836" y="2400579"/>
              <a:ext cx="696263" cy="696263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8539836" y="3096842"/>
              <a:ext cx="696263" cy="696263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8539836" y="3793106"/>
              <a:ext cx="696263" cy="696263"/>
            </a:xfrm>
            <a:prstGeom prst="rect">
              <a:avLst/>
            </a:prstGeom>
            <a:solidFill>
              <a:srgbClr val="966A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8539836" y="4489369"/>
              <a:ext cx="696263" cy="696263"/>
            </a:xfrm>
            <a:prstGeom prst="rect">
              <a:avLst/>
            </a:prstGeom>
            <a:solidFill>
              <a:srgbClr val="D4B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8539836" y="5185633"/>
              <a:ext cx="696263" cy="696263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10628626" y="1704315"/>
              <a:ext cx="696263" cy="696263"/>
            </a:xfrm>
            <a:prstGeom prst="rect">
              <a:avLst/>
            </a:prstGeom>
            <a:solidFill>
              <a:srgbClr val="DEC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10628626" y="2400579"/>
              <a:ext cx="696263" cy="696263"/>
            </a:xfrm>
            <a:prstGeom prst="rect">
              <a:avLst/>
            </a:prstGeom>
            <a:solidFill>
              <a:srgbClr val="F1E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10628626" y="3096842"/>
              <a:ext cx="696263" cy="696263"/>
            </a:xfrm>
            <a:prstGeom prst="rect">
              <a:avLst/>
            </a:prstGeom>
            <a:solidFill>
              <a:srgbClr val="D9B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10628626" y="3793106"/>
              <a:ext cx="696263" cy="696263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10628626" y="4489369"/>
              <a:ext cx="696263" cy="696263"/>
            </a:xfrm>
            <a:prstGeom prst="rect">
              <a:avLst/>
            </a:prstGeom>
            <a:solidFill>
              <a:srgbClr val="FBF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10628626" y="5185633"/>
              <a:ext cx="696263" cy="696263"/>
            </a:xfrm>
            <a:prstGeom prst="rect">
              <a:avLst/>
            </a:prstGeom>
            <a:solidFill>
              <a:srgbClr val="CBA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9236099" y="1704315"/>
              <a:ext cx="696263" cy="696263"/>
            </a:xfrm>
            <a:prstGeom prst="rect">
              <a:avLst/>
            </a:prstGeom>
            <a:solidFill>
              <a:srgbClr val="8A5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9236099" y="2400579"/>
              <a:ext cx="696263" cy="696263"/>
            </a:xfrm>
            <a:prstGeom prst="rect">
              <a:avLst/>
            </a:prstGeom>
            <a:solidFill>
              <a:srgbClr val="9C70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9236099" y="3096842"/>
              <a:ext cx="696263" cy="696263"/>
            </a:xfrm>
            <a:prstGeom prst="rect">
              <a:avLst/>
            </a:prstGeom>
            <a:solidFill>
              <a:srgbClr val="966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9236099" y="3793106"/>
              <a:ext cx="696263" cy="696263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9236099" y="4489369"/>
              <a:ext cx="696263" cy="696263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9236099" y="5185633"/>
              <a:ext cx="696263" cy="696263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11324889" y="1704315"/>
              <a:ext cx="696263" cy="696263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11324889" y="2400579"/>
              <a:ext cx="696263" cy="696263"/>
            </a:xfrm>
            <a:prstGeom prst="rect">
              <a:avLst/>
            </a:prstGeom>
            <a:solidFill>
              <a:srgbClr val="DDC6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11324889" y="3096842"/>
              <a:ext cx="696263" cy="696263"/>
            </a:xfrm>
            <a:prstGeom prst="rect">
              <a:avLst/>
            </a:prstGeom>
            <a:solidFill>
              <a:srgbClr val="CAA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11324889" y="3793106"/>
              <a:ext cx="696263" cy="696263"/>
            </a:xfrm>
            <a:prstGeom prst="rect">
              <a:avLst/>
            </a:prstGeom>
            <a:solidFill>
              <a:srgbClr val="CCA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11324889" y="4489369"/>
              <a:ext cx="696263" cy="696263"/>
            </a:xfrm>
            <a:prstGeom prst="rect">
              <a:avLst/>
            </a:prstGeom>
            <a:solidFill>
              <a:srgbClr val="F6E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11324889" y="5185633"/>
              <a:ext cx="696263" cy="696263"/>
            </a:xfrm>
            <a:prstGeom prst="rect">
              <a:avLst/>
            </a:prstGeom>
            <a:solidFill>
              <a:srgbClr val="ECD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9932362" y="1704315"/>
              <a:ext cx="696263" cy="696263"/>
            </a:xfrm>
            <a:prstGeom prst="rect">
              <a:avLst/>
            </a:prstGeom>
            <a:solidFill>
              <a:srgbClr val="CDA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9932362" y="2400579"/>
              <a:ext cx="696263" cy="696263"/>
            </a:xfrm>
            <a:prstGeom prst="rect">
              <a:avLst/>
            </a:prstGeom>
            <a:solidFill>
              <a:srgbClr val="BF9C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9932362" y="3096842"/>
              <a:ext cx="696263" cy="696263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9932362" y="3793106"/>
              <a:ext cx="696263" cy="696263"/>
            </a:xfrm>
            <a:prstGeom prst="rect">
              <a:avLst/>
            </a:prstGeom>
            <a:solidFill>
              <a:srgbClr val="BB96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9932362" y="4489369"/>
              <a:ext cx="696263" cy="696263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9932362" y="5185633"/>
              <a:ext cx="696263" cy="696263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tx155"/>
            <p:cNvSpPr/>
            <p:nvPr/>
          </p:nvSpPr>
          <p:spPr>
            <a:xfrm>
              <a:off x="8722466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0.74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8722466" y="269185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0.69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8722466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0.77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8722466" y="408438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0.75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8722466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0.51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8722466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0.57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0811256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0.47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10811256" y="269167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0.37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10811256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0.49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10811256" y="408438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0.44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0811256" y="478046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0.32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10811256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0.55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9418730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0.79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9418730" y="269167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0.73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9418730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0.75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9418730" y="408420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0.78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9418730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0.44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9418730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1507520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0.57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1507520" y="269185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0.47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1507520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0.55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1507520" y="408438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0.55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1507520" y="478046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0.35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507520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0114993" y="199558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0.54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0114993" y="269185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0114993" y="338811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0.65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10114993" y="408438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0.62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10114993" y="4780643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0.50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10114993" y="5476906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0.41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2633793" y="1437309"/>
              <a:ext cx="406241" cy="1010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BOTH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6269541" y="1437627"/>
              <a:ext cx="578326" cy="1007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CRCSCA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0034590" y="1438182"/>
              <a:ext cx="491807" cy="1001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UNIFAI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1302028" y="6041430"/>
              <a:ext cx="284718" cy="984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ADL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815649" y="6013808"/>
              <a:ext cx="650001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walk, fall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2656574" y="6013808"/>
              <a:ext cx="360680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food,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2522549" y="6178022"/>
              <a:ext cx="628729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dressing,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2565888" y="6353587"/>
              <a:ext cx="542051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hygiene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3268144" y="6004918"/>
              <a:ext cx="530066" cy="1349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speech,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3245205" y="6209534"/>
              <a:ext cx="575945" cy="105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swallow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4123594" y="6011109"/>
              <a:ext cx="211693" cy="128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sit,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3957700" y="6209613"/>
              <a:ext cx="543480" cy="1058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bladder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5023818" y="6041430"/>
              <a:ext cx="284718" cy="984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ADL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5537440" y="6013808"/>
              <a:ext cx="650001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walk, fall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6378364" y="6013808"/>
              <a:ext cx="360680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food,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6244339" y="6178022"/>
              <a:ext cx="628729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dressing,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6287678" y="6353587"/>
              <a:ext cx="542051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hygiene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6989934" y="6004918"/>
              <a:ext cx="530066" cy="1349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speech,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6966995" y="6209534"/>
              <a:ext cx="575945" cy="105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swallow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7845384" y="6011109"/>
              <a:ext cx="211693" cy="128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sit,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7679491" y="6209613"/>
              <a:ext cx="543480" cy="1058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bladder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8745608" y="6041430"/>
              <a:ext cx="284718" cy="984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ADL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9259230" y="6013808"/>
              <a:ext cx="650001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walk, fall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10100154" y="6013808"/>
              <a:ext cx="360680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food,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9966130" y="6178022"/>
              <a:ext cx="628729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dressing,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10009468" y="6353587"/>
              <a:ext cx="542051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hygiene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10711724" y="6004918"/>
              <a:ext cx="530066" cy="1349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speech,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10688785" y="6209534"/>
              <a:ext cx="575945" cy="105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swallow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11567174" y="6011109"/>
              <a:ext cx="211693" cy="128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sit,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11401281" y="6209613"/>
              <a:ext cx="543480" cy="1058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bladder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555086" y="5394507"/>
              <a:ext cx="380444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SARA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448009" y="5535226"/>
              <a:ext cx="487521" cy="1349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speech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555086" y="4698244"/>
              <a:ext cx="380444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SARA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01220" y="4835709"/>
              <a:ext cx="834310" cy="1381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upper limbs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555086" y="4001980"/>
              <a:ext cx="380444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SARA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591757" y="4168973"/>
              <a:ext cx="343773" cy="108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axial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555086" y="3393499"/>
              <a:ext cx="380444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SARA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660417" y="2697236"/>
              <a:ext cx="275113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USS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664544" y="2000972"/>
              <a:ext cx="270986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FDS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5542834" y="754449"/>
              <a:ext cx="833239" cy="1231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Pearson r</a:t>
              </a:r>
            </a:p>
          </p:txBody>
        </p:sp>
        <p:pic>
          <p:nvPicPr>
            <p:cNvPr id="225" name="pic2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294" y="592494"/>
              <a:ext cx="1097280" cy="219455"/>
            </a:xfrm>
            <a:prstGeom prst="rect">
              <a:avLst/>
            </a:prstGeom>
          </p:spPr>
        </p:pic>
        <p:sp>
          <p:nvSpPr>
            <p:cNvPr id="226" name="pl226"/>
            <p:cNvSpPr/>
            <p:nvPr/>
          </p:nvSpPr>
          <p:spPr>
            <a:xfrm>
              <a:off x="6635354" y="768059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6947818" y="768059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260281" y="768059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7572745" y="768059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6635354" y="592494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6947818" y="592494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7260281" y="592494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7572745" y="592494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tx234"/>
            <p:cNvSpPr/>
            <p:nvPr/>
          </p:nvSpPr>
          <p:spPr>
            <a:xfrm>
              <a:off x="6528992" y="910630"/>
              <a:ext cx="212725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6841455" y="910630"/>
              <a:ext cx="212725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7153919" y="910471"/>
              <a:ext cx="212725" cy="999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0.8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7466382" y="910630"/>
              <a:ext cx="212725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1.0</a:t>
              </a:r>
            </a:p>
          </p:txBody>
        </p:sp>
      </p:grpSp>
      <p:sp>
        <p:nvSpPr>
          <p:cNvPr id="238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/>
          <a:lstStyle/>
          <a:p>
            <a:r>
              <a:rPr/>
              <a:t>Pearson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Calibri</vt:lpstr>
      <vt:lpstr>Arial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2025-09-14T16:03:09Z</dcterms:modified>
</cp:coreProperties>
</file>
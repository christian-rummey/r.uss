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14"/>
  </p:sldIdLst>
  <p:sldSz cx="12192000" cy="6858000"/>
  <p:notesSz cx="6858000" cy="9144000"/>
  <p:embeddedFontLst>
    <p:embeddedFont>
      <p:font typeface="Tenorite" panose="00000500000000000000" pitchFamily="2" charset="0"/>
      <p:regular r:id="rId4"/>
      <p:bold r:id="rId5"/>
      <p:italic r:id="rId6"/>
      <p:boldItalic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FFFFFF"/>
    <a:srgbClr val="D21145"/>
    <a:srgbClr val="CCCCCC"/>
    <a:srgbClr val="F4A582"/>
    <a:srgbClr val="4A4A4A"/>
    <a:srgbClr val="FFA07A"/>
    <a:srgbClr val="A3B18A"/>
    <a:srgbClr val="FFCC99"/>
    <a:srgbClr val="66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4E7916-0D77-468F-8E39-981533599714}" v="3" dt="2025-09-14T11:25:02.6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90" autoAdjust="0"/>
    <p:restoredTop sz="95861" autoAdjust="0"/>
  </p:normalViewPr>
  <p:slideViewPr>
    <p:cSldViewPr snapToGrid="0" snapToObjects="1">
      <p:cViewPr varScale="1">
        <p:scale>
          <a:sx n="77" d="100"/>
          <a:sy n="77" d="100"/>
        </p:scale>
        <p:origin x="60" y="1060"/>
      </p:cViewPr>
      <p:guideLst/>
    </p:cSldViewPr>
  </p:slideViewPr>
  <p:outlineViewPr>
    <p:cViewPr>
      <p:scale>
        <a:sx n="33" d="100"/>
        <a:sy n="33" d="100"/>
      </p:scale>
      <p:origin x="0" y="-262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09" d="100"/>
          <a:sy n="109" d="100"/>
        </p:scale>
        <p:origin x="3144" y="84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presProps" Target="presProps.xml"/>
<Relationship Id="rId13" Type="http://schemas.microsoft.com/office/2015/10/relationships/revisionInfo" Target="revisionInfo.xml"/>
<Relationship Id="rId3" Type="http://schemas.openxmlformats.org/officeDocument/2006/relationships/handoutMaster" Target="handoutMasters/handoutMaster1.xml"/>
<Relationship Id="rId7" Type="http://schemas.openxmlformats.org/officeDocument/2006/relationships/font" Target="fonts/font4.fntdata"/>
<Relationship Id="rId12" Type="http://schemas.microsoft.com/office/2016/11/relationships/changesInfo" Target="changesInfos/changesInfo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font" Target="fonts/font3.fntdata"/>
<Relationship Id="rId11" Type="http://schemas.openxmlformats.org/officeDocument/2006/relationships/tableStyles" Target="tableStyles.xml"/>
<Relationship Id="rId5" Type="http://schemas.openxmlformats.org/officeDocument/2006/relationships/font" Target="fonts/font2.fntdata"/>
<Relationship Id="rId10" Type="http://schemas.openxmlformats.org/officeDocument/2006/relationships/theme" Target="theme/theme1.xml"/>
<Relationship Id="rId4" Type="http://schemas.openxmlformats.org/officeDocument/2006/relationships/font" Target="fonts/font1.fntdata"/>
<Relationship Id="rId9" Type="http://schemas.openxmlformats.org/officeDocument/2006/relationships/viewProps" Target="viewProps.xml"/>
<Relationship Id="rId14" Type="http://schemas.openxmlformats.org/officeDocument/2006/relationships/slide" Target="slides/slide1.xml"/>
</Relationships>
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Rummey" userId="1616f22b-5705-4d11-a330-2855031cc605" providerId="ADAL" clId="{A14D9793-A2DD-4368-83B7-2992B2F3B1BA}"/>
    <pc:docChg chg="undo custSel addSld delSld modMainMaster">
      <pc:chgData name="Christian Rummey" userId="1616f22b-5705-4d11-a330-2855031cc605" providerId="ADAL" clId="{A14D9793-A2DD-4368-83B7-2992B2F3B1BA}" dt="2025-06-10T15:20:23.221" v="9" actId="255"/>
      <pc:docMkLst>
        <pc:docMk/>
      </pc:docMkLst>
      <pc:sldChg chg="new del">
        <pc:chgData name="Christian Rummey" userId="1616f22b-5705-4d11-a330-2855031cc605" providerId="ADAL" clId="{A14D9793-A2DD-4368-83B7-2992B2F3B1BA}" dt="2025-06-09T17:30:43.180" v="6" actId="47"/>
        <pc:sldMkLst>
          <pc:docMk/>
          <pc:sldMk cId="1725867823" sldId="256"/>
        </pc:sldMkLst>
      </pc:sldChg>
      <pc:sldMasterChg chg="modSldLayout">
        <pc:chgData name="Christian Rummey" userId="1616f22b-5705-4d11-a330-2855031cc605" providerId="ADAL" clId="{A14D9793-A2DD-4368-83B7-2992B2F3B1BA}" dt="2025-06-10T15:20:23.221" v="9" actId="255"/>
        <pc:sldMasterMkLst>
          <pc:docMk/>
          <pc:sldMasterMk cId="1297349460" sldId="2147483648"/>
        </pc:sldMasterMkLst>
        <pc:sldLayoutChg chg="modSp mod">
          <pc:chgData name="Christian Rummey" userId="1616f22b-5705-4d11-a330-2855031cc605" providerId="ADAL" clId="{A14D9793-A2DD-4368-83B7-2992B2F3B1BA}" dt="2025-06-10T15:20:23.221" v="9" actId="255"/>
          <pc:sldLayoutMkLst>
            <pc:docMk/>
            <pc:sldMasterMk cId="1297349460" sldId="2147483648"/>
            <pc:sldLayoutMk cId="4256017067" sldId="2147483698"/>
          </pc:sldLayoutMkLst>
        </pc:sldLayoutChg>
      </pc:sldMasterChg>
    </pc:docChg>
  </pc:docChgLst>
  <pc:docChgLst>
    <pc:chgData name="Christian Rummey" userId="1616f22b-5705-4d11-a330-2855031cc605" providerId="ADAL" clId="{BA4FE7E3-BE8F-4020-926C-39CDD45D1D87}"/>
    <pc:docChg chg="undo custSel modMainMaster">
      <pc:chgData name="Christian Rummey" userId="1616f22b-5705-4d11-a330-2855031cc605" providerId="ADAL" clId="{BA4FE7E3-BE8F-4020-926C-39CDD45D1D87}" dt="2025-04-22T11:05:18.004" v="6" actId="1076"/>
      <pc:docMkLst>
        <pc:docMk/>
      </pc:docMkLst>
      <pc:sldMasterChg chg="modSldLayout">
        <pc:chgData name="Christian Rummey" userId="1616f22b-5705-4d11-a330-2855031cc605" providerId="ADAL" clId="{BA4FE7E3-BE8F-4020-926C-39CDD45D1D87}" dt="2025-04-22T11:05:18.004" v="6" actId="1076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BA4FE7E3-BE8F-4020-926C-39CDD45D1D87}" dt="2025-04-22T11:05:18.004" v="6" actId="1076"/>
          <pc:sldLayoutMkLst>
            <pc:docMk/>
            <pc:sldMasterMk cId="1297349460" sldId="2147483648"/>
            <pc:sldLayoutMk cId="1779765834" sldId="2147483662"/>
          </pc:sldLayoutMkLst>
        </pc:sldLayoutChg>
      </pc:sldMasterChg>
    </pc:docChg>
  </pc:docChgLst>
  <pc:docChgLst>
    <pc:chgData name="Christian Rummey" userId="1616f22b-5705-4d11-a330-2855031cc605" providerId="ADAL" clId="{5F97B23C-B94D-4912-9497-32CCAC5D690D}"/>
    <pc:docChg chg="undo custSel modMainMaster">
      <pc:chgData name="Christian Rummey" userId="1616f22b-5705-4d11-a330-2855031cc605" providerId="ADAL" clId="{5F97B23C-B94D-4912-9497-32CCAC5D690D}" dt="2025-03-28T11:37:44.999" v="50" actId="108"/>
      <pc:docMkLst>
        <pc:docMk/>
      </pc:docMkLst>
      <pc:sldMasterChg chg="modSldLayout">
        <pc:chgData name="Christian Rummey" userId="1616f22b-5705-4d11-a330-2855031cc605" providerId="ADAL" clId="{5F97B23C-B94D-4912-9497-32CCAC5D690D}" dt="2025-03-28T11:37:44.999" v="50" actId="108"/>
        <pc:sldMasterMkLst>
          <pc:docMk/>
          <pc:sldMasterMk cId="1297349460" sldId="2147483648"/>
        </pc:sldMasterMkLst>
        <pc:sldLayoutChg chg="addSp delSp modSp mod">
          <pc:chgData name="Christian Rummey" userId="1616f22b-5705-4d11-a330-2855031cc605" providerId="ADAL" clId="{5F97B23C-B94D-4912-9497-32CCAC5D690D}" dt="2025-03-26T12:09:58.584" v="33"/>
          <pc:sldLayoutMkLst>
            <pc:docMk/>
            <pc:sldMasterMk cId="1297349460" sldId="2147483648"/>
            <pc:sldLayoutMk cId="1779765834" sldId="2147483662"/>
          </pc:sldLayoutMkLst>
        </pc:sldLayoutChg>
        <pc:sldLayoutChg chg="modSp">
          <pc:chgData name="Christian Rummey" userId="1616f22b-5705-4d11-a330-2855031cc605" providerId="ADAL" clId="{5F97B23C-B94D-4912-9497-32CCAC5D690D}" dt="2025-03-28T11:37:21.372" v="46" actId="108"/>
          <pc:sldLayoutMkLst>
            <pc:docMk/>
            <pc:sldMasterMk cId="1297349460" sldId="2147483648"/>
            <pc:sldLayoutMk cId="3753787485" sldId="2147483675"/>
          </pc:sldLayoutMkLst>
        </pc:sldLayoutChg>
        <pc:sldLayoutChg chg="delSp mod">
          <pc:chgData name="Christian Rummey" userId="1616f22b-5705-4d11-a330-2855031cc605" providerId="ADAL" clId="{5F97B23C-B94D-4912-9497-32CCAC5D690D}" dt="2025-03-26T12:08:15.576" v="21" actId="478"/>
          <pc:sldLayoutMkLst>
            <pc:docMk/>
            <pc:sldMasterMk cId="1297349460" sldId="2147483648"/>
            <pc:sldLayoutMk cId="2951539814" sldId="2147483683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6T12:06:31.871" v="1"/>
          <pc:sldLayoutMkLst>
            <pc:docMk/>
            <pc:sldMasterMk cId="1297349460" sldId="2147483648"/>
            <pc:sldLayoutMk cId="2778995209" sldId="214748368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1.348" v="49" actId="108"/>
          <pc:sldLayoutMkLst>
            <pc:docMk/>
            <pc:sldMasterMk cId="1297349460" sldId="2147483648"/>
            <pc:sldLayoutMk cId="3487979977" sldId="214748368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4.999" v="50" actId="108"/>
          <pc:sldLayoutMkLst>
            <pc:docMk/>
            <pc:sldMasterMk cId="1297349460" sldId="2147483648"/>
            <pc:sldLayoutMk cId="1567917209" sldId="2147483686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37.870" v="48" actId="108"/>
          <pc:sldLayoutMkLst>
            <pc:docMk/>
            <pc:sldMasterMk cId="1297349460" sldId="2147483648"/>
            <pc:sldLayoutMk cId="3387880590" sldId="214748369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17.355" v="45" actId="108"/>
          <pc:sldLayoutMkLst>
            <pc:docMk/>
            <pc:sldMasterMk cId="1297349460" sldId="2147483648"/>
            <pc:sldLayoutMk cId="84449021" sldId="214748369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7T10:14:21.413" v="43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  <pc:docChgLst>
    <pc:chgData name="Christian Rummey" userId="1616f22b-5705-4d11-a330-2855031cc605" providerId="ADAL" clId="{15F4C84D-1EF1-4114-9C4D-36D8254AFF84}"/>
    <pc:docChg chg="modMainMaster">
      <pc:chgData name="Christian Rummey" userId="1616f22b-5705-4d11-a330-2855031cc605" providerId="ADAL" clId="{15F4C84D-1EF1-4114-9C4D-36D8254AFF84}" dt="2025-04-14T10:50:14.983" v="3" actId="14100"/>
      <pc:docMkLst>
        <pc:docMk/>
      </pc:docMkLst>
      <pc:sldMasterChg chg="modSldLayout">
        <pc:chgData name="Christian Rummey" userId="1616f22b-5705-4d11-a330-2855031cc605" providerId="ADAL" clId="{15F4C84D-1EF1-4114-9C4D-36D8254AFF84}" dt="2025-04-14T10:50:14.983" v="3" actId="14100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15F4C84D-1EF1-4114-9C4D-36D8254AFF84}" dt="2025-04-14T10:50:14.983" v="3" actId="14100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  <pc:docChgLst>
    <pc:chgData name="Christian Rummey" userId="1616f22b-5705-4d11-a330-2855031cc605" providerId="ADAL" clId="{8AFA1528-CF22-4F7C-B96F-03281A2A1DDB}"/>
    <pc:docChg chg="addSld delSld modMainMaster">
      <pc:chgData name="Christian Rummey" userId="1616f22b-5705-4d11-a330-2855031cc605" providerId="ADAL" clId="{8AFA1528-CF22-4F7C-B96F-03281A2A1DDB}" dt="2025-09-14T11:25:19.975" v="7" actId="47"/>
      <pc:docMkLst>
        <pc:docMk/>
      </pc:docMkLst>
      <pc:sldChg chg="new del">
        <pc:chgData name="Christian Rummey" userId="1616f22b-5705-4d11-a330-2855031cc605" providerId="ADAL" clId="{8AFA1528-CF22-4F7C-B96F-03281A2A1DDB}" dt="2025-09-14T11:25:19.975" v="7" actId="47"/>
        <pc:sldMkLst>
          <pc:docMk/>
          <pc:sldMk cId="2061475379" sldId="256"/>
        </pc:sldMkLst>
      </pc:sldChg>
      <pc:sldMasterChg chg="modSldLayout">
        <pc:chgData name="Christian Rummey" userId="1616f22b-5705-4d11-a330-2855031cc605" providerId="ADAL" clId="{8AFA1528-CF22-4F7C-B96F-03281A2A1DDB}" dt="2025-09-14T11:25:02.616" v="5" actId="255"/>
        <pc:sldMasterMkLst>
          <pc:docMk/>
          <pc:sldMasterMk cId="1297349460" sldId="2147483648"/>
        </pc:sldMasterMkLst>
        <pc:sldLayoutChg chg="modSp mod">
          <pc:chgData name="Christian Rummey" userId="1616f22b-5705-4d11-a330-2855031cc605" providerId="ADAL" clId="{8AFA1528-CF22-4F7C-B96F-03281A2A1DDB}" dt="2025-09-14T11:25:02.616" v="5" actId="255"/>
          <pc:sldLayoutMkLst>
            <pc:docMk/>
            <pc:sldMasterMk cId="1297349460" sldId="2147483648"/>
            <pc:sldLayoutMk cId="1779765834" sldId="2147483662"/>
          </pc:sldLayoutMkLst>
          <pc:spChg chg="mod">
            <ac:chgData name="Christian Rummey" userId="1616f22b-5705-4d11-a330-2855031cc605" providerId="ADAL" clId="{8AFA1528-CF22-4F7C-B96F-03281A2A1DDB}" dt="2025-09-14T11:25:02.616" v="5" actId="255"/>
            <ac:spMkLst>
              <pc:docMk/>
              <pc:sldMasterMk cId="1297349460" sldId="2147483648"/>
              <pc:sldLayoutMk cId="1779765834" sldId="2147483662"/>
              <ac:spMk id="2" creationId="{EBBB5403-9242-AA00-FE6E-B41EFCD3044B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A492B1-D0E8-4066-8DC1-F40744AE62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A53BC-9DD4-4B5D-A18C-F4610F5B99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B9F4C-C8D0-46E8-90C7-9F3ADA02B81A}" type="datetimeFigureOut">
              <a:rPr lang="en-US" smtClean="0"/>
              <a:t>2025-09-14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8AFA9-FC76-4083-9FF9-28E93E1BD9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C296C-2E56-4970-8FE6-DA808391A2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C8586-BA3B-4CFE-9E9B-579F1A69C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603C9-0024-46CF-87BE-1939A334CBB0}" type="datetimeFigureOut">
              <a:rPr lang="en-US" smtClean="0"/>
              <a:t>2025-09-14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0F714-9B13-41E9-A60E-D61BD25D5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13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Created at 2025-09-14 14-00-43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3" y="4643120"/>
            <a:ext cx="10515600" cy="14465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4A4A4A"/>
                </a:solidFill>
                <a:latin typeface="Tenorite" panose="00000500000000000000" pitchFamily="2" charset="0"/>
              </a:defRPr>
            </a:lvl1pPr>
            <a:lvl2pPr marL="457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3120" y="4599431"/>
            <a:ext cx="10515600" cy="0"/>
          </a:xfrm>
          <a:prstGeom prst="line">
            <a:avLst/>
          </a:prstGeom>
          <a:ln w="38100">
            <a:solidFill>
              <a:srgbClr val="C02F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539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20" y="179883"/>
            <a:ext cx="10515600" cy="305049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1852" y="3288312"/>
            <a:ext cx="10515600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CCC9ECA-AF17-77AA-3FBA-9C2ADA4E93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4547" y="3359464"/>
            <a:ext cx="10515600" cy="3041334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91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1173175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89450AF-5B3A-1BE3-45D6-60D09985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C33CE-F5D7-114C-2E5F-0BB1D620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97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_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8666544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070C87E-DFA1-032D-5413-84B5C0EA696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74152" y="1143000"/>
            <a:ext cx="6079222" cy="31627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536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11731752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66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5867400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78D01E8-C1E8-530B-2B36-96123687E1F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96000" y="1783830"/>
            <a:ext cx="586740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C96B0EB-DC02-C3E4-27BE-B09618C5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53035CB-67F1-9F4F-38E1-119BC05B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8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 anchor="ctr">
            <a:normAutofit/>
          </a:bodyPr>
          <a:lstStyle>
            <a:lvl1pPr>
              <a:defRPr lang="en-US" sz="32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2929"/>
            <a:ext cx="6770187" cy="6606360"/>
          </a:xfrm>
          <a:prstGeom prst="rect">
            <a:avLst/>
          </a:prstGeom>
        </p:spPr>
        <p:txBody>
          <a:bodyPr/>
          <a:lstStyle>
            <a:lvl1pPr marL="274320">
              <a:defRPr sz="2400">
                <a:latin typeface="Tenorite" panose="00000500000000000000" pitchFamily="2" charset="0"/>
              </a:defRPr>
            </a:lvl1pPr>
            <a:lvl2pPr marL="548640">
              <a:buClr>
                <a:srgbClr val="D21145"/>
              </a:buClr>
              <a:defRPr sz="2000">
                <a:latin typeface="Tenorite" panose="00000500000000000000" pitchFamily="2" charset="0"/>
              </a:defRPr>
            </a:lvl2pPr>
            <a:lvl3pPr marL="822960">
              <a:buClr>
                <a:srgbClr val="003366"/>
              </a:buClr>
              <a:defRPr sz="1800">
                <a:latin typeface="Tenorite" panose="00000500000000000000" pitchFamily="2" charset="0"/>
              </a:defRPr>
            </a:lvl3pPr>
            <a:lvl4pPr marL="1097280">
              <a:buClr>
                <a:srgbClr val="D21145"/>
              </a:buClr>
              <a:defRPr sz="1600">
                <a:latin typeface="Tenorite" panose="00000500000000000000" pitchFamily="2" charset="0"/>
              </a:defRPr>
            </a:lvl4pPr>
            <a:lvl5pPr marL="1371600">
              <a:defRPr sz="16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73" y="6492876"/>
            <a:ext cx="3912268" cy="256413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2F4DEA-5591-BB7D-6249-5D291621BA1D}"/>
              </a:ext>
            </a:extLst>
          </p:cNvPr>
          <p:cNvCxnSpPr>
            <a:cxnSpLocks/>
          </p:cNvCxnSpPr>
          <p:nvPr userDrawn="1"/>
        </p:nvCxnSpPr>
        <p:spPr>
          <a:xfrm>
            <a:off x="1" y="1992643"/>
            <a:ext cx="5074023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8024D3-1A65-0428-57F2-93033CA6A49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61220" y="2150083"/>
            <a:ext cx="4804612" cy="4222141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Click to 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D894503-3C12-466A-60EE-312759D0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"/>
            <a:ext cx="11963400" cy="1033271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rgbClr val="105FAD"/>
                </a:solidFill>
                <a:latin typeface="Tenorite" panose="000005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143000"/>
            <a:ext cx="3338065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1pPr>
            <a:lvl2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2pPr>
            <a:lvl3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3pPr>
            <a:lvl4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4pPr>
            <a:lvl5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0CB0027-CAAB-A460-8537-923E442AB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626" y="6490446"/>
            <a:ext cx="3215774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29F14-29DC-E5C7-B871-EFAFD4E6F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490446"/>
            <a:ext cx="3860800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EB7E8-F4B2-F9B3-0EE7-B55EA21C5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599" y="6490446"/>
            <a:ext cx="3215775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fld id="{C5EF2332-01BF-834F-8236-50238282D5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85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C1CB3-BE42-6AF9-C031-C43FC50879A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677808" y="1142999"/>
            <a:ext cx="8275567" cy="5257801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Tenorite" panose="00000500000000000000" pitchFamily="2" charset="0"/>
              </a:defRPr>
            </a:lvl1pPr>
            <a:lvl2pPr>
              <a:defRPr sz="2000">
                <a:latin typeface="Tenorite" panose="00000500000000000000" pitchFamily="2" charset="0"/>
              </a:defRPr>
            </a:lvl2pPr>
            <a:lvl3pPr>
              <a:defRPr sz="20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601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2577"/>
            <a:ext cx="2865265" cy="1692274"/>
          </a:xfrm>
        </p:spPr>
        <p:txBody>
          <a:bodyPr anchor="ctr"/>
          <a:lstStyle>
            <a:lvl1pPr>
              <a:defRPr sz="3200">
                <a:latin typeface="Tenorite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9455" y="226437"/>
            <a:ext cx="8823919" cy="65228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Tenorite" panose="00000500000000000000" pitchFamily="2" charset="0"/>
              </a:defRPr>
            </a:lvl1pPr>
            <a:lvl2pPr>
              <a:defRPr sz="2800">
                <a:latin typeface="Tenorite" panose="00000500000000000000" pitchFamily="2" charset="0"/>
              </a:defRPr>
            </a:lvl2pPr>
            <a:lvl3pPr>
              <a:defRPr sz="24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627" y="2057399"/>
            <a:ext cx="2859298" cy="4307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Tenorite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69" y="6492874"/>
            <a:ext cx="2328252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8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  <a:lvl2pPr>
              <a:defRPr>
                <a:latin typeface="Tenorite" panose="00000500000000000000" pitchFamily="2" charset="0"/>
              </a:defRPr>
            </a:lvl2pPr>
            <a:lvl3pPr>
              <a:defRPr>
                <a:latin typeface="Tenorite" panose="00000500000000000000" pitchFamily="2" charset="0"/>
              </a:defRPr>
            </a:lvl3pPr>
            <a:lvl4pPr>
              <a:defRPr>
                <a:latin typeface="Tenorite" panose="00000500000000000000" pitchFamily="2" charset="0"/>
              </a:defRPr>
            </a:lvl4pPr>
            <a:lvl5pPr>
              <a:defRPr>
                <a:latin typeface="Tenorite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B5403-9242-AA00-FE6E-B41EFCD3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7379" y="0"/>
            <a:ext cx="2584622" cy="518984"/>
          </a:xfrm>
        </p:spPr>
        <p:txBody>
          <a:bodyPr anchor="ctr">
            <a:noAutofit/>
          </a:bodyPr>
          <a:lstStyle>
            <a:lvl1pPr>
              <a:defRPr lang="en-US" sz="12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976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8626" y="226438"/>
            <a:ext cx="11724774" cy="909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90020" y="6760161"/>
            <a:ext cx="601980" cy="97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r>
              <a:rPr lang="en-US"/>
              <a:t>8/27/2020 1:52:14 PM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968" y="6492874"/>
            <a:ext cx="10822406" cy="256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8626" y="6492874"/>
            <a:ext cx="892342" cy="256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34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6" r:id="rId2"/>
    <p:sldLayoutId id="2147483685" r:id="rId3"/>
    <p:sldLayoutId id="2147483696" r:id="rId4"/>
    <p:sldLayoutId id="2147483697" r:id="rId5"/>
    <p:sldLayoutId id="2147483694" r:id="rId6"/>
    <p:sldLayoutId id="2147483695" r:id="rId7"/>
    <p:sldLayoutId id="2147483698" r:id="rId8"/>
    <p:sldLayoutId id="2147483675" r:id="rId9"/>
    <p:sldLayoutId id="2147483662" r:id="rId10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en-US" sz="4400" b="1" kern="1200" dirty="0">
          <a:solidFill>
            <a:srgbClr val="2A3E75"/>
          </a:solidFill>
          <a:latin typeface="Tenorite" panose="00000500000000000000" pitchFamily="2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0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535467" y="2960435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535467" y="2247340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35467" y="1534245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35467" y="821150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14352" y="621484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235230" y="621484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256109" y="621484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35467" y="3316983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35467" y="2603888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35467" y="1890793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35467" y="1177698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03912" y="621484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724791" y="621484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745669" y="621484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766548" y="621484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2203633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2867205" y="14075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1284843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2203633" y="181165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1999458" y="273868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1233799" y="20493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1642150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203633" y="15739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1795282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560941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2714073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774403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918248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2560941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978579" y="309522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1846326" y="15739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1795282" y="254852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2305721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642150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071380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876491" y="223951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672316" y="285752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1795282" y="11461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672316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1080667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1437975" y="231082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1284843" y="32140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876491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1489018" y="30714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1693194" y="209689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1591106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1795282" y="162149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1591106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1795282" y="20493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2305721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2509897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1284843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876491" y="257229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1999458" y="202558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1948414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1437975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2611985" y="102725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2611985" y="223951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2611985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672316" y="269114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2203633" y="212066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1999458" y="93217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978579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2050502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1182755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1489018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2714073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1591106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1846326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978579" y="302391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1642150" y="219197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978579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1693194" y="212066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2101546" y="176411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1948414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2509897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927535" y="261983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1846326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1744238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1182755" y="20493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1080667" y="240590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1284843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1182755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774403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2969292" y="119364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2203633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1795282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774403" y="247721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978579" y="269114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1080667" y="319030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1386931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927535" y="32140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1489018" y="280998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2816161" y="124118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2407809" y="188296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2714073" y="116987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1693194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1999458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774403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1693194" y="197804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2611985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723360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1284843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876491" y="295260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2203633" y="93217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2203633" y="14075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1999458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672316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1795282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1591106" y="280998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1795282" y="223951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1693194" y="245344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1489018" y="145510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2509897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1693194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1233799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1693194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1284843" y="188296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2101546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1642150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1999458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2918248" y="93217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1489018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2305721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4041215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774403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1284843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1284843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1897370" y="15739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2611985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978579" y="285752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1386931" y="17165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1948414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1386931" y="29288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978579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672316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1080667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1999458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1182755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1795282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1642150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1080667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1693194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672316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1182755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2407809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1591106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672316" y="29288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1284843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1131711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1233799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2509897" y="12174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1948414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978579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672316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1284843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672316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876491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927535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2101546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1182755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978579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1540062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1080667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1693194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2203633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723360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1948414" y="11461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1591106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2050502" y="15739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672316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672316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1693194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2101546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876491" y="238213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1999458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672316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672316" y="302391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672316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1693194" y="86086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978579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1284843" y="226328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672316" y="319030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876491" y="304768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1386931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2203633" y="257229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1386931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1080667" y="300014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2509897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1999458" y="15977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2101546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1540062" y="20493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1591106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774403" y="300014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1437975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1284843" y="238213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1591106" y="216820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1182755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1897370" y="12174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1693194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2101546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774403" y="311899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672316" y="300014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2509897" y="131249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978579" y="27862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1284843" y="245344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1489018" y="174034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1284843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2918248" y="131249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1284843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672316" y="297637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1693194" y="285752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1693194" y="240590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978579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1693194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1591106" y="216820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978579" y="20493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1080667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1284843" y="259606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2918248" y="93217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672316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723360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2509897" y="102725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1999458" y="190673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1693194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1693194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1795282" y="145510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1540062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1335887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1591106" y="271491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3020336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2203633" y="15977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1795282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1693194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1284843" y="190673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774403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3122424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2203633" y="197804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1489018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3020336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2101546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825447" y="259606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1284843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1489018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2509897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1284843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1591106" y="27862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2407809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1795282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2765117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2101546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1182755" y="266737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1591106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1693194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1233799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2305721" y="162149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1386931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2203633" y="145510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876491" y="23345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2407809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1795282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1795282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1080667" y="254852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1386931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1795282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1999458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1489018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723360" y="266737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672316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1744238" y="247721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1795282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2101546" y="183542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1335887" y="29050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825447" y="285752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927535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1489018" y="30714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1846326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2458853" y="166903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876491" y="266737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672316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672316" y="297637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672316" y="32140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876491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2101546" y="27862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1335887" y="216820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1233799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825447" y="29050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1284843" y="166903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2509897" y="86086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1693194" y="138379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876491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774403" y="295260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1693194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1386931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1284843" y="183542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1591106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1386931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1080667" y="266737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1897370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1386931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1591106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1795282" y="166903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1795282" y="15739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1284843" y="280998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2611985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2152590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2560941" y="119364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2509897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1744238" y="23345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2816161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1591106" y="252475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1386931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2663029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1284843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2663029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876491" y="280998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1386931" y="29050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876491" y="316653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672316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2305721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1897370" y="202558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2101546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1182755" y="252475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1437975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1591106" y="17165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1284843" y="285752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1489018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774403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1182755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723360" y="326161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1846326" y="181165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2356765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1591106" y="209689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1999458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978579" y="257229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1591106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2101546" y="102725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2867205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1999458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2050502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2509897" y="15977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774403" y="32140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1999458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1897370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927535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1386931" y="231082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774403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927535" y="259606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672316" y="309522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1386931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978579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672316" y="297637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1999458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1131711" y="297637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1233799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1233799" y="245344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tx361"/>
            <p:cNvSpPr/>
            <p:nvPr/>
          </p:nvSpPr>
          <p:spPr>
            <a:xfrm>
              <a:off x="720757" y="798228"/>
              <a:ext cx="91715" cy="909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362" name="tx362"/>
            <p:cNvSpPr/>
            <p:nvPr/>
          </p:nvSpPr>
          <p:spPr>
            <a:xfrm>
              <a:off x="826108" y="762676"/>
              <a:ext cx="49441" cy="638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63" name="tx363"/>
            <p:cNvSpPr/>
            <p:nvPr/>
          </p:nvSpPr>
          <p:spPr>
            <a:xfrm>
              <a:off x="875550" y="889137"/>
              <a:ext cx="3478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364" name="tx364"/>
            <p:cNvSpPr/>
            <p:nvPr/>
          </p:nvSpPr>
          <p:spPr>
            <a:xfrm>
              <a:off x="910339" y="851124"/>
              <a:ext cx="74166" cy="380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365" name="tx365"/>
            <p:cNvSpPr/>
            <p:nvPr/>
          </p:nvSpPr>
          <p:spPr>
            <a:xfrm>
              <a:off x="984505" y="889137"/>
              <a:ext cx="3478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366" name="tx366"/>
            <p:cNvSpPr/>
            <p:nvPr/>
          </p:nvSpPr>
          <p:spPr>
            <a:xfrm>
              <a:off x="1019294" y="796243"/>
              <a:ext cx="247178" cy="928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0.53</a:t>
              </a:r>
            </a:p>
          </p:txBody>
        </p:sp>
        <p:sp>
          <p:nvSpPr>
            <p:cNvPr id="367" name="pl367"/>
            <p:cNvSpPr/>
            <p:nvPr/>
          </p:nvSpPr>
          <p:spPr>
            <a:xfrm>
              <a:off x="703912" y="621484"/>
              <a:ext cx="2993673" cy="2249588"/>
            </a:xfrm>
            <a:custGeom>
              <a:avLst/>
              <a:pathLst>
                <a:path w="2993673" h="2249588">
                  <a:moveTo>
                    <a:pt x="0" y="2249588"/>
                  </a:moveTo>
                  <a:lnTo>
                    <a:pt x="42644" y="2217543"/>
                  </a:lnTo>
                  <a:lnTo>
                    <a:pt x="85288" y="2185498"/>
                  </a:lnTo>
                  <a:lnTo>
                    <a:pt x="127932" y="2153453"/>
                  </a:lnTo>
                  <a:lnTo>
                    <a:pt x="170577" y="2121409"/>
                  </a:lnTo>
                  <a:lnTo>
                    <a:pt x="213221" y="2089364"/>
                  </a:lnTo>
                  <a:lnTo>
                    <a:pt x="255865" y="2057319"/>
                  </a:lnTo>
                  <a:lnTo>
                    <a:pt x="298510" y="2025274"/>
                  </a:lnTo>
                  <a:lnTo>
                    <a:pt x="341154" y="1993229"/>
                  </a:lnTo>
                  <a:lnTo>
                    <a:pt x="383798" y="1961184"/>
                  </a:lnTo>
                  <a:lnTo>
                    <a:pt x="426442" y="1929139"/>
                  </a:lnTo>
                  <a:lnTo>
                    <a:pt x="469087" y="1897094"/>
                  </a:lnTo>
                  <a:lnTo>
                    <a:pt x="511731" y="1865049"/>
                  </a:lnTo>
                  <a:lnTo>
                    <a:pt x="554375" y="1833004"/>
                  </a:lnTo>
                  <a:lnTo>
                    <a:pt x="597020" y="1800959"/>
                  </a:lnTo>
                  <a:lnTo>
                    <a:pt x="639664" y="1768914"/>
                  </a:lnTo>
                  <a:lnTo>
                    <a:pt x="682308" y="1736869"/>
                  </a:lnTo>
                  <a:lnTo>
                    <a:pt x="724952" y="1704824"/>
                  </a:lnTo>
                  <a:lnTo>
                    <a:pt x="767597" y="1672779"/>
                  </a:lnTo>
                  <a:lnTo>
                    <a:pt x="810241" y="1640734"/>
                  </a:lnTo>
                  <a:lnTo>
                    <a:pt x="852885" y="1608689"/>
                  </a:lnTo>
                  <a:lnTo>
                    <a:pt x="895530" y="1576644"/>
                  </a:lnTo>
                  <a:lnTo>
                    <a:pt x="938174" y="1544599"/>
                  </a:lnTo>
                  <a:lnTo>
                    <a:pt x="980818" y="1512554"/>
                  </a:lnTo>
                  <a:lnTo>
                    <a:pt x="1023463" y="1480509"/>
                  </a:lnTo>
                  <a:lnTo>
                    <a:pt x="1066107" y="1448464"/>
                  </a:lnTo>
                  <a:lnTo>
                    <a:pt x="1108751" y="1416419"/>
                  </a:lnTo>
                  <a:lnTo>
                    <a:pt x="1151395" y="1384375"/>
                  </a:lnTo>
                  <a:lnTo>
                    <a:pt x="1194040" y="1352330"/>
                  </a:lnTo>
                  <a:lnTo>
                    <a:pt x="1236684" y="1320285"/>
                  </a:lnTo>
                  <a:lnTo>
                    <a:pt x="1279328" y="1288240"/>
                  </a:lnTo>
                  <a:lnTo>
                    <a:pt x="1321973" y="1256195"/>
                  </a:lnTo>
                  <a:lnTo>
                    <a:pt x="1364617" y="1224150"/>
                  </a:lnTo>
                  <a:lnTo>
                    <a:pt x="1407261" y="1192105"/>
                  </a:lnTo>
                  <a:lnTo>
                    <a:pt x="1449905" y="1160060"/>
                  </a:lnTo>
                  <a:lnTo>
                    <a:pt x="1492550" y="1128015"/>
                  </a:lnTo>
                  <a:lnTo>
                    <a:pt x="1535194" y="1095970"/>
                  </a:lnTo>
                  <a:lnTo>
                    <a:pt x="1577838" y="1063925"/>
                  </a:lnTo>
                  <a:lnTo>
                    <a:pt x="1620483" y="1031880"/>
                  </a:lnTo>
                  <a:lnTo>
                    <a:pt x="1663127" y="999835"/>
                  </a:lnTo>
                  <a:lnTo>
                    <a:pt x="1705771" y="967790"/>
                  </a:lnTo>
                  <a:lnTo>
                    <a:pt x="1748416" y="935745"/>
                  </a:lnTo>
                  <a:lnTo>
                    <a:pt x="1791060" y="903700"/>
                  </a:lnTo>
                  <a:lnTo>
                    <a:pt x="1833704" y="871655"/>
                  </a:lnTo>
                  <a:lnTo>
                    <a:pt x="1876348" y="839610"/>
                  </a:lnTo>
                  <a:lnTo>
                    <a:pt x="1918993" y="807565"/>
                  </a:lnTo>
                  <a:lnTo>
                    <a:pt x="1961637" y="775520"/>
                  </a:lnTo>
                  <a:lnTo>
                    <a:pt x="2004281" y="743475"/>
                  </a:lnTo>
                  <a:lnTo>
                    <a:pt x="2046926" y="711430"/>
                  </a:lnTo>
                  <a:lnTo>
                    <a:pt x="2089570" y="679385"/>
                  </a:lnTo>
                  <a:lnTo>
                    <a:pt x="2132214" y="647341"/>
                  </a:lnTo>
                  <a:lnTo>
                    <a:pt x="2174858" y="615296"/>
                  </a:lnTo>
                  <a:lnTo>
                    <a:pt x="2217503" y="583251"/>
                  </a:lnTo>
                  <a:lnTo>
                    <a:pt x="2260147" y="551206"/>
                  </a:lnTo>
                  <a:lnTo>
                    <a:pt x="2302791" y="519161"/>
                  </a:lnTo>
                  <a:lnTo>
                    <a:pt x="2345436" y="487116"/>
                  </a:lnTo>
                  <a:lnTo>
                    <a:pt x="2388080" y="455071"/>
                  </a:lnTo>
                  <a:lnTo>
                    <a:pt x="2430724" y="423026"/>
                  </a:lnTo>
                  <a:lnTo>
                    <a:pt x="2473369" y="390981"/>
                  </a:lnTo>
                  <a:lnTo>
                    <a:pt x="2516013" y="358936"/>
                  </a:lnTo>
                  <a:lnTo>
                    <a:pt x="2558657" y="326891"/>
                  </a:lnTo>
                  <a:lnTo>
                    <a:pt x="2601301" y="294846"/>
                  </a:lnTo>
                  <a:lnTo>
                    <a:pt x="2643946" y="262801"/>
                  </a:lnTo>
                  <a:lnTo>
                    <a:pt x="2686590" y="230756"/>
                  </a:lnTo>
                  <a:lnTo>
                    <a:pt x="2729234" y="198711"/>
                  </a:lnTo>
                  <a:lnTo>
                    <a:pt x="2771879" y="166666"/>
                  </a:lnTo>
                  <a:lnTo>
                    <a:pt x="2814523" y="134621"/>
                  </a:lnTo>
                  <a:lnTo>
                    <a:pt x="2857167" y="102576"/>
                  </a:lnTo>
                  <a:lnTo>
                    <a:pt x="2899811" y="70531"/>
                  </a:lnTo>
                  <a:lnTo>
                    <a:pt x="2942456" y="38486"/>
                  </a:lnTo>
                  <a:lnTo>
                    <a:pt x="2985100" y="6441"/>
                  </a:lnTo>
                  <a:lnTo>
                    <a:pt x="2993673" y="0"/>
                  </a:lnTo>
                </a:path>
              </a:pathLst>
            </a:custGeom>
            <a:ln w="34492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703912" y="3316983"/>
              <a:ext cx="612527" cy="0"/>
            </a:xfrm>
            <a:custGeom>
              <a:avLst/>
              <a:pathLst>
                <a:path w="612527" h="0">
                  <a:moveTo>
                    <a:pt x="0" y="0"/>
                  </a:moveTo>
                  <a:lnTo>
                    <a:pt x="7753" y="0"/>
                  </a:lnTo>
                  <a:lnTo>
                    <a:pt x="15507" y="0"/>
                  </a:lnTo>
                  <a:lnTo>
                    <a:pt x="23260" y="0"/>
                  </a:lnTo>
                  <a:lnTo>
                    <a:pt x="31014" y="0"/>
                  </a:lnTo>
                  <a:lnTo>
                    <a:pt x="38767" y="0"/>
                  </a:lnTo>
                  <a:lnTo>
                    <a:pt x="46521" y="0"/>
                  </a:lnTo>
                  <a:lnTo>
                    <a:pt x="54274" y="0"/>
                  </a:lnTo>
                  <a:lnTo>
                    <a:pt x="62028" y="0"/>
                  </a:lnTo>
                  <a:lnTo>
                    <a:pt x="69781" y="0"/>
                  </a:lnTo>
                  <a:lnTo>
                    <a:pt x="77535" y="0"/>
                  </a:lnTo>
                  <a:lnTo>
                    <a:pt x="85288" y="0"/>
                  </a:lnTo>
                  <a:lnTo>
                    <a:pt x="93042" y="0"/>
                  </a:lnTo>
                  <a:lnTo>
                    <a:pt x="100795" y="0"/>
                  </a:lnTo>
                  <a:lnTo>
                    <a:pt x="108549" y="0"/>
                  </a:lnTo>
                  <a:lnTo>
                    <a:pt x="116302" y="0"/>
                  </a:lnTo>
                  <a:lnTo>
                    <a:pt x="124056" y="0"/>
                  </a:lnTo>
                  <a:lnTo>
                    <a:pt x="131809" y="0"/>
                  </a:lnTo>
                  <a:lnTo>
                    <a:pt x="139563" y="0"/>
                  </a:lnTo>
                  <a:lnTo>
                    <a:pt x="147316" y="0"/>
                  </a:lnTo>
                  <a:lnTo>
                    <a:pt x="155070" y="0"/>
                  </a:lnTo>
                  <a:lnTo>
                    <a:pt x="162823" y="0"/>
                  </a:lnTo>
                  <a:lnTo>
                    <a:pt x="170577" y="0"/>
                  </a:lnTo>
                  <a:lnTo>
                    <a:pt x="178330" y="0"/>
                  </a:lnTo>
                  <a:lnTo>
                    <a:pt x="186084" y="0"/>
                  </a:lnTo>
                  <a:lnTo>
                    <a:pt x="193837" y="0"/>
                  </a:lnTo>
                  <a:lnTo>
                    <a:pt x="201591" y="0"/>
                  </a:lnTo>
                  <a:lnTo>
                    <a:pt x="209344" y="0"/>
                  </a:lnTo>
                  <a:lnTo>
                    <a:pt x="217098" y="0"/>
                  </a:lnTo>
                  <a:lnTo>
                    <a:pt x="224851" y="0"/>
                  </a:lnTo>
                  <a:lnTo>
                    <a:pt x="232605" y="0"/>
                  </a:lnTo>
                  <a:lnTo>
                    <a:pt x="240358" y="0"/>
                  </a:lnTo>
                  <a:lnTo>
                    <a:pt x="248112" y="0"/>
                  </a:lnTo>
                  <a:lnTo>
                    <a:pt x="255865" y="0"/>
                  </a:lnTo>
                  <a:lnTo>
                    <a:pt x="263619" y="0"/>
                  </a:lnTo>
                  <a:lnTo>
                    <a:pt x="271372" y="0"/>
                  </a:lnTo>
                  <a:lnTo>
                    <a:pt x="279126" y="0"/>
                  </a:lnTo>
                  <a:lnTo>
                    <a:pt x="286879" y="0"/>
                  </a:lnTo>
                  <a:lnTo>
                    <a:pt x="294633" y="0"/>
                  </a:lnTo>
                  <a:lnTo>
                    <a:pt x="302386" y="0"/>
                  </a:lnTo>
                  <a:lnTo>
                    <a:pt x="310140" y="0"/>
                  </a:lnTo>
                  <a:lnTo>
                    <a:pt x="317893" y="0"/>
                  </a:lnTo>
                  <a:lnTo>
                    <a:pt x="325647" y="0"/>
                  </a:lnTo>
                  <a:lnTo>
                    <a:pt x="333400" y="0"/>
                  </a:lnTo>
                  <a:lnTo>
                    <a:pt x="341154" y="0"/>
                  </a:lnTo>
                  <a:lnTo>
                    <a:pt x="348907" y="0"/>
                  </a:lnTo>
                  <a:lnTo>
                    <a:pt x="356661" y="0"/>
                  </a:lnTo>
                  <a:lnTo>
                    <a:pt x="364414" y="0"/>
                  </a:lnTo>
                  <a:lnTo>
                    <a:pt x="372168" y="0"/>
                  </a:lnTo>
                  <a:lnTo>
                    <a:pt x="379921" y="0"/>
                  </a:lnTo>
                  <a:lnTo>
                    <a:pt x="387675" y="0"/>
                  </a:lnTo>
                  <a:lnTo>
                    <a:pt x="395428" y="0"/>
                  </a:lnTo>
                  <a:lnTo>
                    <a:pt x="403182" y="0"/>
                  </a:lnTo>
                  <a:lnTo>
                    <a:pt x="410935" y="0"/>
                  </a:lnTo>
                  <a:lnTo>
                    <a:pt x="418689" y="0"/>
                  </a:lnTo>
                  <a:lnTo>
                    <a:pt x="426442" y="0"/>
                  </a:lnTo>
                  <a:lnTo>
                    <a:pt x="434196" y="0"/>
                  </a:lnTo>
                  <a:lnTo>
                    <a:pt x="441949" y="0"/>
                  </a:lnTo>
                  <a:lnTo>
                    <a:pt x="449703" y="0"/>
                  </a:lnTo>
                  <a:lnTo>
                    <a:pt x="457456" y="0"/>
                  </a:lnTo>
                  <a:lnTo>
                    <a:pt x="465210" y="0"/>
                  </a:lnTo>
                  <a:lnTo>
                    <a:pt x="472963" y="0"/>
                  </a:lnTo>
                  <a:lnTo>
                    <a:pt x="480717" y="0"/>
                  </a:lnTo>
                  <a:lnTo>
                    <a:pt x="488471" y="0"/>
                  </a:lnTo>
                  <a:lnTo>
                    <a:pt x="496224" y="0"/>
                  </a:lnTo>
                  <a:lnTo>
                    <a:pt x="503978" y="0"/>
                  </a:lnTo>
                  <a:lnTo>
                    <a:pt x="511731" y="0"/>
                  </a:lnTo>
                  <a:lnTo>
                    <a:pt x="519485" y="0"/>
                  </a:lnTo>
                  <a:lnTo>
                    <a:pt x="527238" y="0"/>
                  </a:lnTo>
                  <a:lnTo>
                    <a:pt x="534992" y="0"/>
                  </a:lnTo>
                  <a:lnTo>
                    <a:pt x="542745" y="0"/>
                  </a:lnTo>
                  <a:lnTo>
                    <a:pt x="550499" y="0"/>
                  </a:lnTo>
                  <a:lnTo>
                    <a:pt x="558252" y="0"/>
                  </a:lnTo>
                  <a:lnTo>
                    <a:pt x="566006" y="0"/>
                  </a:lnTo>
                  <a:lnTo>
                    <a:pt x="573759" y="0"/>
                  </a:lnTo>
                  <a:lnTo>
                    <a:pt x="581513" y="0"/>
                  </a:lnTo>
                  <a:lnTo>
                    <a:pt x="589266" y="0"/>
                  </a:lnTo>
                  <a:lnTo>
                    <a:pt x="597020" y="0"/>
                  </a:lnTo>
                  <a:lnTo>
                    <a:pt x="604773" y="0"/>
                  </a:lnTo>
                  <a:lnTo>
                    <a:pt x="612527" y="0"/>
                  </a:lnTo>
                </a:path>
              </a:pathLst>
            </a:custGeom>
            <a:ln w="34492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535467" y="5872859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535467" y="5159764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535467" y="4446669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535467" y="3733574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l373"/>
            <p:cNvSpPr/>
            <p:nvPr/>
          </p:nvSpPr>
          <p:spPr>
            <a:xfrm>
              <a:off x="1214352" y="3533908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2235230" y="3533908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l375"/>
            <p:cNvSpPr/>
            <p:nvPr/>
          </p:nvSpPr>
          <p:spPr>
            <a:xfrm>
              <a:off x="3256109" y="3533908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l376"/>
            <p:cNvSpPr/>
            <p:nvPr/>
          </p:nvSpPr>
          <p:spPr>
            <a:xfrm>
              <a:off x="535467" y="6229407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l377"/>
            <p:cNvSpPr/>
            <p:nvPr/>
          </p:nvSpPr>
          <p:spPr>
            <a:xfrm>
              <a:off x="535467" y="5516312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l378"/>
            <p:cNvSpPr/>
            <p:nvPr/>
          </p:nvSpPr>
          <p:spPr>
            <a:xfrm>
              <a:off x="535467" y="4803217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l379"/>
            <p:cNvSpPr/>
            <p:nvPr/>
          </p:nvSpPr>
          <p:spPr>
            <a:xfrm>
              <a:off x="535467" y="4090122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80"/>
            <p:cNvSpPr/>
            <p:nvPr/>
          </p:nvSpPr>
          <p:spPr>
            <a:xfrm>
              <a:off x="703912" y="3533908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l381"/>
            <p:cNvSpPr/>
            <p:nvPr/>
          </p:nvSpPr>
          <p:spPr>
            <a:xfrm>
              <a:off x="1724791" y="3533908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l382"/>
            <p:cNvSpPr/>
            <p:nvPr/>
          </p:nvSpPr>
          <p:spPr>
            <a:xfrm>
              <a:off x="2745669" y="3533908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3766548" y="3533908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1897370" y="51994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2714073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1897370" y="422491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2203633" y="453392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2509897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1437975" y="40585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1999458" y="436753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1182755" y="49142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1591106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2050502" y="40109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1080667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1999458" y="486670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2458853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1591106" y="458146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2305721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2203633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876491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3122424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3122424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2101546" y="408229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2611985" y="52707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2152590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2969292" y="377328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2509897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2663029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1999458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2663029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2305721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2816161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2356765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1795282" y="479539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2356765" y="422491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1642150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2152590" y="417737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2765117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1489018" y="54134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2203633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1233799" y="486670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2152590" y="40585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1386931" y="536586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723360" y="55322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1591106" y="493800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672316" y="6197810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672316" y="615027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672316" y="6197810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672316" y="6197810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1897370" y="429622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2407809" y="453392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2458853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672316" y="610273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2203633" y="451015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672316" y="605519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1131711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1897370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2765117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1489018" y="557979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672316" y="557979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1437975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2254677" y="500931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2050502" y="50806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2356765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3173468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2203633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2714073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3122424" y="377328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1233799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3122424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210154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2407809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2867205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1437975" y="56273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2611985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2714073" y="40109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159110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1897370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2458853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1999458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1846326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2305721" y="377328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2509897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1386931" y="510439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3020336" y="40585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2254677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1489018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1591106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2407809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3071380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2407809" y="410606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1080667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1489018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1795282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1591106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2407809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2765117" y="377328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1386931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1846326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1284843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2305721" y="43199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1897370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2407809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1897370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1897370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1999458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2509897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1693194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1999458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2458853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1693194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1182755" y="49142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1744238" y="467654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210154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1540062" y="436753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2509897" y="412983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1744238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1489018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1999458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2867205" y="393967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2714073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2050502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2305721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876491" y="53420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876491" y="51281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1948414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1386931" y="50806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2560941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1591106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2407809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1591106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2407809" y="424868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978579" y="536586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1489018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2305721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2254677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978579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1591106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2203633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1386931" y="503308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2714073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1335887" y="472408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774403" y="605519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1897370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1080667" y="54134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1386931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1080667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876491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1846326" y="474785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876491" y="51994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2560941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1591106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1080667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1182755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1489018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978579" y="58412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672316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1846326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1795282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672316" y="56273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1284843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1795282" y="49142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1591106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1284843" y="54134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672316" y="51281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2203633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1795282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672316" y="53420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1897370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1386931" y="51994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1795282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1744238" y="51281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2305721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2101546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2050502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1999458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1591106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1080667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1489018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1795282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210154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1591106" y="522324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1999458" y="472408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1489018" y="500931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1897370" y="446261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1284843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2560941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774403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1182755" y="48904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672316" y="55560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1999458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1489018" y="412983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2152590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2356765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672316" y="55560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1386931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876491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1591106" y="467654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2918248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1182755" y="472408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978579" y="51994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2203633" y="40585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2458853" y="377328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1182755" y="40585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1999458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1999458" y="408229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1897370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2050502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1591106" y="429622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2509897" y="422491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3071380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2714073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2714073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2305721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2305721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2407809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2407809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1795282" y="524701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2356765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2203633" y="55560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2714073" y="422491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2739595" y="422491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2714073" y="412983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2509897" y="408229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2663029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1591106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825447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2203633" y="479539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1080667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1693194" y="48904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1999458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1489018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1897370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1284843" y="43199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2663029" y="460523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978579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1795282" y="49142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1897370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1489018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2203633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1693194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1948414" y="51994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2356765" y="486670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1386931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1489018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1080667" y="493800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2509897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2152590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774403" y="53420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1489018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1386931" y="49142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978579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876491" y="515193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2407809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1540062" y="50806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1897370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978579" y="59838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1999458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1795282" y="415360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1233799" y="474785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1642150" y="451015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1437975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1591106" y="40109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2101546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1029623" y="522324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2509897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1744238" y="53420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1437975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1489018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2407809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978579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1029623" y="58174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1540062" y="446261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2560941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1693194" y="50806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1335887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1489018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1846326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1693194" y="40109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1948414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2407809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2714073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1386931" y="479539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1999458" y="515193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2407809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2203633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2203633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1591106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1489018" y="53420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825447" y="522324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1948414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978579" y="531832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774403" y="538963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1999458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1080667" y="579372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2254677" y="415360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2509897" y="451015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1795282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1335887" y="517570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978579" y="415360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1795282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1948414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2050502" y="43199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978579" y="57699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tx685"/>
            <p:cNvSpPr/>
            <p:nvPr/>
          </p:nvSpPr>
          <p:spPr>
            <a:xfrm>
              <a:off x="720757" y="3710652"/>
              <a:ext cx="91715" cy="909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686" name="tx686"/>
            <p:cNvSpPr/>
            <p:nvPr/>
          </p:nvSpPr>
          <p:spPr>
            <a:xfrm>
              <a:off x="826108" y="3675101"/>
              <a:ext cx="49441" cy="638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87" name="tx687"/>
            <p:cNvSpPr/>
            <p:nvPr/>
          </p:nvSpPr>
          <p:spPr>
            <a:xfrm>
              <a:off x="875550" y="3801561"/>
              <a:ext cx="3478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688" name="tx688"/>
            <p:cNvSpPr/>
            <p:nvPr/>
          </p:nvSpPr>
          <p:spPr>
            <a:xfrm>
              <a:off x="910339" y="3763548"/>
              <a:ext cx="74166" cy="380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689" name="tx689"/>
            <p:cNvSpPr/>
            <p:nvPr/>
          </p:nvSpPr>
          <p:spPr>
            <a:xfrm>
              <a:off x="984505" y="3801561"/>
              <a:ext cx="3478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690" name="tx690"/>
            <p:cNvSpPr/>
            <p:nvPr/>
          </p:nvSpPr>
          <p:spPr>
            <a:xfrm>
              <a:off x="1019294" y="3708729"/>
              <a:ext cx="247178" cy="928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0.46</a:t>
              </a:r>
            </a:p>
          </p:txBody>
        </p:sp>
        <p:sp>
          <p:nvSpPr>
            <p:cNvPr id="691" name="pl691"/>
            <p:cNvSpPr/>
            <p:nvPr/>
          </p:nvSpPr>
          <p:spPr>
            <a:xfrm>
              <a:off x="703912" y="3835098"/>
              <a:ext cx="2501152" cy="1473204"/>
            </a:xfrm>
            <a:custGeom>
              <a:avLst/>
              <a:pathLst>
                <a:path w="2501152" h="1473204">
                  <a:moveTo>
                    <a:pt x="0" y="1473204"/>
                  </a:moveTo>
                  <a:lnTo>
                    <a:pt x="31660" y="1454556"/>
                  </a:lnTo>
                  <a:lnTo>
                    <a:pt x="63320" y="1435908"/>
                  </a:lnTo>
                  <a:lnTo>
                    <a:pt x="94980" y="1417260"/>
                  </a:lnTo>
                  <a:lnTo>
                    <a:pt x="126640" y="1398612"/>
                  </a:lnTo>
                  <a:lnTo>
                    <a:pt x="158300" y="1379964"/>
                  </a:lnTo>
                  <a:lnTo>
                    <a:pt x="189960" y="1361315"/>
                  </a:lnTo>
                  <a:lnTo>
                    <a:pt x="221621" y="1342667"/>
                  </a:lnTo>
                  <a:lnTo>
                    <a:pt x="253281" y="1324019"/>
                  </a:lnTo>
                  <a:lnTo>
                    <a:pt x="284941" y="1305371"/>
                  </a:lnTo>
                  <a:lnTo>
                    <a:pt x="316601" y="1286723"/>
                  </a:lnTo>
                  <a:lnTo>
                    <a:pt x="348261" y="1268075"/>
                  </a:lnTo>
                  <a:lnTo>
                    <a:pt x="379921" y="1249426"/>
                  </a:lnTo>
                  <a:lnTo>
                    <a:pt x="411582" y="1230778"/>
                  </a:lnTo>
                  <a:lnTo>
                    <a:pt x="443242" y="1212130"/>
                  </a:lnTo>
                  <a:lnTo>
                    <a:pt x="474902" y="1193482"/>
                  </a:lnTo>
                  <a:lnTo>
                    <a:pt x="506562" y="1174834"/>
                  </a:lnTo>
                  <a:lnTo>
                    <a:pt x="538222" y="1156186"/>
                  </a:lnTo>
                  <a:lnTo>
                    <a:pt x="569882" y="1137537"/>
                  </a:lnTo>
                  <a:lnTo>
                    <a:pt x="601542" y="1118889"/>
                  </a:lnTo>
                  <a:lnTo>
                    <a:pt x="633203" y="1100241"/>
                  </a:lnTo>
                  <a:lnTo>
                    <a:pt x="664863" y="1081593"/>
                  </a:lnTo>
                  <a:lnTo>
                    <a:pt x="696523" y="1062945"/>
                  </a:lnTo>
                  <a:lnTo>
                    <a:pt x="728183" y="1044297"/>
                  </a:lnTo>
                  <a:lnTo>
                    <a:pt x="759843" y="1025648"/>
                  </a:lnTo>
                  <a:lnTo>
                    <a:pt x="791503" y="1007000"/>
                  </a:lnTo>
                  <a:lnTo>
                    <a:pt x="823164" y="988352"/>
                  </a:lnTo>
                  <a:lnTo>
                    <a:pt x="854824" y="969704"/>
                  </a:lnTo>
                  <a:lnTo>
                    <a:pt x="886484" y="951056"/>
                  </a:lnTo>
                  <a:lnTo>
                    <a:pt x="918144" y="932408"/>
                  </a:lnTo>
                  <a:lnTo>
                    <a:pt x="949804" y="913759"/>
                  </a:lnTo>
                  <a:lnTo>
                    <a:pt x="981464" y="895111"/>
                  </a:lnTo>
                  <a:lnTo>
                    <a:pt x="1013125" y="876463"/>
                  </a:lnTo>
                  <a:lnTo>
                    <a:pt x="1044785" y="857815"/>
                  </a:lnTo>
                  <a:lnTo>
                    <a:pt x="1076445" y="839167"/>
                  </a:lnTo>
                  <a:lnTo>
                    <a:pt x="1108105" y="820519"/>
                  </a:lnTo>
                  <a:lnTo>
                    <a:pt x="1139765" y="801870"/>
                  </a:lnTo>
                  <a:lnTo>
                    <a:pt x="1171425" y="783222"/>
                  </a:lnTo>
                  <a:lnTo>
                    <a:pt x="1203085" y="764574"/>
                  </a:lnTo>
                  <a:lnTo>
                    <a:pt x="1234746" y="745926"/>
                  </a:lnTo>
                  <a:lnTo>
                    <a:pt x="1266406" y="727278"/>
                  </a:lnTo>
                  <a:lnTo>
                    <a:pt x="1298066" y="708630"/>
                  </a:lnTo>
                  <a:lnTo>
                    <a:pt x="1329726" y="689982"/>
                  </a:lnTo>
                  <a:lnTo>
                    <a:pt x="1361386" y="671333"/>
                  </a:lnTo>
                  <a:lnTo>
                    <a:pt x="1393046" y="652685"/>
                  </a:lnTo>
                  <a:lnTo>
                    <a:pt x="1424707" y="634037"/>
                  </a:lnTo>
                  <a:lnTo>
                    <a:pt x="1456367" y="615389"/>
                  </a:lnTo>
                  <a:lnTo>
                    <a:pt x="1488027" y="596741"/>
                  </a:lnTo>
                  <a:lnTo>
                    <a:pt x="1519687" y="578093"/>
                  </a:lnTo>
                  <a:lnTo>
                    <a:pt x="1551347" y="559444"/>
                  </a:lnTo>
                  <a:lnTo>
                    <a:pt x="1583007" y="540796"/>
                  </a:lnTo>
                  <a:lnTo>
                    <a:pt x="1614668" y="522148"/>
                  </a:lnTo>
                  <a:lnTo>
                    <a:pt x="1646328" y="503500"/>
                  </a:lnTo>
                  <a:lnTo>
                    <a:pt x="1677988" y="484852"/>
                  </a:lnTo>
                  <a:lnTo>
                    <a:pt x="1709648" y="466204"/>
                  </a:lnTo>
                  <a:lnTo>
                    <a:pt x="1741308" y="447555"/>
                  </a:lnTo>
                  <a:lnTo>
                    <a:pt x="1772968" y="428907"/>
                  </a:lnTo>
                  <a:lnTo>
                    <a:pt x="1804628" y="410259"/>
                  </a:lnTo>
                  <a:lnTo>
                    <a:pt x="1836289" y="391611"/>
                  </a:lnTo>
                  <a:lnTo>
                    <a:pt x="1867949" y="372963"/>
                  </a:lnTo>
                  <a:lnTo>
                    <a:pt x="1899609" y="354315"/>
                  </a:lnTo>
                  <a:lnTo>
                    <a:pt x="1931269" y="335666"/>
                  </a:lnTo>
                  <a:lnTo>
                    <a:pt x="1962929" y="317018"/>
                  </a:lnTo>
                  <a:lnTo>
                    <a:pt x="1994589" y="298370"/>
                  </a:lnTo>
                  <a:lnTo>
                    <a:pt x="2026250" y="279722"/>
                  </a:lnTo>
                  <a:lnTo>
                    <a:pt x="2057910" y="261074"/>
                  </a:lnTo>
                  <a:lnTo>
                    <a:pt x="2089570" y="242426"/>
                  </a:lnTo>
                  <a:lnTo>
                    <a:pt x="2121230" y="223777"/>
                  </a:lnTo>
                  <a:lnTo>
                    <a:pt x="2152890" y="205129"/>
                  </a:lnTo>
                  <a:lnTo>
                    <a:pt x="2184550" y="186481"/>
                  </a:lnTo>
                  <a:lnTo>
                    <a:pt x="2216211" y="167833"/>
                  </a:lnTo>
                  <a:lnTo>
                    <a:pt x="2247871" y="149185"/>
                  </a:lnTo>
                  <a:lnTo>
                    <a:pt x="2279531" y="130537"/>
                  </a:lnTo>
                  <a:lnTo>
                    <a:pt x="2311191" y="111888"/>
                  </a:lnTo>
                  <a:lnTo>
                    <a:pt x="2342851" y="93240"/>
                  </a:lnTo>
                  <a:lnTo>
                    <a:pt x="2374511" y="74592"/>
                  </a:lnTo>
                  <a:lnTo>
                    <a:pt x="2406171" y="55944"/>
                  </a:lnTo>
                  <a:lnTo>
                    <a:pt x="2437832" y="37296"/>
                  </a:lnTo>
                  <a:lnTo>
                    <a:pt x="2469492" y="18648"/>
                  </a:lnTo>
                  <a:lnTo>
                    <a:pt x="2501152" y="0"/>
                  </a:lnTo>
                </a:path>
              </a:pathLst>
            </a:custGeom>
            <a:ln w="34492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l692"/>
            <p:cNvSpPr/>
            <p:nvPr/>
          </p:nvSpPr>
          <p:spPr>
            <a:xfrm>
              <a:off x="4329824" y="2960435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l693"/>
            <p:cNvSpPr/>
            <p:nvPr/>
          </p:nvSpPr>
          <p:spPr>
            <a:xfrm>
              <a:off x="4329824" y="2247340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l694"/>
            <p:cNvSpPr/>
            <p:nvPr/>
          </p:nvSpPr>
          <p:spPr>
            <a:xfrm>
              <a:off x="4329824" y="1534245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l695"/>
            <p:cNvSpPr/>
            <p:nvPr/>
          </p:nvSpPr>
          <p:spPr>
            <a:xfrm>
              <a:off x="4329824" y="821150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l696"/>
            <p:cNvSpPr/>
            <p:nvPr/>
          </p:nvSpPr>
          <p:spPr>
            <a:xfrm>
              <a:off x="4953526" y="621484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l697"/>
            <p:cNvSpPr/>
            <p:nvPr/>
          </p:nvSpPr>
          <p:spPr>
            <a:xfrm>
              <a:off x="5864039" y="621484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l698"/>
            <p:cNvSpPr/>
            <p:nvPr/>
          </p:nvSpPr>
          <p:spPr>
            <a:xfrm>
              <a:off x="6774553" y="621484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l699"/>
            <p:cNvSpPr/>
            <p:nvPr/>
          </p:nvSpPr>
          <p:spPr>
            <a:xfrm>
              <a:off x="7685066" y="621484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l700"/>
            <p:cNvSpPr/>
            <p:nvPr/>
          </p:nvSpPr>
          <p:spPr>
            <a:xfrm>
              <a:off x="4329824" y="3316983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l701"/>
            <p:cNvSpPr/>
            <p:nvPr/>
          </p:nvSpPr>
          <p:spPr>
            <a:xfrm>
              <a:off x="4329824" y="2603888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l702"/>
            <p:cNvSpPr/>
            <p:nvPr/>
          </p:nvSpPr>
          <p:spPr>
            <a:xfrm>
              <a:off x="4329824" y="1890793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l703"/>
            <p:cNvSpPr/>
            <p:nvPr/>
          </p:nvSpPr>
          <p:spPr>
            <a:xfrm>
              <a:off x="4329824" y="1177698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l704"/>
            <p:cNvSpPr/>
            <p:nvPr/>
          </p:nvSpPr>
          <p:spPr>
            <a:xfrm>
              <a:off x="4498269" y="621484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l705"/>
            <p:cNvSpPr/>
            <p:nvPr/>
          </p:nvSpPr>
          <p:spPr>
            <a:xfrm>
              <a:off x="5408783" y="621484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l706"/>
            <p:cNvSpPr/>
            <p:nvPr/>
          </p:nvSpPr>
          <p:spPr>
            <a:xfrm>
              <a:off x="6319296" y="621484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l707"/>
            <p:cNvSpPr/>
            <p:nvPr/>
          </p:nvSpPr>
          <p:spPr>
            <a:xfrm>
              <a:off x="7229809" y="621484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6333225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6970584" y="86086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6014545" y="14075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5513763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5923494" y="181165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5513763" y="273868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5559289" y="20493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6287699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5650340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6014545" y="15739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5786917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5149558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6697430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5969020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6515328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6515328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5012981" y="309522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5741391" y="15739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4967455" y="254852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6560853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5377186" y="269114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5741391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6606379" y="102725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4876404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6879533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5377186" y="223951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5104032" y="285752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6060071" y="11461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4648775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5240609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6515328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5149558" y="231082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4648775" y="32140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4785352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4785352" y="30714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5468237" y="209689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4967455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6287699" y="162149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5923494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5559289" y="20493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7016110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6925059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5695866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5058506" y="257229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5513763" y="202558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6196648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5422712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6651905" y="102725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6242174" y="223951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7152687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4876404" y="269114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5650340" y="212066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6651905" y="93217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5468237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5832443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6196648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5149558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6697430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5104032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5012981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4694301" y="302391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4876404" y="219197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4648775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5923494" y="212066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6105597" y="176411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4830878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5969020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5149558" y="261983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5786917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5468237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5104032" y="20493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5240609" y="240590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5012981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4967455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4466673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5741391" y="119364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5923494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5923494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4876404" y="247721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5012981" y="269114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4557724" y="319030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5695866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4830878" y="32140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5149558" y="280998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6014545" y="124118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5650340" y="188296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6469802" y="116987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5741391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5969020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4739827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5650340" y="197804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6560853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5149558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4967455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5012981" y="295260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7016110" y="93217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5969020" y="14075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5240609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4648775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5422712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5468237" y="280998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5877968" y="223951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5195083" y="245344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5832443" y="145510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6242174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5923494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4648775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5832443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5012981" y="188296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6105597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4921929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5286135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6560853" y="93217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4921929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6151122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7835572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4921929" y="29288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5104032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5195083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5195083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5377186" y="15739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5468237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4694301" y="285752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5559289" y="17165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5741391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5104032" y="29288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4648775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4466673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4876404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5786917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5195083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5422712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4921929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4967455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5058506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4694301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4512198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5559289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5422712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4603250" y="29288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5923494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4876404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4648775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5559289" y="12174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5104032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5513763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5468237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5604814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4466673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4603250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4694301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5650340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4785352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4967455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5149558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4739827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5331660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6287699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4466673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5240609" y="11461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5832443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5422712" y="15739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4557724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4466673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5741391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5559289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5012981" y="238213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6014545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4648775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4557724" y="302391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4512198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6606379" y="86086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5604814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4967455" y="226328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4466673" y="319030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4603250" y="304768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5377186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5695866" y="257229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5377186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4921929" y="300014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6424276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5786917" y="15977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6151122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5012981" y="20493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5331660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4557724" y="300014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5149558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4967455" y="238213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5149558" y="216820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4967455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6060071" y="12174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5923494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5650340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4466673" y="311899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4830878" y="300014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6560853" y="131249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4648775" y="27862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5559289" y="245344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6242174" y="174034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5240609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6651905" y="131249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4466673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4967455" y="297637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4557724" y="285752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5240609" y="240590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5377186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5104032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5286135" y="216820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5195083" y="20493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5559289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5104032" y="259606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6697430" y="93217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4466673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4466673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6287699" y="102725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5559289" y="190673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5923494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5468237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5786917" y="145510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5650340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5286135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5058506" y="271491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5877968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6242174" y="15977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6378751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5104032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5786917" y="190673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4694301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6378751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5377186" y="197804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5513763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6879533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5513763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4876404" y="259606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5786917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5286135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5468237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4876404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4785352" y="27862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5741391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5877968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5786917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5377186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5286135" y="266737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5650340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6151122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5331660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5786917" y="162149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5513763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5877968" y="145510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5240609" y="23345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6515328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5969020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5331660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5240609" y="254852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5240609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4921929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t965"/>
            <p:cNvSpPr/>
            <p:nvPr/>
          </p:nvSpPr>
          <p:spPr>
            <a:xfrm>
              <a:off x="5695866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t966"/>
            <p:cNvSpPr/>
            <p:nvPr/>
          </p:nvSpPr>
          <p:spPr>
            <a:xfrm>
              <a:off x="4921929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t967"/>
            <p:cNvSpPr/>
            <p:nvPr/>
          </p:nvSpPr>
          <p:spPr>
            <a:xfrm>
              <a:off x="5058506" y="266737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t968"/>
            <p:cNvSpPr/>
            <p:nvPr/>
          </p:nvSpPr>
          <p:spPr>
            <a:xfrm>
              <a:off x="4603250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t969"/>
            <p:cNvSpPr/>
            <p:nvPr/>
          </p:nvSpPr>
          <p:spPr>
            <a:xfrm>
              <a:off x="5286135" y="247721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t970"/>
            <p:cNvSpPr/>
            <p:nvPr/>
          </p:nvSpPr>
          <p:spPr>
            <a:xfrm>
              <a:off x="6560853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t971"/>
            <p:cNvSpPr/>
            <p:nvPr/>
          </p:nvSpPr>
          <p:spPr>
            <a:xfrm>
              <a:off x="5513763" y="183542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t972"/>
            <p:cNvSpPr/>
            <p:nvPr/>
          </p:nvSpPr>
          <p:spPr>
            <a:xfrm>
              <a:off x="4921929" y="29050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t973"/>
            <p:cNvSpPr/>
            <p:nvPr/>
          </p:nvSpPr>
          <p:spPr>
            <a:xfrm>
              <a:off x="4557724" y="285752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t974"/>
            <p:cNvSpPr/>
            <p:nvPr/>
          </p:nvSpPr>
          <p:spPr>
            <a:xfrm>
              <a:off x="4466673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t975"/>
            <p:cNvSpPr/>
            <p:nvPr/>
          </p:nvSpPr>
          <p:spPr>
            <a:xfrm>
              <a:off x="4557724" y="30714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t976"/>
            <p:cNvSpPr/>
            <p:nvPr/>
          </p:nvSpPr>
          <p:spPr>
            <a:xfrm>
              <a:off x="5468237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t977"/>
            <p:cNvSpPr/>
            <p:nvPr/>
          </p:nvSpPr>
          <p:spPr>
            <a:xfrm>
              <a:off x="6060071" y="166903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t978"/>
            <p:cNvSpPr/>
            <p:nvPr/>
          </p:nvSpPr>
          <p:spPr>
            <a:xfrm>
              <a:off x="5058506" y="266737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t979"/>
            <p:cNvSpPr/>
            <p:nvPr/>
          </p:nvSpPr>
          <p:spPr>
            <a:xfrm>
              <a:off x="4648775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t980"/>
            <p:cNvSpPr/>
            <p:nvPr/>
          </p:nvSpPr>
          <p:spPr>
            <a:xfrm>
              <a:off x="4967455" y="297637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t981"/>
            <p:cNvSpPr/>
            <p:nvPr/>
          </p:nvSpPr>
          <p:spPr>
            <a:xfrm>
              <a:off x="4557724" y="32140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t982"/>
            <p:cNvSpPr/>
            <p:nvPr/>
          </p:nvSpPr>
          <p:spPr>
            <a:xfrm>
              <a:off x="4466673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t983"/>
            <p:cNvSpPr/>
            <p:nvPr/>
          </p:nvSpPr>
          <p:spPr>
            <a:xfrm>
              <a:off x="5149558" y="27862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t984"/>
            <p:cNvSpPr/>
            <p:nvPr/>
          </p:nvSpPr>
          <p:spPr>
            <a:xfrm>
              <a:off x="5422712" y="216820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t985"/>
            <p:cNvSpPr/>
            <p:nvPr/>
          </p:nvSpPr>
          <p:spPr>
            <a:xfrm>
              <a:off x="4739827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t986"/>
            <p:cNvSpPr/>
            <p:nvPr/>
          </p:nvSpPr>
          <p:spPr>
            <a:xfrm>
              <a:off x="4557724" y="29050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t987"/>
            <p:cNvSpPr/>
            <p:nvPr/>
          </p:nvSpPr>
          <p:spPr>
            <a:xfrm>
              <a:off x="5559289" y="166903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t988"/>
            <p:cNvSpPr/>
            <p:nvPr/>
          </p:nvSpPr>
          <p:spPr>
            <a:xfrm>
              <a:off x="7380315" y="86086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t989"/>
            <p:cNvSpPr/>
            <p:nvPr/>
          </p:nvSpPr>
          <p:spPr>
            <a:xfrm>
              <a:off x="5604814" y="138379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t990"/>
            <p:cNvSpPr/>
            <p:nvPr/>
          </p:nvSpPr>
          <p:spPr>
            <a:xfrm>
              <a:off x="5195083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t991"/>
            <p:cNvSpPr/>
            <p:nvPr/>
          </p:nvSpPr>
          <p:spPr>
            <a:xfrm>
              <a:off x="4557724" y="295260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t992"/>
            <p:cNvSpPr/>
            <p:nvPr/>
          </p:nvSpPr>
          <p:spPr>
            <a:xfrm>
              <a:off x="5559289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t993"/>
            <p:cNvSpPr/>
            <p:nvPr/>
          </p:nvSpPr>
          <p:spPr>
            <a:xfrm>
              <a:off x="5286135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t994"/>
            <p:cNvSpPr/>
            <p:nvPr/>
          </p:nvSpPr>
          <p:spPr>
            <a:xfrm>
              <a:off x="5832443" y="183542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t995"/>
            <p:cNvSpPr/>
            <p:nvPr/>
          </p:nvSpPr>
          <p:spPr>
            <a:xfrm>
              <a:off x="5650340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t996"/>
            <p:cNvSpPr/>
            <p:nvPr/>
          </p:nvSpPr>
          <p:spPr>
            <a:xfrm>
              <a:off x="5149558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t997"/>
            <p:cNvSpPr/>
            <p:nvPr/>
          </p:nvSpPr>
          <p:spPr>
            <a:xfrm>
              <a:off x="4694301" y="266737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t998"/>
            <p:cNvSpPr/>
            <p:nvPr/>
          </p:nvSpPr>
          <p:spPr>
            <a:xfrm>
              <a:off x="5650340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t999"/>
            <p:cNvSpPr/>
            <p:nvPr/>
          </p:nvSpPr>
          <p:spPr>
            <a:xfrm>
              <a:off x="5877968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t1000"/>
            <p:cNvSpPr/>
            <p:nvPr/>
          </p:nvSpPr>
          <p:spPr>
            <a:xfrm>
              <a:off x="6196648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t1001"/>
            <p:cNvSpPr/>
            <p:nvPr/>
          </p:nvSpPr>
          <p:spPr>
            <a:xfrm>
              <a:off x="5969020" y="166903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t1002"/>
            <p:cNvSpPr/>
            <p:nvPr/>
          </p:nvSpPr>
          <p:spPr>
            <a:xfrm>
              <a:off x="6196648" y="15739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t1003"/>
            <p:cNvSpPr/>
            <p:nvPr/>
          </p:nvSpPr>
          <p:spPr>
            <a:xfrm>
              <a:off x="4967455" y="280998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t1004"/>
            <p:cNvSpPr/>
            <p:nvPr/>
          </p:nvSpPr>
          <p:spPr>
            <a:xfrm>
              <a:off x="5513763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t1005"/>
            <p:cNvSpPr/>
            <p:nvPr/>
          </p:nvSpPr>
          <p:spPr>
            <a:xfrm>
              <a:off x="5513763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t1006"/>
            <p:cNvSpPr/>
            <p:nvPr/>
          </p:nvSpPr>
          <p:spPr>
            <a:xfrm>
              <a:off x="6333225" y="119364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t1007"/>
            <p:cNvSpPr/>
            <p:nvPr/>
          </p:nvSpPr>
          <p:spPr>
            <a:xfrm>
              <a:off x="6014545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t1008"/>
            <p:cNvSpPr/>
            <p:nvPr/>
          </p:nvSpPr>
          <p:spPr>
            <a:xfrm>
              <a:off x="5377186" y="23345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t1009"/>
            <p:cNvSpPr/>
            <p:nvPr/>
          </p:nvSpPr>
          <p:spPr>
            <a:xfrm>
              <a:off x="6742956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t1010"/>
            <p:cNvSpPr/>
            <p:nvPr/>
          </p:nvSpPr>
          <p:spPr>
            <a:xfrm>
              <a:off x="4739827" y="252475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t1011"/>
            <p:cNvSpPr/>
            <p:nvPr/>
          </p:nvSpPr>
          <p:spPr>
            <a:xfrm>
              <a:off x="5012981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t1012"/>
            <p:cNvSpPr/>
            <p:nvPr/>
          </p:nvSpPr>
          <p:spPr>
            <a:xfrm>
              <a:off x="6287699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t1013"/>
            <p:cNvSpPr/>
            <p:nvPr/>
          </p:nvSpPr>
          <p:spPr>
            <a:xfrm>
              <a:off x="5058506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t1014"/>
            <p:cNvSpPr/>
            <p:nvPr/>
          </p:nvSpPr>
          <p:spPr>
            <a:xfrm>
              <a:off x="6060071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t1015"/>
            <p:cNvSpPr/>
            <p:nvPr/>
          </p:nvSpPr>
          <p:spPr>
            <a:xfrm>
              <a:off x="4876404" y="280998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t1016"/>
            <p:cNvSpPr/>
            <p:nvPr/>
          </p:nvSpPr>
          <p:spPr>
            <a:xfrm>
              <a:off x="4921929" y="29050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t1017"/>
            <p:cNvSpPr/>
            <p:nvPr/>
          </p:nvSpPr>
          <p:spPr>
            <a:xfrm>
              <a:off x="4648775" y="316653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t1018"/>
            <p:cNvSpPr/>
            <p:nvPr/>
          </p:nvSpPr>
          <p:spPr>
            <a:xfrm>
              <a:off x="4466673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t1019"/>
            <p:cNvSpPr/>
            <p:nvPr/>
          </p:nvSpPr>
          <p:spPr>
            <a:xfrm>
              <a:off x="5286135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t1020"/>
            <p:cNvSpPr/>
            <p:nvPr/>
          </p:nvSpPr>
          <p:spPr>
            <a:xfrm>
              <a:off x="5559289" y="202558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t1021"/>
            <p:cNvSpPr/>
            <p:nvPr/>
          </p:nvSpPr>
          <p:spPr>
            <a:xfrm>
              <a:off x="5559289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t1022"/>
            <p:cNvSpPr/>
            <p:nvPr/>
          </p:nvSpPr>
          <p:spPr>
            <a:xfrm>
              <a:off x="4648775" y="252475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t1023"/>
            <p:cNvSpPr/>
            <p:nvPr/>
          </p:nvSpPr>
          <p:spPr>
            <a:xfrm>
              <a:off x="5377186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t1024"/>
            <p:cNvSpPr/>
            <p:nvPr/>
          </p:nvSpPr>
          <p:spPr>
            <a:xfrm>
              <a:off x="5422712" y="17165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t1025"/>
            <p:cNvSpPr/>
            <p:nvPr/>
          </p:nvSpPr>
          <p:spPr>
            <a:xfrm>
              <a:off x="4694301" y="285752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t1026"/>
            <p:cNvSpPr/>
            <p:nvPr/>
          </p:nvSpPr>
          <p:spPr>
            <a:xfrm>
              <a:off x="4921929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t1027"/>
            <p:cNvSpPr/>
            <p:nvPr/>
          </p:nvSpPr>
          <p:spPr>
            <a:xfrm>
              <a:off x="4921929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t1028"/>
            <p:cNvSpPr/>
            <p:nvPr/>
          </p:nvSpPr>
          <p:spPr>
            <a:xfrm>
              <a:off x="5377186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t1029"/>
            <p:cNvSpPr/>
            <p:nvPr/>
          </p:nvSpPr>
          <p:spPr>
            <a:xfrm>
              <a:off x="4466673" y="326161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t1030"/>
            <p:cNvSpPr/>
            <p:nvPr/>
          </p:nvSpPr>
          <p:spPr>
            <a:xfrm>
              <a:off x="5377186" y="181165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t1031"/>
            <p:cNvSpPr/>
            <p:nvPr/>
          </p:nvSpPr>
          <p:spPr>
            <a:xfrm>
              <a:off x="4967455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t1032"/>
            <p:cNvSpPr/>
            <p:nvPr/>
          </p:nvSpPr>
          <p:spPr>
            <a:xfrm>
              <a:off x="5468237" y="209689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t1033"/>
            <p:cNvSpPr/>
            <p:nvPr/>
          </p:nvSpPr>
          <p:spPr>
            <a:xfrm>
              <a:off x="5240609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t1034"/>
            <p:cNvSpPr/>
            <p:nvPr/>
          </p:nvSpPr>
          <p:spPr>
            <a:xfrm>
              <a:off x="5104032" y="257229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t1035"/>
            <p:cNvSpPr/>
            <p:nvPr/>
          </p:nvSpPr>
          <p:spPr>
            <a:xfrm>
              <a:off x="5422712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t1036"/>
            <p:cNvSpPr/>
            <p:nvPr/>
          </p:nvSpPr>
          <p:spPr>
            <a:xfrm>
              <a:off x="6742956" y="102725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t1037"/>
            <p:cNvSpPr/>
            <p:nvPr/>
          </p:nvSpPr>
          <p:spPr>
            <a:xfrm>
              <a:off x="6697430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t1038"/>
            <p:cNvSpPr/>
            <p:nvPr/>
          </p:nvSpPr>
          <p:spPr>
            <a:xfrm>
              <a:off x="6105597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t1039"/>
            <p:cNvSpPr/>
            <p:nvPr/>
          </p:nvSpPr>
          <p:spPr>
            <a:xfrm>
              <a:off x="6287699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t1040"/>
            <p:cNvSpPr/>
            <p:nvPr/>
          </p:nvSpPr>
          <p:spPr>
            <a:xfrm>
              <a:off x="6196648" y="15977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t1041"/>
            <p:cNvSpPr/>
            <p:nvPr/>
          </p:nvSpPr>
          <p:spPr>
            <a:xfrm>
              <a:off x="4557724" y="32140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t1042"/>
            <p:cNvSpPr/>
            <p:nvPr/>
          </p:nvSpPr>
          <p:spPr>
            <a:xfrm>
              <a:off x="5923494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t1043"/>
            <p:cNvSpPr/>
            <p:nvPr/>
          </p:nvSpPr>
          <p:spPr>
            <a:xfrm>
              <a:off x="5832443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t1044"/>
            <p:cNvSpPr/>
            <p:nvPr/>
          </p:nvSpPr>
          <p:spPr>
            <a:xfrm>
              <a:off x="4967455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t1045"/>
            <p:cNvSpPr/>
            <p:nvPr/>
          </p:nvSpPr>
          <p:spPr>
            <a:xfrm>
              <a:off x="4921929" y="231082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t1046"/>
            <p:cNvSpPr/>
            <p:nvPr/>
          </p:nvSpPr>
          <p:spPr>
            <a:xfrm>
              <a:off x="4512198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t1047"/>
            <p:cNvSpPr/>
            <p:nvPr/>
          </p:nvSpPr>
          <p:spPr>
            <a:xfrm>
              <a:off x="4785352" y="259606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t1048"/>
            <p:cNvSpPr/>
            <p:nvPr/>
          </p:nvSpPr>
          <p:spPr>
            <a:xfrm>
              <a:off x="4466673" y="309522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t1049"/>
            <p:cNvSpPr/>
            <p:nvPr/>
          </p:nvSpPr>
          <p:spPr>
            <a:xfrm>
              <a:off x="5377186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t1050"/>
            <p:cNvSpPr/>
            <p:nvPr/>
          </p:nvSpPr>
          <p:spPr>
            <a:xfrm>
              <a:off x="5240609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t1051"/>
            <p:cNvSpPr/>
            <p:nvPr/>
          </p:nvSpPr>
          <p:spPr>
            <a:xfrm>
              <a:off x="4557724" y="297637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t1052"/>
            <p:cNvSpPr/>
            <p:nvPr/>
          </p:nvSpPr>
          <p:spPr>
            <a:xfrm>
              <a:off x="5969020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t1053"/>
            <p:cNvSpPr/>
            <p:nvPr/>
          </p:nvSpPr>
          <p:spPr>
            <a:xfrm>
              <a:off x="4648775" y="297637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t1054"/>
            <p:cNvSpPr/>
            <p:nvPr/>
          </p:nvSpPr>
          <p:spPr>
            <a:xfrm>
              <a:off x="4466673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t1055"/>
            <p:cNvSpPr/>
            <p:nvPr/>
          </p:nvSpPr>
          <p:spPr>
            <a:xfrm>
              <a:off x="5104032" y="245344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tx1056"/>
            <p:cNvSpPr/>
            <p:nvPr/>
          </p:nvSpPr>
          <p:spPr>
            <a:xfrm>
              <a:off x="4515114" y="798228"/>
              <a:ext cx="91715" cy="909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057" name="tx1057"/>
            <p:cNvSpPr/>
            <p:nvPr/>
          </p:nvSpPr>
          <p:spPr>
            <a:xfrm>
              <a:off x="4620465" y="762676"/>
              <a:ext cx="49441" cy="638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058" name="tx1058"/>
            <p:cNvSpPr/>
            <p:nvPr/>
          </p:nvSpPr>
          <p:spPr>
            <a:xfrm>
              <a:off x="4669907" y="889137"/>
              <a:ext cx="3478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059" name="tx1059"/>
            <p:cNvSpPr/>
            <p:nvPr/>
          </p:nvSpPr>
          <p:spPr>
            <a:xfrm>
              <a:off x="4704696" y="851124"/>
              <a:ext cx="74166" cy="380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1060" name="tx1060"/>
            <p:cNvSpPr/>
            <p:nvPr/>
          </p:nvSpPr>
          <p:spPr>
            <a:xfrm>
              <a:off x="4778862" y="889137"/>
              <a:ext cx="3478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061" name="tx1061"/>
            <p:cNvSpPr/>
            <p:nvPr/>
          </p:nvSpPr>
          <p:spPr>
            <a:xfrm>
              <a:off x="4813651" y="796243"/>
              <a:ext cx="247178" cy="928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0.73</a:t>
              </a:r>
            </a:p>
          </p:txBody>
        </p:sp>
        <p:sp>
          <p:nvSpPr>
            <p:cNvPr id="1062" name="pl1062"/>
            <p:cNvSpPr/>
            <p:nvPr/>
          </p:nvSpPr>
          <p:spPr>
            <a:xfrm>
              <a:off x="4498269" y="621484"/>
              <a:ext cx="2747946" cy="2405218"/>
            </a:xfrm>
            <a:custGeom>
              <a:avLst/>
              <a:pathLst>
                <a:path w="2747946" h="2405218">
                  <a:moveTo>
                    <a:pt x="0" y="2405218"/>
                  </a:moveTo>
                  <a:lnTo>
                    <a:pt x="42644" y="2367892"/>
                  </a:lnTo>
                  <a:lnTo>
                    <a:pt x="85288" y="2330566"/>
                  </a:lnTo>
                  <a:lnTo>
                    <a:pt x="127932" y="2293241"/>
                  </a:lnTo>
                  <a:lnTo>
                    <a:pt x="170577" y="2255915"/>
                  </a:lnTo>
                  <a:lnTo>
                    <a:pt x="213221" y="2218590"/>
                  </a:lnTo>
                  <a:lnTo>
                    <a:pt x="255865" y="2181264"/>
                  </a:lnTo>
                  <a:lnTo>
                    <a:pt x="298510" y="2143938"/>
                  </a:lnTo>
                  <a:lnTo>
                    <a:pt x="341154" y="2106613"/>
                  </a:lnTo>
                  <a:lnTo>
                    <a:pt x="383798" y="2069287"/>
                  </a:lnTo>
                  <a:lnTo>
                    <a:pt x="426442" y="2031961"/>
                  </a:lnTo>
                  <a:lnTo>
                    <a:pt x="469087" y="1994636"/>
                  </a:lnTo>
                  <a:lnTo>
                    <a:pt x="511731" y="1957310"/>
                  </a:lnTo>
                  <a:lnTo>
                    <a:pt x="554375" y="1919984"/>
                  </a:lnTo>
                  <a:lnTo>
                    <a:pt x="597020" y="1882659"/>
                  </a:lnTo>
                  <a:lnTo>
                    <a:pt x="639664" y="1845333"/>
                  </a:lnTo>
                  <a:lnTo>
                    <a:pt x="682308" y="1808008"/>
                  </a:lnTo>
                  <a:lnTo>
                    <a:pt x="724952" y="1770682"/>
                  </a:lnTo>
                  <a:lnTo>
                    <a:pt x="767597" y="1733356"/>
                  </a:lnTo>
                  <a:lnTo>
                    <a:pt x="810241" y="1696031"/>
                  </a:lnTo>
                  <a:lnTo>
                    <a:pt x="852885" y="1658705"/>
                  </a:lnTo>
                  <a:lnTo>
                    <a:pt x="895530" y="1621379"/>
                  </a:lnTo>
                  <a:lnTo>
                    <a:pt x="938174" y="1584054"/>
                  </a:lnTo>
                  <a:lnTo>
                    <a:pt x="980818" y="1546728"/>
                  </a:lnTo>
                  <a:lnTo>
                    <a:pt x="1023463" y="1509402"/>
                  </a:lnTo>
                  <a:lnTo>
                    <a:pt x="1066107" y="1472077"/>
                  </a:lnTo>
                  <a:lnTo>
                    <a:pt x="1108751" y="1434751"/>
                  </a:lnTo>
                  <a:lnTo>
                    <a:pt x="1151395" y="1397426"/>
                  </a:lnTo>
                  <a:lnTo>
                    <a:pt x="1194040" y="1360100"/>
                  </a:lnTo>
                  <a:lnTo>
                    <a:pt x="1236684" y="1322774"/>
                  </a:lnTo>
                  <a:lnTo>
                    <a:pt x="1279328" y="1285449"/>
                  </a:lnTo>
                  <a:lnTo>
                    <a:pt x="1321973" y="1248123"/>
                  </a:lnTo>
                  <a:lnTo>
                    <a:pt x="1364617" y="1210797"/>
                  </a:lnTo>
                  <a:lnTo>
                    <a:pt x="1407261" y="1173472"/>
                  </a:lnTo>
                  <a:lnTo>
                    <a:pt x="1449905" y="1136146"/>
                  </a:lnTo>
                  <a:lnTo>
                    <a:pt x="1492550" y="1098820"/>
                  </a:lnTo>
                  <a:lnTo>
                    <a:pt x="1535194" y="1061495"/>
                  </a:lnTo>
                  <a:lnTo>
                    <a:pt x="1577838" y="1024169"/>
                  </a:lnTo>
                  <a:lnTo>
                    <a:pt x="1620483" y="986844"/>
                  </a:lnTo>
                  <a:lnTo>
                    <a:pt x="1663127" y="949518"/>
                  </a:lnTo>
                  <a:lnTo>
                    <a:pt x="1705771" y="912192"/>
                  </a:lnTo>
                  <a:lnTo>
                    <a:pt x="1748416" y="874867"/>
                  </a:lnTo>
                  <a:lnTo>
                    <a:pt x="1791060" y="837541"/>
                  </a:lnTo>
                  <a:lnTo>
                    <a:pt x="1833704" y="800215"/>
                  </a:lnTo>
                  <a:lnTo>
                    <a:pt x="1876348" y="762890"/>
                  </a:lnTo>
                  <a:lnTo>
                    <a:pt x="1918993" y="725564"/>
                  </a:lnTo>
                  <a:lnTo>
                    <a:pt x="1961637" y="688238"/>
                  </a:lnTo>
                  <a:lnTo>
                    <a:pt x="2004281" y="650913"/>
                  </a:lnTo>
                  <a:lnTo>
                    <a:pt x="2046926" y="613587"/>
                  </a:lnTo>
                  <a:lnTo>
                    <a:pt x="2089570" y="576262"/>
                  </a:lnTo>
                  <a:lnTo>
                    <a:pt x="2132214" y="538936"/>
                  </a:lnTo>
                  <a:lnTo>
                    <a:pt x="2174858" y="501610"/>
                  </a:lnTo>
                  <a:lnTo>
                    <a:pt x="2217503" y="464285"/>
                  </a:lnTo>
                  <a:lnTo>
                    <a:pt x="2260147" y="426959"/>
                  </a:lnTo>
                  <a:lnTo>
                    <a:pt x="2302791" y="389633"/>
                  </a:lnTo>
                  <a:lnTo>
                    <a:pt x="2345436" y="352308"/>
                  </a:lnTo>
                  <a:lnTo>
                    <a:pt x="2388080" y="314982"/>
                  </a:lnTo>
                  <a:lnTo>
                    <a:pt x="2430724" y="277656"/>
                  </a:lnTo>
                  <a:lnTo>
                    <a:pt x="2473369" y="240331"/>
                  </a:lnTo>
                  <a:lnTo>
                    <a:pt x="2516013" y="203005"/>
                  </a:lnTo>
                  <a:lnTo>
                    <a:pt x="2558657" y="165680"/>
                  </a:lnTo>
                  <a:lnTo>
                    <a:pt x="2601301" y="128354"/>
                  </a:lnTo>
                  <a:lnTo>
                    <a:pt x="2643946" y="91028"/>
                  </a:lnTo>
                  <a:lnTo>
                    <a:pt x="2686590" y="53703"/>
                  </a:lnTo>
                  <a:lnTo>
                    <a:pt x="2729234" y="16377"/>
                  </a:lnTo>
                  <a:lnTo>
                    <a:pt x="2747946" y="0"/>
                  </a:lnTo>
                </a:path>
              </a:pathLst>
            </a:custGeom>
            <a:ln w="34492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l1063"/>
            <p:cNvSpPr/>
            <p:nvPr/>
          </p:nvSpPr>
          <p:spPr>
            <a:xfrm>
              <a:off x="4329824" y="5872859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l1064"/>
            <p:cNvSpPr/>
            <p:nvPr/>
          </p:nvSpPr>
          <p:spPr>
            <a:xfrm>
              <a:off x="4329824" y="5159764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l1065"/>
            <p:cNvSpPr/>
            <p:nvPr/>
          </p:nvSpPr>
          <p:spPr>
            <a:xfrm>
              <a:off x="4329824" y="4446669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l1066"/>
            <p:cNvSpPr/>
            <p:nvPr/>
          </p:nvSpPr>
          <p:spPr>
            <a:xfrm>
              <a:off x="4329824" y="3733574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l1067"/>
            <p:cNvSpPr/>
            <p:nvPr/>
          </p:nvSpPr>
          <p:spPr>
            <a:xfrm>
              <a:off x="4953526" y="3533908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l1068"/>
            <p:cNvSpPr/>
            <p:nvPr/>
          </p:nvSpPr>
          <p:spPr>
            <a:xfrm>
              <a:off x="5864039" y="3533908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l1069"/>
            <p:cNvSpPr/>
            <p:nvPr/>
          </p:nvSpPr>
          <p:spPr>
            <a:xfrm>
              <a:off x="6774553" y="3533908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l1070"/>
            <p:cNvSpPr/>
            <p:nvPr/>
          </p:nvSpPr>
          <p:spPr>
            <a:xfrm>
              <a:off x="7685066" y="3533908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l1071"/>
            <p:cNvSpPr/>
            <p:nvPr/>
          </p:nvSpPr>
          <p:spPr>
            <a:xfrm>
              <a:off x="4329824" y="6229407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l1072"/>
            <p:cNvSpPr/>
            <p:nvPr/>
          </p:nvSpPr>
          <p:spPr>
            <a:xfrm>
              <a:off x="4329824" y="5516312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l1073"/>
            <p:cNvSpPr/>
            <p:nvPr/>
          </p:nvSpPr>
          <p:spPr>
            <a:xfrm>
              <a:off x="4329824" y="4803217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l1074"/>
            <p:cNvSpPr/>
            <p:nvPr/>
          </p:nvSpPr>
          <p:spPr>
            <a:xfrm>
              <a:off x="4329824" y="4090122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l1075"/>
            <p:cNvSpPr/>
            <p:nvPr/>
          </p:nvSpPr>
          <p:spPr>
            <a:xfrm>
              <a:off x="4498269" y="3533908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l1076"/>
            <p:cNvSpPr/>
            <p:nvPr/>
          </p:nvSpPr>
          <p:spPr>
            <a:xfrm>
              <a:off x="5408783" y="3533908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l1077"/>
            <p:cNvSpPr/>
            <p:nvPr/>
          </p:nvSpPr>
          <p:spPr>
            <a:xfrm>
              <a:off x="6319296" y="3533908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l1078"/>
            <p:cNvSpPr/>
            <p:nvPr/>
          </p:nvSpPr>
          <p:spPr>
            <a:xfrm>
              <a:off x="7229809" y="3533908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t1079"/>
            <p:cNvSpPr/>
            <p:nvPr/>
          </p:nvSpPr>
          <p:spPr>
            <a:xfrm>
              <a:off x="6014545" y="51994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t1080"/>
            <p:cNvSpPr/>
            <p:nvPr/>
          </p:nvSpPr>
          <p:spPr>
            <a:xfrm>
              <a:off x="6697430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t1081"/>
            <p:cNvSpPr/>
            <p:nvPr/>
          </p:nvSpPr>
          <p:spPr>
            <a:xfrm>
              <a:off x="6196648" y="422491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t1082"/>
            <p:cNvSpPr/>
            <p:nvPr/>
          </p:nvSpPr>
          <p:spPr>
            <a:xfrm>
              <a:off x="5786917" y="453392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t1083"/>
            <p:cNvSpPr/>
            <p:nvPr/>
          </p:nvSpPr>
          <p:spPr>
            <a:xfrm>
              <a:off x="6879533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t1084"/>
            <p:cNvSpPr/>
            <p:nvPr/>
          </p:nvSpPr>
          <p:spPr>
            <a:xfrm>
              <a:off x="5969020" y="40585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t1085"/>
            <p:cNvSpPr/>
            <p:nvPr/>
          </p:nvSpPr>
          <p:spPr>
            <a:xfrm>
              <a:off x="5650340" y="436753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t1086"/>
            <p:cNvSpPr/>
            <p:nvPr/>
          </p:nvSpPr>
          <p:spPr>
            <a:xfrm>
              <a:off x="5832443" y="49142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t1087"/>
            <p:cNvSpPr/>
            <p:nvPr/>
          </p:nvSpPr>
          <p:spPr>
            <a:xfrm>
              <a:off x="5422712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t1088"/>
            <p:cNvSpPr/>
            <p:nvPr/>
          </p:nvSpPr>
          <p:spPr>
            <a:xfrm>
              <a:off x="5969020" y="40109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t1089"/>
            <p:cNvSpPr/>
            <p:nvPr/>
          </p:nvSpPr>
          <p:spPr>
            <a:xfrm>
              <a:off x="5331660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t1090"/>
            <p:cNvSpPr/>
            <p:nvPr/>
          </p:nvSpPr>
          <p:spPr>
            <a:xfrm>
              <a:off x="5786917" y="486670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t1091"/>
            <p:cNvSpPr/>
            <p:nvPr/>
          </p:nvSpPr>
          <p:spPr>
            <a:xfrm>
              <a:off x="6378751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t1092"/>
            <p:cNvSpPr/>
            <p:nvPr/>
          </p:nvSpPr>
          <p:spPr>
            <a:xfrm>
              <a:off x="5832443" y="458146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t1093"/>
            <p:cNvSpPr/>
            <p:nvPr/>
          </p:nvSpPr>
          <p:spPr>
            <a:xfrm>
              <a:off x="5923494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t1094"/>
            <p:cNvSpPr/>
            <p:nvPr/>
          </p:nvSpPr>
          <p:spPr>
            <a:xfrm>
              <a:off x="6606379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t1095"/>
            <p:cNvSpPr/>
            <p:nvPr/>
          </p:nvSpPr>
          <p:spPr>
            <a:xfrm>
              <a:off x="5377186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t1096"/>
            <p:cNvSpPr/>
            <p:nvPr/>
          </p:nvSpPr>
          <p:spPr>
            <a:xfrm>
              <a:off x="6879533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t1097"/>
            <p:cNvSpPr/>
            <p:nvPr/>
          </p:nvSpPr>
          <p:spPr>
            <a:xfrm>
              <a:off x="6287699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t1098"/>
            <p:cNvSpPr/>
            <p:nvPr/>
          </p:nvSpPr>
          <p:spPr>
            <a:xfrm>
              <a:off x="6105597" y="408229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t1099"/>
            <p:cNvSpPr/>
            <p:nvPr/>
          </p:nvSpPr>
          <p:spPr>
            <a:xfrm>
              <a:off x="6378751" y="52707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t1100"/>
            <p:cNvSpPr/>
            <p:nvPr/>
          </p:nvSpPr>
          <p:spPr>
            <a:xfrm>
              <a:off x="6014545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t1101"/>
            <p:cNvSpPr/>
            <p:nvPr/>
          </p:nvSpPr>
          <p:spPr>
            <a:xfrm>
              <a:off x="7061636" y="377328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t1102"/>
            <p:cNvSpPr/>
            <p:nvPr/>
          </p:nvSpPr>
          <p:spPr>
            <a:xfrm>
              <a:off x="5923494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t1103"/>
            <p:cNvSpPr/>
            <p:nvPr/>
          </p:nvSpPr>
          <p:spPr>
            <a:xfrm>
              <a:off x="6469802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t1104"/>
            <p:cNvSpPr/>
            <p:nvPr/>
          </p:nvSpPr>
          <p:spPr>
            <a:xfrm>
              <a:off x="5969020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t1105"/>
            <p:cNvSpPr/>
            <p:nvPr/>
          </p:nvSpPr>
          <p:spPr>
            <a:xfrm>
              <a:off x="5786917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t1106"/>
            <p:cNvSpPr/>
            <p:nvPr/>
          </p:nvSpPr>
          <p:spPr>
            <a:xfrm>
              <a:off x="5877968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t1107"/>
            <p:cNvSpPr/>
            <p:nvPr/>
          </p:nvSpPr>
          <p:spPr>
            <a:xfrm>
              <a:off x="6196648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t1108"/>
            <p:cNvSpPr/>
            <p:nvPr/>
          </p:nvSpPr>
          <p:spPr>
            <a:xfrm>
              <a:off x="6060071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t1109"/>
            <p:cNvSpPr/>
            <p:nvPr/>
          </p:nvSpPr>
          <p:spPr>
            <a:xfrm>
              <a:off x="5422712" y="479539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t1110"/>
            <p:cNvSpPr/>
            <p:nvPr/>
          </p:nvSpPr>
          <p:spPr>
            <a:xfrm>
              <a:off x="5786917" y="422491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t1111"/>
            <p:cNvSpPr/>
            <p:nvPr/>
          </p:nvSpPr>
          <p:spPr>
            <a:xfrm>
              <a:off x="6105597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t1112"/>
            <p:cNvSpPr/>
            <p:nvPr/>
          </p:nvSpPr>
          <p:spPr>
            <a:xfrm>
              <a:off x="6424276" y="417737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t1113"/>
            <p:cNvSpPr/>
            <p:nvPr/>
          </p:nvSpPr>
          <p:spPr>
            <a:xfrm>
              <a:off x="6560853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t1114"/>
            <p:cNvSpPr/>
            <p:nvPr/>
          </p:nvSpPr>
          <p:spPr>
            <a:xfrm>
              <a:off x="4921929" y="54134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t1115"/>
            <p:cNvSpPr/>
            <p:nvPr/>
          </p:nvSpPr>
          <p:spPr>
            <a:xfrm>
              <a:off x="6060071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t1116"/>
            <p:cNvSpPr/>
            <p:nvPr/>
          </p:nvSpPr>
          <p:spPr>
            <a:xfrm>
              <a:off x="5468237" y="486670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t1117"/>
            <p:cNvSpPr/>
            <p:nvPr/>
          </p:nvSpPr>
          <p:spPr>
            <a:xfrm>
              <a:off x="6014545" y="40585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t1118"/>
            <p:cNvSpPr/>
            <p:nvPr/>
          </p:nvSpPr>
          <p:spPr>
            <a:xfrm>
              <a:off x="5240609" y="536586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t1119"/>
            <p:cNvSpPr/>
            <p:nvPr/>
          </p:nvSpPr>
          <p:spPr>
            <a:xfrm>
              <a:off x="4967455" y="55322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t1120"/>
            <p:cNvSpPr/>
            <p:nvPr/>
          </p:nvSpPr>
          <p:spPr>
            <a:xfrm>
              <a:off x="5286135" y="493800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t1121"/>
            <p:cNvSpPr/>
            <p:nvPr/>
          </p:nvSpPr>
          <p:spPr>
            <a:xfrm>
              <a:off x="4466673" y="6197810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t1122"/>
            <p:cNvSpPr/>
            <p:nvPr/>
          </p:nvSpPr>
          <p:spPr>
            <a:xfrm>
              <a:off x="4466673" y="615027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t1123"/>
            <p:cNvSpPr/>
            <p:nvPr/>
          </p:nvSpPr>
          <p:spPr>
            <a:xfrm>
              <a:off x="4466673" y="6197810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t1124"/>
            <p:cNvSpPr/>
            <p:nvPr/>
          </p:nvSpPr>
          <p:spPr>
            <a:xfrm>
              <a:off x="4466673" y="6197810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t1125"/>
            <p:cNvSpPr/>
            <p:nvPr/>
          </p:nvSpPr>
          <p:spPr>
            <a:xfrm>
              <a:off x="5832443" y="429622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t1126"/>
            <p:cNvSpPr/>
            <p:nvPr/>
          </p:nvSpPr>
          <p:spPr>
            <a:xfrm>
              <a:off x="5195083" y="503308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t1127"/>
            <p:cNvSpPr/>
            <p:nvPr/>
          </p:nvSpPr>
          <p:spPr>
            <a:xfrm>
              <a:off x="5650340" y="453392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t1128"/>
            <p:cNvSpPr/>
            <p:nvPr/>
          </p:nvSpPr>
          <p:spPr>
            <a:xfrm>
              <a:off x="6424276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t1129"/>
            <p:cNvSpPr/>
            <p:nvPr/>
          </p:nvSpPr>
          <p:spPr>
            <a:xfrm>
              <a:off x="4466673" y="610273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t1130"/>
            <p:cNvSpPr/>
            <p:nvPr/>
          </p:nvSpPr>
          <p:spPr>
            <a:xfrm>
              <a:off x="5650340" y="451015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t1131"/>
            <p:cNvSpPr/>
            <p:nvPr/>
          </p:nvSpPr>
          <p:spPr>
            <a:xfrm>
              <a:off x="4512198" y="605519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t1132"/>
            <p:cNvSpPr/>
            <p:nvPr/>
          </p:nvSpPr>
          <p:spPr>
            <a:xfrm>
              <a:off x="5559289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t1133"/>
            <p:cNvSpPr/>
            <p:nvPr/>
          </p:nvSpPr>
          <p:spPr>
            <a:xfrm>
              <a:off x="5877968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t1134"/>
            <p:cNvSpPr/>
            <p:nvPr/>
          </p:nvSpPr>
          <p:spPr>
            <a:xfrm>
              <a:off x="674295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t1135"/>
            <p:cNvSpPr/>
            <p:nvPr/>
          </p:nvSpPr>
          <p:spPr>
            <a:xfrm>
              <a:off x="5012981" y="557979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t1136"/>
            <p:cNvSpPr/>
            <p:nvPr/>
          </p:nvSpPr>
          <p:spPr>
            <a:xfrm>
              <a:off x="4466673" y="557979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t1137"/>
            <p:cNvSpPr/>
            <p:nvPr/>
          </p:nvSpPr>
          <p:spPr>
            <a:xfrm>
              <a:off x="5650340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t1138"/>
            <p:cNvSpPr/>
            <p:nvPr/>
          </p:nvSpPr>
          <p:spPr>
            <a:xfrm>
              <a:off x="5559289" y="500931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t1139"/>
            <p:cNvSpPr/>
            <p:nvPr/>
          </p:nvSpPr>
          <p:spPr>
            <a:xfrm>
              <a:off x="5240609" y="50806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t1140"/>
            <p:cNvSpPr/>
            <p:nvPr/>
          </p:nvSpPr>
          <p:spPr>
            <a:xfrm>
              <a:off x="642427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t1141"/>
            <p:cNvSpPr/>
            <p:nvPr/>
          </p:nvSpPr>
          <p:spPr>
            <a:xfrm>
              <a:off x="6378751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t1142"/>
            <p:cNvSpPr/>
            <p:nvPr/>
          </p:nvSpPr>
          <p:spPr>
            <a:xfrm>
              <a:off x="5559289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t1143"/>
            <p:cNvSpPr/>
            <p:nvPr/>
          </p:nvSpPr>
          <p:spPr>
            <a:xfrm>
              <a:off x="6469802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t1144"/>
            <p:cNvSpPr/>
            <p:nvPr/>
          </p:nvSpPr>
          <p:spPr>
            <a:xfrm>
              <a:off x="7380315" y="377328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t1145"/>
            <p:cNvSpPr/>
            <p:nvPr/>
          </p:nvSpPr>
          <p:spPr>
            <a:xfrm>
              <a:off x="6879533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t1146"/>
            <p:cNvSpPr/>
            <p:nvPr/>
          </p:nvSpPr>
          <p:spPr>
            <a:xfrm>
              <a:off x="706163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t1147"/>
            <p:cNvSpPr/>
            <p:nvPr/>
          </p:nvSpPr>
          <p:spPr>
            <a:xfrm>
              <a:off x="6651905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t1148"/>
            <p:cNvSpPr/>
            <p:nvPr/>
          </p:nvSpPr>
          <p:spPr>
            <a:xfrm>
              <a:off x="6014545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t1149"/>
            <p:cNvSpPr/>
            <p:nvPr/>
          </p:nvSpPr>
          <p:spPr>
            <a:xfrm>
              <a:off x="7107161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t1150"/>
            <p:cNvSpPr/>
            <p:nvPr/>
          </p:nvSpPr>
          <p:spPr>
            <a:xfrm>
              <a:off x="5331660" y="56273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t1151"/>
            <p:cNvSpPr/>
            <p:nvPr/>
          </p:nvSpPr>
          <p:spPr>
            <a:xfrm>
              <a:off x="6105597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t1152"/>
            <p:cNvSpPr/>
            <p:nvPr/>
          </p:nvSpPr>
          <p:spPr>
            <a:xfrm>
              <a:off x="6196648" y="40109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t1153"/>
            <p:cNvSpPr/>
            <p:nvPr/>
          </p:nvSpPr>
          <p:spPr>
            <a:xfrm>
              <a:off x="6515328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t1154"/>
            <p:cNvSpPr/>
            <p:nvPr/>
          </p:nvSpPr>
          <p:spPr>
            <a:xfrm>
              <a:off x="5741391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t1155"/>
            <p:cNvSpPr/>
            <p:nvPr/>
          </p:nvSpPr>
          <p:spPr>
            <a:xfrm>
              <a:off x="6697430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t1156"/>
            <p:cNvSpPr/>
            <p:nvPr/>
          </p:nvSpPr>
          <p:spPr>
            <a:xfrm>
              <a:off x="6788482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t1157"/>
            <p:cNvSpPr/>
            <p:nvPr/>
          </p:nvSpPr>
          <p:spPr>
            <a:xfrm>
              <a:off x="5923494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t1158"/>
            <p:cNvSpPr/>
            <p:nvPr/>
          </p:nvSpPr>
          <p:spPr>
            <a:xfrm>
              <a:off x="6697430" y="377328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t1159"/>
            <p:cNvSpPr/>
            <p:nvPr/>
          </p:nvSpPr>
          <p:spPr>
            <a:xfrm>
              <a:off x="6469802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t1160"/>
            <p:cNvSpPr/>
            <p:nvPr/>
          </p:nvSpPr>
          <p:spPr>
            <a:xfrm>
              <a:off x="5422712" y="510439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t1161"/>
            <p:cNvSpPr/>
            <p:nvPr/>
          </p:nvSpPr>
          <p:spPr>
            <a:xfrm>
              <a:off x="7016110" y="40585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t1162"/>
            <p:cNvSpPr/>
            <p:nvPr/>
          </p:nvSpPr>
          <p:spPr>
            <a:xfrm>
              <a:off x="5786917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t1163"/>
            <p:cNvSpPr/>
            <p:nvPr/>
          </p:nvSpPr>
          <p:spPr>
            <a:xfrm>
              <a:off x="5877968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t1164"/>
            <p:cNvSpPr/>
            <p:nvPr/>
          </p:nvSpPr>
          <p:spPr>
            <a:xfrm>
              <a:off x="5331660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t1165"/>
            <p:cNvSpPr/>
            <p:nvPr/>
          </p:nvSpPr>
          <p:spPr>
            <a:xfrm>
              <a:off x="6378751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t1166"/>
            <p:cNvSpPr/>
            <p:nvPr/>
          </p:nvSpPr>
          <p:spPr>
            <a:xfrm>
              <a:off x="6788482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t1167"/>
            <p:cNvSpPr/>
            <p:nvPr/>
          </p:nvSpPr>
          <p:spPr>
            <a:xfrm>
              <a:off x="6378751" y="410606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t1168"/>
            <p:cNvSpPr/>
            <p:nvPr/>
          </p:nvSpPr>
          <p:spPr>
            <a:xfrm>
              <a:off x="4830878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t1169"/>
            <p:cNvSpPr/>
            <p:nvPr/>
          </p:nvSpPr>
          <p:spPr>
            <a:xfrm>
              <a:off x="5832443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t1170"/>
            <p:cNvSpPr/>
            <p:nvPr/>
          </p:nvSpPr>
          <p:spPr>
            <a:xfrm>
              <a:off x="5104032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t1171"/>
            <p:cNvSpPr/>
            <p:nvPr/>
          </p:nvSpPr>
          <p:spPr>
            <a:xfrm>
              <a:off x="4557724" y="603142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t1172"/>
            <p:cNvSpPr/>
            <p:nvPr/>
          </p:nvSpPr>
          <p:spPr>
            <a:xfrm>
              <a:off x="5422712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t1173"/>
            <p:cNvSpPr/>
            <p:nvPr/>
          </p:nvSpPr>
          <p:spPr>
            <a:xfrm>
              <a:off x="6333225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t1174"/>
            <p:cNvSpPr/>
            <p:nvPr/>
          </p:nvSpPr>
          <p:spPr>
            <a:xfrm>
              <a:off x="7471367" y="377328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t1175"/>
            <p:cNvSpPr/>
            <p:nvPr/>
          </p:nvSpPr>
          <p:spPr>
            <a:xfrm>
              <a:off x="5240609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t1176"/>
            <p:cNvSpPr/>
            <p:nvPr/>
          </p:nvSpPr>
          <p:spPr>
            <a:xfrm>
              <a:off x="6196648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t1177"/>
            <p:cNvSpPr/>
            <p:nvPr/>
          </p:nvSpPr>
          <p:spPr>
            <a:xfrm>
              <a:off x="5058506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t1178"/>
            <p:cNvSpPr/>
            <p:nvPr/>
          </p:nvSpPr>
          <p:spPr>
            <a:xfrm>
              <a:off x="6333225" y="43199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t1179"/>
            <p:cNvSpPr/>
            <p:nvPr/>
          </p:nvSpPr>
          <p:spPr>
            <a:xfrm>
              <a:off x="5877968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t1180"/>
            <p:cNvSpPr/>
            <p:nvPr/>
          </p:nvSpPr>
          <p:spPr>
            <a:xfrm>
              <a:off x="6242174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t1181"/>
            <p:cNvSpPr/>
            <p:nvPr/>
          </p:nvSpPr>
          <p:spPr>
            <a:xfrm>
              <a:off x="5695866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t1182"/>
            <p:cNvSpPr/>
            <p:nvPr/>
          </p:nvSpPr>
          <p:spPr>
            <a:xfrm>
              <a:off x="6606379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t1183"/>
            <p:cNvSpPr/>
            <p:nvPr/>
          </p:nvSpPr>
          <p:spPr>
            <a:xfrm>
              <a:off x="5650340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t1184"/>
            <p:cNvSpPr/>
            <p:nvPr/>
          </p:nvSpPr>
          <p:spPr>
            <a:xfrm>
              <a:off x="7061636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t1185"/>
            <p:cNvSpPr/>
            <p:nvPr/>
          </p:nvSpPr>
          <p:spPr>
            <a:xfrm>
              <a:off x="5877968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t1186"/>
            <p:cNvSpPr/>
            <p:nvPr/>
          </p:nvSpPr>
          <p:spPr>
            <a:xfrm>
              <a:off x="5559289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t1187"/>
            <p:cNvSpPr/>
            <p:nvPr/>
          </p:nvSpPr>
          <p:spPr>
            <a:xfrm>
              <a:off x="6060071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t1188"/>
            <p:cNvSpPr/>
            <p:nvPr/>
          </p:nvSpPr>
          <p:spPr>
            <a:xfrm>
              <a:off x="5786917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t1189"/>
            <p:cNvSpPr/>
            <p:nvPr/>
          </p:nvSpPr>
          <p:spPr>
            <a:xfrm>
              <a:off x="5104032" y="49142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t1190"/>
            <p:cNvSpPr/>
            <p:nvPr/>
          </p:nvSpPr>
          <p:spPr>
            <a:xfrm>
              <a:off x="5604814" y="467654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t1191"/>
            <p:cNvSpPr/>
            <p:nvPr/>
          </p:nvSpPr>
          <p:spPr>
            <a:xfrm>
              <a:off x="6378751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t1192"/>
            <p:cNvSpPr/>
            <p:nvPr/>
          </p:nvSpPr>
          <p:spPr>
            <a:xfrm>
              <a:off x="5559289" y="436753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t1193"/>
            <p:cNvSpPr/>
            <p:nvPr/>
          </p:nvSpPr>
          <p:spPr>
            <a:xfrm>
              <a:off x="5741391" y="412983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t1194"/>
            <p:cNvSpPr/>
            <p:nvPr/>
          </p:nvSpPr>
          <p:spPr>
            <a:xfrm>
              <a:off x="5786917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t1195"/>
            <p:cNvSpPr/>
            <p:nvPr/>
          </p:nvSpPr>
          <p:spPr>
            <a:xfrm>
              <a:off x="5741391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t1196"/>
            <p:cNvSpPr/>
            <p:nvPr/>
          </p:nvSpPr>
          <p:spPr>
            <a:xfrm>
              <a:off x="6560853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t1197"/>
            <p:cNvSpPr/>
            <p:nvPr/>
          </p:nvSpPr>
          <p:spPr>
            <a:xfrm>
              <a:off x="6515328" y="393967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t1198"/>
            <p:cNvSpPr/>
            <p:nvPr/>
          </p:nvSpPr>
          <p:spPr>
            <a:xfrm>
              <a:off x="6333225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t1199"/>
            <p:cNvSpPr/>
            <p:nvPr/>
          </p:nvSpPr>
          <p:spPr>
            <a:xfrm>
              <a:off x="5513763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t1200"/>
            <p:cNvSpPr/>
            <p:nvPr/>
          </p:nvSpPr>
          <p:spPr>
            <a:xfrm>
              <a:off x="5695866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t1201"/>
            <p:cNvSpPr/>
            <p:nvPr/>
          </p:nvSpPr>
          <p:spPr>
            <a:xfrm>
              <a:off x="5104032" y="53420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t1202"/>
            <p:cNvSpPr/>
            <p:nvPr/>
          </p:nvSpPr>
          <p:spPr>
            <a:xfrm>
              <a:off x="5195083" y="51281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t1203"/>
            <p:cNvSpPr/>
            <p:nvPr/>
          </p:nvSpPr>
          <p:spPr>
            <a:xfrm>
              <a:off x="5786917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t1204"/>
            <p:cNvSpPr/>
            <p:nvPr/>
          </p:nvSpPr>
          <p:spPr>
            <a:xfrm>
              <a:off x="5604814" y="50806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t1205"/>
            <p:cNvSpPr/>
            <p:nvPr/>
          </p:nvSpPr>
          <p:spPr>
            <a:xfrm>
              <a:off x="6196648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t1206"/>
            <p:cNvSpPr/>
            <p:nvPr/>
          </p:nvSpPr>
          <p:spPr>
            <a:xfrm>
              <a:off x="5513763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t1207"/>
            <p:cNvSpPr/>
            <p:nvPr/>
          </p:nvSpPr>
          <p:spPr>
            <a:xfrm>
              <a:off x="6834007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t1208"/>
            <p:cNvSpPr/>
            <p:nvPr/>
          </p:nvSpPr>
          <p:spPr>
            <a:xfrm>
              <a:off x="5331660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t1209"/>
            <p:cNvSpPr/>
            <p:nvPr/>
          </p:nvSpPr>
          <p:spPr>
            <a:xfrm>
              <a:off x="5832443" y="424868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t1210"/>
            <p:cNvSpPr/>
            <p:nvPr/>
          </p:nvSpPr>
          <p:spPr>
            <a:xfrm>
              <a:off x="4967455" y="536586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t1211"/>
            <p:cNvSpPr/>
            <p:nvPr/>
          </p:nvSpPr>
          <p:spPr>
            <a:xfrm>
              <a:off x="5559289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t1212"/>
            <p:cNvSpPr/>
            <p:nvPr/>
          </p:nvSpPr>
          <p:spPr>
            <a:xfrm>
              <a:off x="5604814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t1213"/>
            <p:cNvSpPr/>
            <p:nvPr/>
          </p:nvSpPr>
          <p:spPr>
            <a:xfrm>
              <a:off x="6151122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t1214"/>
            <p:cNvSpPr/>
            <p:nvPr/>
          </p:nvSpPr>
          <p:spPr>
            <a:xfrm>
              <a:off x="5331660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t1215"/>
            <p:cNvSpPr/>
            <p:nvPr/>
          </p:nvSpPr>
          <p:spPr>
            <a:xfrm>
              <a:off x="5195083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t1216"/>
            <p:cNvSpPr/>
            <p:nvPr/>
          </p:nvSpPr>
          <p:spPr>
            <a:xfrm>
              <a:off x="5923494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t1217"/>
            <p:cNvSpPr/>
            <p:nvPr/>
          </p:nvSpPr>
          <p:spPr>
            <a:xfrm>
              <a:off x="5058506" y="503308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t1218"/>
            <p:cNvSpPr/>
            <p:nvPr/>
          </p:nvSpPr>
          <p:spPr>
            <a:xfrm>
              <a:off x="6060071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t1219"/>
            <p:cNvSpPr/>
            <p:nvPr/>
          </p:nvSpPr>
          <p:spPr>
            <a:xfrm>
              <a:off x="5422712" y="472408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t1220"/>
            <p:cNvSpPr/>
            <p:nvPr/>
          </p:nvSpPr>
          <p:spPr>
            <a:xfrm>
              <a:off x="4603250" y="605519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t1221"/>
            <p:cNvSpPr/>
            <p:nvPr/>
          </p:nvSpPr>
          <p:spPr>
            <a:xfrm>
              <a:off x="5559289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t1222"/>
            <p:cNvSpPr/>
            <p:nvPr/>
          </p:nvSpPr>
          <p:spPr>
            <a:xfrm>
              <a:off x="4694301" y="54134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t1223"/>
            <p:cNvSpPr/>
            <p:nvPr/>
          </p:nvSpPr>
          <p:spPr>
            <a:xfrm>
              <a:off x="5104032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t1224"/>
            <p:cNvSpPr/>
            <p:nvPr/>
          </p:nvSpPr>
          <p:spPr>
            <a:xfrm>
              <a:off x="5422712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t1225"/>
            <p:cNvSpPr/>
            <p:nvPr/>
          </p:nvSpPr>
          <p:spPr>
            <a:xfrm>
              <a:off x="5195083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t1226"/>
            <p:cNvSpPr/>
            <p:nvPr/>
          </p:nvSpPr>
          <p:spPr>
            <a:xfrm>
              <a:off x="5149558" y="474785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t1227"/>
            <p:cNvSpPr/>
            <p:nvPr/>
          </p:nvSpPr>
          <p:spPr>
            <a:xfrm>
              <a:off x="5012981" y="51994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t1228"/>
            <p:cNvSpPr/>
            <p:nvPr/>
          </p:nvSpPr>
          <p:spPr>
            <a:xfrm>
              <a:off x="6196648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t1229"/>
            <p:cNvSpPr/>
            <p:nvPr/>
          </p:nvSpPr>
          <p:spPr>
            <a:xfrm>
              <a:off x="5286135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t1230"/>
            <p:cNvSpPr/>
            <p:nvPr/>
          </p:nvSpPr>
          <p:spPr>
            <a:xfrm>
              <a:off x="5149558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t1231"/>
            <p:cNvSpPr/>
            <p:nvPr/>
          </p:nvSpPr>
          <p:spPr>
            <a:xfrm>
              <a:off x="5104032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t1232"/>
            <p:cNvSpPr/>
            <p:nvPr/>
          </p:nvSpPr>
          <p:spPr>
            <a:xfrm>
              <a:off x="5559289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t1233"/>
            <p:cNvSpPr/>
            <p:nvPr/>
          </p:nvSpPr>
          <p:spPr>
            <a:xfrm>
              <a:off x="4876404" y="58412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t1234"/>
            <p:cNvSpPr/>
            <p:nvPr/>
          </p:nvSpPr>
          <p:spPr>
            <a:xfrm>
              <a:off x="5058506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t1235"/>
            <p:cNvSpPr/>
            <p:nvPr/>
          </p:nvSpPr>
          <p:spPr>
            <a:xfrm>
              <a:off x="5832443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t1236"/>
            <p:cNvSpPr/>
            <p:nvPr/>
          </p:nvSpPr>
          <p:spPr>
            <a:xfrm>
              <a:off x="5240609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t1237"/>
            <p:cNvSpPr/>
            <p:nvPr/>
          </p:nvSpPr>
          <p:spPr>
            <a:xfrm>
              <a:off x="4603250" y="56273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t1238"/>
            <p:cNvSpPr/>
            <p:nvPr/>
          </p:nvSpPr>
          <p:spPr>
            <a:xfrm>
              <a:off x="5559289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t1239"/>
            <p:cNvSpPr/>
            <p:nvPr/>
          </p:nvSpPr>
          <p:spPr>
            <a:xfrm>
              <a:off x="5149558" y="49142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t1240"/>
            <p:cNvSpPr/>
            <p:nvPr/>
          </p:nvSpPr>
          <p:spPr>
            <a:xfrm>
              <a:off x="5240609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t1241"/>
            <p:cNvSpPr/>
            <p:nvPr/>
          </p:nvSpPr>
          <p:spPr>
            <a:xfrm>
              <a:off x="5058506" y="54134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t1242"/>
            <p:cNvSpPr/>
            <p:nvPr/>
          </p:nvSpPr>
          <p:spPr>
            <a:xfrm>
              <a:off x="5012981" y="51281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t1243"/>
            <p:cNvSpPr/>
            <p:nvPr/>
          </p:nvSpPr>
          <p:spPr>
            <a:xfrm>
              <a:off x="5195083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t1244"/>
            <p:cNvSpPr/>
            <p:nvPr/>
          </p:nvSpPr>
          <p:spPr>
            <a:xfrm>
              <a:off x="5240609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t1245"/>
            <p:cNvSpPr/>
            <p:nvPr/>
          </p:nvSpPr>
          <p:spPr>
            <a:xfrm>
              <a:off x="4830878" y="53420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t1246"/>
            <p:cNvSpPr/>
            <p:nvPr/>
          </p:nvSpPr>
          <p:spPr>
            <a:xfrm>
              <a:off x="5559289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t1247"/>
            <p:cNvSpPr/>
            <p:nvPr/>
          </p:nvSpPr>
          <p:spPr>
            <a:xfrm>
              <a:off x="5377186" y="51994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t1248"/>
            <p:cNvSpPr/>
            <p:nvPr/>
          </p:nvSpPr>
          <p:spPr>
            <a:xfrm>
              <a:off x="5877968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t1249"/>
            <p:cNvSpPr/>
            <p:nvPr/>
          </p:nvSpPr>
          <p:spPr>
            <a:xfrm>
              <a:off x="5104032" y="51281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t1250"/>
            <p:cNvSpPr/>
            <p:nvPr/>
          </p:nvSpPr>
          <p:spPr>
            <a:xfrm>
              <a:off x="6014545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t1251"/>
            <p:cNvSpPr/>
            <p:nvPr/>
          </p:nvSpPr>
          <p:spPr>
            <a:xfrm>
              <a:off x="6697430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t1252"/>
            <p:cNvSpPr/>
            <p:nvPr/>
          </p:nvSpPr>
          <p:spPr>
            <a:xfrm>
              <a:off x="5240609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t1253"/>
            <p:cNvSpPr/>
            <p:nvPr/>
          </p:nvSpPr>
          <p:spPr>
            <a:xfrm>
              <a:off x="5741391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t1254"/>
            <p:cNvSpPr/>
            <p:nvPr/>
          </p:nvSpPr>
          <p:spPr>
            <a:xfrm>
              <a:off x="5331660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t1255"/>
            <p:cNvSpPr/>
            <p:nvPr/>
          </p:nvSpPr>
          <p:spPr>
            <a:xfrm>
              <a:off x="5650340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t1256"/>
            <p:cNvSpPr/>
            <p:nvPr/>
          </p:nvSpPr>
          <p:spPr>
            <a:xfrm>
              <a:off x="5331660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t1257"/>
            <p:cNvSpPr/>
            <p:nvPr/>
          </p:nvSpPr>
          <p:spPr>
            <a:xfrm>
              <a:off x="5422712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t1258"/>
            <p:cNvSpPr/>
            <p:nvPr/>
          </p:nvSpPr>
          <p:spPr>
            <a:xfrm>
              <a:off x="5832443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t1259"/>
            <p:cNvSpPr/>
            <p:nvPr/>
          </p:nvSpPr>
          <p:spPr>
            <a:xfrm>
              <a:off x="6469802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t1260"/>
            <p:cNvSpPr/>
            <p:nvPr/>
          </p:nvSpPr>
          <p:spPr>
            <a:xfrm>
              <a:off x="5786917" y="522324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t1261"/>
            <p:cNvSpPr/>
            <p:nvPr/>
          </p:nvSpPr>
          <p:spPr>
            <a:xfrm>
              <a:off x="5286135" y="472408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t1262"/>
            <p:cNvSpPr/>
            <p:nvPr/>
          </p:nvSpPr>
          <p:spPr>
            <a:xfrm>
              <a:off x="5240609" y="500931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t1263"/>
            <p:cNvSpPr/>
            <p:nvPr/>
          </p:nvSpPr>
          <p:spPr>
            <a:xfrm>
              <a:off x="5923494" y="446261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t1264"/>
            <p:cNvSpPr/>
            <p:nvPr/>
          </p:nvSpPr>
          <p:spPr>
            <a:xfrm>
              <a:off x="4830878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t1265"/>
            <p:cNvSpPr/>
            <p:nvPr/>
          </p:nvSpPr>
          <p:spPr>
            <a:xfrm>
              <a:off x="5923494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t1266"/>
            <p:cNvSpPr/>
            <p:nvPr/>
          </p:nvSpPr>
          <p:spPr>
            <a:xfrm>
              <a:off x="5012981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t1267"/>
            <p:cNvSpPr/>
            <p:nvPr/>
          </p:nvSpPr>
          <p:spPr>
            <a:xfrm>
              <a:off x="5331660" y="48904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t1268"/>
            <p:cNvSpPr/>
            <p:nvPr/>
          </p:nvSpPr>
          <p:spPr>
            <a:xfrm>
              <a:off x="4512198" y="55560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t1269"/>
            <p:cNvSpPr/>
            <p:nvPr/>
          </p:nvSpPr>
          <p:spPr>
            <a:xfrm>
              <a:off x="5786917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t1270"/>
            <p:cNvSpPr/>
            <p:nvPr/>
          </p:nvSpPr>
          <p:spPr>
            <a:xfrm>
              <a:off x="6287699" y="412983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t1271"/>
            <p:cNvSpPr/>
            <p:nvPr/>
          </p:nvSpPr>
          <p:spPr>
            <a:xfrm>
              <a:off x="5923494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t1272"/>
            <p:cNvSpPr/>
            <p:nvPr/>
          </p:nvSpPr>
          <p:spPr>
            <a:xfrm>
              <a:off x="642427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t1273"/>
            <p:cNvSpPr/>
            <p:nvPr/>
          </p:nvSpPr>
          <p:spPr>
            <a:xfrm>
              <a:off x="4967455" y="55560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t1274"/>
            <p:cNvSpPr/>
            <p:nvPr/>
          </p:nvSpPr>
          <p:spPr>
            <a:xfrm>
              <a:off x="5468237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t1275"/>
            <p:cNvSpPr/>
            <p:nvPr/>
          </p:nvSpPr>
          <p:spPr>
            <a:xfrm>
              <a:off x="5149558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t1276"/>
            <p:cNvSpPr/>
            <p:nvPr/>
          </p:nvSpPr>
          <p:spPr>
            <a:xfrm>
              <a:off x="5650340" y="467654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t1277"/>
            <p:cNvSpPr/>
            <p:nvPr/>
          </p:nvSpPr>
          <p:spPr>
            <a:xfrm>
              <a:off x="6560853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t1278"/>
            <p:cNvSpPr/>
            <p:nvPr/>
          </p:nvSpPr>
          <p:spPr>
            <a:xfrm>
              <a:off x="5422712" y="472408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t1279"/>
            <p:cNvSpPr/>
            <p:nvPr/>
          </p:nvSpPr>
          <p:spPr>
            <a:xfrm>
              <a:off x="5104032" y="51994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t1280"/>
            <p:cNvSpPr/>
            <p:nvPr/>
          </p:nvSpPr>
          <p:spPr>
            <a:xfrm>
              <a:off x="5923494" y="40585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t1281"/>
            <p:cNvSpPr/>
            <p:nvPr/>
          </p:nvSpPr>
          <p:spPr>
            <a:xfrm>
              <a:off x="6651905" y="377328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t1282"/>
            <p:cNvSpPr/>
            <p:nvPr/>
          </p:nvSpPr>
          <p:spPr>
            <a:xfrm>
              <a:off x="5923494" y="40585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t1283"/>
            <p:cNvSpPr/>
            <p:nvPr/>
          </p:nvSpPr>
          <p:spPr>
            <a:xfrm>
              <a:off x="5468237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t1284"/>
            <p:cNvSpPr/>
            <p:nvPr/>
          </p:nvSpPr>
          <p:spPr>
            <a:xfrm>
              <a:off x="5786917" y="408229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t1285"/>
            <p:cNvSpPr/>
            <p:nvPr/>
          </p:nvSpPr>
          <p:spPr>
            <a:xfrm>
              <a:off x="5286135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t1286"/>
            <p:cNvSpPr/>
            <p:nvPr/>
          </p:nvSpPr>
          <p:spPr>
            <a:xfrm>
              <a:off x="6060071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t1287"/>
            <p:cNvSpPr/>
            <p:nvPr/>
          </p:nvSpPr>
          <p:spPr>
            <a:xfrm>
              <a:off x="5650340" y="429622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t1288"/>
            <p:cNvSpPr/>
            <p:nvPr/>
          </p:nvSpPr>
          <p:spPr>
            <a:xfrm>
              <a:off x="6196648" y="422491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t1289"/>
            <p:cNvSpPr/>
            <p:nvPr/>
          </p:nvSpPr>
          <p:spPr>
            <a:xfrm>
              <a:off x="6287699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t1290"/>
            <p:cNvSpPr/>
            <p:nvPr/>
          </p:nvSpPr>
          <p:spPr>
            <a:xfrm>
              <a:off x="6651905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t1291"/>
            <p:cNvSpPr/>
            <p:nvPr/>
          </p:nvSpPr>
          <p:spPr>
            <a:xfrm>
              <a:off x="6151122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t1292"/>
            <p:cNvSpPr/>
            <p:nvPr/>
          </p:nvSpPr>
          <p:spPr>
            <a:xfrm>
              <a:off x="6014545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t1293"/>
            <p:cNvSpPr/>
            <p:nvPr/>
          </p:nvSpPr>
          <p:spPr>
            <a:xfrm>
              <a:off x="6014545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t1294"/>
            <p:cNvSpPr/>
            <p:nvPr/>
          </p:nvSpPr>
          <p:spPr>
            <a:xfrm>
              <a:off x="6560853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t1295"/>
            <p:cNvSpPr/>
            <p:nvPr/>
          </p:nvSpPr>
          <p:spPr>
            <a:xfrm>
              <a:off x="5832443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t1296"/>
            <p:cNvSpPr/>
            <p:nvPr/>
          </p:nvSpPr>
          <p:spPr>
            <a:xfrm>
              <a:off x="5286135" y="524701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t1297"/>
            <p:cNvSpPr/>
            <p:nvPr/>
          </p:nvSpPr>
          <p:spPr>
            <a:xfrm>
              <a:off x="6651905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t1298"/>
            <p:cNvSpPr/>
            <p:nvPr/>
          </p:nvSpPr>
          <p:spPr>
            <a:xfrm>
              <a:off x="5422712" y="55560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t1299"/>
            <p:cNvSpPr/>
            <p:nvPr/>
          </p:nvSpPr>
          <p:spPr>
            <a:xfrm>
              <a:off x="6196648" y="422491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t1300"/>
            <p:cNvSpPr/>
            <p:nvPr/>
          </p:nvSpPr>
          <p:spPr>
            <a:xfrm>
              <a:off x="6287699" y="422491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t1301"/>
            <p:cNvSpPr/>
            <p:nvPr/>
          </p:nvSpPr>
          <p:spPr>
            <a:xfrm>
              <a:off x="6287699" y="412983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t1302"/>
            <p:cNvSpPr/>
            <p:nvPr/>
          </p:nvSpPr>
          <p:spPr>
            <a:xfrm>
              <a:off x="6151122" y="408229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t1303"/>
            <p:cNvSpPr/>
            <p:nvPr/>
          </p:nvSpPr>
          <p:spPr>
            <a:xfrm>
              <a:off x="6333225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t1304"/>
            <p:cNvSpPr/>
            <p:nvPr/>
          </p:nvSpPr>
          <p:spPr>
            <a:xfrm>
              <a:off x="5559289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t1305"/>
            <p:cNvSpPr/>
            <p:nvPr/>
          </p:nvSpPr>
          <p:spPr>
            <a:xfrm>
              <a:off x="5468237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t1306"/>
            <p:cNvSpPr/>
            <p:nvPr/>
          </p:nvSpPr>
          <p:spPr>
            <a:xfrm>
              <a:off x="5104032" y="479539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t1307"/>
            <p:cNvSpPr/>
            <p:nvPr/>
          </p:nvSpPr>
          <p:spPr>
            <a:xfrm>
              <a:off x="5604814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t1308"/>
            <p:cNvSpPr/>
            <p:nvPr/>
          </p:nvSpPr>
          <p:spPr>
            <a:xfrm>
              <a:off x="5195083" y="48904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t1309"/>
            <p:cNvSpPr/>
            <p:nvPr/>
          </p:nvSpPr>
          <p:spPr>
            <a:xfrm>
              <a:off x="6606379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t1310"/>
            <p:cNvSpPr/>
            <p:nvPr/>
          </p:nvSpPr>
          <p:spPr>
            <a:xfrm>
              <a:off x="5422712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t1311"/>
            <p:cNvSpPr/>
            <p:nvPr/>
          </p:nvSpPr>
          <p:spPr>
            <a:xfrm>
              <a:off x="5786917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t1312"/>
            <p:cNvSpPr/>
            <p:nvPr/>
          </p:nvSpPr>
          <p:spPr>
            <a:xfrm>
              <a:off x="5832443" y="43199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t1313"/>
            <p:cNvSpPr/>
            <p:nvPr/>
          </p:nvSpPr>
          <p:spPr>
            <a:xfrm>
              <a:off x="6105597" y="460523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t1314"/>
            <p:cNvSpPr/>
            <p:nvPr/>
          </p:nvSpPr>
          <p:spPr>
            <a:xfrm>
              <a:off x="5468237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t1315"/>
            <p:cNvSpPr/>
            <p:nvPr/>
          </p:nvSpPr>
          <p:spPr>
            <a:xfrm>
              <a:off x="5240609" y="49142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t1316"/>
            <p:cNvSpPr/>
            <p:nvPr/>
          </p:nvSpPr>
          <p:spPr>
            <a:xfrm>
              <a:off x="6105597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t1317"/>
            <p:cNvSpPr/>
            <p:nvPr/>
          </p:nvSpPr>
          <p:spPr>
            <a:xfrm>
              <a:off x="5832443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t1318"/>
            <p:cNvSpPr/>
            <p:nvPr/>
          </p:nvSpPr>
          <p:spPr>
            <a:xfrm>
              <a:off x="5377186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t1319"/>
            <p:cNvSpPr/>
            <p:nvPr/>
          </p:nvSpPr>
          <p:spPr>
            <a:xfrm>
              <a:off x="5422712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t1320"/>
            <p:cNvSpPr/>
            <p:nvPr/>
          </p:nvSpPr>
          <p:spPr>
            <a:xfrm>
              <a:off x="5377186" y="51994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t1321"/>
            <p:cNvSpPr/>
            <p:nvPr/>
          </p:nvSpPr>
          <p:spPr>
            <a:xfrm>
              <a:off x="5331660" y="486670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t1322"/>
            <p:cNvSpPr/>
            <p:nvPr/>
          </p:nvSpPr>
          <p:spPr>
            <a:xfrm>
              <a:off x="5149558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t1323"/>
            <p:cNvSpPr/>
            <p:nvPr/>
          </p:nvSpPr>
          <p:spPr>
            <a:xfrm>
              <a:off x="5877968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t1324"/>
            <p:cNvSpPr/>
            <p:nvPr/>
          </p:nvSpPr>
          <p:spPr>
            <a:xfrm>
              <a:off x="5195083" y="493800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t1325"/>
            <p:cNvSpPr/>
            <p:nvPr/>
          </p:nvSpPr>
          <p:spPr>
            <a:xfrm>
              <a:off x="6606379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t1326"/>
            <p:cNvSpPr/>
            <p:nvPr/>
          </p:nvSpPr>
          <p:spPr>
            <a:xfrm>
              <a:off x="5422712" y="479539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t1327"/>
            <p:cNvSpPr/>
            <p:nvPr/>
          </p:nvSpPr>
          <p:spPr>
            <a:xfrm>
              <a:off x="6651905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t1328"/>
            <p:cNvSpPr/>
            <p:nvPr/>
          </p:nvSpPr>
          <p:spPr>
            <a:xfrm>
              <a:off x="4921929" y="53420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t1329"/>
            <p:cNvSpPr/>
            <p:nvPr/>
          </p:nvSpPr>
          <p:spPr>
            <a:xfrm>
              <a:off x="5377186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t1330"/>
            <p:cNvSpPr/>
            <p:nvPr/>
          </p:nvSpPr>
          <p:spPr>
            <a:xfrm>
              <a:off x="5331660" y="49142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t1331"/>
            <p:cNvSpPr/>
            <p:nvPr/>
          </p:nvSpPr>
          <p:spPr>
            <a:xfrm>
              <a:off x="5513763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t1332"/>
            <p:cNvSpPr/>
            <p:nvPr/>
          </p:nvSpPr>
          <p:spPr>
            <a:xfrm>
              <a:off x="5240609" y="515193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t1333"/>
            <p:cNvSpPr/>
            <p:nvPr/>
          </p:nvSpPr>
          <p:spPr>
            <a:xfrm>
              <a:off x="6697430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t1334"/>
            <p:cNvSpPr/>
            <p:nvPr/>
          </p:nvSpPr>
          <p:spPr>
            <a:xfrm>
              <a:off x="5377186" y="50806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t1335"/>
            <p:cNvSpPr/>
            <p:nvPr/>
          </p:nvSpPr>
          <p:spPr>
            <a:xfrm>
              <a:off x="5650340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t1336"/>
            <p:cNvSpPr/>
            <p:nvPr/>
          </p:nvSpPr>
          <p:spPr>
            <a:xfrm>
              <a:off x="5240609" y="59838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t1337"/>
            <p:cNvSpPr/>
            <p:nvPr/>
          </p:nvSpPr>
          <p:spPr>
            <a:xfrm>
              <a:off x="5513763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t1338"/>
            <p:cNvSpPr/>
            <p:nvPr/>
          </p:nvSpPr>
          <p:spPr>
            <a:xfrm>
              <a:off x="6060071" y="415360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t1339"/>
            <p:cNvSpPr/>
            <p:nvPr/>
          </p:nvSpPr>
          <p:spPr>
            <a:xfrm>
              <a:off x="5286135" y="474785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t1340"/>
            <p:cNvSpPr/>
            <p:nvPr/>
          </p:nvSpPr>
          <p:spPr>
            <a:xfrm>
              <a:off x="5559289" y="451015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t1341"/>
            <p:cNvSpPr/>
            <p:nvPr/>
          </p:nvSpPr>
          <p:spPr>
            <a:xfrm>
              <a:off x="5877968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t1342"/>
            <p:cNvSpPr/>
            <p:nvPr/>
          </p:nvSpPr>
          <p:spPr>
            <a:xfrm>
              <a:off x="5923494" y="40109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t1343"/>
            <p:cNvSpPr/>
            <p:nvPr/>
          </p:nvSpPr>
          <p:spPr>
            <a:xfrm>
              <a:off x="6242174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t1344"/>
            <p:cNvSpPr/>
            <p:nvPr/>
          </p:nvSpPr>
          <p:spPr>
            <a:xfrm>
              <a:off x="5104032" y="522324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t1345"/>
            <p:cNvSpPr/>
            <p:nvPr/>
          </p:nvSpPr>
          <p:spPr>
            <a:xfrm>
              <a:off x="5877968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t1346"/>
            <p:cNvSpPr/>
            <p:nvPr/>
          </p:nvSpPr>
          <p:spPr>
            <a:xfrm>
              <a:off x="5377186" y="53420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t1347"/>
            <p:cNvSpPr/>
            <p:nvPr/>
          </p:nvSpPr>
          <p:spPr>
            <a:xfrm>
              <a:off x="6060071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t1348"/>
            <p:cNvSpPr/>
            <p:nvPr/>
          </p:nvSpPr>
          <p:spPr>
            <a:xfrm>
              <a:off x="5559289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t1349"/>
            <p:cNvSpPr/>
            <p:nvPr/>
          </p:nvSpPr>
          <p:spPr>
            <a:xfrm>
              <a:off x="5468237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t1350"/>
            <p:cNvSpPr/>
            <p:nvPr/>
          </p:nvSpPr>
          <p:spPr>
            <a:xfrm>
              <a:off x="5195083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t1351"/>
            <p:cNvSpPr/>
            <p:nvPr/>
          </p:nvSpPr>
          <p:spPr>
            <a:xfrm>
              <a:off x="4830878" y="58174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t1352"/>
            <p:cNvSpPr/>
            <p:nvPr/>
          </p:nvSpPr>
          <p:spPr>
            <a:xfrm>
              <a:off x="6060071" y="446261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t1353"/>
            <p:cNvSpPr/>
            <p:nvPr/>
          </p:nvSpPr>
          <p:spPr>
            <a:xfrm>
              <a:off x="6469802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t1354"/>
            <p:cNvSpPr/>
            <p:nvPr/>
          </p:nvSpPr>
          <p:spPr>
            <a:xfrm>
              <a:off x="5377186" y="493800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t1355"/>
            <p:cNvSpPr/>
            <p:nvPr/>
          </p:nvSpPr>
          <p:spPr>
            <a:xfrm>
              <a:off x="5422712" y="50806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t1356"/>
            <p:cNvSpPr/>
            <p:nvPr/>
          </p:nvSpPr>
          <p:spPr>
            <a:xfrm>
              <a:off x="5877968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t1357"/>
            <p:cNvSpPr/>
            <p:nvPr/>
          </p:nvSpPr>
          <p:spPr>
            <a:xfrm>
              <a:off x="6287699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t1358"/>
            <p:cNvSpPr/>
            <p:nvPr/>
          </p:nvSpPr>
          <p:spPr>
            <a:xfrm>
              <a:off x="6014545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t1359"/>
            <p:cNvSpPr/>
            <p:nvPr/>
          </p:nvSpPr>
          <p:spPr>
            <a:xfrm>
              <a:off x="6560853" y="40109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t1360"/>
            <p:cNvSpPr/>
            <p:nvPr/>
          </p:nvSpPr>
          <p:spPr>
            <a:xfrm>
              <a:off x="5650340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t1361"/>
            <p:cNvSpPr/>
            <p:nvPr/>
          </p:nvSpPr>
          <p:spPr>
            <a:xfrm>
              <a:off x="6060071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t1362"/>
            <p:cNvSpPr/>
            <p:nvPr/>
          </p:nvSpPr>
          <p:spPr>
            <a:xfrm>
              <a:off x="6879533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t1363"/>
            <p:cNvSpPr/>
            <p:nvPr/>
          </p:nvSpPr>
          <p:spPr>
            <a:xfrm>
              <a:off x="5695866" y="479539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t1364"/>
            <p:cNvSpPr/>
            <p:nvPr/>
          </p:nvSpPr>
          <p:spPr>
            <a:xfrm>
              <a:off x="5195083" y="515193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t1365"/>
            <p:cNvSpPr/>
            <p:nvPr/>
          </p:nvSpPr>
          <p:spPr>
            <a:xfrm>
              <a:off x="5741391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t1366"/>
            <p:cNvSpPr/>
            <p:nvPr/>
          </p:nvSpPr>
          <p:spPr>
            <a:xfrm>
              <a:off x="5969020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t1367"/>
            <p:cNvSpPr/>
            <p:nvPr/>
          </p:nvSpPr>
          <p:spPr>
            <a:xfrm>
              <a:off x="6606379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t1368"/>
            <p:cNvSpPr/>
            <p:nvPr/>
          </p:nvSpPr>
          <p:spPr>
            <a:xfrm>
              <a:off x="5331660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t1369"/>
            <p:cNvSpPr/>
            <p:nvPr/>
          </p:nvSpPr>
          <p:spPr>
            <a:xfrm>
              <a:off x="5286135" y="53420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t1370"/>
            <p:cNvSpPr/>
            <p:nvPr/>
          </p:nvSpPr>
          <p:spPr>
            <a:xfrm>
              <a:off x="5104032" y="522324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t1371"/>
            <p:cNvSpPr/>
            <p:nvPr/>
          </p:nvSpPr>
          <p:spPr>
            <a:xfrm>
              <a:off x="642427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t1372"/>
            <p:cNvSpPr/>
            <p:nvPr/>
          </p:nvSpPr>
          <p:spPr>
            <a:xfrm>
              <a:off x="4967455" y="531832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t1373"/>
            <p:cNvSpPr/>
            <p:nvPr/>
          </p:nvSpPr>
          <p:spPr>
            <a:xfrm>
              <a:off x="5286135" y="538963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t1374"/>
            <p:cNvSpPr/>
            <p:nvPr/>
          </p:nvSpPr>
          <p:spPr>
            <a:xfrm>
              <a:off x="6834007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t1375"/>
            <p:cNvSpPr/>
            <p:nvPr/>
          </p:nvSpPr>
          <p:spPr>
            <a:xfrm>
              <a:off x="4830878" y="51994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t1376"/>
            <p:cNvSpPr/>
            <p:nvPr/>
          </p:nvSpPr>
          <p:spPr>
            <a:xfrm>
              <a:off x="5104032" y="579372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t1377"/>
            <p:cNvSpPr/>
            <p:nvPr/>
          </p:nvSpPr>
          <p:spPr>
            <a:xfrm>
              <a:off x="6242174" y="415360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t1378"/>
            <p:cNvSpPr/>
            <p:nvPr/>
          </p:nvSpPr>
          <p:spPr>
            <a:xfrm>
              <a:off x="6196648" y="451015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t1379"/>
            <p:cNvSpPr/>
            <p:nvPr/>
          </p:nvSpPr>
          <p:spPr>
            <a:xfrm>
              <a:off x="5832443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t1380"/>
            <p:cNvSpPr/>
            <p:nvPr/>
          </p:nvSpPr>
          <p:spPr>
            <a:xfrm>
              <a:off x="5058506" y="517570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t1381"/>
            <p:cNvSpPr/>
            <p:nvPr/>
          </p:nvSpPr>
          <p:spPr>
            <a:xfrm>
              <a:off x="5832443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t1382"/>
            <p:cNvSpPr/>
            <p:nvPr/>
          </p:nvSpPr>
          <p:spPr>
            <a:xfrm>
              <a:off x="5741391" y="415360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t1383"/>
            <p:cNvSpPr/>
            <p:nvPr/>
          </p:nvSpPr>
          <p:spPr>
            <a:xfrm>
              <a:off x="5604814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t1384"/>
            <p:cNvSpPr/>
            <p:nvPr/>
          </p:nvSpPr>
          <p:spPr>
            <a:xfrm>
              <a:off x="6014545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t1385"/>
            <p:cNvSpPr/>
            <p:nvPr/>
          </p:nvSpPr>
          <p:spPr>
            <a:xfrm>
              <a:off x="5604814" y="43199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t1386"/>
            <p:cNvSpPr/>
            <p:nvPr/>
          </p:nvSpPr>
          <p:spPr>
            <a:xfrm>
              <a:off x="5149558" y="57699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tx1387"/>
            <p:cNvSpPr/>
            <p:nvPr/>
          </p:nvSpPr>
          <p:spPr>
            <a:xfrm>
              <a:off x="4515114" y="3710652"/>
              <a:ext cx="91715" cy="909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388" name="tx1388"/>
            <p:cNvSpPr/>
            <p:nvPr/>
          </p:nvSpPr>
          <p:spPr>
            <a:xfrm>
              <a:off x="4620465" y="3675101"/>
              <a:ext cx="49441" cy="638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389" name="tx1389"/>
            <p:cNvSpPr/>
            <p:nvPr/>
          </p:nvSpPr>
          <p:spPr>
            <a:xfrm>
              <a:off x="4669907" y="3801561"/>
              <a:ext cx="3478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390" name="tx1390"/>
            <p:cNvSpPr/>
            <p:nvPr/>
          </p:nvSpPr>
          <p:spPr>
            <a:xfrm>
              <a:off x="4704696" y="3763548"/>
              <a:ext cx="74166" cy="380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1391" name="tx1391"/>
            <p:cNvSpPr/>
            <p:nvPr/>
          </p:nvSpPr>
          <p:spPr>
            <a:xfrm>
              <a:off x="4778862" y="3801561"/>
              <a:ext cx="3478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392" name="tx1392"/>
            <p:cNvSpPr/>
            <p:nvPr/>
          </p:nvSpPr>
          <p:spPr>
            <a:xfrm>
              <a:off x="4813651" y="3708667"/>
              <a:ext cx="247178" cy="928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0.73</a:t>
              </a:r>
            </a:p>
          </p:txBody>
        </p:sp>
        <p:sp>
          <p:nvSpPr>
            <p:cNvPr id="1393" name="pl1393"/>
            <p:cNvSpPr/>
            <p:nvPr/>
          </p:nvSpPr>
          <p:spPr>
            <a:xfrm>
              <a:off x="4498269" y="3533908"/>
              <a:ext cx="2708362" cy="2094008"/>
            </a:xfrm>
            <a:custGeom>
              <a:avLst/>
              <a:pathLst>
                <a:path w="2708362" h="2094008">
                  <a:moveTo>
                    <a:pt x="0" y="2094008"/>
                  </a:moveTo>
                  <a:lnTo>
                    <a:pt x="38034" y="2064602"/>
                  </a:lnTo>
                  <a:lnTo>
                    <a:pt x="76068" y="2035195"/>
                  </a:lnTo>
                  <a:lnTo>
                    <a:pt x="114102" y="2005788"/>
                  </a:lnTo>
                  <a:lnTo>
                    <a:pt x="152136" y="1976382"/>
                  </a:lnTo>
                  <a:lnTo>
                    <a:pt x="190170" y="1946975"/>
                  </a:lnTo>
                  <a:lnTo>
                    <a:pt x="228204" y="1917569"/>
                  </a:lnTo>
                  <a:lnTo>
                    <a:pt x="266238" y="1888162"/>
                  </a:lnTo>
                  <a:lnTo>
                    <a:pt x="304272" y="1858755"/>
                  </a:lnTo>
                  <a:lnTo>
                    <a:pt x="342306" y="1829349"/>
                  </a:lnTo>
                  <a:lnTo>
                    <a:pt x="380340" y="1799942"/>
                  </a:lnTo>
                  <a:lnTo>
                    <a:pt x="418375" y="1770536"/>
                  </a:lnTo>
                  <a:lnTo>
                    <a:pt x="456409" y="1741129"/>
                  </a:lnTo>
                  <a:lnTo>
                    <a:pt x="494443" y="1711722"/>
                  </a:lnTo>
                  <a:lnTo>
                    <a:pt x="532477" y="1682316"/>
                  </a:lnTo>
                  <a:lnTo>
                    <a:pt x="570511" y="1652909"/>
                  </a:lnTo>
                  <a:lnTo>
                    <a:pt x="608545" y="1623503"/>
                  </a:lnTo>
                  <a:lnTo>
                    <a:pt x="646579" y="1594096"/>
                  </a:lnTo>
                  <a:lnTo>
                    <a:pt x="684613" y="1564689"/>
                  </a:lnTo>
                  <a:lnTo>
                    <a:pt x="722647" y="1535283"/>
                  </a:lnTo>
                  <a:lnTo>
                    <a:pt x="760681" y="1505876"/>
                  </a:lnTo>
                  <a:lnTo>
                    <a:pt x="798716" y="1476470"/>
                  </a:lnTo>
                  <a:lnTo>
                    <a:pt x="836750" y="1447063"/>
                  </a:lnTo>
                  <a:lnTo>
                    <a:pt x="874784" y="1417656"/>
                  </a:lnTo>
                  <a:lnTo>
                    <a:pt x="912818" y="1388250"/>
                  </a:lnTo>
                  <a:lnTo>
                    <a:pt x="950852" y="1358843"/>
                  </a:lnTo>
                  <a:lnTo>
                    <a:pt x="988886" y="1329437"/>
                  </a:lnTo>
                  <a:lnTo>
                    <a:pt x="1026920" y="1300030"/>
                  </a:lnTo>
                  <a:lnTo>
                    <a:pt x="1064954" y="1270623"/>
                  </a:lnTo>
                  <a:lnTo>
                    <a:pt x="1102988" y="1241217"/>
                  </a:lnTo>
                  <a:lnTo>
                    <a:pt x="1141022" y="1211810"/>
                  </a:lnTo>
                  <a:lnTo>
                    <a:pt x="1179057" y="1182404"/>
                  </a:lnTo>
                  <a:lnTo>
                    <a:pt x="1217091" y="1152997"/>
                  </a:lnTo>
                  <a:lnTo>
                    <a:pt x="1255125" y="1123590"/>
                  </a:lnTo>
                  <a:lnTo>
                    <a:pt x="1293159" y="1094184"/>
                  </a:lnTo>
                  <a:lnTo>
                    <a:pt x="1331193" y="1064777"/>
                  </a:lnTo>
                  <a:lnTo>
                    <a:pt x="1369227" y="1035371"/>
                  </a:lnTo>
                  <a:lnTo>
                    <a:pt x="1407261" y="1005964"/>
                  </a:lnTo>
                  <a:lnTo>
                    <a:pt x="1445295" y="976557"/>
                  </a:lnTo>
                  <a:lnTo>
                    <a:pt x="1483329" y="947151"/>
                  </a:lnTo>
                  <a:lnTo>
                    <a:pt x="1521363" y="917744"/>
                  </a:lnTo>
                  <a:lnTo>
                    <a:pt x="1559398" y="888338"/>
                  </a:lnTo>
                  <a:lnTo>
                    <a:pt x="1597432" y="858931"/>
                  </a:lnTo>
                  <a:lnTo>
                    <a:pt x="1635466" y="829524"/>
                  </a:lnTo>
                  <a:lnTo>
                    <a:pt x="1673500" y="800118"/>
                  </a:lnTo>
                  <a:lnTo>
                    <a:pt x="1711534" y="770711"/>
                  </a:lnTo>
                  <a:lnTo>
                    <a:pt x="1749568" y="741305"/>
                  </a:lnTo>
                  <a:lnTo>
                    <a:pt x="1787602" y="711898"/>
                  </a:lnTo>
                  <a:lnTo>
                    <a:pt x="1825636" y="682491"/>
                  </a:lnTo>
                  <a:lnTo>
                    <a:pt x="1863670" y="653085"/>
                  </a:lnTo>
                  <a:lnTo>
                    <a:pt x="1901704" y="623678"/>
                  </a:lnTo>
                  <a:lnTo>
                    <a:pt x="1939739" y="594272"/>
                  </a:lnTo>
                  <a:lnTo>
                    <a:pt x="1977773" y="564865"/>
                  </a:lnTo>
                  <a:lnTo>
                    <a:pt x="2015807" y="535458"/>
                  </a:lnTo>
                  <a:lnTo>
                    <a:pt x="2053841" y="506052"/>
                  </a:lnTo>
                  <a:lnTo>
                    <a:pt x="2091875" y="476645"/>
                  </a:lnTo>
                  <a:lnTo>
                    <a:pt x="2129909" y="447239"/>
                  </a:lnTo>
                  <a:lnTo>
                    <a:pt x="2167943" y="417832"/>
                  </a:lnTo>
                  <a:lnTo>
                    <a:pt x="2205977" y="388425"/>
                  </a:lnTo>
                  <a:lnTo>
                    <a:pt x="2244011" y="359019"/>
                  </a:lnTo>
                  <a:lnTo>
                    <a:pt x="2282045" y="329612"/>
                  </a:lnTo>
                  <a:lnTo>
                    <a:pt x="2320080" y="300206"/>
                  </a:lnTo>
                  <a:lnTo>
                    <a:pt x="2358114" y="270799"/>
                  </a:lnTo>
                  <a:lnTo>
                    <a:pt x="2396148" y="241392"/>
                  </a:lnTo>
                  <a:lnTo>
                    <a:pt x="2434182" y="211986"/>
                  </a:lnTo>
                  <a:lnTo>
                    <a:pt x="2472216" y="182579"/>
                  </a:lnTo>
                  <a:lnTo>
                    <a:pt x="2510250" y="153173"/>
                  </a:lnTo>
                  <a:lnTo>
                    <a:pt x="2548284" y="123766"/>
                  </a:lnTo>
                  <a:lnTo>
                    <a:pt x="2586318" y="94359"/>
                  </a:lnTo>
                  <a:lnTo>
                    <a:pt x="2624352" y="64953"/>
                  </a:lnTo>
                  <a:lnTo>
                    <a:pt x="2662386" y="35546"/>
                  </a:lnTo>
                  <a:lnTo>
                    <a:pt x="2700421" y="6140"/>
                  </a:lnTo>
                  <a:lnTo>
                    <a:pt x="2708362" y="0"/>
                  </a:lnTo>
                </a:path>
              </a:pathLst>
            </a:custGeom>
            <a:ln w="34492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l1394"/>
            <p:cNvSpPr/>
            <p:nvPr/>
          </p:nvSpPr>
          <p:spPr>
            <a:xfrm>
              <a:off x="8124181" y="2960435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l1395"/>
            <p:cNvSpPr/>
            <p:nvPr/>
          </p:nvSpPr>
          <p:spPr>
            <a:xfrm>
              <a:off x="8124181" y="2247340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l1396"/>
            <p:cNvSpPr/>
            <p:nvPr/>
          </p:nvSpPr>
          <p:spPr>
            <a:xfrm>
              <a:off x="8124181" y="1534245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l1397"/>
            <p:cNvSpPr/>
            <p:nvPr/>
          </p:nvSpPr>
          <p:spPr>
            <a:xfrm>
              <a:off x="8124181" y="821150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l1398"/>
            <p:cNvSpPr/>
            <p:nvPr/>
          </p:nvSpPr>
          <p:spPr>
            <a:xfrm>
              <a:off x="8854109" y="621484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l1399"/>
            <p:cNvSpPr/>
            <p:nvPr/>
          </p:nvSpPr>
          <p:spPr>
            <a:xfrm>
              <a:off x="9977076" y="621484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l1400"/>
            <p:cNvSpPr/>
            <p:nvPr/>
          </p:nvSpPr>
          <p:spPr>
            <a:xfrm>
              <a:off x="11100042" y="621484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l1401"/>
            <p:cNvSpPr/>
            <p:nvPr/>
          </p:nvSpPr>
          <p:spPr>
            <a:xfrm>
              <a:off x="8124181" y="3316983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l1402"/>
            <p:cNvSpPr/>
            <p:nvPr/>
          </p:nvSpPr>
          <p:spPr>
            <a:xfrm>
              <a:off x="8124181" y="2603888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l1403"/>
            <p:cNvSpPr/>
            <p:nvPr/>
          </p:nvSpPr>
          <p:spPr>
            <a:xfrm>
              <a:off x="8124181" y="1890793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l1404"/>
            <p:cNvSpPr/>
            <p:nvPr/>
          </p:nvSpPr>
          <p:spPr>
            <a:xfrm>
              <a:off x="8124181" y="1177698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l1405"/>
            <p:cNvSpPr/>
            <p:nvPr/>
          </p:nvSpPr>
          <p:spPr>
            <a:xfrm>
              <a:off x="8292626" y="621484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l1406"/>
            <p:cNvSpPr/>
            <p:nvPr/>
          </p:nvSpPr>
          <p:spPr>
            <a:xfrm>
              <a:off x="9415593" y="621484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l1407"/>
            <p:cNvSpPr/>
            <p:nvPr/>
          </p:nvSpPr>
          <p:spPr>
            <a:xfrm>
              <a:off x="10538559" y="621484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l1408"/>
            <p:cNvSpPr/>
            <p:nvPr/>
          </p:nvSpPr>
          <p:spPr>
            <a:xfrm>
              <a:off x="11661525" y="621484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t1409"/>
            <p:cNvSpPr/>
            <p:nvPr/>
          </p:nvSpPr>
          <p:spPr>
            <a:xfrm>
              <a:off x="10282369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t1410"/>
            <p:cNvSpPr/>
            <p:nvPr/>
          </p:nvSpPr>
          <p:spPr>
            <a:xfrm>
              <a:off x="11180742" y="86086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t1411"/>
            <p:cNvSpPr/>
            <p:nvPr/>
          </p:nvSpPr>
          <p:spPr>
            <a:xfrm>
              <a:off x="9608589" y="14075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t1412"/>
            <p:cNvSpPr/>
            <p:nvPr/>
          </p:nvSpPr>
          <p:spPr>
            <a:xfrm>
              <a:off x="8934809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t1413"/>
            <p:cNvSpPr/>
            <p:nvPr/>
          </p:nvSpPr>
          <p:spPr>
            <a:xfrm>
              <a:off x="9383996" y="181165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t1414"/>
            <p:cNvSpPr/>
            <p:nvPr/>
          </p:nvSpPr>
          <p:spPr>
            <a:xfrm>
              <a:off x="8710216" y="273868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t1415"/>
            <p:cNvSpPr/>
            <p:nvPr/>
          </p:nvSpPr>
          <p:spPr>
            <a:xfrm>
              <a:off x="8934809" y="20493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t1416"/>
            <p:cNvSpPr/>
            <p:nvPr/>
          </p:nvSpPr>
          <p:spPr>
            <a:xfrm>
              <a:off x="10057776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t1417"/>
            <p:cNvSpPr/>
            <p:nvPr/>
          </p:nvSpPr>
          <p:spPr>
            <a:xfrm>
              <a:off x="8934809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t1418"/>
            <p:cNvSpPr/>
            <p:nvPr/>
          </p:nvSpPr>
          <p:spPr>
            <a:xfrm>
              <a:off x="10057776" y="15739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t1419"/>
            <p:cNvSpPr/>
            <p:nvPr/>
          </p:nvSpPr>
          <p:spPr>
            <a:xfrm>
              <a:off x="9383996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t1420"/>
            <p:cNvSpPr/>
            <p:nvPr/>
          </p:nvSpPr>
          <p:spPr>
            <a:xfrm>
              <a:off x="8934809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t1421"/>
            <p:cNvSpPr/>
            <p:nvPr/>
          </p:nvSpPr>
          <p:spPr>
            <a:xfrm>
              <a:off x="10506962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t1422"/>
            <p:cNvSpPr/>
            <p:nvPr/>
          </p:nvSpPr>
          <p:spPr>
            <a:xfrm>
              <a:off x="9608589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t1423"/>
            <p:cNvSpPr/>
            <p:nvPr/>
          </p:nvSpPr>
          <p:spPr>
            <a:xfrm>
              <a:off x="10506962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t1424"/>
            <p:cNvSpPr/>
            <p:nvPr/>
          </p:nvSpPr>
          <p:spPr>
            <a:xfrm>
              <a:off x="10057776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t1425"/>
            <p:cNvSpPr/>
            <p:nvPr/>
          </p:nvSpPr>
          <p:spPr>
            <a:xfrm>
              <a:off x="8485623" y="309522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t1426"/>
            <p:cNvSpPr/>
            <p:nvPr/>
          </p:nvSpPr>
          <p:spPr>
            <a:xfrm>
              <a:off x="9383996" y="15739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t1427"/>
            <p:cNvSpPr/>
            <p:nvPr/>
          </p:nvSpPr>
          <p:spPr>
            <a:xfrm>
              <a:off x="8485623" y="254852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t1428"/>
            <p:cNvSpPr/>
            <p:nvPr/>
          </p:nvSpPr>
          <p:spPr>
            <a:xfrm>
              <a:off x="10506962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t1429"/>
            <p:cNvSpPr/>
            <p:nvPr/>
          </p:nvSpPr>
          <p:spPr>
            <a:xfrm>
              <a:off x="8934809" y="269114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t1430"/>
            <p:cNvSpPr/>
            <p:nvPr/>
          </p:nvSpPr>
          <p:spPr>
            <a:xfrm>
              <a:off x="9159403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t1431"/>
            <p:cNvSpPr/>
            <p:nvPr/>
          </p:nvSpPr>
          <p:spPr>
            <a:xfrm>
              <a:off x="10506962" y="102725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t1432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t1433"/>
            <p:cNvSpPr/>
            <p:nvPr/>
          </p:nvSpPr>
          <p:spPr>
            <a:xfrm>
              <a:off x="10956149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t1434"/>
            <p:cNvSpPr/>
            <p:nvPr/>
          </p:nvSpPr>
          <p:spPr>
            <a:xfrm>
              <a:off x="8934809" y="223951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t1435"/>
            <p:cNvSpPr/>
            <p:nvPr/>
          </p:nvSpPr>
          <p:spPr>
            <a:xfrm>
              <a:off x="8485623" y="285752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t1436"/>
            <p:cNvSpPr/>
            <p:nvPr/>
          </p:nvSpPr>
          <p:spPr>
            <a:xfrm>
              <a:off x="9833183" y="11461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t1437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t1438"/>
            <p:cNvSpPr/>
            <p:nvPr/>
          </p:nvSpPr>
          <p:spPr>
            <a:xfrm>
              <a:off x="8710216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t1439"/>
            <p:cNvSpPr/>
            <p:nvPr/>
          </p:nvSpPr>
          <p:spPr>
            <a:xfrm>
              <a:off x="10282369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t1440"/>
            <p:cNvSpPr/>
            <p:nvPr/>
          </p:nvSpPr>
          <p:spPr>
            <a:xfrm>
              <a:off x="8485623" y="231082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t1441"/>
            <p:cNvSpPr/>
            <p:nvPr/>
          </p:nvSpPr>
          <p:spPr>
            <a:xfrm>
              <a:off x="8261030" y="32140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t1442"/>
            <p:cNvSpPr/>
            <p:nvPr/>
          </p:nvSpPr>
          <p:spPr>
            <a:xfrm>
              <a:off x="8261030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t1443"/>
            <p:cNvSpPr/>
            <p:nvPr/>
          </p:nvSpPr>
          <p:spPr>
            <a:xfrm>
              <a:off x="8485623" y="30714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t1444"/>
            <p:cNvSpPr/>
            <p:nvPr/>
          </p:nvSpPr>
          <p:spPr>
            <a:xfrm>
              <a:off x="8934809" y="209689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t1445"/>
            <p:cNvSpPr/>
            <p:nvPr/>
          </p:nvSpPr>
          <p:spPr>
            <a:xfrm>
              <a:off x="8485623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t1446"/>
            <p:cNvSpPr/>
            <p:nvPr/>
          </p:nvSpPr>
          <p:spPr>
            <a:xfrm>
              <a:off x="9833183" y="162149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t1447"/>
            <p:cNvSpPr/>
            <p:nvPr/>
          </p:nvSpPr>
          <p:spPr>
            <a:xfrm>
              <a:off x="9383996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t1448"/>
            <p:cNvSpPr/>
            <p:nvPr/>
          </p:nvSpPr>
          <p:spPr>
            <a:xfrm>
              <a:off x="9159403" y="20493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t1449"/>
            <p:cNvSpPr/>
            <p:nvPr/>
          </p:nvSpPr>
          <p:spPr>
            <a:xfrm>
              <a:off x="10731556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t1450"/>
            <p:cNvSpPr/>
            <p:nvPr/>
          </p:nvSpPr>
          <p:spPr>
            <a:xfrm>
              <a:off x="10956149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t1451"/>
            <p:cNvSpPr/>
            <p:nvPr/>
          </p:nvSpPr>
          <p:spPr>
            <a:xfrm>
              <a:off x="8934809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t1452"/>
            <p:cNvSpPr/>
            <p:nvPr/>
          </p:nvSpPr>
          <p:spPr>
            <a:xfrm>
              <a:off x="8485623" y="257229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t1453"/>
            <p:cNvSpPr/>
            <p:nvPr/>
          </p:nvSpPr>
          <p:spPr>
            <a:xfrm>
              <a:off x="8710216" y="202558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t1454"/>
            <p:cNvSpPr/>
            <p:nvPr/>
          </p:nvSpPr>
          <p:spPr>
            <a:xfrm>
              <a:off x="9383996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t1455"/>
            <p:cNvSpPr/>
            <p:nvPr/>
          </p:nvSpPr>
          <p:spPr>
            <a:xfrm>
              <a:off x="8710216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t1456"/>
            <p:cNvSpPr/>
            <p:nvPr/>
          </p:nvSpPr>
          <p:spPr>
            <a:xfrm>
              <a:off x="10282369" y="102725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t1457"/>
            <p:cNvSpPr/>
            <p:nvPr/>
          </p:nvSpPr>
          <p:spPr>
            <a:xfrm>
              <a:off x="9833183" y="223951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t1458"/>
            <p:cNvSpPr/>
            <p:nvPr/>
          </p:nvSpPr>
          <p:spPr>
            <a:xfrm>
              <a:off x="10956149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t1459"/>
            <p:cNvSpPr/>
            <p:nvPr/>
          </p:nvSpPr>
          <p:spPr>
            <a:xfrm>
              <a:off x="8710216" y="269114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t1460"/>
            <p:cNvSpPr/>
            <p:nvPr/>
          </p:nvSpPr>
          <p:spPr>
            <a:xfrm>
              <a:off x="9159403" y="212066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t1461"/>
            <p:cNvSpPr/>
            <p:nvPr/>
          </p:nvSpPr>
          <p:spPr>
            <a:xfrm>
              <a:off x="10506962" y="93217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t1462"/>
            <p:cNvSpPr/>
            <p:nvPr/>
          </p:nvSpPr>
          <p:spPr>
            <a:xfrm>
              <a:off x="9159403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t1463"/>
            <p:cNvSpPr/>
            <p:nvPr/>
          </p:nvSpPr>
          <p:spPr>
            <a:xfrm>
              <a:off x="9159403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t1464"/>
            <p:cNvSpPr/>
            <p:nvPr/>
          </p:nvSpPr>
          <p:spPr>
            <a:xfrm>
              <a:off x="9608589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t1465"/>
            <p:cNvSpPr/>
            <p:nvPr/>
          </p:nvSpPr>
          <p:spPr>
            <a:xfrm>
              <a:off x="8485623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t1466"/>
            <p:cNvSpPr/>
            <p:nvPr/>
          </p:nvSpPr>
          <p:spPr>
            <a:xfrm>
              <a:off x="10506962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t1467"/>
            <p:cNvSpPr/>
            <p:nvPr/>
          </p:nvSpPr>
          <p:spPr>
            <a:xfrm>
              <a:off x="8485623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t1468"/>
            <p:cNvSpPr/>
            <p:nvPr/>
          </p:nvSpPr>
          <p:spPr>
            <a:xfrm>
              <a:off x="8934809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t1469"/>
            <p:cNvSpPr/>
            <p:nvPr/>
          </p:nvSpPr>
          <p:spPr>
            <a:xfrm>
              <a:off x="8261030" y="302391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t1470"/>
            <p:cNvSpPr/>
            <p:nvPr/>
          </p:nvSpPr>
          <p:spPr>
            <a:xfrm>
              <a:off x="8485623" y="219197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t1471"/>
            <p:cNvSpPr/>
            <p:nvPr/>
          </p:nvSpPr>
          <p:spPr>
            <a:xfrm>
              <a:off x="8261030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t1472"/>
            <p:cNvSpPr/>
            <p:nvPr/>
          </p:nvSpPr>
          <p:spPr>
            <a:xfrm>
              <a:off x="8934809" y="212066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t1473"/>
            <p:cNvSpPr/>
            <p:nvPr/>
          </p:nvSpPr>
          <p:spPr>
            <a:xfrm>
              <a:off x="9383996" y="176411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t1474"/>
            <p:cNvSpPr/>
            <p:nvPr/>
          </p:nvSpPr>
          <p:spPr>
            <a:xfrm>
              <a:off x="8485623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t1475"/>
            <p:cNvSpPr/>
            <p:nvPr/>
          </p:nvSpPr>
          <p:spPr>
            <a:xfrm>
              <a:off x="9608589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t1476"/>
            <p:cNvSpPr/>
            <p:nvPr/>
          </p:nvSpPr>
          <p:spPr>
            <a:xfrm>
              <a:off x="8710216" y="261983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t1477"/>
            <p:cNvSpPr/>
            <p:nvPr/>
          </p:nvSpPr>
          <p:spPr>
            <a:xfrm>
              <a:off x="9159403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t1478"/>
            <p:cNvSpPr/>
            <p:nvPr/>
          </p:nvSpPr>
          <p:spPr>
            <a:xfrm>
              <a:off x="9159403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t1479"/>
            <p:cNvSpPr/>
            <p:nvPr/>
          </p:nvSpPr>
          <p:spPr>
            <a:xfrm>
              <a:off x="8934809" y="20493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t1480"/>
            <p:cNvSpPr/>
            <p:nvPr/>
          </p:nvSpPr>
          <p:spPr>
            <a:xfrm>
              <a:off x="8710216" y="240590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t1481"/>
            <p:cNvSpPr/>
            <p:nvPr/>
          </p:nvSpPr>
          <p:spPr>
            <a:xfrm>
              <a:off x="8710216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t1482"/>
            <p:cNvSpPr/>
            <p:nvPr/>
          </p:nvSpPr>
          <p:spPr>
            <a:xfrm>
              <a:off x="8485623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t1483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t1484"/>
            <p:cNvSpPr/>
            <p:nvPr/>
          </p:nvSpPr>
          <p:spPr>
            <a:xfrm>
              <a:off x="9383996" y="119364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t1485"/>
            <p:cNvSpPr/>
            <p:nvPr/>
          </p:nvSpPr>
          <p:spPr>
            <a:xfrm>
              <a:off x="9833183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t1486"/>
            <p:cNvSpPr/>
            <p:nvPr/>
          </p:nvSpPr>
          <p:spPr>
            <a:xfrm>
              <a:off x="8934809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t1487"/>
            <p:cNvSpPr/>
            <p:nvPr/>
          </p:nvSpPr>
          <p:spPr>
            <a:xfrm>
              <a:off x="8261030" y="247721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t1488"/>
            <p:cNvSpPr/>
            <p:nvPr/>
          </p:nvSpPr>
          <p:spPr>
            <a:xfrm>
              <a:off x="8710216" y="269114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t1489"/>
            <p:cNvSpPr/>
            <p:nvPr/>
          </p:nvSpPr>
          <p:spPr>
            <a:xfrm>
              <a:off x="8261030" y="319030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t1490"/>
            <p:cNvSpPr/>
            <p:nvPr/>
          </p:nvSpPr>
          <p:spPr>
            <a:xfrm>
              <a:off x="9383996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t1491"/>
            <p:cNvSpPr/>
            <p:nvPr/>
          </p:nvSpPr>
          <p:spPr>
            <a:xfrm>
              <a:off x="8485623" y="32140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t1492"/>
            <p:cNvSpPr/>
            <p:nvPr/>
          </p:nvSpPr>
          <p:spPr>
            <a:xfrm>
              <a:off x="8710216" y="280998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t1493"/>
            <p:cNvSpPr/>
            <p:nvPr/>
          </p:nvSpPr>
          <p:spPr>
            <a:xfrm>
              <a:off x="9383996" y="124118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t1494"/>
            <p:cNvSpPr/>
            <p:nvPr/>
          </p:nvSpPr>
          <p:spPr>
            <a:xfrm>
              <a:off x="9159403" y="188296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t1495"/>
            <p:cNvSpPr/>
            <p:nvPr/>
          </p:nvSpPr>
          <p:spPr>
            <a:xfrm>
              <a:off x="10057776" y="116987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t1496"/>
            <p:cNvSpPr/>
            <p:nvPr/>
          </p:nvSpPr>
          <p:spPr>
            <a:xfrm>
              <a:off x="9383996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t1497"/>
            <p:cNvSpPr/>
            <p:nvPr/>
          </p:nvSpPr>
          <p:spPr>
            <a:xfrm>
              <a:off x="9608589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t1498"/>
            <p:cNvSpPr/>
            <p:nvPr/>
          </p:nvSpPr>
          <p:spPr>
            <a:xfrm>
              <a:off x="8261030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t1499"/>
            <p:cNvSpPr/>
            <p:nvPr/>
          </p:nvSpPr>
          <p:spPr>
            <a:xfrm>
              <a:off x="8934809" y="197804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t1500"/>
            <p:cNvSpPr/>
            <p:nvPr/>
          </p:nvSpPr>
          <p:spPr>
            <a:xfrm>
              <a:off x="10282369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t1501"/>
            <p:cNvSpPr/>
            <p:nvPr/>
          </p:nvSpPr>
          <p:spPr>
            <a:xfrm>
              <a:off x="8485623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t1502"/>
            <p:cNvSpPr/>
            <p:nvPr/>
          </p:nvSpPr>
          <p:spPr>
            <a:xfrm>
              <a:off x="8261030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t1503"/>
            <p:cNvSpPr/>
            <p:nvPr/>
          </p:nvSpPr>
          <p:spPr>
            <a:xfrm>
              <a:off x="8261030" y="295260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t1504"/>
            <p:cNvSpPr/>
            <p:nvPr/>
          </p:nvSpPr>
          <p:spPr>
            <a:xfrm>
              <a:off x="10731556" y="93217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t1505"/>
            <p:cNvSpPr/>
            <p:nvPr/>
          </p:nvSpPr>
          <p:spPr>
            <a:xfrm>
              <a:off x="9608589" y="14075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t1506"/>
            <p:cNvSpPr/>
            <p:nvPr/>
          </p:nvSpPr>
          <p:spPr>
            <a:xfrm>
              <a:off x="8485623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t1507"/>
            <p:cNvSpPr/>
            <p:nvPr/>
          </p:nvSpPr>
          <p:spPr>
            <a:xfrm>
              <a:off x="8485623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t1508"/>
            <p:cNvSpPr/>
            <p:nvPr/>
          </p:nvSpPr>
          <p:spPr>
            <a:xfrm>
              <a:off x="8934809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t1509"/>
            <p:cNvSpPr/>
            <p:nvPr/>
          </p:nvSpPr>
          <p:spPr>
            <a:xfrm>
              <a:off x="8934809" y="280998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t1510"/>
            <p:cNvSpPr/>
            <p:nvPr/>
          </p:nvSpPr>
          <p:spPr>
            <a:xfrm>
              <a:off x="9383996" y="223951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t1511"/>
            <p:cNvSpPr/>
            <p:nvPr/>
          </p:nvSpPr>
          <p:spPr>
            <a:xfrm>
              <a:off x="8710216" y="245344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t1512"/>
            <p:cNvSpPr/>
            <p:nvPr/>
          </p:nvSpPr>
          <p:spPr>
            <a:xfrm>
              <a:off x="9383996" y="145510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t1513"/>
            <p:cNvSpPr/>
            <p:nvPr/>
          </p:nvSpPr>
          <p:spPr>
            <a:xfrm>
              <a:off x="10506962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t1514"/>
            <p:cNvSpPr/>
            <p:nvPr/>
          </p:nvSpPr>
          <p:spPr>
            <a:xfrm>
              <a:off x="9833183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t1515"/>
            <p:cNvSpPr/>
            <p:nvPr/>
          </p:nvSpPr>
          <p:spPr>
            <a:xfrm>
              <a:off x="8485623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t1516"/>
            <p:cNvSpPr/>
            <p:nvPr/>
          </p:nvSpPr>
          <p:spPr>
            <a:xfrm>
              <a:off x="9833183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t1517"/>
            <p:cNvSpPr/>
            <p:nvPr/>
          </p:nvSpPr>
          <p:spPr>
            <a:xfrm>
              <a:off x="8710216" y="188296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t1518"/>
            <p:cNvSpPr/>
            <p:nvPr/>
          </p:nvSpPr>
          <p:spPr>
            <a:xfrm>
              <a:off x="10057776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t1519"/>
            <p:cNvSpPr/>
            <p:nvPr/>
          </p:nvSpPr>
          <p:spPr>
            <a:xfrm>
              <a:off x="8710216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t1520"/>
            <p:cNvSpPr/>
            <p:nvPr/>
          </p:nvSpPr>
          <p:spPr>
            <a:xfrm>
              <a:off x="8934809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t1521"/>
            <p:cNvSpPr/>
            <p:nvPr/>
          </p:nvSpPr>
          <p:spPr>
            <a:xfrm>
              <a:off x="10956149" y="93217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t1522"/>
            <p:cNvSpPr/>
            <p:nvPr/>
          </p:nvSpPr>
          <p:spPr>
            <a:xfrm>
              <a:off x="8261030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t1523"/>
            <p:cNvSpPr/>
            <p:nvPr/>
          </p:nvSpPr>
          <p:spPr>
            <a:xfrm>
              <a:off x="10282369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t1524"/>
            <p:cNvSpPr/>
            <p:nvPr/>
          </p:nvSpPr>
          <p:spPr>
            <a:xfrm>
              <a:off x="11405336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t1525"/>
            <p:cNvSpPr/>
            <p:nvPr/>
          </p:nvSpPr>
          <p:spPr>
            <a:xfrm>
              <a:off x="8261030" y="29288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t1526"/>
            <p:cNvSpPr/>
            <p:nvPr/>
          </p:nvSpPr>
          <p:spPr>
            <a:xfrm>
              <a:off x="8485623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t1527"/>
            <p:cNvSpPr/>
            <p:nvPr/>
          </p:nvSpPr>
          <p:spPr>
            <a:xfrm>
              <a:off x="8710216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t1528"/>
            <p:cNvSpPr/>
            <p:nvPr/>
          </p:nvSpPr>
          <p:spPr>
            <a:xfrm>
              <a:off x="8934809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t1529"/>
            <p:cNvSpPr/>
            <p:nvPr/>
          </p:nvSpPr>
          <p:spPr>
            <a:xfrm>
              <a:off x="8934809" y="15739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t1530"/>
            <p:cNvSpPr/>
            <p:nvPr/>
          </p:nvSpPr>
          <p:spPr>
            <a:xfrm>
              <a:off x="9159403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t1531"/>
            <p:cNvSpPr/>
            <p:nvPr/>
          </p:nvSpPr>
          <p:spPr>
            <a:xfrm>
              <a:off x="8261030" y="285752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t1532"/>
            <p:cNvSpPr/>
            <p:nvPr/>
          </p:nvSpPr>
          <p:spPr>
            <a:xfrm>
              <a:off x="9159403" y="17165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t1533"/>
            <p:cNvSpPr/>
            <p:nvPr/>
          </p:nvSpPr>
          <p:spPr>
            <a:xfrm>
              <a:off x="9608589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t1534"/>
            <p:cNvSpPr/>
            <p:nvPr/>
          </p:nvSpPr>
          <p:spPr>
            <a:xfrm>
              <a:off x="8710216" y="29288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t1535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t1536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t1537"/>
            <p:cNvSpPr/>
            <p:nvPr/>
          </p:nvSpPr>
          <p:spPr>
            <a:xfrm>
              <a:off x="8485623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t1538"/>
            <p:cNvSpPr/>
            <p:nvPr/>
          </p:nvSpPr>
          <p:spPr>
            <a:xfrm>
              <a:off x="9833183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t1539"/>
            <p:cNvSpPr/>
            <p:nvPr/>
          </p:nvSpPr>
          <p:spPr>
            <a:xfrm>
              <a:off x="8934809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t1540"/>
            <p:cNvSpPr/>
            <p:nvPr/>
          </p:nvSpPr>
          <p:spPr>
            <a:xfrm>
              <a:off x="9159403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t1541"/>
            <p:cNvSpPr/>
            <p:nvPr/>
          </p:nvSpPr>
          <p:spPr>
            <a:xfrm>
              <a:off x="8710216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t1542"/>
            <p:cNvSpPr/>
            <p:nvPr/>
          </p:nvSpPr>
          <p:spPr>
            <a:xfrm>
              <a:off x="8710216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t1543"/>
            <p:cNvSpPr/>
            <p:nvPr/>
          </p:nvSpPr>
          <p:spPr>
            <a:xfrm>
              <a:off x="8934809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t1544"/>
            <p:cNvSpPr/>
            <p:nvPr/>
          </p:nvSpPr>
          <p:spPr>
            <a:xfrm>
              <a:off x="8261030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t1545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t1546"/>
            <p:cNvSpPr/>
            <p:nvPr/>
          </p:nvSpPr>
          <p:spPr>
            <a:xfrm>
              <a:off x="9383996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t1547"/>
            <p:cNvSpPr/>
            <p:nvPr/>
          </p:nvSpPr>
          <p:spPr>
            <a:xfrm>
              <a:off x="9159403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t1548"/>
            <p:cNvSpPr/>
            <p:nvPr/>
          </p:nvSpPr>
          <p:spPr>
            <a:xfrm>
              <a:off x="8261030" y="29288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t1549"/>
            <p:cNvSpPr/>
            <p:nvPr/>
          </p:nvSpPr>
          <p:spPr>
            <a:xfrm>
              <a:off x="9833183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t1550"/>
            <p:cNvSpPr/>
            <p:nvPr/>
          </p:nvSpPr>
          <p:spPr>
            <a:xfrm>
              <a:off x="8485623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t1551"/>
            <p:cNvSpPr/>
            <p:nvPr/>
          </p:nvSpPr>
          <p:spPr>
            <a:xfrm>
              <a:off x="8261030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t1552"/>
            <p:cNvSpPr/>
            <p:nvPr/>
          </p:nvSpPr>
          <p:spPr>
            <a:xfrm>
              <a:off x="9383996" y="12174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t1553"/>
            <p:cNvSpPr/>
            <p:nvPr/>
          </p:nvSpPr>
          <p:spPr>
            <a:xfrm>
              <a:off x="8934809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t1554"/>
            <p:cNvSpPr/>
            <p:nvPr/>
          </p:nvSpPr>
          <p:spPr>
            <a:xfrm>
              <a:off x="8934809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t1555"/>
            <p:cNvSpPr/>
            <p:nvPr/>
          </p:nvSpPr>
          <p:spPr>
            <a:xfrm>
              <a:off x="9159403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t1556"/>
            <p:cNvSpPr/>
            <p:nvPr/>
          </p:nvSpPr>
          <p:spPr>
            <a:xfrm>
              <a:off x="9159403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t1557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t1558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t1559"/>
            <p:cNvSpPr/>
            <p:nvPr/>
          </p:nvSpPr>
          <p:spPr>
            <a:xfrm>
              <a:off x="8261030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t1560"/>
            <p:cNvSpPr/>
            <p:nvPr/>
          </p:nvSpPr>
          <p:spPr>
            <a:xfrm>
              <a:off x="9608589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t1561"/>
            <p:cNvSpPr/>
            <p:nvPr/>
          </p:nvSpPr>
          <p:spPr>
            <a:xfrm>
              <a:off x="8261030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t1562"/>
            <p:cNvSpPr/>
            <p:nvPr/>
          </p:nvSpPr>
          <p:spPr>
            <a:xfrm>
              <a:off x="8261030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t1563"/>
            <p:cNvSpPr/>
            <p:nvPr/>
          </p:nvSpPr>
          <p:spPr>
            <a:xfrm>
              <a:off x="8934809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t1564"/>
            <p:cNvSpPr/>
            <p:nvPr/>
          </p:nvSpPr>
          <p:spPr>
            <a:xfrm>
              <a:off x="8261030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t1565"/>
            <p:cNvSpPr/>
            <p:nvPr/>
          </p:nvSpPr>
          <p:spPr>
            <a:xfrm>
              <a:off x="9159403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t1566"/>
            <p:cNvSpPr/>
            <p:nvPr/>
          </p:nvSpPr>
          <p:spPr>
            <a:xfrm>
              <a:off x="10506962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t1567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t1568"/>
            <p:cNvSpPr/>
            <p:nvPr/>
          </p:nvSpPr>
          <p:spPr>
            <a:xfrm>
              <a:off x="9159403" y="11461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t1569"/>
            <p:cNvSpPr/>
            <p:nvPr/>
          </p:nvSpPr>
          <p:spPr>
            <a:xfrm>
              <a:off x="9608589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t1570"/>
            <p:cNvSpPr/>
            <p:nvPr/>
          </p:nvSpPr>
          <p:spPr>
            <a:xfrm>
              <a:off x="8934809" y="15739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t1571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t1572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t1573"/>
            <p:cNvSpPr/>
            <p:nvPr/>
          </p:nvSpPr>
          <p:spPr>
            <a:xfrm>
              <a:off x="9159403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t1574"/>
            <p:cNvSpPr/>
            <p:nvPr/>
          </p:nvSpPr>
          <p:spPr>
            <a:xfrm>
              <a:off x="8934809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t1575"/>
            <p:cNvSpPr/>
            <p:nvPr/>
          </p:nvSpPr>
          <p:spPr>
            <a:xfrm>
              <a:off x="8710216" y="238213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t1576"/>
            <p:cNvSpPr/>
            <p:nvPr/>
          </p:nvSpPr>
          <p:spPr>
            <a:xfrm>
              <a:off x="9383996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t1577"/>
            <p:cNvSpPr/>
            <p:nvPr/>
          </p:nvSpPr>
          <p:spPr>
            <a:xfrm>
              <a:off x="8261030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t1578"/>
            <p:cNvSpPr/>
            <p:nvPr/>
          </p:nvSpPr>
          <p:spPr>
            <a:xfrm>
              <a:off x="8261030" y="302391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t1579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t1580"/>
            <p:cNvSpPr/>
            <p:nvPr/>
          </p:nvSpPr>
          <p:spPr>
            <a:xfrm>
              <a:off x="10731556" y="86086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t1581"/>
            <p:cNvSpPr/>
            <p:nvPr/>
          </p:nvSpPr>
          <p:spPr>
            <a:xfrm>
              <a:off x="8710216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t1582"/>
            <p:cNvSpPr/>
            <p:nvPr/>
          </p:nvSpPr>
          <p:spPr>
            <a:xfrm>
              <a:off x="8485623" y="226328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t1583"/>
            <p:cNvSpPr/>
            <p:nvPr/>
          </p:nvSpPr>
          <p:spPr>
            <a:xfrm>
              <a:off x="8261030" y="319030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t1584"/>
            <p:cNvSpPr/>
            <p:nvPr/>
          </p:nvSpPr>
          <p:spPr>
            <a:xfrm>
              <a:off x="8261030" y="304768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t1585"/>
            <p:cNvSpPr/>
            <p:nvPr/>
          </p:nvSpPr>
          <p:spPr>
            <a:xfrm>
              <a:off x="8710216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t1586"/>
            <p:cNvSpPr/>
            <p:nvPr/>
          </p:nvSpPr>
          <p:spPr>
            <a:xfrm>
              <a:off x="9383996" y="257229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t1587"/>
            <p:cNvSpPr/>
            <p:nvPr/>
          </p:nvSpPr>
          <p:spPr>
            <a:xfrm>
              <a:off x="9159403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t1588"/>
            <p:cNvSpPr/>
            <p:nvPr/>
          </p:nvSpPr>
          <p:spPr>
            <a:xfrm>
              <a:off x="8261030" y="300014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t1589"/>
            <p:cNvSpPr/>
            <p:nvPr/>
          </p:nvSpPr>
          <p:spPr>
            <a:xfrm>
              <a:off x="10057776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t1590"/>
            <p:cNvSpPr/>
            <p:nvPr/>
          </p:nvSpPr>
          <p:spPr>
            <a:xfrm>
              <a:off x="9383996" y="15977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t1591"/>
            <p:cNvSpPr/>
            <p:nvPr/>
          </p:nvSpPr>
          <p:spPr>
            <a:xfrm>
              <a:off x="9833183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t1592"/>
            <p:cNvSpPr/>
            <p:nvPr/>
          </p:nvSpPr>
          <p:spPr>
            <a:xfrm>
              <a:off x="8485623" y="20493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t1593"/>
            <p:cNvSpPr/>
            <p:nvPr/>
          </p:nvSpPr>
          <p:spPr>
            <a:xfrm>
              <a:off x="8710216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t1594"/>
            <p:cNvSpPr/>
            <p:nvPr/>
          </p:nvSpPr>
          <p:spPr>
            <a:xfrm>
              <a:off x="8261030" y="300014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t1595"/>
            <p:cNvSpPr/>
            <p:nvPr/>
          </p:nvSpPr>
          <p:spPr>
            <a:xfrm>
              <a:off x="8485623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t1596"/>
            <p:cNvSpPr/>
            <p:nvPr/>
          </p:nvSpPr>
          <p:spPr>
            <a:xfrm>
              <a:off x="8485623" y="238213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t1597"/>
            <p:cNvSpPr/>
            <p:nvPr/>
          </p:nvSpPr>
          <p:spPr>
            <a:xfrm>
              <a:off x="8710216" y="216820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t1598"/>
            <p:cNvSpPr/>
            <p:nvPr/>
          </p:nvSpPr>
          <p:spPr>
            <a:xfrm>
              <a:off x="8710216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t1599"/>
            <p:cNvSpPr/>
            <p:nvPr/>
          </p:nvSpPr>
          <p:spPr>
            <a:xfrm>
              <a:off x="9833183" y="12174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t1600"/>
            <p:cNvSpPr/>
            <p:nvPr/>
          </p:nvSpPr>
          <p:spPr>
            <a:xfrm>
              <a:off x="9159403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t1601"/>
            <p:cNvSpPr/>
            <p:nvPr/>
          </p:nvSpPr>
          <p:spPr>
            <a:xfrm>
              <a:off x="9159403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t1602"/>
            <p:cNvSpPr/>
            <p:nvPr/>
          </p:nvSpPr>
          <p:spPr>
            <a:xfrm>
              <a:off x="8261030" y="311899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t1603"/>
            <p:cNvSpPr/>
            <p:nvPr/>
          </p:nvSpPr>
          <p:spPr>
            <a:xfrm>
              <a:off x="8485623" y="300014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t1604"/>
            <p:cNvSpPr/>
            <p:nvPr/>
          </p:nvSpPr>
          <p:spPr>
            <a:xfrm>
              <a:off x="10282369" y="131249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t1605"/>
            <p:cNvSpPr/>
            <p:nvPr/>
          </p:nvSpPr>
          <p:spPr>
            <a:xfrm>
              <a:off x="8261030" y="27862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t1606"/>
            <p:cNvSpPr/>
            <p:nvPr/>
          </p:nvSpPr>
          <p:spPr>
            <a:xfrm>
              <a:off x="8934809" y="245344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t1607"/>
            <p:cNvSpPr/>
            <p:nvPr/>
          </p:nvSpPr>
          <p:spPr>
            <a:xfrm>
              <a:off x="9608589" y="174034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t1608"/>
            <p:cNvSpPr/>
            <p:nvPr/>
          </p:nvSpPr>
          <p:spPr>
            <a:xfrm>
              <a:off x="8485623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t1609"/>
            <p:cNvSpPr/>
            <p:nvPr/>
          </p:nvSpPr>
          <p:spPr>
            <a:xfrm>
              <a:off x="9833183" y="131249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t1610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t1611"/>
            <p:cNvSpPr/>
            <p:nvPr/>
          </p:nvSpPr>
          <p:spPr>
            <a:xfrm>
              <a:off x="8485623" y="297637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t1612"/>
            <p:cNvSpPr/>
            <p:nvPr/>
          </p:nvSpPr>
          <p:spPr>
            <a:xfrm>
              <a:off x="8261030" y="285752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t1613"/>
            <p:cNvSpPr/>
            <p:nvPr/>
          </p:nvSpPr>
          <p:spPr>
            <a:xfrm>
              <a:off x="8934809" y="240590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t1614"/>
            <p:cNvSpPr/>
            <p:nvPr/>
          </p:nvSpPr>
          <p:spPr>
            <a:xfrm>
              <a:off x="8710216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t1615"/>
            <p:cNvSpPr/>
            <p:nvPr/>
          </p:nvSpPr>
          <p:spPr>
            <a:xfrm>
              <a:off x="8710216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t1616"/>
            <p:cNvSpPr/>
            <p:nvPr/>
          </p:nvSpPr>
          <p:spPr>
            <a:xfrm>
              <a:off x="8710216" y="216820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t1617"/>
            <p:cNvSpPr/>
            <p:nvPr/>
          </p:nvSpPr>
          <p:spPr>
            <a:xfrm>
              <a:off x="8934809" y="20493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t1618"/>
            <p:cNvSpPr/>
            <p:nvPr/>
          </p:nvSpPr>
          <p:spPr>
            <a:xfrm>
              <a:off x="8934809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t1619"/>
            <p:cNvSpPr/>
            <p:nvPr/>
          </p:nvSpPr>
          <p:spPr>
            <a:xfrm>
              <a:off x="8485623" y="259606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t1620"/>
            <p:cNvSpPr/>
            <p:nvPr/>
          </p:nvSpPr>
          <p:spPr>
            <a:xfrm>
              <a:off x="10731556" y="93217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t1621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t1622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t1623"/>
            <p:cNvSpPr/>
            <p:nvPr/>
          </p:nvSpPr>
          <p:spPr>
            <a:xfrm>
              <a:off x="10282369" y="102725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t1624"/>
            <p:cNvSpPr/>
            <p:nvPr/>
          </p:nvSpPr>
          <p:spPr>
            <a:xfrm>
              <a:off x="8934809" y="190673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t1625"/>
            <p:cNvSpPr/>
            <p:nvPr/>
          </p:nvSpPr>
          <p:spPr>
            <a:xfrm>
              <a:off x="9383996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t1626"/>
            <p:cNvSpPr/>
            <p:nvPr/>
          </p:nvSpPr>
          <p:spPr>
            <a:xfrm>
              <a:off x="8934809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t1627"/>
            <p:cNvSpPr/>
            <p:nvPr/>
          </p:nvSpPr>
          <p:spPr>
            <a:xfrm>
              <a:off x="9383996" y="145510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t1628"/>
            <p:cNvSpPr/>
            <p:nvPr/>
          </p:nvSpPr>
          <p:spPr>
            <a:xfrm>
              <a:off x="8934809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t1629"/>
            <p:cNvSpPr/>
            <p:nvPr/>
          </p:nvSpPr>
          <p:spPr>
            <a:xfrm>
              <a:off x="8934809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t1630"/>
            <p:cNvSpPr/>
            <p:nvPr/>
          </p:nvSpPr>
          <p:spPr>
            <a:xfrm>
              <a:off x="8710216" y="271491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t1631"/>
            <p:cNvSpPr/>
            <p:nvPr/>
          </p:nvSpPr>
          <p:spPr>
            <a:xfrm>
              <a:off x="9159403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pt1632"/>
            <p:cNvSpPr/>
            <p:nvPr/>
          </p:nvSpPr>
          <p:spPr>
            <a:xfrm>
              <a:off x="10057776" y="15977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" name="pt1633"/>
            <p:cNvSpPr/>
            <p:nvPr/>
          </p:nvSpPr>
          <p:spPr>
            <a:xfrm>
              <a:off x="10282369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" name="pt1634"/>
            <p:cNvSpPr/>
            <p:nvPr/>
          </p:nvSpPr>
          <p:spPr>
            <a:xfrm>
              <a:off x="8710216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" name="pt1635"/>
            <p:cNvSpPr/>
            <p:nvPr/>
          </p:nvSpPr>
          <p:spPr>
            <a:xfrm>
              <a:off x="9608589" y="190673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" name="pt1636"/>
            <p:cNvSpPr/>
            <p:nvPr/>
          </p:nvSpPr>
          <p:spPr>
            <a:xfrm>
              <a:off x="8261030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" name="pt1637"/>
            <p:cNvSpPr/>
            <p:nvPr/>
          </p:nvSpPr>
          <p:spPr>
            <a:xfrm>
              <a:off x="10506962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" name="pt1638"/>
            <p:cNvSpPr/>
            <p:nvPr/>
          </p:nvSpPr>
          <p:spPr>
            <a:xfrm>
              <a:off x="8934809" y="197804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" name="pt1639"/>
            <p:cNvSpPr/>
            <p:nvPr/>
          </p:nvSpPr>
          <p:spPr>
            <a:xfrm>
              <a:off x="8710216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" name="pt1640"/>
            <p:cNvSpPr/>
            <p:nvPr/>
          </p:nvSpPr>
          <p:spPr>
            <a:xfrm>
              <a:off x="10956149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t1641"/>
            <p:cNvSpPr/>
            <p:nvPr/>
          </p:nvSpPr>
          <p:spPr>
            <a:xfrm>
              <a:off x="8710216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" name="pt1642"/>
            <p:cNvSpPr/>
            <p:nvPr/>
          </p:nvSpPr>
          <p:spPr>
            <a:xfrm>
              <a:off x="8485623" y="259606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" name="pt1643"/>
            <p:cNvSpPr/>
            <p:nvPr/>
          </p:nvSpPr>
          <p:spPr>
            <a:xfrm>
              <a:off x="9608589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" name="pt1644"/>
            <p:cNvSpPr/>
            <p:nvPr/>
          </p:nvSpPr>
          <p:spPr>
            <a:xfrm>
              <a:off x="8934809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" name="pt1645"/>
            <p:cNvSpPr/>
            <p:nvPr/>
          </p:nvSpPr>
          <p:spPr>
            <a:xfrm>
              <a:off x="8934809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" name="pt1646"/>
            <p:cNvSpPr/>
            <p:nvPr/>
          </p:nvSpPr>
          <p:spPr>
            <a:xfrm>
              <a:off x="8261030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" name="pt1647"/>
            <p:cNvSpPr/>
            <p:nvPr/>
          </p:nvSpPr>
          <p:spPr>
            <a:xfrm>
              <a:off x="8261030" y="27862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" name="pt1648"/>
            <p:cNvSpPr/>
            <p:nvPr/>
          </p:nvSpPr>
          <p:spPr>
            <a:xfrm>
              <a:off x="9159403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" name="pt1649"/>
            <p:cNvSpPr/>
            <p:nvPr/>
          </p:nvSpPr>
          <p:spPr>
            <a:xfrm>
              <a:off x="9383996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" name="pt1650"/>
            <p:cNvSpPr/>
            <p:nvPr/>
          </p:nvSpPr>
          <p:spPr>
            <a:xfrm>
              <a:off x="9159403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" name="pt1651"/>
            <p:cNvSpPr/>
            <p:nvPr/>
          </p:nvSpPr>
          <p:spPr>
            <a:xfrm>
              <a:off x="8934809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" name="pt1652"/>
            <p:cNvSpPr/>
            <p:nvPr/>
          </p:nvSpPr>
          <p:spPr>
            <a:xfrm>
              <a:off x="8934809" y="266737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" name="pt1653"/>
            <p:cNvSpPr/>
            <p:nvPr/>
          </p:nvSpPr>
          <p:spPr>
            <a:xfrm>
              <a:off x="9159403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" name="pt1654"/>
            <p:cNvSpPr/>
            <p:nvPr/>
          </p:nvSpPr>
          <p:spPr>
            <a:xfrm>
              <a:off x="9608589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" name="pt1655"/>
            <p:cNvSpPr/>
            <p:nvPr/>
          </p:nvSpPr>
          <p:spPr>
            <a:xfrm>
              <a:off x="8710216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" name="pt1656"/>
            <p:cNvSpPr/>
            <p:nvPr/>
          </p:nvSpPr>
          <p:spPr>
            <a:xfrm>
              <a:off x="9608589" y="162149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" name="pt1657"/>
            <p:cNvSpPr/>
            <p:nvPr/>
          </p:nvSpPr>
          <p:spPr>
            <a:xfrm>
              <a:off x="8934809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" name="pt1658"/>
            <p:cNvSpPr/>
            <p:nvPr/>
          </p:nvSpPr>
          <p:spPr>
            <a:xfrm>
              <a:off x="9608589" y="145510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" name="pt1659"/>
            <p:cNvSpPr/>
            <p:nvPr/>
          </p:nvSpPr>
          <p:spPr>
            <a:xfrm>
              <a:off x="8934809" y="23345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" name="pt1660"/>
            <p:cNvSpPr/>
            <p:nvPr/>
          </p:nvSpPr>
          <p:spPr>
            <a:xfrm>
              <a:off x="10282369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" name="pt1661"/>
            <p:cNvSpPr/>
            <p:nvPr/>
          </p:nvSpPr>
          <p:spPr>
            <a:xfrm>
              <a:off x="9383996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" name="pt1662"/>
            <p:cNvSpPr/>
            <p:nvPr/>
          </p:nvSpPr>
          <p:spPr>
            <a:xfrm>
              <a:off x="8934809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" name="pt1663"/>
            <p:cNvSpPr/>
            <p:nvPr/>
          </p:nvSpPr>
          <p:spPr>
            <a:xfrm>
              <a:off x="8934809" y="254852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" name="pt1664"/>
            <p:cNvSpPr/>
            <p:nvPr/>
          </p:nvSpPr>
          <p:spPr>
            <a:xfrm>
              <a:off x="8934809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" name="pt1665"/>
            <p:cNvSpPr/>
            <p:nvPr/>
          </p:nvSpPr>
          <p:spPr>
            <a:xfrm>
              <a:off x="8710216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" name="pt1666"/>
            <p:cNvSpPr/>
            <p:nvPr/>
          </p:nvSpPr>
          <p:spPr>
            <a:xfrm>
              <a:off x="8934809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" name="pt1667"/>
            <p:cNvSpPr/>
            <p:nvPr/>
          </p:nvSpPr>
          <p:spPr>
            <a:xfrm>
              <a:off x="8485623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" name="pt1668"/>
            <p:cNvSpPr/>
            <p:nvPr/>
          </p:nvSpPr>
          <p:spPr>
            <a:xfrm>
              <a:off x="8485623" y="266737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" name="pt1669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" name="pt1670"/>
            <p:cNvSpPr/>
            <p:nvPr/>
          </p:nvSpPr>
          <p:spPr>
            <a:xfrm>
              <a:off x="8710216" y="247721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" name="pt1671"/>
            <p:cNvSpPr/>
            <p:nvPr/>
          </p:nvSpPr>
          <p:spPr>
            <a:xfrm>
              <a:off x="10506962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" name="pt1672"/>
            <p:cNvSpPr/>
            <p:nvPr/>
          </p:nvSpPr>
          <p:spPr>
            <a:xfrm>
              <a:off x="9159403" y="183542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" name="pt1673"/>
            <p:cNvSpPr/>
            <p:nvPr/>
          </p:nvSpPr>
          <p:spPr>
            <a:xfrm>
              <a:off x="8485623" y="29050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" name="pt1674"/>
            <p:cNvSpPr/>
            <p:nvPr/>
          </p:nvSpPr>
          <p:spPr>
            <a:xfrm>
              <a:off x="8261030" y="285752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" name="pt1675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" name="pt1676"/>
            <p:cNvSpPr/>
            <p:nvPr/>
          </p:nvSpPr>
          <p:spPr>
            <a:xfrm>
              <a:off x="8261030" y="30714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" name="pt1677"/>
            <p:cNvSpPr/>
            <p:nvPr/>
          </p:nvSpPr>
          <p:spPr>
            <a:xfrm>
              <a:off x="9159403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" name="pt1678"/>
            <p:cNvSpPr/>
            <p:nvPr/>
          </p:nvSpPr>
          <p:spPr>
            <a:xfrm>
              <a:off x="9833183" y="166903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" name="pt1679"/>
            <p:cNvSpPr/>
            <p:nvPr/>
          </p:nvSpPr>
          <p:spPr>
            <a:xfrm>
              <a:off x="8485623" y="266737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" name="pt1680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" name="pt1681"/>
            <p:cNvSpPr/>
            <p:nvPr/>
          </p:nvSpPr>
          <p:spPr>
            <a:xfrm>
              <a:off x="8485623" y="297637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" name="pt1682"/>
            <p:cNvSpPr/>
            <p:nvPr/>
          </p:nvSpPr>
          <p:spPr>
            <a:xfrm>
              <a:off x="8261030" y="32140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" name="pt1683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" name="pt1684"/>
            <p:cNvSpPr/>
            <p:nvPr/>
          </p:nvSpPr>
          <p:spPr>
            <a:xfrm>
              <a:off x="8710216" y="27862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" name="pt1685"/>
            <p:cNvSpPr/>
            <p:nvPr/>
          </p:nvSpPr>
          <p:spPr>
            <a:xfrm>
              <a:off x="8934809" y="216820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" name="pt1686"/>
            <p:cNvSpPr/>
            <p:nvPr/>
          </p:nvSpPr>
          <p:spPr>
            <a:xfrm>
              <a:off x="8485623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" name="pt1687"/>
            <p:cNvSpPr/>
            <p:nvPr/>
          </p:nvSpPr>
          <p:spPr>
            <a:xfrm>
              <a:off x="8261030" y="29050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" name="pt1688"/>
            <p:cNvSpPr/>
            <p:nvPr/>
          </p:nvSpPr>
          <p:spPr>
            <a:xfrm>
              <a:off x="9159403" y="166903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" name="pt1689"/>
            <p:cNvSpPr/>
            <p:nvPr/>
          </p:nvSpPr>
          <p:spPr>
            <a:xfrm>
              <a:off x="11405336" y="86086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" name="pt1690"/>
            <p:cNvSpPr/>
            <p:nvPr/>
          </p:nvSpPr>
          <p:spPr>
            <a:xfrm>
              <a:off x="9383996" y="138379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" name="pt1691"/>
            <p:cNvSpPr/>
            <p:nvPr/>
          </p:nvSpPr>
          <p:spPr>
            <a:xfrm>
              <a:off x="8934809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" name="pt1692"/>
            <p:cNvSpPr/>
            <p:nvPr/>
          </p:nvSpPr>
          <p:spPr>
            <a:xfrm>
              <a:off x="8261030" y="295260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" name="pt1693"/>
            <p:cNvSpPr/>
            <p:nvPr/>
          </p:nvSpPr>
          <p:spPr>
            <a:xfrm>
              <a:off x="9159403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" name="pt1694"/>
            <p:cNvSpPr/>
            <p:nvPr/>
          </p:nvSpPr>
          <p:spPr>
            <a:xfrm>
              <a:off x="9159403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" name="pt1695"/>
            <p:cNvSpPr/>
            <p:nvPr/>
          </p:nvSpPr>
          <p:spPr>
            <a:xfrm>
              <a:off x="9159403" y="183542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" name="pt1696"/>
            <p:cNvSpPr/>
            <p:nvPr/>
          </p:nvSpPr>
          <p:spPr>
            <a:xfrm>
              <a:off x="9159403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" name="pt1697"/>
            <p:cNvSpPr/>
            <p:nvPr/>
          </p:nvSpPr>
          <p:spPr>
            <a:xfrm>
              <a:off x="8710216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" name="pt1698"/>
            <p:cNvSpPr/>
            <p:nvPr/>
          </p:nvSpPr>
          <p:spPr>
            <a:xfrm>
              <a:off x="8261030" y="266737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" name="pt1699"/>
            <p:cNvSpPr/>
            <p:nvPr/>
          </p:nvSpPr>
          <p:spPr>
            <a:xfrm>
              <a:off x="9383996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" name="pt1700"/>
            <p:cNvSpPr/>
            <p:nvPr/>
          </p:nvSpPr>
          <p:spPr>
            <a:xfrm>
              <a:off x="9608589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" name="pt1701"/>
            <p:cNvSpPr/>
            <p:nvPr/>
          </p:nvSpPr>
          <p:spPr>
            <a:xfrm>
              <a:off x="10282369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" name="pt1702"/>
            <p:cNvSpPr/>
            <p:nvPr/>
          </p:nvSpPr>
          <p:spPr>
            <a:xfrm>
              <a:off x="9383996" y="166903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" name="pt1703"/>
            <p:cNvSpPr/>
            <p:nvPr/>
          </p:nvSpPr>
          <p:spPr>
            <a:xfrm>
              <a:off x="9833183" y="15739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" name="pt1704"/>
            <p:cNvSpPr/>
            <p:nvPr/>
          </p:nvSpPr>
          <p:spPr>
            <a:xfrm>
              <a:off x="8485623" y="280998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" name="pt1705"/>
            <p:cNvSpPr/>
            <p:nvPr/>
          </p:nvSpPr>
          <p:spPr>
            <a:xfrm>
              <a:off x="8934809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" name="pt1706"/>
            <p:cNvSpPr/>
            <p:nvPr/>
          </p:nvSpPr>
          <p:spPr>
            <a:xfrm>
              <a:off x="8934809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" name="pt1707"/>
            <p:cNvSpPr/>
            <p:nvPr/>
          </p:nvSpPr>
          <p:spPr>
            <a:xfrm>
              <a:off x="9833183" y="119364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" name="pt1708"/>
            <p:cNvSpPr/>
            <p:nvPr/>
          </p:nvSpPr>
          <p:spPr>
            <a:xfrm>
              <a:off x="9383996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" name="pt1709"/>
            <p:cNvSpPr/>
            <p:nvPr/>
          </p:nvSpPr>
          <p:spPr>
            <a:xfrm>
              <a:off x="8934809" y="23345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" name="pt1710"/>
            <p:cNvSpPr/>
            <p:nvPr/>
          </p:nvSpPr>
          <p:spPr>
            <a:xfrm>
              <a:off x="11180742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" name="pt1711"/>
            <p:cNvSpPr/>
            <p:nvPr/>
          </p:nvSpPr>
          <p:spPr>
            <a:xfrm>
              <a:off x="8485623" y="252475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" name="pt1712"/>
            <p:cNvSpPr/>
            <p:nvPr/>
          </p:nvSpPr>
          <p:spPr>
            <a:xfrm>
              <a:off x="8485623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" name="pt1713"/>
            <p:cNvSpPr/>
            <p:nvPr/>
          </p:nvSpPr>
          <p:spPr>
            <a:xfrm>
              <a:off x="10282369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" name="pt1714"/>
            <p:cNvSpPr/>
            <p:nvPr/>
          </p:nvSpPr>
          <p:spPr>
            <a:xfrm>
              <a:off x="8485623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" name="pt1715"/>
            <p:cNvSpPr/>
            <p:nvPr/>
          </p:nvSpPr>
          <p:spPr>
            <a:xfrm>
              <a:off x="9608589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" name="pt1716"/>
            <p:cNvSpPr/>
            <p:nvPr/>
          </p:nvSpPr>
          <p:spPr>
            <a:xfrm>
              <a:off x="8261030" y="280998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" name="pt1717"/>
            <p:cNvSpPr/>
            <p:nvPr/>
          </p:nvSpPr>
          <p:spPr>
            <a:xfrm>
              <a:off x="8261030" y="29050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" name="pt1718"/>
            <p:cNvSpPr/>
            <p:nvPr/>
          </p:nvSpPr>
          <p:spPr>
            <a:xfrm>
              <a:off x="8261030" y="316653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" name="pt1719"/>
            <p:cNvSpPr/>
            <p:nvPr/>
          </p:nvSpPr>
          <p:spPr>
            <a:xfrm>
              <a:off x="8261030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" name="pt1720"/>
            <p:cNvSpPr/>
            <p:nvPr/>
          </p:nvSpPr>
          <p:spPr>
            <a:xfrm>
              <a:off x="8485623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" name="pt1721"/>
            <p:cNvSpPr/>
            <p:nvPr/>
          </p:nvSpPr>
          <p:spPr>
            <a:xfrm>
              <a:off x="9159403" y="202558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" name="pt1722"/>
            <p:cNvSpPr/>
            <p:nvPr/>
          </p:nvSpPr>
          <p:spPr>
            <a:xfrm>
              <a:off x="9159403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" name="pt1723"/>
            <p:cNvSpPr/>
            <p:nvPr/>
          </p:nvSpPr>
          <p:spPr>
            <a:xfrm>
              <a:off x="8261030" y="252475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" name="pt1724"/>
            <p:cNvSpPr/>
            <p:nvPr/>
          </p:nvSpPr>
          <p:spPr>
            <a:xfrm>
              <a:off x="8934809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" name="pt1725"/>
            <p:cNvSpPr/>
            <p:nvPr/>
          </p:nvSpPr>
          <p:spPr>
            <a:xfrm>
              <a:off x="8934809" y="17165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" name="pt1726"/>
            <p:cNvSpPr/>
            <p:nvPr/>
          </p:nvSpPr>
          <p:spPr>
            <a:xfrm>
              <a:off x="8485623" y="285752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" name="pt1727"/>
            <p:cNvSpPr/>
            <p:nvPr/>
          </p:nvSpPr>
          <p:spPr>
            <a:xfrm>
              <a:off x="8485623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" name="pt1728"/>
            <p:cNvSpPr/>
            <p:nvPr/>
          </p:nvSpPr>
          <p:spPr>
            <a:xfrm>
              <a:off x="8485623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" name="pt1729"/>
            <p:cNvSpPr/>
            <p:nvPr/>
          </p:nvSpPr>
          <p:spPr>
            <a:xfrm>
              <a:off x="8710216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" name="pt1730"/>
            <p:cNvSpPr/>
            <p:nvPr/>
          </p:nvSpPr>
          <p:spPr>
            <a:xfrm>
              <a:off x="8261030" y="326161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" name="pt1731"/>
            <p:cNvSpPr/>
            <p:nvPr/>
          </p:nvSpPr>
          <p:spPr>
            <a:xfrm>
              <a:off x="8710216" y="181165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" name="pt1732"/>
            <p:cNvSpPr/>
            <p:nvPr/>
          </p:nvSpPr>
          <p:spPr>
            <a:xfrm>
              <a:off x="8485623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" name="pt1733"/>
            <p:cNvSpPr/>
            <p:nvPr/>
          </p:nvSpPr>
          <p:spPr>
            <a:xfrm>
              <a:off x="8934809" y="209689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" name="pt1734"/>
            <p:cNvSpPr/>
            <p:nvPr/>
          </p:nvSpPr>
          <p:spPr>
            <a:xfrm>
              <a:off x="8710216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" name="pt1735"/>
            <p:cNvSpPr/>
            <p:nvPr/>
          </p:nvSpPr>
          <p:spPr>
            <a:xfrm>
              <a:off x="8710216" y="257229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" name="pt1736"/>
            <p:cNvSpPr/>
            <p:nvPr/>
          </p:nvSpPr>
          <p:spPr>
            <a:xfrm>
              <a:off x="8934809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" name="pt1737"/>
            <p:cNvSpPr/>
            <p:nvPr/>
          </p:nvSpPr>
          <p:spPr>
            <a:xfrm>
              <a:off x="10731556" y="102725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" name="pt1738"/>
            <p:cNvSpPr/>
            <p:nvPr/>
          </p:nvSpPr>
          <p:spPr>
            <a:xfrm>
              <a:off x="10506962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" name="pt1739"/>
            <p:cNvSpPr/>
            <p:nvPr/>
          </p:nvSpPr>
          <p:spPr>
            <a:xfrm>
              <a:off x="10057776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" name="pt1740"/>
            <p:cNvSpPr/>
            <p:nvPr/>
          </p:nvSpPr>
          <p:spPr>
            <a:xfrm>
              <a:off x="10057776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" name="pt1741"/>
            <p:cNvSpPr/>
            <p:nvPr/>
          </p:nvSpPr>
          <p:spPr>
            <a:xfrm>
              <a:off x="9833183" y="15977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" name="pt1742"/>
            <p:cNvSpPr/>
            <p:nvPr/>
          </p:nvSpPr>
          <p:spPr>
            <a:xfrm>
              <a:off x="8261030" y="32140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" name="pt1743"/>
            <p:cNvSpPr/>
            <p:nvPr/>
          </p:nvSpPr>
          <p:spPr>
            <a:xfrm>
              <a:off x="9159403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" name="pt1744"/>
            <p:cNvSpPr/>
            <p:nvPr/>
          </p:nvSpPr>
          <p:spPr>
            <a:xfrm>
              <a:off x="9383996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" name="pt1745"/>
            <p:cNvSpPr/>
            <p:nvPr/>
          </p:nvSpPr>
          <p:spPr>
            <a:xfrm>
              <a:off x="8485623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" name="pt1746"/>
            <p:cNvSpPr/>
            <p:nvPr/>
          </p:nvSpPr>
          <p:spPr>
            <a:xfrm>
              <a:off x="8710216" y="231082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" name="pt1747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" name="pt1748"/>
            <p:cNvSpPr/>
            <p:nvPr/>
          </p:nvSpPr>
          <p:spPr>
            <a:xfrm>
              <a:off x="8485623" y="259606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" name="pt1749"/>
            <p:cNvSpPr/>
            <p:nvPr/>
          </p:nvSpPr>
          <p:spPr>
            <a:xfrm>
              <a:off x="8261030" y="309522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" name="pt1750"/>
            <p:cNvSpPr/>
            <p:nvPr/>
          </p:nvSpPr>
          <p:spPr>
            <a:xfrm>
              <a:off x="8934809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" name="pt1751"/>
            <p:cNvSpPr/>
            <p:nvPr/>
          </p:nvSpPr>
          <p:spPr>
            <a:xfrm>
              <a:off x="8934809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" name="pt1752"/>
            <p:cNvSpPr/>
            <p:nvPr/>
          </p:nvSpPr>
          <p:spPr>
            <a:xfrm>
              <a:off x="8261030" y="297637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" name="pt1753"/>
            <p:cNvSpPr/>
            <p:nvPr/>
          </p:nvSpPr>
          <p:spPr>
            <a:xfrm>
              <a:off x="9383996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" name="pt1754"/>
            <p:cNvSpPr/>
            <p:nvPr/>
          </p:nvSpPr>
          <p:spPr>
            <a:xfrm>
              <a:off x="8261030" y="297637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" name="pt1755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" name="pt1756"/>
            <p:cNvSpPr/>
            <p:nvPr/>
          </p:nvSpPr>
          <p:spPr>
            <a:xfrm>
              <a:off x="8485623" y="245344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" name="tx1757"/>
            <p:cNvSpPr/>
            <p:nvPr/>
          </p:nvSpPr>
          <p:spPr>
            <a:xfrm>
              <a:off x="8309471" y="798228"/>
              <a:ext cx="91715" cy="909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758" name="tx1758"/>
            <p:cNvSpPr/>
            <p:nvPr/>
          </p:nvSpPr>
          <p:spPr>
            <a:xfrm>
              <a:off x="8414822" y="762676"/>
              <a:ext cx="49441" cy="638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759" name="tx1759"/>
            <p:cNvSpPr/>
            <p:nvPr/>
          </p:nvSpPr>
          <p:spPr>
            <a:xfrm>
              <a:off x="8464264" y="889137"/>
              <a:ext cx="3478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760" name="tx1760"/>
            <p:cNvSpPr/>
            <p:nvPr/>
          </p:nvSpPr>
          <p:spPr>
            <a:xfrm>
              <a:off x="8499053" y="851124"/>
              <a:ext cx="74166" cy="380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1761" name="tx1761"/>
            <p:cNvSpPr/>
            <p:nvPr/>
          </p:nvSpPr>
          <p:spPr>
            <a:xfrm>
              <a:off x="8573219" y="889137"/>
              <a:ext cx="3478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762" name="tx1762"/>
            <p:cNvSpPr/>
            <p:nvPr/>
          </p:nvSpPr>
          <p:spPr>
            <a:xfrm>
              <a:off x="8608008" y="796305"/>
              <a:ext cx="247178" cy="928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0.74</a:t>
              </a:r>
            </a:p>
          </p:txBody>
        </p:sp>
        <p:sp>
          <p:nvSpPr>
            <p:cNvPr id="1763" name="pl1763"/>
            <p:cNvSpPr/>
            <p:nvPr/>
          </p:nvSpPr>
          <p:spPr>
            <a:xfrm>
              <a:off x="8292626" y="621484"/>
              <a:ext cx="2788193" cy="2162819"/>
            </a:xfrm>
            <a:custGeom>
              <a:avLst/>
              <a:pathLst>
                <a:path w="2788193" h="2162819">
                  <a:moveTo>
                    <a:pt x="0" y="2162819"/>
                  </a:moveTo>
                  <a:lnTo>
                    <a:pt x="39801" y="2131945"/>
                  </a:lnTo>
                  <a:lnTo>
                    <a:pt x="79602" y="2101070"/>
                  </a:lnTo>
                  <a:lnTo>
                    <a:pt x="119404" y="2070196"/>
                  </a:lnTo>
                  <a:lnTo>
                    <a:pt x="159205" y="2039322"/>
                  </a:lnTo>
                  <a:lnTo>
                    <a:pt x="199006" y="2008448"/>
                  </a:lnTo>
                  <a:lnTo>
                    <a:pt x="238808" y="1977574"/>
                  </a:lnTo>
                  <a:lnTo>
                    <a:pt x="278609" y="1946700"/>
                  </a:lnTo>
                  <a:lnTo>
                    <a:pt x="318410" y="1915825"/>
                  </a:lnTo>
                  <a:lnTo>
                    <a:pt x="358212" y="1884951"/>
                  </a:lnTo>
                  <a:lnTo>
                    <a:pt x="398013" y="1854077"/>
                  </a:lnTo>
                  <a:lnTo>
                    <a:pt x="437814" y="1823203"/>
                  </a:lnTo>
                  <a:lnTo>
                    <a:pt x="477616" y="1792329"/>
                  </a:lnTo>
                  <a:lnTo>
                    <a:pt x="517417" y="1761455"/>
                  </a:lnTo>
                  <a:lnTo>
                    <a:pt x="557218" y="1730581"/>
                  </a:lnTo>
                  <a:lnTo>
                    <a:pt x="597020" y="1699706"/>
                  </a:lnTo>
                  <a:lnTo>
                    <a:pt x="636821" y="1668832"/>
                  </a:lnTo>
                  <a:lnTo>
                    <a:pt x="676622" y="1637958"/>
                  </a:lnTo>
                  <a:lnTo>
                    <a:pt x="716424" y="1607084"/>
                  </a:lnTo>
                  <a:lnTo>
                    <a:pt x="756225" y="1576210"/>
                  </a:lnTo>
                  <a:lnTo>
                    <a:pt x="796026" y="1545336"/>
                  </a:lnTo>
                  <a:lnTo>
                    <a:pt x="835828" y="1514461"/>
                  </a:lnTo>
                  <a:lnTo>
                    <a:pt x="875629" y="1483587"/>
                  </a:lnTo>
                  <a:lnTo>
                    <a:pt x="915430" y="1452713"/>
                  </a:lnTo>
                  <a:lnTo>
                    <a:pt x="955232" y="1421839"/>
                  </a:lnTo>
                  <a:lnTo>
                    <a:pt x="995033" y="1390965"/>
                  </a:lnTo>
                  <a:lnTo>
                    <a:pt x="1034834" y="1360091"/>
                  </a:lnTo>
                  <a:lnTo>
                    <a:pt x="1074636" y="1329217"/>
                  </a:lnTo>
                  <a:lnTo>
                    <a:pt x="1114437" y="1298342"/>
                  </a:lnTo>
                  <a:lnTo>
                    <a:pt x="1154238" y="1267468"/>
                  </a:lnTo>
                  <a:lnTo>
                    <a:pt x="1194040" y="1236594"/>
                  </a:lnTo>
                  <a:lnTo>
                    <a:pt x="1233841" y="1205720"/>
                  </a:lnTo>
                  <a:lnTo>
                    <a:pt x="1273642" y="1174846"/>
                  </a:lnTo>
                  <a:lnTo>
                    <a:pt x="1313444" y="1143972"/>
                  </a:lnTo>
                  <a:lnTo>
                    <a:pt x="1353245" y="1113098"/>
                  </a:lnTo>
                  <a:lnTo>
                    <a:pt x="1393046" y="1082223"/>
                  </a:lnTo>
                  <a:lnTo>
                    <a:pt x="1432848" y="1051349"/>
                  </a:lnTo>
                  <a:lnTo>
                    <a:pt x="1472649" y="1020475"/>
                  </a:lnTo>
                  <a:lnTo>
                    <a:pt x="1512450" y="989601"/>
                  </a:lnTo>
                  <a:lnTo>
                    <a:pt x="1552252" y="958727"/>
                  </a:lnTo>
                  <a:lnTo>
                    <a:pt x="1592053" y="927853"/>
                  </a:lnTo>
                  <a:lnTo>
                    <a:pt x="1631854" y="896978"/>
                  </a:lnTo>
                  <a:lnTo>
                    <a:pt x="1671656" y="866104"/>
                  </a:lnTo>
                  <a:lnTo>
                    <a:pt x="1711457" y="835230"/>
                  </a:lnTo>
                  <a:lnTo>
                    <a:pt x="1751258" y="804356"/>
                  </a:lnTo>
                  <a:lnTo>
                    <a:pt x="1791060" y="773482"/>
                  </a:lnTo>
                  <a:lnTo>
                    <a:pt x="1830861" y="742608"/>
                  </a:lnTo>
                  <a:lnTo>
                    <a:pt x="1870663" y="711734"/>
                  </a:lnTo>
                  <a:lnTo>
                    <a:pt x="1910464" y="680859"/>
                  </a:lnTo>
                  <a:lnTo>
                    <a:pt x="1950265" y="649985"/>
                  </a:lnTo>
                  <a:lnTo>
                    <a:pt x="1990067" y="619111"/>
                  </a:lnTo>
                  <a:lnTo>
                    <a:pt x="2029868" y="588237"/>
                  </a:lnTo>
                  <a:lnTo>
                    <a:pt x="2069669" y="557363"/>
                  </a:lnTo>
                  <a:lnTo>
                    <a:pt x="2109471" y="526489"/>
                  </a:lnTo>
                  <a:lnTo>
                    <a:pt x="2149272" y="495614"/>
                  </a:lnTo>
                  <a:lnTo>
                    <a:pt x="2189073" y="464740"/>
                  </a:lnTo>
                  <a:lnTo>
                    <a:pt x="2228875" y="433866"/>
                  </a:lnTo>
                  <a:lnTo>
                    <a:pt x="2268676" y="402992"/>
                  </a:lnTo>
                  <a:lnTo>
                    <a:pt x="2308477" y="372118"/>
                  </a:lnTo>
                  <a:lnTo>
                    <a:pt x="2348279" y="341244"/>
                  </a:lnTo>
                  <a:lnTo>
                    <a:pt x="2388080" y="310370"/>
                  </a:lnTo>
                  <a:lnTo>
                    <a:pt x="2427881" y="279495"/>
                  </a:lnTo>
                  <a:lnTo>
                    <a:pt x="2467683" y="248621"/>
                  </a:lnTo>
                  <a:lnTo>
                    <a:pt x="2507484" y="217747"/>
                  </a:lnTo>
                  <a:lnTo>
                    <a:pt x="2547285" y="186873"/>
                  </a:lnTo>
                  <a:lnTo>
                    <a:pt x="2587087" y="155999"/>
                  </a:lnTo>
                  <a:lnTo>
                    <a:pt x="2626888" y="125125"/>
                  </a:lnTo>
                  <a:lnTo>
                    <a:pt x="2666689" y="94251"/>
                  </a:lnTo>
                  <a:lnTo>
                    <a:pt x="2706491" y="63376"/>
                  </a:lnTo>
                  <a:lnTo>
                    <a:pt x="2746292" y="32502"/>
                  </a:lnTo>
                  <a:lnTo>
                    <a:pt x="2786093" y="1628"/>
                  </a:lnTo>
                  <a:lnTo>
                    <a:pt x="2788193" y="0"/>
                  </a:lnTo>
                </a:path>
              </a:pathLst>
            </a:custGeom>
            <a:ln w="34492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" name="pl1764"/>
            <p:cNvSpPr/>
            <p:nvPr/>
          </p:nvSpPr>
          <p:spPr>
            <a:xfrm>
              <a:off x="8124181" y="5872859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" name="pl1765"/>
            <p:cNvSpPr/>
            <p:nvPr/>
          </p:nvSpPr>
          <p:spPr>
            <a:xfrm>
              <a:off x="8124181" y="5159764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" name="pl1766"/>
            <p:cNvSpPr/>
            <p:nvPr/>
          </p:nvSpPr>
          <p:spPr>
            <a:xfrm>
              <a:off x="8124181" y="4446669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" name="pl1767"/>
            <p:cNvSpPr/>
            <p:nvPr/>
          </p:nvSpPr>
          <p:spPr>
            <a:xfrm>
              <a:off x="8124181" y="3733574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" name="pl1768"/>
            <p:cNvSpPr/>
            <p:nvPr/>
          </p:nvSpPr>
          <p:spPr>
            <a:xfrm>
              <a:off x="8854109" y="3533908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" name="pl1769"/>
            <p:cNvSpPr/>
            <p:nvPr/>
          </p:nvSpPr>
          <p:spPr>
            <a:xfrm>
              <a:off x="9977076" y="3533908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" name="pl1770"/>
            <p:cNvSpPr/>
            <p:nvPr/>
          </p:nvSpPr>
          <p:spPr>
            <a:xfrm>
              <a:off x="11100042" y="3533908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" name="pl1771"/>
            <p:cNvSpPr/>
            <p:nvPr/>
          </p:nvSpPr>
          <p:spPr>
            <a:xfrm>
              <a:off x="8124181" y="6229407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" name="pl1772"/>
            <p:cNvSpPr/>
            <p:nvPr/>
          </p:nvSpPr>
          <p:spPr>
            <a:xfrm>
              <a:off x="8124181" y="5516312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" name="pl1773"/>
            <p:cNvSpPr/>
            <p:nvPr/>
          </p:nvSpPr>
          <p:spPr>
            <a:xfrm>
              <a:off x="8124181" y="4803217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" name="pl1774"/>
            <p:cNvSpPr/>
            <p:nvPr/>
          </p:nvSpPr>
          <p:spPr>
            <a:xfrm>
              <a:off x="8124181" y="4090122"/>
              <a:ext cx="3705789" cy="0"/>
            </a:xfrm>
            <a:custGeom>
              <a:avLst/>
              <a:pathLst>
                <a:path w="3705789" h="0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" name="pl1775"/>
            <p:cNvSpPr/>
            <p:nvPr/>
          </p:nvSpPr>
          <p:spPr>
            <a:xfrm>
              <a:off x="8292626" y="3533908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" name="pl1776"/>
            <p:cNvSpPr/>
            <p:nvPr/>
          </p:nvSpPr>
          <p:spPr>
            <a:xfrm>
              <a:off x="9415593" y="3533908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l1777"/>
            <p:cNvSpPr/>
            <p:nvPr/>
          </p:nvSpPr>
          <p:spPr>
            <a:xfrm>
              <a:off x="10538559" y="3533908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pl1778"/>
            <p:cNvSpPr/>
            <p:nvPr/>
          </p:nvSpPr>
          <p:spPr>
            <a:xfrm>
              <a:off x="11661525" y="3533908"/>
              <a:ext cx="0" cy="2823856"/>
            </a:xfrm>
            <a:custGeom>
              <a:avLst/>
              <a:pathLst>
                <a:path w="0"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" name="pt1779"/>
            <p:cNvSpPr/>
            <p:nvPr/>
          </p:nvSpPr>
          <p:spPr>
            <a:xfrm>
              <a:off x="9383996" y="51994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" name="pt1780"/>
            <p:cNvSpPr/>
            <p:nvPr/>
          </p:nvSpPr>
          <p:spPr>
            <a:xfrm>
              <a:off x="1073155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" name="pt1781"/>
            <p:cNvSpPr/>
            <p:nvPr/>
          </p:nvSpPr>
          <p:spPr>
            <a:xfrm>
              <a:off x="9833183" y="422491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" name="pt1782"/>
            <p:cNvSpPr/>
            <p:nvPr/>
          </p:nvSpPr>
          <p:spPr>
            <a:xfrm>
              <a:off x="9383996" y="453392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" name="pt1783"/>
            <p:cNvSpPr/>
            <p:nvPr/>
          </p:nvSpPr>
          <p:spPr>
            <a:xfrm>
              <a:off x="10956149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" name="pt1784"/>
            <p:cNvSpPr/>
            <p:nvPr/>
          </p:nvSpPr>
          <p:spPr>
            <a:xfrm>
              <a:off x="9833183" y="40585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" name="pt1785"/>
            <p:cNvSpPr/>
            <p:nvPr/>
          </p:nvSpPr>
          <p:spPr>
            <a:xfrm>
              <a:off x="9159403" y="436753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" name="pt1786"/>
            <p:cNvSpPr/>
            <p:nvPr/>
          </p:nvSpPr>
          <p:spPr>
            <a:xfrm>
              <a:off x="9383996" y="49142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" name="pt1787"/>
            <p:cNvSpPr/>
            <p:nvPr/>
          </p:nvSpPr>
          <p:spPr>
            <a:xfrm>
              <a:off x="8710216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" name="pt1788"/>
            <p:cNvSpPr/>
            <p:nvPr/>
          </p:nvSpPr>
          <p:spPr>
            <a:xfrm>
              <a:off x="9608589" y="40109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" name="pt1789"/>
            <p:cNvSpPr/>
            <p:nvPr/>
          </p:nvSpPr>
          <p:spPr>
            <a:xfrm>
              <a:off x="8710216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" name="pt1790"/>
            <p:cNvSpPr/>
            <p:nvPr/>
          </p:nvSpPr>
          <p:spPr>
            <a:xfrm>
              <a:off x="9159403" y="486670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" name="pt1791"/>
            <p:cNvSpPr/>
            <p:nvPr/>
          </p:nvSpPr>
          <p:spPr>
            <a:xfrm>
              <a:off x="1005777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" name="pt1792"/>
            <p:cNvSpPr/>
            <p:nvPr/>
          </p:nvSpPr>
          <p:spPr>
            <a:xfrm>
              <a:off x="9383996" y="458146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" name="pt1793"/>
            <p:cNvSpPr/>
            <p:nvPr/>
          </p:nvSpPr>
          <p:spPr>
            <a:xfrm>
              <a:off x="9608589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" name="pt1794"/>
            <p:cNvSpPr/>
            <p:nvPr/>
          </p:nvSpPr>
          <p:spPr>
            <a:xfrm>
              <a:off x="10506962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" name="pt1795"/>
            <p:cNvSpPr/>
            <p:nvPr/>
          </p:nvSpPr>
          <p:spPr>
            <a:xfrm>
              <a:off x="8934809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pt1796"/>
            <p:cNvSpPr/>
            <p:nvPr/>
          </p:nvSpPr>
          <p:spPr>
            <a:xfrm>
              <a:off x="1073155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" name="pt1797"/>
            <p:cNvSpPr/>
            <p:nvPr/>
          </p:nvSpPr>
          <p:spPr>
            <a:xfrm>
              <a:off x="10057776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t1798"/>
            <p:cNvSpPr/>
            <p:nvPr/>
          </p:nvSpPr>
          <p:spPr>
            <a:xfrm>
              <a:off x="9833183" y="408229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t1799"/>
            <p:cNvSpPr/>
            <p:nvPr/>
          </p:nvSpPr>
          <p:spPr>
            <a:xfrm>
              <a:off x="10057776" y="52707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t1800"/>
            <p:cNvSpPr/>
            <p:nvPr/>
          </p:nvSpPr>
          <p:spPr>
            <a:xfrm>
              <a:off x="1005777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t1801"/>
            <p:cNvSpPr/>
            <p:nvPr/>
          </p:nvSpPr>
          <p:spPr>
            <a:xfrm>
              <a:off x="11180742" y="377328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t1802"/>
            <p:cNvSpPr/>
            <p:nvPr/>
          </p:nvSpPr>
          <p:spPr>
            <a:xfrm>
              <a:off x="9833183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t1803"/>
            <p:cNvSpPr/>
            <p:nvPr/>
          </p:nvSpPr>
          <p:spPr>
            <a:xfrm>
              <a:off x="1005777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t1804"/>
            <p:cNvSpPr/>
            <p:nvPr/>
          </p:nvSpPr>
          <p:spPr>
            <a:xfrm>
              <a:off x="9608589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t1805"/>
            <p:cNvSpPr/>
            <p:nvPr/>
          </p:nvSpPr>
          <p:spPr>
            <a:xfrm>
              <a:off x="9159403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t1806"/>
            <p:cNvSpPr/>
            <p:nvPr/>
          </p:nvSpPr>
          <p:spPr>
            <a:xfrm>
              <a:off x="9608589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t1807"/>
            <p:cNvSpPr/>
            <p:nvPr/>
          </p:nvSpPr>
          <p:spPr>
            <a:xfrm>
              <a:off x="10282369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t1808"/>
            <p:cNvSpPr/>
            <p:nvPr/>
          </p:nvSpPr>
          <p:spPr>
            <a:xfrm>
              <a:off x="9608589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t1809"/>
            <p:cNvSpPr/>
            <p:nvPr/>
          </p:nvSpPr>
          <p:spPr>
            <a:xfrm>
              <a:off x="8710216" y="479539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t1810"/>
            <p:cNvSpPr/>
            <p:nvPr/>
          </p:nvSpPr>
          <p:spPr>
            <a:xfrm>
              <a:off x="9833183" y="422491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t1811"/>
            <p:cNvSpPr/>
            <p:nvPr/>
          </p:nvSpPr>
          <p:spPr>
            <a:xfrm>
              <a:off x="9383996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t1812"/>
            <p:cNvSpPr/>
            <p:nvPr/>
          </p:nvSpPr>
          <p:spPr>
            <a:xfrm>
              <a:off x="10057776" y="417737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t1813"/>
            <p:cNvSpPr/>
            <p:nvPr/>
          </p:nvSpPr>
          <p:spPr>
            <a:xfrm>
              <a:off x="10506962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t1814"/>
            <p:cNvSpPr/>
            <p:nvPr/>
          </p:nvSpPr>
          <p:spPr>
            <a:xfrm>
              <a:off x="8261030" y="54134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t1815"/>
            <p:cNvSpPr/>
            <p:nvPr/>
          </p:nvSpPr>
          <p:spPr>
            <a:xfrm>
              <a:off x="10057776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t1816"/>
            <p:cNvSpPr/>
            <p:nvPr/>
          </p:nvSpPr>
          <p:spPr>
            <a:xfrm>
              <a:off x="8710216" y="486670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t1817"/>
            <p:cNvSpPr/>
            <p:nvPr/>
          </p:nvSpPr>
          <p:spPr>
            <a:xfrm>
              <a:off x="9608589" y="40585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t1818"/>
            <p:cNvSpPr/>
            <p:nvPr/>
          </p:nvSpPr>
          <p:spPr>
            <a:xfrm>
              <a:off x="8710216" y="536586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t1819"/>
            <p:cNvSpPr/>
            <p:nvPr/>
          </p:nvSpPr>
          <p:spPr>
            <a:xfrm>
              <a:off x="8485623" y="55322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t1820"/>
            <p:cNvSpPr/>
            <p:nvPr/>
          </p:nvSpPr>
          <p:spPr>
            <a:xfrm>
              <a:off x="8934809" y="493800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t1821"/>
            <p:cNvSpPr/>
            <p:nvPr/>
          </p:nvSpPr>
          <p:spPr>
            <a:xfrm>
              <a:off x="8261030" y="6197810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t1822"/>
            <p:cNvSpPr/>
            <p:nvPr/>
          </p:nvSpPr>
          <p:spPr>
            <a:xfrm>
              <a:off x="8261030" y="615027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t1823"/>
            <p:cNvSpPr/>
            <p:nvPr/>
          </p:nvSpPr>
          <p:spPr>
            <a:xfrm>
              <a:off x="8261030" y="6197810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t1824"/>
            <p:cNvSpPr/>
            <p:nvPr/>
          </p:nvSpPr>
          <p:spPr>
            <a:xfrm>
              <a:off x="8261030" y="6197810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t1825"/>
            <p:cNvSpPr/>
            <p:nvPr/>
          </p:nvSpPr>
          <p:spPr>
            <a:xfrm>
              <a:off x="9159403" y="429622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t1826"/>
            <p:cNvSpPr/>
            <p:nvPr/>
          </p:nvSpPr>
          <p:spPr>
            <a:xfrm>
              <a:off x="8261030" y="503308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t1827"/>
            <p:cNvSpPr/>
            <p:nvPr/>
          </p:nvSpPr>
          <p:spPr>
            <a:xfrm>
              <a:off x="9383996" y="453392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t1828"/>
            <p:cNvSpPr/>
            <p:nvPr/>
          </p:nvSpPr>
          <p:spPr>
            <a:xfrm>
              <a:off x="9608589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t1829"/>
            <p:cNvSpPr/>
            <p:nvPr/>
          </p:nvSpPr>
          <p:spPr>
            <a:xfrm>
              <a:off x="8261030" y="610273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pt1830"/>
            <p:cNvSpPr/>
            <p:nvPr/>
          </p:nvSpPr>
          <p:spPr>
            <a:xfrm>
              <a:off x="9383996" y="451015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pt1831"/>
            <p:cNvSpPr/>
            <p:nvPr/>
          </p:nvSpPr>
          <p:spPr>
            <a:xfrm>
              <a:off x="8261030" y="605519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" name="pt1832"/>
            <p:cNvSpPr/>
            <p:nvPr/>
          </p:nvSpPr>
          <p:spPr>
            <a:xfrm>
              <a:off x="8934809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t1833"/>
            <p:cNvSpPr/>
            <p:nvPr/>
          </p:nvSpPr>
          <p:spPr>
            <a:xfrm>
              <a:off x="938399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t1834"/>
            <p:cNvSpPr/>
            <p:nvPr/>
          </p:nvSpPr>
          <p:spPr>
            <a:xfrm>
              <a:off x="1073155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t1835"/>
            <p:cNvSpPr/>
            <p:nvPr/>
          </p:nvSpPr>
          <p:spPr>
            <a:xfrm>
              <a:off x="8261030" y="557979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t1836"/>
            <p:cNvSpPr/>
            <p:nvPr/>
          </p:nvSpPr>
          <p:spPr>
            <a:xfrm>
              <a:off x="8261030" y="557979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t1837"/>
            <p:cNvSpPr/>
            <p:nvPr/>
          </p:nvSpPr>
          <p:spPr>
            <a:xfrm>
              <a:off x="8934809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t1838"/>
            <p:cNvSpPr/>
            <p:nvPr/>
          </p:nvSpPr>
          <p:spPr>
            <a:xfrm>
              <a:off x="8934809" y="500931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t1839"/>
            <p:cNvSpPr/>
            <p:nvPr/>
          </p:nvSpPr>
          <p:spPr>
            <a:xfrm>
              <a:off x="8485623" y="50806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t1840"/>
            <p:cNvSpPr/>
            <p:nvPr/>
          </p:nvSpPr>
          <p:spPr>
            <a:xfrm>
              <a:off x="1005777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t1841"/>
            <p:cNvSpPr/>
            <p:nvPr/>
          </p:nvSpPr>
          <p:spPr>
            <a:xfrm>
              <a:off x="10282369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t1842"/>
            <p:cNvSpPr/>
            <p:nvPr/>
          </p:nvSpPr>
          <p:spPr>
            <a:xfrm>
              <a:off x="9159403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t1843"/>
            <p:cNvSpPr/>
            <p:nvPr/>
          </p:nvSpPr>
          <p:spPr>
            <a:xfrm>
              <a:off x="10282369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t1844"/>
            <p:cNvSpPr/>
            <p:nvPr/>
          </p:nvSpPr>
          <p:spPr>
            <a:xfrm>
              <a:off x="11629929" y="377328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t1845"/>
            <p:cNvSpPr/>
            <p:nvPr/>
          </p:nvSpPr>
          <p:spPr>
            <a:xfrm>
              <a:off x="10282369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t1846"/>
            <p:cNvSpPr/>
            <p:nvPr/>
          </p:nvSpPr>
          <p:spPr>
            <a:xfrm>
              <a:off x="10956149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pt1847"/>
            <p:cNvSpPr/>
            <p:nvPr/>
          </p:nvSpPr>
          <p:spPr>
            <a:xfrm>
              <a:off x="1073155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" name="pt1848"/>
            <p:cNvSpPr/>
            <p:nvPr/>
          </p:nvSpPr>
          <p:spPr>
            <a:xfrm>
              <a:off x="9383996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" name="pt1849"/>
            <p:cNvSpPr/>
            <p:nvPr/>
          </p:nvSpPr>
          <p:spPr>
            <a:xfrm>
              <a:off x="11180742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" name="pt1850"/>
            <p:cNvSpPr/>
            <p:nvPr/>
          </p:nvSpPr>
          <p:spPr>
            <a:xfrm>
              <a:off x="8934809" y="56273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" name="pt1851"/>
            <p:cNvSpPr/>
            <p:nvPr/>
          </p:nvSpPr>
          <p:spPr>
            <a:xfrm>
              <a:off x="9833183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" name="pt1852"/>
            <p:cNvSpPr/>
            <p:nvPr/>
          </p:nvSpPr>
          <p:spPr>
            <a:xfrm>
              <a:off x="10057776" y="40109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" name="pt1853"/>
            <p:cNvSpPr/>
            <p:nvPr/>
          </p:nvSpPr>
          <p:spPr>
            <a:xfrm>
              <a:off x="10506962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" name="pt1854"/>
            <p:cNvSpPr/>
            <p:nvPr/>
          </p:nvSpPr>
          <p:spPr>
            <a:xfrm>
              <a:off x="9159403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" name="pt1855"/>
            <p:cNvSpPr/>
            <p:nvPr/>
          </p:nvSpPr>
          <p:spPr>
            <a:xfrm>
              <a:off x="1073155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" name="pt1856"/>
            <p:cNvSpPr/>
            <p:nvPr/>
          </p:nvSpPr>
          <p:spPr>
            <a:xfrm>
              <a:off x="1073155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" name="pt1857"/>
            <p:cNvSpPr/>
            <p:nvPr/>
          </p:nvSpPr>
          <p:spPr>
            <a:xfrm>
              <a:off x="9608589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" name="pt1858"/>
            <p:cNvSpPr/>
            <p:nvPr/>
          </p:nvSpPr>
          <p:spPr>
            <a:xfrm>
              <a:off x="10731556" y="377328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" name="pt1859"/>
            <p:cNvSpPr/>
            <p:nvPr/>
          </p:nvSpPr>
          <p:spPr>
            <a:xfrm>
              <a:off x="10282369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" name="pt1860"/>
            <p:cNvSpPr/>
            <p:nvPr/>
          </p:nvSpPr>
          <p:spPr>
            <a:xfrm>
              <a:off x="8710216" y="510439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" name="pt1861"/>
            <p:cNvSpPr/>
            <p:nvPr/>
          </p:nvSpPr>
          <p:spPr>
            <a:xfrm>
              <a:off x="10956149" y="40585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" name="pt1862"/>
            <p:cNvSpPr/>
            <p:nvPr/>
          </p:nvSpPr>
          <p:spPr>
            <a:xfrm>
              <a:off x="9608589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" name="pt1863"/>
            <p:cNvSpPr/>
            <p:nvPr/>
          </p:nvSpPr>
          <p:spPr>
            <a:xfrm>
              <a:off x="9383996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" name="pt1864"/>
            <p:cNvSpPr/>
            <p:nvPr/>
          </p:nvSpPr>
          <p:spPr>
            <a:xfrm>
              <a:off x="8934809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" name="pt1865"/>
            <p:cNvSpPr/>
            <p:nvPr/>
          </p:nvSpPr>
          <p:spPr>
            <a:xfrm>
              <a:off x="10506962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" name="pt1866"/>
            <p:cNvSpPr/>
            <p:nvPr/>
          </p:nvSpPr>
          <p:spPr>
            <a:xfrm>
              <a:off x="10956149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" name="pt1867"/>
            <p:cNvSpPr/>
            <p:nvPr/>
          </p:nvSpPr>
          <p:spPr>
            <a:xfrm>
              <a:off x="10282369" y="410606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" name="pt1868"/>
            <p:cNvSpPr/>
            <p:nvPr/>
          </p:nvSpPr>
          <p:spPr>
            <a:xfrm>
              <a:off x="8485623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" name="pt1869"/>
            <p:cNvSpPr/>
            <p:nvPr/>
          </p:nvSpPr>
          <p:spPr>
            <a:xfrm>
              <a:off x="9833183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" name="pt1870"/>
            <p:cNvSpPr/>
            <p:nvPr/>
          </p:nvSpPr>
          <p:spPr>
            <a:xfrm>
              <a:off x="8934809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" name="pt1871"/>
            <p:cNvSpPr/>
            <p:nvPr/>
          </p:nvSpPr>
          <p:spPr>
            <a:xfrm>
              <a:off x="8261030" y="603142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" name="pt1872"/>
            <p:cNvSpPr/>
            <p:nvPr/>
          </p:nvSpPr>
          <p:spPr>
            <a:xfrm>
              <a:off x="9159403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" name="pt1873"/>
            <p:cNvSpPr/>
            <p:nvPr/>
          </p:nvSpPr>
          <p:spPr>
            <a:xfrm>
              <a:off x="1073155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" name="pt1874"/>
            <p:cNvSpPr/>
            <p:nvPr/>
          </p:nvSpPr>
          <p:spPr>
            <a:xfrm>
              <a:off x="11629929" y="377328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" name="pt1875"/>
            <p:cNvSpPr/>
            <p:nvPr/>
          </p:nvSpPr>
          <p:spPr>
            <a:xfrm>
              <a:off x="8934809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" name="pt1876"/>
            <p:cNvSpPr/>
            <p:nvPr/>
          </p:nvSpPr>
          <p:spPr>
            <a:xfrm>
              <a:off x="10506962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" name="pt1877"/>
            <p:cNvSpPr/>
            <p:nvPr/>
          </p:nvSpPr>
          <p:spPr>
            <a:xfrm>
              <a:off x="8710216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" name="pt1878"/>
            <p:cNvSpPr/>
            <p:nvPr/>
          </p:nvSpPr>
          <p:spPr>
            <a:xfrm>
              <a:off x="10057776" y="43199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" name="pt1879"/>
            <p:cNvSpPr/>
            <p:nvPr/>
          </p:nvSpPr>
          <p:spPr>
            <a:xfrm>
              <a:off x="9159403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" name="pt1880"/>
            <p:cNvSpPr/>
            <p:nvPr/>
          </p:nvSpPr>
          <p:spPr>
            <a:xfrm>
              <a:off x="9608589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" name="pt1881"/>
            <p:cNvSpPr/>
            <p:nvPr/>
          </p:nvSpPr>
          <p:spPr>
            <a:xfrm>
              <a:off x="9383996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" name="pt1882"/>
            <p:cNvSpPr/>
            <p:nvPr/>
          </p:nvSpPr>
          <p:spPr>
            <a:xfrm>
              <a:off x="10282369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" name="pt1883"/>
            <p:cNvSpPr/>
            <p:nvPr/>
          </p:nvSpPr>
          <p:spPr>
            <a:xfrm>
              <a:off x="8934809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" name="pt1884"/>
            <p:cNvSpPr/>
            <p:nvPr/>
          </p:nvSpPr>
          <p:spPr>
            <a:xfrm>
              <a:off x="11180742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" name="pt1885"/>
            <p:cNvSpPr/>
            <p:nvPr/>
          </p:nvSpPr>
          <p:spPr>
            <a:xfrm>
              <a:off x="9383996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" name="pt1886"/>
            <p:cNvSpPr/>
            <p:nvPr/>
          </p:nvSpPr>
          <p:spPr>
            <a:xfrm>
              <a:off x="8934809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" name="pt1887"/>
            <p:cNvSpPr/>
            <p:nvPr/>
          </p:nvSpPr>
          <p:spPr>
            <a:xfrm>
              <a:off x="9833183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" name="pt1888"/>
            <p:cNvSpPr/>
            <p:nvPr/>
          </p:nvSpPr>
          <p:spPr>
            <a:xfrm>
              <a:off x="9159403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" name="pt1889"/>
            <p:cNvSpPr/>
            <p:nvPr/>
          </p:nvSpPr>
          <p:spPr>
            <a:xfrm>
              <a:off x="8261030" y="49142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" name="pt1890"/>
            <p:cNvSpPr/>
            <p:nvPr/>
          </p:nvSpPr>
          <p:spPr>
            <a:xfrm>
              <a:off x="8934809" y="467654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" name="pt1891"/>
            <p:cNvSpPr/>
            <p:nvPr/>
          </p:nvSpPr>
          <p:spPr>
            <a:xfrm>
              <a:off x="10506962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" name="pt1892"/>
            <p:cNvSpPr/>
            <p:nvPr/>
          </p:nvSpPr>
          <p:spPr>
            <a:xfrm>
              <a:off x="8934809" y="436753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" name="pt1893"/>
            <p:cNvSpPr/>
            <p:nvPr/>
          </p:nvSpPr>
          <p:spPr>
            <a:xfrm>
              <a:off x="9159403" y="412983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" name="pt1894"/>
            <p:cNvSpPr/>
            <p:nvPr/>
          </p:nvSpPr>
          <p:spPr>
            <a:xfrm>
              <a:off x="9383996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" name="pt1895"/>
            <p:cNvSpPr/>
            <p:nvPr/>
          </p:nvSpPr>
          <p:spPr>
            <a:xfrm>
              <a:off x="9159403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" name="pt1896"/>
            <p:cNvSpPr/>
            <p:nvPr/>
          </p:nvSpPr>
          <p:spPr>
            <a:xfrm>
              <a:off x="1073155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" name="pt1897"/>
            <p:cNvSpPr/>
            <p:nvPr/>
          </p:nvSpPr>
          <p:spPr>
            <a:xfrm>
              <a:off x="10506962" y="393967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" name="pt1898"/>
            <p:cNvSpPr/>
            <p:nvPr/>
          </p:nvSpPr>
          <p:spPr>
            <a:xfrm>
              <a:off x="1005777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" name="pt1899"/>
            <p:cNvSpPr/>
            <p:nvPr/>
          </p:nvSpPr>
          <p:spPr>
            <a:xfrm>
              <a:off x="9159403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" name="pt1900"/>
            <p:cNvSpPr/>
            <p:nvPr/>
          </p:nvSpPr>
          <p:spPr>
            <a:xfrm>
              <a:off x="9159403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" name="pt1901"/>
            <p:cNvSpPr/>
            <p:nvPr/>
          </p:nvSpPr>
          <p:spPr>
            <a:xfrm>
              <a:off x="8485623" y="53420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" name="pt1902"/>
            <p:cNvSpPr/>
            <p:nvPr/>
          </p:nvSpPr>
          <p:spPr>
            <a:xfrm>
              <a:off x="8485623" y="51281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" name="pt1903"/>
            <p:cNvSpPr/>
            <p:nvPr/>
          </p:nvSpPr>
          <p:spPr>
            <a:xfrm>
              <a:off x="9833183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" name="pt1904"/>
            <p:cNvSpPr/>
            <p:nvPr/>
          </p:nvSpPr>
          <p:spPr>
            <a:xfrm>
              <a:off x="9159403" y="50806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" name="pt1905"/>
            <p:cNvSpPr/>
            <p:nvPr/>
          </p:nvSpPr>
          <p:spPr>
            <a:xfrm>
              <a:off x="9833183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" name="pt1906"/>
            <p:cNvSpPr/>
            <p:nvPr/>
          </p:nvSpPr>
          <p:spPr>
            <a:xfrm>
              <a:off x="8934809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" name="pt1907"/>
            <p:cNvSpPr/>
            <p:nvPr/>
          </p:nvSpPr>
          <p:spPr>
            <a:xfrm>
              <a:off x="1073155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" name="pt1908"/>
            <p:cNvSpPr/>
            <p:nvPr/>
          </p:nvSpPr>
          <p:spPr>
            <a:xfrm>
              <a:off x="8710216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" name="pt1909"/>
            <p:cNvSpPr/>
            <p:nvPr/>
          </p:nvSpPr>
          <p:spPr>
            <a:xfrm>
              <a:off x="9383996" y="424868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" name="pt1910"/>
            <p:cNvSpPr/>
            <p:nvPr/>
          </p:nvSpPr>
          <p:spPr>
            <a:xfrm>
              <a:off x="8710216" y="536586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" name="pt1911"/>
            <p:cNvSpPr/>
            <p:nvPr/>
          </p:nvSpPr>
          <p:spPr>
            <a:xfrm>
              <a:off x="8934809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" name="pt1912"/>
            <p:cNvSpPr/>
            <p:nvPr/>
          </p:nvSpPr>
          <p:spPr>
            <a:xfrm>
              <a:off x="8710216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" name="pt1913"/>
            <p:cNvSpPr/>
            <p:nvPr/>
          </p:nvSpPr>
          <p:spPr>
            <a:xfrm>
              <a:off x="9833183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" name="pt1914"/>
            <p:cNvSpPr/>
            <p:nvPr/>
          </p:nvSpPr>
          <p:spPr>
            <a:xfrm>
              <a:off x="8710216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" name="pt1915"/>
            <p:cNvSpPr/>
            <p:nvPr/>
          </p:nvSpPr>
          <p:spPr>
            <a:xfrm>
              <a:off x="8485623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" name="pt1916"/>
            <p:cNvSpPr/>
            <p:nvPr/>
          </p:nvSpPr>
          <p:spPr>
            <a:xfrm>
              <a:off x="9608589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" name="pt1917"/>
            <p:cNvSpPr/>
            <p:nvPr/>
          </p:nvSpPr>
          <p:spPr>
            <a:xfrm>
              <a:off x="8485623" y="503308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" name="pt1918"/>
            <p:cNvSpPr/>
            <p:nvPr/>
          </p:nvSpPr>
          <p:spPr>
            <a:xfrm>
              <a:off x="9608589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" name="pt1919"/>
            <p:cNvSpPr/>
            <p:nvPr/>
          </p:nvSpPr>
          <p:spPr>
            <a:xfrm>
              <a:off x="8934809" y="472408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" name="pt1920"/>
            <p:cNvSpPr/>
            <p:nvPr/>
          </p:nvSpPr>
          <p:spPr>
            <a:xfrm>
              <a:off x="8261030" y="605519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" name="pt1921"/>
            <p:cNvSpPr/>
            <p:nvPr/>
          </p:nvSpPr>
          <p:spPr>
            <a:xfrm>
              <a:off x="8934809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" name="pt1922"/>
            <p:cNvSpPr/>
            <p:nvPr/>
          </p:nvSpPr>
          <p:spPr>
            <a:xfrm>
              <a:off x="8261030" y="54134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" name="pt1923"/>
            <p:cNvSpPr/>
            <p:nvPr/>
          </p:nvSpPr>
          <p:spPr>
            <a:xfrm>
              <a:off x="8710216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" name="pt1924"/>
            <p:cNvSpPr/>
            <p:nvPr/>
          </p:nvSpPr>
          <p:spPr>
            <a:xfrm>
              <a:off x="8934809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" name="pt1925"/>
            <p:cNvSpPr/>
            <p:nvPr/>
          </p:nvSpPr>
          <p:spPr>
            <a:xfrm>
              <a:off x="8710216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" name="pt1926"/>
            <p:cNvSpPr/>
            <p:nvPr/>
          </p:nvSpPr>
          <p:spPr>
            <a:xfrm>
              <a:off x="8710216" y="474785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" name="pt1927"/>
            <p:cNvSpPr/>
            <p:nvPr/>
          </p:nvSpPr>
          <p:spPr>
            <a:xfrm>
              <a:off x="8485623" y="51994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" name="pt1928"/>
            <p:cNvSpPr/>
            <p:nvPr/>
          </p:nvSpPr>
          <p:spPr>
            <a:xfrm>
              <a:off x="9833183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" name="pt1929"/>
            <p:cNvSpPr/>
            <p:nvPr/>
          </p:nvSpPr>
          <p:spPr>
            <a:xfrm>
              <a:off x="8710216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" name="pt1930"/>
            <p:cNvSpPr/>
            <p:nvPr/>
          </p:nvSpPr>
          <p:spPr>
            <a:xfrm>
              <a:off x="8710216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" name="pt1931"/>
            <p:cNvSpPr/>
            <p:nvPr/>
          </p:nvSpPr>
          <p:spPr>
            <a:xfrm>
              <a:off x="8710216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" name="pt1932"/>
            <p:cNvSpPr/>
            <p:nvPr/>
          </p:nvSpPr>
          <p:spPr>
            <a:xfrm>
              <a:off x="8934809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" name="pt1933"/>
            <p:cNvSpPr/>
            <p:nvPr/>
          </p:nvSpPr>
          <p:spPr>
            <a:xfrm>
              <a:off x="8485623" y="58412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" name="pt1934"/>
            <p:cNvSpPr/>
            <p:nvPr/>
          </p:nvSpPr>
          <p:spPr>
            <a:xfrm>
              <a:off x="8485623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" name="pt1935"/>
            <p:cNvSpPr/>
            <p:nvPr/>
          </p:nvSpPr>
          <p:spPr>
            <a:xfrm>
              <a:off x="9383996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" name="pt1936"/>
            <p:cNvSpPr/>
            <p:nvPr/>
          </p:nvSpPr>
          <p:spPr>
            <a:xfrm>
              <a:off x="8710216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" name="pt1937"/>
            <p:cNvSpPr/>
            <p:nvPr/>
          </p:nvSpPr>
          <p:spPr>
            <a:xfrm>
              <a:off x="8261030" y="56273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" name="pt1938"/>
            <p:cNvSpPr/>
            <p:nvPr/>
          </p:nvSpPr>
          <p:spPr>
            <a:xfrm>
              <a:off x="8934809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" name="pt1939"/>
            <p:cNvSpPr/>
            <p:nvPr/>
          </p:nvSpPr>
          <p:spPr>
            <a:xfrm>
              <a:off x="8485623" y="49142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" name="pt1940"/>
            <p:cNvSpPr/>
            <p:nvPr/>
          </p:nvSpPr>
          <p:spPr>
            <a:xfrm>
              <a:off x="8485623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" name="pt1941"/>
            <p:cNvSpPr/>
            <p:nvPr/>
          </p:nvSpPr>
          <p:spPr>
            <a:xfrm>
              <a:off x="8261030" y="54134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" name="pt1942"/>
            <p:cNvSpPr/>
            <p:nvPr/>
          </p:nvSpPr>
          <p:spPr>
            <a:xfrm>
              <a:off x="8261030" y="51281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" name="pt1943"/>
            <p:cNvSpPr/>
            <p:nvPr/>
          </p:nvSpPr>
          <p:spPr>
            <a:xfrm>
              <a:off x="8710216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" name="pt1944"/>
            <p:cNvSpPr/>
            <p:nvPr/>
          </p:nvSpPr>
          <p:spPr>
            <a:xfrm>
              <a:off x="8485623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" name="pt1945"/>
            <p:cNvSpPr/>
            <p:nvPr/>
          </p:nvSpPr>
          <p:spPr>
            <a:xfrm>
              <a:off x="8485623" y="53420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" name="pt1946"/>
            <p:cNvSpPr/>
            <p:nvPr/>
          </p:nvSpPr>
          <p:spPr>
            <a:xfrm>
              <a:off x="8934809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" name="pt1947"/>
            <p:cNvSpPr/>
            <p:nvPr/>
          </p:nvSpPr>
          <p:spPr>
            <a:xfrm>
              <a:off x="8710216" y="51994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" name="pt1948"/>
            <p:cNvSpPr/>
            <p:nvPr/>
          </p:nvSpPr>
          <p:spPr>
            <a:xfrm>
              <a:off x="9159403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" name="pt1949"/>
            <p:cNvSpPr/>
            <p:nvPr/>
          </p:nvSpPr>
          <p:spPr>
            <a:xfrm>
              <a:off x="8710216" y="51281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" name="pt1950"/>
            <p:cNvSpPr/>
            <p:nvPr/>
          </p:nvSpPr>
          <p:spPr>
            <a:xfrm>
              <a:off x="9159403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" name="pt1951"/>
            <p:cNvSpPr/>
            <p:nvPr/>
          </p:nvSpPr>
          <p:spPr>
            <a:xfrm>
              <a:off x="10506962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" name="pt1952"/>
            <p:cNvSpPr/>
            <p:nvPr/>
          </p:nvSpPr>
          <p:spPr>
            <a:xfrm>
              <a:off x="8710216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" name="pt1953"/>
            <p:cNvSpPr/>
            <p:nvPr/>
          </p:nvSpPr>
          <p:spPr>
            <a:xfrm>
              <a:off x="8934809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" name="pt1954"/>
            <p:cNvSpPr/>
            <p:nvPr/>
          </p:nvSpPr>
          <p:spPr>
            <a:xfrm>
              <a:off x="8710216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" name="pt1955"/>
            <p:cNvSpPr/>
            <p:nvPr/>
          </p:nvSpPr>
          <p:spPr>
            <a:xfrm>
              <a:off x="8934809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" name="pt1956"/>
            <p:cNvSpPr/>
            <p:nvPr/>
          </p:nvSpPr>
          <p:spPr>
            <a:xfrm>
              <a:off x="8710216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" name="pt1957"/>
            <p:cNvSpPr/>
            <p:nvPr/>
          </p:nvSpPr>
          <p:spPr>
            <a:xfrm>
              <a:off x="8485623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" name="pt1958"/>
            <p:cNvSpPr/>
            <p:nvPr/>
          </p:nvSpPr>
          <p:spPr>
            <a:xfrm>
              <a:off x="8934809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" name="pt1959"/>
            <p:cNvSpPr/>
            <p:nvPr/>
          </p:nvSpPr>
          <p:spPr>
            <a:xfrm>
              <a:off x="1005777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" name="pt1960"/>
            <p:cNvSpPr/>
            <p:nvPr/>
          </p:nvSpPr>
          <p:spPr>
            <a:xfrm>
              <a:off x="8934809" y="522324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" name="pt1961"/>
            <p:cNvSpPr/>
            <p:nvPr/>
          </p:nvSpPr>
          <p:spPr>
            <a:xfrm>
              <a:off x="8485623" y="472408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" name="pt1962"/>
            <p:cNvSpPr/>
            <p:nvPr/>
          </p:nvSpPr>
          <p:spPr>
            <a:xfrm>
              <a:off x="8710216" y="500931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" name="pt1963"/>
            <p:cNvSpPr/>
            <p:nvPr/>
          </p:nvSpPr>
          <p:spPr>
            <a:xfrm>
              <a:off x="8934809" y="446261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" name="pt1964"/>
            <p:cNvSpPr/>
            <p:nvPr/>
          </p:nvSpPr>
          <p:spPr>
            <a:xfrm>
              <a:off x="8261030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" name="pt1965"/>
            <p:cNvSpPr/>
            <p:nvPr/>
          </p:nvSpPr>
          <p:spPr>
            <a:xfrm>
              <a:off x="9383996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" name="pt1966"/>
            <p:cNvSpPr/>
            <p:nvPr/>
          </p:nvSpPr>
          <p:spPr>
            <a:xfrm>
              <a:off x="8261030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" name="pt1967"/>
            <p:cNvSpPr/>
            <p:nvPr/>
          </p:nvSpPr>
          <p:spPr>
            <a:xfrm>
              <a:off x="8485623" y="48904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" name="pt1968"/>
            <p:cNvSpPr/>
            <p:nvPr/>
          </p:nvSpPr>
          <p:spPr>
            <a:xfrm>
              <a:off x="8261030" y="55560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" name="pt1969"/>
            <p:cNvSpPr/>
            <p:nvPr/>
          </p:nvSpPr>
          <p:spPr>
            <a:xfrm>
              <a:off x="8934809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" name="pt1970"/>
            <p:cNvSpPr/>
            <p:nvPr/>
          </p:nvSpPr>
          <p:spPr>
            <a:xfrm>
              <a:off x="9608589" y="412983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" name="pt1971"/>
            <p:cNvSpPr/>
            <p:nvPr/>
          </p:nvSpPr>
          <p:spPr>
            <a:xfrm>
              <a:off x="9159403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" name="pt1972"/>
            <p:cNvSpPr/>
            <p:nvPr/>
          </p:nvSpPr>
          <p:spPr>
            <a:xfrm>
              <a:off x="10506962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" name="pt1973"/>
            <p:cNvSpPr/>
            <p:nvPr/>
          </p:nvSpPr>
          <p:spPr>
            <a:xfrm>
              <a:off x="8261030" y="55560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" name="pt1974"/>
            <p:cNvSpPr/>
            <p:nvPr/>
          </p:nvSpPr>
          <p:spPr>
            <a:xfrm>
              <a:off x="8934809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" name="pt1975"/>
            <p:cNvSpPr/>
            <p:nvPr/>
          </p:nvSpPr>
          <p:spPr>
            <a:xfrm>
              <a:off x="8710216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" name="pt1976"/>
            <p:cNvSpPr/>
            <p:nvPr/>
          </p:nvSpPr>
          <p:spPr>
            <a:xfrm>
              <a:off x="8934809" y="467654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" name="pt1977"/>
            <p:cNvSpPr/>
            <p:nvPr/>
          </p:nvSpPr>
          <p:spPr>
            <a:xfrm>
              <a:off x="10057776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" name="pt1978"/>
            <p:cNvSpPr/>
            <p:nvPr/>
          </p:nvSpPr>
          <p:spPr>
            <a:xfrm>
              <a:off x="8710216" y="472408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" name="pt1979"/>
            <p:cNvSpPr/>
            <p:nvPr/>
          </p:nvSpPr>
          <p:spPr>
            <a:xfrm>
              <a:off x="8485623" y="51994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" name="pt1980"/>
            <p:cNvSpPr/>
            <p:nvPr/>
          </p:nvSpPr>
          <p:spPr>
            <a:xfrm>
              <a:off x="9833183" y="40585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" name="pt1981"/>
            <p:cNvSpPr/>
            <p:nvPr/>
          </p:nvSpPr>
          <p:spPr>
            <a:xfrm>
              <a:off x="11180742" y="377328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" name="pt1982"/>
            <p:cNvSpPr/>
            <p:nvPr/>
          </p:nvSpPr>
          <p:spPr>
            <a:xfrm>
              <a:off x="9383996" y="40585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" name="pt1983"/>
            <p:cNvSpPr/>
            <p:nvPr/>
          </p:nvSpPr>
          <p:spPr>
            <a:xfrm>
              <a:off x="8710216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" name="pt1984"/>
            <p:cNvSpPr/>
            <p:nvPr/>
          </p:nvSpPr>
          <p:spPr>
            <a:xfrm>
              <a:off x="9383996" y="408229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" name="pt1985"/>
            <p:cNvSpPr/>
            <p:nvPr/>
          </p:nvSpPr>
          <p:spPr>
            <a:xfrm>
              <a:off x="8934809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" name="pt1986"/>
            <p:cNvSpPr/>
            <p:nvPr/>
          </p:nvSpPr>
          <p:spPr>
            <a:xfrm>
              <a:off x="9833183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" name="pt1987"/>
            <p:cNvSpPr/>
            <p:nvPr/>
          </p:nvSpPr>
          <p:spPr>
            <a:xfrm>
              <a:off x="9383996" y="429622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" name="pt1988"/>
            <p:cNvSpPr/>
            <p:nvPr/>
          </p:nvSpPr>
          <p:spPr>
            <a:xfrm>
              <a:off x="10057776" y="422491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" name="pt1989"/>
            <p:cNvSpPr/>
            <p:nvPr/>
          </p:nvSpPr>
          <p:spPr>
            <a:xfrm>
              <a:off x="10282369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" name="pt1990"/>
            <p:cNvSpPr/>
            <p:nvPr/>
          </p:nvSpPr>
          <p:spPr>
            <a:xfrm>
              <a:off x="10956149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" name="pt1991"/>
            <p:cNvSpPr/>
            <p:nvPr/>
          </p:nvSpPr>
          <p:spPr>
            <a:xfrm>
              <a:off x="9833183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" name="pt1992"/>
            <p:cNvSpPr/>
            <p:nvPr/>
          </p:nvSpPr>
          <p:spPr>
            <a:xfrm>
              <a:off x="9833183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" name="pt1993"/>
            <p:cNvSpPr/>
            <p:nvPr/>
          </p:nvSpPr>
          <p:spPr>
            <a:xfrm>
              <a:off x="9608589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" name="pt1994"/>
            <p:cNvSpPr/>
            <p:nvPr/>
          </p:nvSpPr>
          <p:spPr>
            <a:xfrm>
              <a:off x="10282369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" name="pt1995"/>
            <p:cNvSpPr/>
            <p:nvPr/>
          </p:nvSpPr>
          <p:spPr>
            <a:xfrm>
              <a:off x="9383996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" name="pt1996"/>
            <p:cNvSpPr/>
            <p:nvPr/>
          </p:nvSpPr>
          <p:spPr>
            <a:xfrm>
              <a:off x="8485623" y="524701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" name="pt1997"/>
            <p:cNvSpPr/>
            <p:nvPr/>
          </p:nvSpPr>
          <p:spPr>
            <a:xfrm>
              <a:off x="1073155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" name="pt1998"/>
            <p:cNvSpPr/>
            <p:nvPr/>
          </p:nvSpPr>
          <p:spPr>
            <a:xfrm>
              <a:off x="8934809" y="55560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" name="pt1999"/>
            <p:cNvSpPr/>
            <p:nvPr/>
          </p:nvSpPr>
          <p:spPr>
            <a:xfrm>
              <a:off x="9833183" y="422491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" name="pt2000"/>
            <p:cNvSpPr/>
            <p:nvPr/>
          </p:nvSpPr>
          <p:spPr>
            <a:xfrm>
              <a:off x="10057776" y="422491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" name="pt2001"/>
            <p:cNvSpPr/>
            <p:nvPr/>
          </p:nvSpPr>
          <p:spPr>
            <a:xfrm>
              <a:off x="10057776" y="412983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" name="pt2002"/>
            <p:cNvSpPr/>
            <p:nvPr/>
          </p:nvSpPr>
          <p:spPr>
            <a:xfrm>
              <a:off x="9833183" y="408229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" name="pt2003"/>
            <p:cNvSpPr/>
            <p:nvPr/>
          </p:nvSpPr>
          <p:spPr>
            <a:xfrm>
              <a:off x="9608589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" name="pt2004"/>
            <p:cNvSpPr/>
            <p:nvPr/>
          </p:nvSpPr>
          <p:spPr>
            <a:xfrm>
              <a:off x="8710216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" name="pt2005"/>
            <p:cNvSpPr/>
            <p:nvPr/>
          </p:nvSpPr>
          <p:spPr>
            <a:xfrm>
              <a:off x="8710216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6" name="pt2006"/>
            <p:cNvSpPr/>
            <p:nvPr/>
          </p:nvSpPr>
          <p:spPr>
            <a:xfrm>
              <a:off x="8710216" y="479539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" name="pt2007"/>
            <p:cNvSpPr/>
            <p:nvPr/>
          </p:nvSpPr>
          <p:spPr>
            <a:xfrm>
              <a:off x="9159403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8" name="pt2008"/>
            <p:cNvSpPr/>
            <p:nvPr/>
          </p:nvSpPr>
          <p:spPr>
            <a:xfrm>
              <a:off x="8710216" y="48904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9" name="pt2009"/>
            <p:cNvSpPr/>
            <p:nvPr/>
          </p:nvSpPr>
          <p:spPr>
            <a:xfrm>
              <a:off x="10731556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0" name="pt2010"/>
            <p:cNvSpPr/>
            <p:nvPr/>
          </p:nvSpPr>
          <p:spPr>
            <a:xfrm>
              <a:off x="8710216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1" name="pt2011"/>
            <p:cNvSpPr/>
            <p:nvPr/>
          </p:nvSpPr>
          <p:spPr>
            <a:xfrm>
              <a:off x="9608589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2" name="pt2012"/>
            <p:cNvSpPr/>
            <p:nvPr/>
          </p:nvSpPr>
          <p:spPr>
            <a:xfrm>
              <a:off x="8934809" y="43199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3" name="pt2013"/>
            <p:cNvSpPr/>
            <p:nvPr/>
          </p:nvSpPr>
          <p:spPr>
            <a:xfrm>
              <a:off x="9383996" y="460523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4" name="pt2014"/>
            <p:cNvSpPr/>
            <p:nvPr/>
          </p:nvSpPr>
          <p:spPr>
            <a:xfrm>
              <a:off x="9383996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5" name="pt2015"/>
            <p:cNvSpPr/>
            <p:nvPr/>
          </p:nvSpPr>
          <p:spPr>
            <a:xfrm>
              <a:off x="8710216" y="49142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6" name="pt2016"/>
            <p:cNvSpPr/>
            <p:nvPr/>
          </p:nvSpPr>
          <p:spPr>
            <a:xfrm>
              <a:off x="9833183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7" name="pt2017"/>
            <p:cNvSpPr/>
            <p:nvPr/>
          </p:nvSpPr>
          <p:spPr>
            <a:xfrm>
              <a:off x="9159403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8" name="pt2018"/>
            <p:cNvSpPr/>
            <p:nvPr/>
          </p:nvSpPr>
          <p:spPr>
            <a:xfrm>
              <a:off x="8934809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9" name="pt2019"/>
            <p:cNvSpPr/>
            <p:nvPr/>
          </p:nvSpPr>
          <p:spPr>
            <a:xfrm>
              <a:off x="8934809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0" name="pt2020"/>
            <p:cNvSpPr/>
            <p:nvPr/>
          </p:nvSpPr>
          <p:spPr>
            <a:xfrm>
              <a:off x="8710216" y="51994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1" name="pt2021"/>
            <p:cNvSpPr/>
            <p:nvPr/>
          </p:nvSpPr>
          <p:spPr>
            <a:xfrm>
              <a:off x="8710216" y="486670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2" name="pt2022"/>
            <p:cNvSpPr/>
            <p:nvPr/>
          </p:nvSpPr>
          <p:spPr>
            <a:xfrm>
              <a:off x="8485623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3" name="pt2023"/>
            <p:cNvSpPr/>
            <p:nvPr/>
          </p:nvSpPr>
          <p:spPr>
            <a:xfrm>
              <a:off x="9159403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4" name="pt2024"/>
            <p:cNvSpPr/>
            <p:nvPr/>
          </p:nvSpPr>
          <p:spPr>
            <a:xfrm>
              <a:off x="8710216" y="493800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5" name="pt2025"/>
            <p:cNvSpPr/>
            <p:nvPr/>
          </p:nvSpPr>
          <p:spPr>
            <a:xfrm>
              <a:off x="10506962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6" name="pt2026"/>
            <p:cNvSpPr/>
            <p:nvPr/>
          </p:nvSpPr>
          <p:spPr>
            <a:xfrm>
              <a:off x="8485623" y="479539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7" name="pt2027"/>
            <p:cNvSpPr/>
            <p:nvPr/>
          </p:nvSpPr>
          <p:spPr>
            <a:xfrm>
              <a:off x="10282369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8" name="pt2028"/>
            <p:cNvSpPr/>
            <p:nvPr/>
          </p:nvSpPr>
          <p:spPr>
            <a:xfrm>
              <a:off x="8261030" y="53420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9" name="pt2029"/>
            <p:cNvSpPr/>
            <p:nvPr/>
          </p:nvSpPr>
          <p:spPr>
            <a:xfrm>
              <a:off x="8485623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0" name="pt2030"/>
            <p:cNvSpPr/>
            <p:nvPr/>
          </p:nvSpPr>
          <p:spPr>
            <a:xfrm>
              <a:off x="8710216" y="49142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1" name="pt2031"/>
            <p:cNvSpPr/>
            <p:nvPr/>
          </p:nvSpPr>
          <p:spPr>
            <a:xfrm>
              <a:off x="8710216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2" name="pt2032"/>
            <p:cNvSpPr/>
            <p:nvPr/>
          </p:nvSpPr>
          <p:spPr>
            <a:xfrm>
              <a:off x="8485623" y="515193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3" name="pt2033"/>
            <p:cNvSpPr/>
            <p:nvPr/>
          </p:nvSpPr>
          <p:spPr>
            <a:xfrm>
              <a:off x="10506962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4" name="pt2034"/>
            <p:cNvSpPr/>
            <p:nvPr/>
          </p:nvSpPr>
          <p:spPr>
            <a:xfrm>
              <a:off x="8934809" y="50806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5" name="pt2035"/>
            <p:cNvSpPr/>
            <p:nvPr/>
          </p:nvSpPr>
          <p:spPr>
            <a:xfrm>
              <a:off x="9159403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6" name="pt2036"/>
            <p:cNvSpPr/>
            <p:nvPr/>
          </p:nvSpPr>
          <p:spPr>
            <a:xfrm>
              <a:off x="8485623" y="59838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7" name="pt2037"/>
            <p:cNvSpPr/>
            <p:nvPr/>
          </p:nvSpPr>
          <p:spPr>
            <a:xfrm>
              <a:off x="8934809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8" name="pt2038"/>
            <p:cNvSpPr/>
            <p:nvPr/>
          </p:nvSpPr>
          <p:spPr>
            <a:xfrm>
              <a:off x="10057776" y="415360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9" name="pt2039"/>
            <p:cNvSpPr/>
            <p:nvPr/>
          </p:nvSpPr>
          <p:spPr>
            <a:xfrm>
              <a:off x="8934809" y="474785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0" name="pt2040"/>
            <p:cNvSpPr/>
            <p:nvPr/>
          </p:nvSpPr>
          <p:spPr>
            <a:xfrm>
              <a:off x="8710216" y="451015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1" name="pt2041"/>
            <p:cNvSpPr/>
            <p:nvPr/>
          </p:nvSpPr>
          <p:spPr>
            <a:xfrm>
              <a:off x="9833183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2" name="pt2042"/>
            <p:cNvSpPr/>
            <p:nvPr/>
          </p:nvSpPr>
          <p:spPr>
            <a:xfrm>
              <a:off x="9159403" y="40109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3" name="pt2043"/>
            <p:cNvSpPr/>
            <p:nvPr/>
          </p:nvSpPr>
          <p:spPr>
            <a:xfrm>
              <a:off x="10057776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4" name="pt2044"/>
            <p:cNvSpPr/>
            <p:nvPr/>
          </p:nvSpPr>
          <p:spPr>
            <a:xfrm>
              <a:off x="8485623" y="522324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5" name="pt2045"/>
            <p:cNvSpPr/>
            <p:nvPr/>
          </p:nvSpPr>
          <p:spPr>
            <a:xfrm>
              <a:off x="9383996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6" name="pt2046"/>
            <p:cNvSpPr/>
            <p:nvPr/>
          </p:nvSpPr>
          <p:spPr>
            <a:xfrm>
              <a:off x="9159403" y="53420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7" name="pt2047"/>
            <p:cNvSpPr/>
            <p:nvPr/>
          </p:nvSpPr>
          <p:spPr>
            <a:xfrm>
              <a:off x="9833183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8" name="pt2048"/>
            <p:cNvSpPr/>
            <p:nvPr/>
          </p:nvSpPr>
          <p:spPr>
            <a:xfrm>
              <a:off x="8485623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9" name="pt2049"/>
            <p:cNvSpPr/>
            <p:nvPr/>
          </p:nvSpPr>
          <p:spPr>
            <a:xfrm>
              <a:off x="8485623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0" name="pt2050"/>
            <p:cNvSpPr/>
            <p:nvPr/>
          </p:nvSpPr>
          <p:spPr>
            <a:xfrm>
              <a:off x="8710216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1" name="pt2051"/>
            <p:cNvSpPr/>
            <p:nvPr/>
          </p:nvSpPr>
          <p:spPr>
            <a:xfrm>
              <a:off x="8261030" y="58174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2" name="pt2052"/>
            <p:cNvSpPr/>
            <p:nvPr/>
          </p:nvSpPr>
          <p:spPr>
            <a:xfrm>
              <a:off x="9608589" y="446261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3" name="pt2053"/>
            <p:cNvSpPr/>
            <p:nvPr/>
          </p:nvSpPr>
          <p:spPr>
            <a:xfrm>
              <a:off x="10057776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4" name="pt2054"/>
            <p:cNvSpPr/>
            <p:nvPr/>
          </p:nvSpPr>
          <p:spPr>
            <a:xfrm>
              <a:off x="8710216" y="493800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5" name="pt2055"/>
            <p:cNvSpPr/>
            <p:nvPr/>
          </p:nvSpPr>
          <p:spPr>
            <a:xfrm>
              <a:off x="8710216" y="50806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6" name="pt2056"/>
            <p:cNvSpPr/>
            <p:nvPr/>
          </p:nvSpPr>
          <p:spPr>
            <a:xfrm>
              <a:off x="8934809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7" name="pt2057"/>
            <p:cNvSpPr/>
            <p:nvPr/>
          </p:nvSpPr>
          <p:spPr>
            <a:xfrm>
              <a:off x="10057776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8" name="pt2058"/>
            <p:cNvSpPr/>
            <p:nvPr/>
          </p:nvSpPr>
          <p:spPr>
            <a:xfrm>
              <a:off x="10282369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9" name="pt2059"/>
            <p:cNvSpPr/>
            <p:nvPr/>
          </p:nvSpPr>
          <p:spPr>
            <a:xfrm>
              <a:off x="10282369" y="40109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0" name="pt2060"/>
            <p:cNvSpPr/>
            <p:nvPr/>
          </p:nvSpPr>
          <p:spPr>
            <a:xfrm>
              <a:off x="8934809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1" name="pt2061"/>
            <p:cNvSpPr/>
            <p:nvPr/>
          </p:nvSpPr>
          <p:spPr>
            <a:xfrm>
              <a:off x="9383996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2" name="pt2062"/>
            <p:cNvSpPr/>
            <p:nvPr/>
          </p:nvSpPr>
          <p:spPr>
            <a:xfrm>
              <a:off x="10731556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3" name="pt2063"/>
            <p:cNvSpPr/>
            <p:nvPr/>
          </p:nvSpPr>
          <p:spPr>
            <a:xfrm>
              <a:off x="9159403" y="479539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4" name="pt2064"/>
            <p:cNvSpPr/>
            <p:nvPr/>
          </p:nvSpPr>
          <p:spPr>
            <a:xfrm>
              <a:off x="8710216" y="515193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5" name="pt2065"/>
            <p:cNvSpPr/>
            <p:nvPr/>
          </p:nvSpPr>
          <p:spPr>
            <a:xfrm>
              <a:off x="9383996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6" name="pt2066"/>
            <p:cNvSpPr/>
            <p:nvPr/>
          </p:nvSpPr>
          <p:spPr>
            <a:xfrm>
              <a:off x="9833183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7" name="pt2067"/>
            <p:cNvSpPr/>
            <p:nvPr/>
          </p:nvSpPr>
          <p:spPr>
            <a:xfrm>
              <a:off x="10282369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8" name="pt2068"/>
            <p:cNvSpPr/>
            <p:nvPr/>
          </p:nvSpPr>
          <p:spPr>
            <a:xfrm>
              <a:off x="8710216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9" name="pt2069"/>
            <p:cNvSpPr/>
            <p:nvPr/>
          </p:nvSpPr>
          <p:spPr>
            <a:xfrm>
              <a:off x="8934809" y="53420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0" name="pt2070"/>
            <p:cNvSpPr/>
            <p:nvPr/>
          </p:nvSpPr>
          <p:spPr>
            <a:xfrm>
              <a:off x="8485623" y="522324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1" name="pt2071"/>
            <p:cNvSpPr/>
            <p:nvPr/>
          </p:nvSpPr>
          <p:spPr>
            <a:xfrm>
              <a:off x="1005777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2" name="pt2072"/>
            <p:cNvSpPr/>
            <p:nvPr/>
          </p:nvSpPr>
          <p:spPr>
            <a:xfrm>
              <a:off x="8485623" y="531832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3" name="pt2073"/>
            <p:cNvSpPr/>
            <p:nvPr/>
          </p:nvSpPr>
          <p:spPr>
            <a:xfrm>
              <a:off x="8485623" y="538963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4" name="pt2074"/>
            <p:cNvSpPr/>
            <p:nvPr/>
          </p:nvSpPr>
          <p:spPr>
            <a:xfrm>
              <a:off x="10731556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5" name="pt2075"/>
            <p:cNvSpPr/>
            <p:nvPr/>
          </p:nvSpPr>
          <p:spPr>
            <a:xfrm>
              <a:off x="8710216" y="51994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6" name="pt2076"/>
            <p:cNvSpPr/>
            <p:nvPr/>
          </p:nvSpPr>
          <p:spPr>
            <a:xfrm>
              <a:off x="8485623" y="579372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7" name="pt2077"/>
            <p:cNvSpPr/>
            <p:nvPr/>
          </p:nvSpPr>
          <p:spPr>
            <a:xfrm>
              <a:off x="9833183" y="415360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8" name="pt2078"/>
            <p:cNvSpPr/>
            <p:nvPr/>
          </p:nvSpPr>
          <p:spPr>
            <a:xfrm>
              <a:off x="9833183" y="451015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9" name="pt2079"/>
            <p:cNvSpPr/>
            <p:nvPr/>
          </p:nvSpPr>
          <p:spPr>
            <a:xfrm>
              <a:off x="9159403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0" name="pt2080"/>
            <p:cNvSpPr/>
            <p:nvPr/>
          </p:nvSpPr>
          <p:spPr>
            <a:xfrm>
              <a:off x="8485623" y="517570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1" name="pt2081"/>
            <p:cNvSpPr/>
            <p:nvPr/>
          </p:nvSpPr>
          <p:spPr>
            <a:xfrm>
              <a:off x="9383996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2" name="pt2082"/>
            <p:cNvSpPr/>
            <p:nvPr/>
          </p:nvSpPr>
          <p:spPr>
            <a:xfrm>
              <a:off x="9159403" y="415360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3" name="pt2083"/>
            <p:cNvSpPr/>
            <p:nvPr/>
          </p:nvSpPr>
          <p:spPr>
            <a:xfrm>
              <a:off x="8934809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4" name="pt2084"/>
            <p:cNvSpPr/>
            <p:nvPr/>
          </p:nvSpPr>
          <p:spPr>
            <a:xfrm>
              <a:off x="9159403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5" name="pt2085"/>
            <p:cNvSpPr/>
            <p:nvPr/>
          </p:nvSpPr>
          <p:spPr>
            <a:xfrm>
              <a:off x="9159403" y="43199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6" name="pt2086"/>
            <p:cNvSpPr/>
            <p:nvPr/>
          </p:nvSpPr>
          <p:spPr>
            <a:xfrm>
              <a:off x="8710216" y="57699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7" name="tx2087"/>
            <p:cNvSpPr/>
            <p:nvPr/>
          </p:nvSpPr>
          <p:spPr>
            <a:xfrm>
              <a:off x="8309471" y="3710652"/>
              <a:ext cx="91715" cy="909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2088" name="tx2088"/>
            <p:cNvSpPr/>
            <p:nvPr/>
          </p:nvSpPr>
          <p:spPr>
            <a:xfrm>
              <a:off x="8414822" y="3675101"/>
              <a:ext cx="49441" cy="638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089" name="tx2089"/>
            <p:cNvSpPr/>
            <p:nvPr/>
          </p:nvSpPr>
          <p:spPr>
            <a:xfrm>
              <a:off x="8464264" y="3801561"/>
              <a:ext cx="3478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090" name="tx2090"/>
            <p:cNvSpPr/>
            <p:nvPr/>
          </p:nvSpPr>
          <p:spPr>
            <a:xfrm>
              <a:off x="8499053" y="3763548"/>
              <a:ext cx="74166" cy="380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2091" name="tx2091"/>
            <p:cNvSpPr/>
            <p:nvPr/>
          </p:nvSpPr>
          <p:spPr>
            <a:xfrm>
              <a:off x="8573219" y="3801561"/>
              <a:ext cx="3478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092" name="tx2092"/>
            <p:cNvSpPr/>
            <p:nvPr/>
          </p:nvSpPr>
          <p:spPr>
            <a:xfrm>
              <a:off x="8608008" y="3708729"/>
              <a:ext cx="247178" cy="928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0.68</a:t>
              </a:r>
            </a:p>
          </p:txBody>
        </p:sp>
        <p:sp>
          <p:nvSpPr>
            <p:cNvPr id="2093" name="pl2093"/>
            <p:cNvSpPr/>
            <p:nvPr/>
          </p:nvSpPr>
          <p:spPr>
            <a:xfrm>
              <a:off x="8292626" y="3533908"/>
              <a:ext cx="3001675" cy="1701653"/>
            </a:xfrm>
            <a:custGeom>
              <a:avLst/>
              <a:pathLst>
                <a:path w="3001675" h="1701653">
                  <a:moveTo>
                    <a:pt x="0" y="1701653"/>
                  </a:moveTo>
                  <a:lnTo>
                    <a:pt x="42644" y="1677478"/>
                  </a:lnTo>
                  <a:lnTo>
                    <a:pt x="85288" y="1653303"/>
                  </a:lnTo>
                  <a:lnTo>
                    <a:pt x="127932" y="1629128"/>
                  </a:lnTo>
                  <a:lnTo>
                    <a:pt x="170577" y="1604953"/>
                  </a:lnTo>
                  <a:lnTo>
                    <a:pt x="213221" y="1580778"/>
                  </a:lnTo>
                  <a:lnTo>
                    <a:pt x="255865" y="1556603"/>
                  </a:lnTo>
                  <a:lnTo>
                    <a:pt x="298510" y="1532428"/>
                  </a:lnTo>
                  <a:lnTo>
                    <a:pt x="341154" y="1508253"/>
                  </a:lnTo>
                  <a:lnTo>
                    <a:pt x="383798" y="1484077"/>
                  </a:lnTo>
                  <a:lnTo>
                    <a:pt x="426442" y="1459902"/>
                  </a:lnTo>
                  <a:lnTo>
                    <a:pt x="469087" y="1435727"/>
                  </a:lnTo>
                  <a:lnTo>
                    <a:pt x="511731" y="1411552"/>
                  </a:lnTo>
                  <a:lnTo>
                    <a:pt x="554375" y="1387377"/>
                  </a:lnTo>
                  <a:lnTo>
                    <a:pt x="597020" y="1363202"/>
                  </a:lnTo>
                  <a:lnTo>
                    <a:pt x="639664" y="1339027"/>
                  </a:lnTo>
                  <a:lnTo>
                    <a:pt x="682308" y="1314852"/>
                  </a:lnTo>
                  <a:lnTo>
                    <a:pt x="724952" y="1290677"/>
                  </a:lnTo>
                  <a:lnTo>
                    <a:pt x="767597" y="1266501"/>
                  </a:lnTo>
                  <a:lnTo>
                    <a:pt x="810241" y="1242326"/>
                  </a:lnTo>
                  <a:lnTo>
                    <a:pt x="852885" y="1218151"/>
                  </a:lnTo>
                  <a:lnTo>
                    <a:pt x="895530" y="1193976"/>
                  </a:lnTo>
                  <a:lnTo>
                    <a:pt x="938174" y="1169801"/>
                  </a:lnTo>
                  <a:lnTo>
                    <a:pt x="980818" y="1145626"/>
                  </a:lnTo>
                  <a:lnTo>
                    <a:pt x="1023463" y="1121451"/>
                  </a:lnTo>
                  <a:lnTo>
                    <a:pt x="1066107" y="1097276"/>
                  </a:lnTo>
                  <a:lnTo>
                    <a:pt x="1108751" y="1073101"/>
                  </a:lnTo>
                  <a:lnTo>
                    <a:pt x="1151395" y="1048925"/>
                  </a:lnTo>
                  <a:lnTo>
                    <a:pt x="1194040" y="1024750"/>
                  </a:lnTo>
                  <a:lnTo>
                    <a:pt x="1236684" y="1000575"/>
                  </a:lnTo>
                  <a:lnTo>
                    <a:pt x="1279328" y="976400"/>
                  </a:lnTo>
                  <a:lnTo>
                    <a:pt x="1321973" y="952225"/>
                  </a:lnTo>
                  <a:lnTo>
                    <a:pt x="1364617" y="928050"/>
                  </a:lnTo>
                  <a:lnTo>
                    <a:pt x="1407261" y="903875"/>
                  </a:lnTo>
                  <a:lnTo>
                    <a:pt x="1449905" y="879700"/>
                  </a:lnTo>
                  <a:lnTo>
                    <a:pt x="1492550" y="855525"/>
                  </a:lnTo>
                  <a:lnTo>
                    <a:pt x="1535194" y="831350"/>
                  </a:lnTo>
                  <a:lnTo>
                    <a:pt x="1577838" y="807174"/>
                  </a:lnTo>
                  <a:lnTo>
                    <a:pt x="1620483" y="782999"/>
                  </a:lnTo>
                  <a:lnTo>
                    <a:pt x="1663127" y="758824"/>
                  </a:lnTo>
                  <a:lnTo>
                    <a:pt x="1705771" y="734649"/>
                  </a:lnTo>
                  <a:lnTo>
                    <a:pt x="1748416" y="710474"/>
                  </a:lnTo>
                  <a:lnTo>
                    <a:pt x="1791060" y="686299"/>
                  </a:lnTo>
                  <a:lnTo>
                    <a:pt x="1833704" y="662124"/>
                  </a:lnTo>
                  <a:lnTo>
                    <a:pt x="1876348" y="637949"/>
                  </a:lnTo>
                  <a:lnTo>
                    <a:pt x="1918993" y="613774"/>
                  </a:lnTo>
                  <a:lnTo>
                    <a:pt x="1961637" y="589598"/>
                  </a:lnTo>
                  <a:lnTo>
                    <a:pt x="2004281" y="565423"/>
                  </a:lnTo>
                  <a:lnTo>
                    <a:pt x="2046926" y="541248"/>
                  </a:lnTo>
                  <a:lnTo>
                    <a:pt x="2089570" y="517073"/>
                  </a:lnTo>
                  <a:lnTo>
                    <a:pt x="2132214" y="492898"/>
                  </a:lnTo>
                  <a:lnTo>
                    <a:pt x="2174858" y="468723"/>
                  </a:lnTo>
                  <a:lnTo>
                    <a:pt x="2217503" y="444548"/>
                  </a:lnTo>
                  <a:lnTo>
                    <a:pt x="2260147" y="420373"/>
                  </a:lnTo>
                  <a:lnTo>
                    <a:pt x="2302791" y="396198"/>
                  </a:lnTo>
                  <a:lnTo>
                    <a:pt x="2345436" y="372022"/>
                  </a:lnTo>
                  <a:lnTo>
                    <a:pt x="2388080" y="347847"/>
                  </a:lnTo>
                  <a:lnTo>
                    <a:pt x="2430724" y="323672"/>
                  </a:lnTo>
                  <a:lnTo>
                    <a:pt x="2473369" y="299497"/>
                  </a:lnTo>
                  <a:lnTo>
                    <a:pt x="2516013" y="275322"/>
                  </a:lnTo>
                  <a:lnTo>
                    <a:pt x="2558657" y="251147"/>
                  </a:lnTo>
                  <a:lnTo>
                    <a:pt x="2601301" y="226972"/>
                  </a:lnTo>
                  <a:lnTo>
                    <a:pt x="2643946" y="202797"/>
                  </a:lnTo>
                  <a:lnTo>
                    <a:pt x="2686590" y="178622"/>
                  </a:lnTo>
                  <a:lnTo>
                    <a:pt x="2729234" y="154446"/>
                  </a:lnTo>
                  <a:lnTo>
                    <a:pt x="2771879" y="130271"/>
                  </a:lnTo>
                  <a:lnTo>
                    <a:pt x="2814523" y="106096"/>
                  </a:lnTo>
                  <a:lnTo>
                    <a:pt x="2857167" y="81921"/>
                  </a:lnTo>
                  <a:lnTo>
                    <a:pt x="2899811" y="57746"/>
                  </a:lnTo>
                  <a:lnTo>
                    <a:pt x="2942456" y="33571"/>
                  </a:lnTo>
                  <a:lnTo>
                    <a:pt x="2985100" y="9396"/>
                  </a:lnTo>
                  <a:lnTo>
                    <a:pt x="3001675" y="0"/>
                  </a:lnTo>
                </a:path>
              </a:pathLst>
            </a:custGeom>
            <a:ln w="34492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4" name="tx2094"/>
            <p:cNvSpPr/>
            <p:nvPr/>
          </p:nvSpPr>
          <p:spPr>
            <a:xfrm>
              <a:off x="2250011" y="433844"/>
              <a:ext cx="276701" cy="101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ADL</a:t>
              </a:r>
            </a:p>
          </p:txBody>
        </p:sp>
        <p:sp>
          <p:nvSpPr>
            <p:cNvPr id="2095" name="tx2095"/>
            <p:cNvSpPr/>
            <p:nvPr/>
          </p:nvSpPr>
          <p:spPr>
            <a:xfrm>
              <a:off x="5989049" y="430371"/>
              <a:ext cx="387340" cy="1052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SARA</a:t>
              </a:r>
            </a:p>
          </p:txBody>
        </p:sp>
        <p:sp>
          <p:nvSpPr>
            <p:cNvPr id="2096" name="tx2096"/>
            <p:cNvSpPr/>
            <p:nvPr/>
          </p:nvSpPr>
          <p:spPr>
            <a:xfrm>
              <a:off x="9763646" y="430371"/>
              <a:ext cx="426858" cy="1052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fSARA</a:t>
              </a:r>
            </a:p>
          </p:txBody>
        </p:sp>
        <p:sp>
          <p:nvSpPr>
            <p:cNvPr id="2097" name="tx2097"/>
            <p:cNvSpPr/>
            <p:nvPr/>
          </p:nvSpPr>
          <p:spPr>
            <a:xfrm rot="5400000">
              <a:off x="11668122" y="1980766"/>
              <a:ext cx="600630" cy="1052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CRCSCA</a:t>
              </a:r>
            </a:p>
          </p:txBody>
        </p:sp>
        <p:sp>
          <p:nvSpPr>
            <p:cNvPr id="2098" name="tx2098"/>
            <p:cNvSpPr/>
            <p:nvPr/>
          </p:nvSpPr>
          <p:spPr>
            <a:xfrm rot="5400000">
              <a:off x="11734450" y="4894059"/>
              <a:ext cx="466238" cy="1035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UNIFAI</a:t>
              </a:r>
            </a:p>
          </p:txBody>
        </p:sp>
        <p:sp>
          <p:nvSpPr>
            <p:cNvPr id="2099" name="tx2099"/>
            <p:cNvSpPr/>
            <p:nvPr/>
          </p:nvSpPr>
          <p:spPr>
            <a:xfrm>
              <a:off x="664359" y="6435322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100" name="tx2100"/>
            <p:cNvSpPr/>
            <p:nvPr/>
          </p:nvSpPr>
          <p:spPr>
            <a:xfrm>
              <a:off x="1645684" y="6435322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101" name="tx2101"/>
            <p:cNvSpPr/>
            <p:nvPr/>
          </p:nvSpPr>
          <p:spPr>
            <a:xfrm>
              <a:off x="2666562" y="6435322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102" name="tx2102"/>
            <p:cNvSpPr/>
            <p:nvPr/>
          </p:nvSpPr>
          <p:spPr>
            <a:xfrm>
              <a:off x="3687441" y="6435253"/>
              <a:ext cx="158214" cy="1040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103" name="tx2103"/>
            <p:cNvSpPr/>
            <p:nvPr/>
          </p:nvSpPr>
          <p:spPr>
            <a:xfrm>
              <a:off x="4458716" y="6435322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104" name="tx2104"/>
            <p:cNvSpPr/>
            <p:nvPr/>
          </p:nvSpPr>
          <p:spPr>
            <a:xfrm>
              <a:off x="5329675" y="6435322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105" name="tx2105"/>
            <p:cNvSpPr/>
            <p:nvPr/>
          </p:nvSpPr>
          <p:spPr>
            <a:xfrm>
              <a:off x="6240189" y="6435322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106" name="tx2106"/>
            <p:cNvSpPr/>
            <p:nvPr/>
          </p:nvSpPr>
          <p:spPr>
            <a:xfrm>
              <a:off x="7150702" y="6435253"/>
              <a:ext cx="158214" cy="1040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107" name="tx2107"/>
            <p:cNvSpPr/>
            <p:nvPr/>
          </p:nvSpPr>
          <p:spPr>
            <a:xfrm>
              <a:off x="8253073" y="6435322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108" name="tx2108"/>
            <p:cNvSpPr/>
            <p:nvPr/>
          </p:nvSpPr>
          <p:spPr>
            <a:xfrm>
              <a:off x="9376039" y="6437128"/>
              <a:ext cx="79107" cy="102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109" name="tx2109"/>
            <p:cNvSpPr/>
            <p:nvPr/>
          </p:nvSpPr>
          <p:spPr>
            <a:xfrm>
              <a:off x="10459452" y="6435322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110" name="tx2110"/>
            <p:cNvSpPr/>
            <p:nvPr/>
          </p:nvSpPr>
          <p:spPr>
            <a:xfrm>
              <a:off x="11582418" y="6435322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111" name="tx2111"/>
            <p:cNvSpPr/>
            <p:nvPr/>
          </p:nvSpPr>
          <p:spPr>
            <a:xfrm>
              <a:off x="376649" y="3263921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112" name="tx2112"/>
            <p:cNvSpPr/>
            <p:nvPr/>
          </p:nvSpPr>
          <p:spPr>
            <a:xfrm>
              <a:off x="297542" y="2550826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113" name="tx2113"/>
            <p:cNvSpPr/>
            <p:nvPr/>
          </p:nvSpPr>
          <p:spPr>
            <a:xfrm>
              <a:off x="297542" y="1837731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114" name="tx2114"/>
            <p:cNvSpPr/>
            <p:nvPr/>
          </p:nvSpPr>
          <p:spPr>
            <a:xfrm>
              <a:off x="297542" y="1124566"/>
              <a:ext cx="158214" cy="1040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115" name="tx2115"/>
            <p:cNvSpPr/>
            <p:nvPr/>
          </p:nvSpPr>
          <p:spPr>
            <a:xfrm>
              <a:off x="376649" y="6176345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116" name="tx2116"/>
            <p:cNvSpPr/>
            <p:nvPr/>
          </p:nvSpPr>
          <p:spPr>
            <a:xfrm>
              <a:off x="297542" y="5463250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117" name="tx2117"/>
            <p:cNvSpPr/>
            <p:nvPr/>
          </p:nvSpPr>
          <p:spPr>
            <a:xfrm>
              <a:off x="297542" y="4750155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118" name="tx2118"/>
            <p:cNvSpPr/>
            <p:nvPr/>
          </p:nvSpPr>
          <p:spPr>
            <a:xfrm>
              <a:off x="297542" y="4036990"/>
              <a:ext cx="158214" cy="1040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119" name="tx2119"/>
            <p:cNvSpPr/>
            <p:nvPr/>
          </p:nvSpPr>
          <p:spPr>
            <a:xfrm rot="-5400000">
              <a:off x="-747083" y="3406193"/>
              <a:ext cx="1758987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Upright Stability Score</a:t>
              </a:r>
            </a:p>
          </p:txBody>
        </p:sp>
      </p:grpSp>
      <p:sp>
        <p:nvSpPr>
          <p:cNvPr id="2120" name="Title 1"/>
          <p:cNvSpPr>
            <a:spLocks noGrp="1"/>
          </p:cNvSpPr>
          <p:nvPr>
            <p:ph type="title"/>
          </p:nvPr>
        </p:nvSpPr>
        <p:spPr>
          <a:xfrm>
            <a:off x="9607379" y="0"/>
            <a:ext cx="2584622" cy="518984"/>
          </a:xfrm>
        </p:spPr>
        <p:txBody>
          <a:bodyPr/>
          <a:lstStyle/>
          <a:p>
            <a:r>
              <a:rPr/>
              <a:t>Figure 2: USS vs ADL, SARA, f-SARA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Cambria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5395BB3-1528-4302-A15C-E6A06E822975}" vid="{DF592CA2-00DC-4ACA-BF02-8EB1A2F15D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18749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Tenorite</vt:lpstr>
      <vt:lpstr>Calibri</vt:lpstr>
      <vt:lpstr>Arial</vt:lpstr>
      <vt:lpstr>CR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Presentation Title</dc:title>
  <dc:creator>Christian Rummey</dc:creator>
  <cp:lastModifiedBy/>
  <cp:revision>64</cp:revision>
  <dcterms:created xsi:type="dcterms:W3CDTF">2020-08-21T08:26:15Z</dcterms:created>
  <dcterms:modified xsi:type="dcterms:W3CDTF">2025-09-14T14:00:44Z</dcterms:modified>
</cp:coreProperties>
</file>